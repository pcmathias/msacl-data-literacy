
<file path=[Content_Types].xml><?xml version="1.0" encoding="utf-8"?>
<Types xmlns="http://schemas.openxmlformats.org/package/2006/content-types">
  <Default Extension="jpeg" ContentType="image/jpeg"/>
  <Default Extension="jpg" ContentType="image/jpeg"/>
  <Default Extension="mov" ContentType="video/quicktime"/>
  <Default Extension="png" ContentType="image/png"/>
  <Default Extension="rels" ContentType="application/vnd.openxmlformats-package.relationships+xml"/>
  <Default Extension="tiff" ContentType="image/tif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1"/>
  </p:sldMasterIdLst>
  <p:notesMasterIdLst>
    <p:notesMasterId r:id="rId80"/>
  </p:notesMasterIdLst>
  <p:sldIdLst>
    <p:sldId id="710" r:id="rId2"/>
    <p:sldId id="687" r:id="rId3"/>
    <p:sldId id="608" r:id="rId4"/>
    <p:sldId id="714" r:id="rId5"/>
    <p:sldId id="552" r:id="rId6"/>
    <p:sldId id="557" r:id="rId7"/>
    <p:sldId id="609" r:id="rId8"/>
    <p:sldId id="610" r:id="rId9"/>
    <p:sldId id="611" r:id="rId10"/>
    <p:sldId id="612" r:id="rId11"/>
    <p:sldId id="585" r:id="rId12"/>
    <p:sldId id="624" r:id="rId13"/>
    <p:sldId id="588" r:id="rId14"/>
    <p:sldId id="596" r:id="rId15"/>
    <p:sldId id="625" r:id="rId16"/>
    <p:sldId id="591" r:id="rId17"/>
    <p:sldId id="592" r:id="rId18"/>
    <p:sldId id="459" r:id="rId19"/>
    <p:sldId id="440" r:id="rId20"/>
    <p:sldId id="415" r:id="rId21"/>
    <p:sldId id="627" r:id="rId22"/>
    <p:sldId id="584" r:id="rId23"/>
    <p:sldId id="425" r:id="rId24"/>
    <p:sldId id="417" r:id="rId25"/>
    <p:sldId id="427" r:id="rId26"/>
    <p:sldId id="431" r:id="rId27"/>
    <p:sldId id="637" r:id="rId28"/>
    <p:sldId id="428" r:id="rId29"/>
    <p:sldId id="471" r:id="rId30"/>
    <p:sldId id="586" r:id="rId31"/>
    <p:sldId id="587" r:id="rId32"/>
    <p:sldId id="468" r:id="rId33"/>
    <p:sldId id="553" r:id="rId34"/>
    <p:sldId id="487" r:id="rId35"/>
    <p:sldId id="374" r:id="rId36"/>
    <p:sldId id="316" r:id="rId37"/>
    <p:sldId id="319" r:id="rId38"/>
    <p:sldId id="599" r:id="rId39"/>
    <p:sldId id="433" r:id="rId40"/>
    <p:sldId id="346" r:id="rId41"/>
    <p:sldId id="359" r:id="rId42"/>
    <p:sldId id="361" r:id="rId43"/>
    <p:sldId id="362" r:id="rId44"/>
    <p:sldId id="363" r:id="rId45"/>
    <p:sldId id="364" r:id="rId46"/>
    <p:sldId id="715" r:id="rId47"/>
    <p:sldId id="583" r:id="rId48"/>
    <p:sldId id="593" r:id="rId49"/>
    <p:sldId id="600" r:id="rId50"/>
    <p:sldId id="565" r:id="rId51"/>
    <p:sldId id="589" r:id="rId52"/>
    <p:sldId id="590" r:id="rId53"/>
    <p:sldId id="716" r:id="rId54"/>
    <p:sldId id="688" r:id="rId55"/>
    <p:sldId id="689" r:id="rId56"/>
    <p:sldId id="690" r:id="rId57"/>
    <p:sldId id="691" r:id="rId58"/>
    <p:sldId id="692" r:id="rId59"/>
    <p:sldId id="693" r:id="rId60"/>
    <p:sldId id="694" r:id="rId61"/>
    <p:sldId id="695" r:id="rId62"/>
    <p:sldId id="696" r:id="rId63"/>
    <p:sldId id="697" r:id="rId64"/>
    <p:sldId id="711" r:id="rId65"/>
    <p:sldId id="712" r:id="rId66"/>
    <p:sldId id="713" r:id="rId67"/>
    <p:sldId id="698" r:id="rId68"/>
    <p:sldId id="699" r:id="rId69"/>
    <p:sldId id="700" r:id="rId70"/>
    <p:sldId id="701" r:id="rId71"/>
    <p:sldId id="702" r:id="rId72"/>
    <p:sldId id="703" r:id="rId73"/>
    <p:sldId id="704" r:id="rId74"/>
    <p:sldId id="705" r:id="rId75"/>
    <p:sldId id="706" r:id="rId76"/>
    <p:sldId id="707" r:id="rId77"/>
    <p:sldId id="708" r:id="rId78"/>
    <p:sldId id="709" r:id="rId79"/>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3192"/>
    <p:restoredTop sz="77248"/>
  </p:normalViewPr>
  <p:slideViewPr>
    <p:cSldViewPr snapToGrid="0" snapToObjects="1">
      <p:cViewPr varScale="1">
        <p:scale>
          <a:sx n="95" d="100"/>
          <a:sy n="95" d="100"/>
        </p:scale>
        <p:origin x="1000" y="19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tableStyles" Target="tableStyles.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61" Type="http://schemas.openxmlformats.org/officeDocument/2006/relationships/slide" Target="slides/slide60.xml"/><Relationship Id="rId82" Type="http://schemas.openxmlformats.org/officeDocument/2006/relationships/viewProps" Target="viewProps.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notesMaster" Target="notesMasters/notesMaster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C1D3653-9E79-5C4D-8011-4255A78CAC35}" type="datetimeFigureOut">
              <a:rPr lang="en-US" smtClean="0"/>
              <a:t>10/1/26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5564E20-9EA2-8947-B25E-DCABC392F652}" type="slidenum">
              <a:rPr lang="en-US" smtClean="0"/>
              <a:t>‹#›</a:t>
            </a:fld>
            <a:endParaRPr lang="en-US"/>
          </a:p>
        </p:txBody>
      </p:sp>
    </p:spTree>
    <p:extLst>
      <p:ext uri="{BB962C8B-B14F-4D97-AF65-F5344CB8AC3E}">
        <p14:creationId xmlns:p14="http://schemas.microsoft.com/office/powerpoint/2010/main" val="345687347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0"/>
        <p:cNvGrpSpPr/>
        <p:nvPr/>
      </p:nvGrpSpPr>
      <p:grpSpPr>
        <a:xfrm>
          <a:off x="0" y="0"/>
          <a:ext cx="0" cy="0"/>
          <a:chOff x="0" y="0"/>
          <a:chExt cx="0" cy="0"/>
        </a:xfrm>
      </p:grpSpPr>
      <p:sp>
        <p:nvSpPr>
          <p:cNvPr id="241" name="Google Shape;241;g62eb0d21fa_0_12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42" name="Google Shape;242;g62eb0d21fa_0_12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t>I’m sure you all are excited to get started programming and we will do that in just a few minutes.</a:t>
            </a:r>
          </a:p>
          <a:p>
            <a:pPr marL="0" lvl="0" indent="0" algn="l" rtl="0">
              <a:spcBef>
                <a:spcPts val="0"/>
              </a:spcBef>
              <a:spcAft>
                <a:spcPts val="0"/>
              </a:spcAft>
              <a:buNone/>
            </a:pPr>
            <a:endParaRPr lang="en" dirty="0"/>
          </a:p>
          <a:p>
            <a:pPr marL="0" lvl="0" indent="0" algn="l" rtl="0">
              <a:spcBef>
                <a:spcPts val="0"/>
              </a:spcBef>
              <a:spcAft>
                <a:spcPts val="0"/>
              </a:spcAft>
              <a:buNone/>
            </a:pPr>
            <a:r>
              <a:rPr lang="en" dirty="0"/>
              <a:t>Before we do that I want to introduce you to 3 items.</a:t>
            </a:r>
          </a:p>
          <a:p>
            <a:pPr marL="0" lvl="0" indent="0" algn="l" rtl="0">
              <a:spcBef>
                <a:spcPts val="0"/>
              </a:spcBef>
              <a:spcAft>
                <a:spcPts val="0"/>
              </a:spcAft>
              <a:buNone/>
            </a:pPr>
            <a:endParaRPr lang="en" dirty="0"/>
          </a:p>
          <a:p>
            <a:pPr marL="0" lvl="0" indent="0" algn="l" rtl="0">
              <a:spcBef>
                <a:spcPts val="0"/>
              </a:spcBef>
              <a:spcAft>
                <a:spcPts val="0"/>
              </a:spcAft>
              <a:buNone/>
            </a:pPr>
            <a:r>
              <a:rPr lang="en" dirty="0"/>
              <a:t>The first is R. R is a programming language for data analysis. There are lots of great things about R:  it is freely available, great for wrangling data, and very capable for producing impressive visualizations.  There is also a great community of folks using it for data science, and we are excited to welcome you all to the R community via this course.</a:t>
            </a:r>
          </a:p>
          <a:p>
            <a:pPr marL="0" lvl="0" indent="0" algn="l" rtl="0">
              <a:spcBef>
                <a:spcPts val="0"/>
              </a:spcBef>
              <a:spcAft>
                <a:spcPts val="0"/>
              </a:spcAft>
              <a:buNone/>
            </a:pPr>
            <a:endParaRPr lang="en" dirty="0">
              <a:solidFill>
                <a:schemeClr val="dk1"/>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 dirty="0"/>
              <a:t>(**) Then, there’s RStudio. RStudio is the name of a free piece of software made by the company Posit (formerly known as R</a:t>
            </a:r>
            <a:r>
              <a:rPr lang="en-US" dirty="0"/>
              <a:t>S</a:t>
            </a:r>
            <a:r>
              <a:rPr lang="en" dirty="0" err="1"/>
              <a:t>tudio</a:t>
            </a:r>
            <a:r>
              <a:rPr lang="en" dirty="0"/>
              <a:t>). You can think of RStudio as a sophisticated text editor for writing R code. You can run </a:t>
            </a:r>
            <a:r>
              <a:rPr lang="en" dirty="0">
                <a:solidFill>
                  <a:schemeClr val="dk1"/>
                </a:solidFill>
              </a:rPr>
              <a:t>RStudio on Mac or Windows, or on a server.</a:t>
            </a:r>
          </a:p>
          <a:p>
            <a:pPr marL="0" lvl="0" indent="0" algn="l" rtl="0">
              <a:spcBef>
                <a:spcPts val="0"/>
              </a:spcBef>
              <a:spcAft>
                <a:spcPts val="0"/>
              </a:spcAft>
              <a:buNone/>
            </a:pPr>
            <a:endParaRPr lang="en" dirty="0">
              <a:solidFill>
                <a:schemeClr val="dk1"/>
              </a:solidFill>
            </a:endParaRPr>
          </a:p>
          <a:p>
            <a:pPr marL="0" lvl="0" indent="0" algn="l" rtl="0">
              <a:spcBef>
                <a:spcPts val="0"/>
              </a:spcBef>
              <a:spcAft>
                <a:spcPts val="0"/>
              </a:spcAft>
              <a:buNone/>
            </a:pPr>
            <a:r>
              <a:rPr lang="en" dirty="0"/>
              <a:t>(**) Finally there’s R Markdown. (**) Or at least that what we used to say when we taught this course.  The next generation of R Markdown known as (**) Quarto was recently released. Quarto is a computational document format that has executable code. Quarto also includes capabilities for annotating your work which is incredibly handy and supports multiple programming languages for mixing and matching code.</a:t>
            </a:r>
          </a:p>
          <a:p>
            <a:pPr marL="0" lvl="0" indent="0" algn="l" rtl="0">
              <a:spcBef>
                <a:spcPts val="0"/>
              </a:spcBef>
              <a:spcAft>
                <a:spcPts val="0"/>
              </a:spcAft>
              <a:buNone/>
            </a:pPr>
            <a:endParaRPr lang="en" dirty="0"/>
          </a:p>
          <a:p>
            <a:pPr marL="0" lvl="0" indent="0" algn="l" rtl="0">
              <a:spcBef>
                <a:spcPts val="0"/>
              </a:spcBef>
              <a:spcAft>
                <a:spcPts val="0"/>
              </a:spcAft>
              <a:buNone/>
            </a:pPr>
            <a:r>
              <a:rPr lang="en" dirty="0"/>
              <a:t>R, R</a:t>
            </a:r>
            <a:r>
              <a:rPr lang="en-US" dirty="0"/>
              <a:t>Studio, and Quarto </a:t>
            </a:r>
            <a:r>
              <a:rPr lang="en" dirty="0"/>
              <a:t>synergize for a robust ecosystem for performing data analysis.</a:t>
            </a:r>
          </a:p>
          <a:p>
            <a:pPr marL="0" lvl="0" indent="0" algn="l" rtl="0">
              <a:spcBef>
                <a:spcPts val="0"/>
              </a:spcBef>
              <a:spcAft>
                <a:spcPts val="0"/>
              </a:spcAft>
              <a:buNone/>
            </a:pPr>
            <a:endParaRPr lang="en" dirty="0"/>
          </a:p>
        </p:txBody>
      </p:sp>
    </p:spTree>
    <p:extLst>
      <p:ext uri="{BB962C8B-B14F-4D97-AF65-F5344CB8AC3E}">
        <p14:creationId xmlns:p14="http://schemas.microsoft.com/office/powerpoint/2010/main" val="369550455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02E4CE-0A71-E514-2562-51D9332DBCA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4A77469-D750-C22D-979E-EDA30A7E6BD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C3AAAAC-B8D1-1E36-3CFA-8436FF1CAC2B}"/>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4F739C6-41E8-1266-E982-4C175C6ACB97}"/>
              </a:ext>
            </a:extLst>
          </p:cNvPr>
          <p:cNvSpPr>
            <a:spLocks noGrp="1"/>
          </p:cNvSpPr>
          <p:nvPr>
            <p:ph type="sldNum" sz="quarter" idx="5"/>
          </p:nvPr>
        </p:nvSpPr>
        <p:spPr/>
        <p:txBody>
          <a:bodyPr/>
          <a:lstStyle/>
          <a:p>
            <a:fld id="{0A193586-FEB5-7C43-8F44-7EFAE4EECA28}" type="slidenum">
              <a:rPr lang="en-US" smtClean="0"/>
              <a:t>4</a:t>
            </a:fld>
            <a:endParaRPr lang="en-US"/>
          </a:p>
        </p:txBody>
      </p:sp>
    </p:spTree>
    <p:extLst>
      <p:ext uri="{BB962C8B-B14F-4D97-AF65-F5344CB8AC3E}">
        <p14:creationId xmlns:p14="http://schemas.microsoft.com/office/powerpoint/2010/main" val="425692687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of the most powerful aspects of working in the R environment is the ability to conduct reproducible data analyses (those analyses that can be shared, revised, repurposed and reproduced) by others.</a:t>
            </a:r>
          </a:p>
        </p:txBody>
      </p:sp>
      <p:sp>
        <p:nvSpPr>
          <p:cNvPr id="4" name="Slide Number Placeholder 3"/>
          <p:cNvSpPr>
            <a:spLocks noGrp="1"/>
          </p:cNvSpPr>
          <p:nvPr>
            <p:ph type="sldNum" sz="quarter" idx="5"/>
          </p:nvPr>
        </p:nvSpPr>
        <p:spPr/>
        <p:txBody>
          <a:bodyPr/>
          <a:lstStyle/>
          <a:p>
            <a:fld id="{0A193586-FEB5-7C43-8F44-7EFAE4EECA28}" type="slidenum">
              <a:rPr lang="en-US" smtClean="0"/>
              <a:t>5</a:t>
            </a:fld>
            <a:endParaRPr lang="en-US"/>
          </a:p>
        </p:txBody>
      </p:sp>
    </p:spTree>
    <p:extLst>
      <p:ext uri="{BB962C8B-B14F-4D97-AF65-F5344CB8AC3E}">
        <p14:creationId xmlns:p14="http://schemas.microsoft.com/office/powerpoint/2010/main" val="308699449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9"/>
        <p:cNvGrpSpPr/>
        <p:nvPr/>
      </p:nvGrpSpPr>
      <p:grpSpPr>
        <a:xfrm>
          <a:off x="0" y="0"/>
          <a:ext cx="0" cy="0"/>
          <a:chOff x="0" y="0"/>
          <a:chExt cx="0" cy="0"/>
        </a:xfrm>
      </p:grpSpPr>
      <p:sp>
        <p:nvSpPr>
          <p:cNvPr id="270" name="Google Shape;270;g61fff11857_3_3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71" name="Google Shape;271;g61fff11857_3_31:notes"/>
          <p:cNvSpPr txBox="1">
            <a:spLocks noGrp="1"/>
          </p:cNvSpPr>
          <p:nvPr>
            <p:ph type="body" idx="1"/>
          </p:nvPr>
        </p:nvSpPr>
        <p:spPr>
          <a:xfrm>
            <a:off x="685800" y="4400549"/>
            <a:ext cx="5486400" cy="3600451"/>
          </a:xfrm>
          <a:prstGeom prst="rect">
            <a:avLst/>
          </a:prstGeom>
          <a:noFill/>
          <a:ln>
            <a:noFill/>
          </a:ln>
        </p:spPr>
        <p:txBody>
          <a:bodyPr spcFirstLastPara="1" wrap="square" lIns="91425" tIns="45700" rIns="91425" bIns="45700" anchor="t" anchorCtr="0">
            <a:noAutofit/>
          </a:bodyPr>
          <a:lstStyle/>
          <a:p>
            <a:r>
              <a:rPr lang="en-US" dirty="0"/>
              <a:t>Quarto provides us with features and tools to tackle the reproducibility problem.</a:t>
            </a:r>
          </a:p>
          <a:p>
            <a:endParaRPr lang="en-US" dirty="0"/>
          </a:p>
          <a:p>
            <a:r>
              <a:rPr lang="en-US" dirty="0"/>
              <a:t>In Quarto, we can craft computer code mixed in with narrative annotation that documents the purpose of the code and details about the decisions we made in our analysis.</a:t>
            </a:r>
          </a:p>
          <a:p>
            <a:endParaRPr lang="en-US" dirty="0"/>
          </a:p>
          <a:p>
            <a:r>
              <a:rPr lang="en-US" dirty="0"/>
              <a:t>Quarto provides a lab notebook interface for analysis, visualization, and annotation of our work.</a:t>
            </a:r>
          </a:p>
          <a:p>
            <a:endParaRPr lang="en-US" dirty="0"/>
          </a:p>
          <a:p>
            <a:r>
              <a:rPr lang="en-US" dirty="0"/>
              <a:t>Like R Markdown before it, Quarto is quickly becoming the gold standard for reproducible data analysis.  In the course we will teach you to use Quarto and we encourage you to continue using it consistently in your future work.  In fact, it is the strongest recommendation we will make to you today.</a:t>
            </a:r>
          </a:p>
        </p:txBody>
      </p:sp>
      <p:sp>
        <p:nvSpPr>
          <p:cNvPr id="272" name="Google Shape;272;g61fff11857_3_31:notes"/>
          <p:cNvSpPr txBox="1">
            <a:spLocks noGrp="1"/>
          </p:cNvSpPr>
          <p:nvPr>
            <p:ph type="sldNum" idx="12"/>
          </p:nvPr>
        </p:nvSpPr>
        <p:spPr>
          <a:xfrm>
            <a:off x="3884613" y="8685214"/>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
              <a:t>6</a:t>
            </a:fld>
            <a:endParaRPr/>
          </a:p>
        </p:txBody>
      </p:sp>
    </p:spTree>
    <p:extLst>
      <p:ext uri="{BB962C8B-B14F-4D97-AF65-F5344CB8AC3E}">
        <p14:creationId xmlns:p14="http://schemas.microsoft.com/office/powerpoint/2010/main" val="338216224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Quarto documents are composed of 3 basic building blocks.</a:t>
            </a:r>
          </a:p>
          <a:p>
            <a:endParaRPr lang="en-US" dirty="0"/>
          </a:p>
          <a:p>
            <a:r>
              <a:rPr lang="en-US" dirty="0"/>
              <a:t>**The first is the Header which includes pieces like the name of the document, the document’s author, and the desired output format when the document is assembled.</a:t>
            </a:r>
          </a:p>
          <a:p>
            <a:endParaRPr lang="en-US" dirty="0"/>
          </a:p>
          <a:p>
            <a:r>
              <a:rPr lang="en-US" dirty="0"/>
              <a:t>**The second block is the text.  Quarto documents can be marked in ways that promote readability with various formatting styles.</a:t>
            </a:r>
          </a:p>
          <a:p>
            <a:endParaRPr lang="en-US" dirty="0"/>
          </a:p>
          <a:p>
            <a:r>
              <a:rPr lang="en-US" dirty="0"/>
              <a:t>**Finally, there are code chunks.  Code chunks include include R code that can be executed to output results.</a:t>
            </a:r>
          </a:p>
        </p:txBody>
      </p:sp>
      <p:sp>
        <p:nvSpPr>
          <p:cNvPr id="4" name="Slide Number Placeholder 3"/>
          <p:cNvSpPr>
            <a:spLocks noGrp="1"/>
          </p:cNvSpPr>
          <p:nvPr>
            <p:ph type="sldNum" sz="quarter" idx="5"/>
          </p:nvPr>
        </p:nvSpPr>
        <p:spPr/>
        <p:txBody>
          <a:bodyPr/>
          <a:lstStyle/>
          <a:p>
            <a:fld id="{0A193586-FEB5-7C43-8F44-7EFAE4EECA28}" type="slidenum">
              <a:rPr lang="en-US" smtClean="0"/>
              <a:t>7</a:t>
            </a:fld>
            <a:endParaRPr lang="en-US"/>
          </a:p>
        </p:txBody>
      </p:sp>
    </p:spTree>
    <p:extLst>
      <p:ext uri="{BB962C8B-B14F-4D97-AF65-F5344CB8AC3E}">
        <p14:creationId xmlns:p14="http://schemas.microsoft.com/office/powerpoint/2010/main" val="336581399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Within the Quarto document, we can execute a single code chunk by ** clicking the “Run Code Chunk” arrow. </a:t>
            </a:r>
          </a:p>
          <a:p>
            <a:endParaRPr lang="en-US" dirty="0"/>
          </a:p>
          <a:p>
            <a:r>
              <a:rPr lang="en-US" dirty="0"/>
              <a:t>And with the click of a button ** (called rendering), we can turn a Quarto document from this (**) to this.</a:t>
            </a:r>
          </a:p>
          <a:p>
            <a:endParaRPr lang="en-US" dirty="0"/>
          </a:p>
        </p:txBody>
      </p:sp>
      <p:sp>
        <p:nvSpPr>
          <p:cNvPr id="4" name="Slide Number Placeholder 3"/>
          <p:cNvSpPr>
            <a:spLocks noGrp="1"/>
          </p:cNvSpPr>
          <p:nvPr>
            <p:ph type="sldNum" sz="quarter" idx="10"/>
          </p:nvPr>
        </p:nvSpPr>
        <p:spPr/>
        <p:txBody>
          <a:bodyPr/>
          <a:lstStyle/>
          <a:p>
            <a:fld id="{DD65BEC1-91A9-F040-80A2-A1EC33E8D6DB}" type="slidenum">
              <a:rPr lang="en-US" smtClean="0"/>
              <a:t>8</a:t>
            </a:fld>
            <a:endParaRPr lang="en-US"/>
          </a:p>
        </p:txBody>
      </p:sp>
    </p:spTree>
    <p:extLst>
      <p:ext uri="{BB962C8B-B14F-4D97-AF65-F5344CB8AC3E}">
        <p14:creationId xmlns:p14="http://schemas.microsoft.com/office/powerpoint/2010/main" val="409649322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look at this Quarto document in greater detail.</a:t>
            </a:r>
          </a:p>
          <a:p>
            <a:endParaRPr lang="en-US" dirty="0"/>
          </a:p>
          <a:p>
            <a:r>
              <a:rPr lang="en-US" dirty="0"/>
              <a:t>Again the first block is header section</a:t>
            </a:r>
          </a:p>
          <a:p>
            <a:endParaRPr lang="en-US" dirty="0"/>
          </a:p>
          <a:p>
            <a:r>
              <a:rPr lang="en-US" dirty="0"/>
              <a:t>** The second block includes narrative text with styling applied.</a:t>
            </a:r>
          </a:p>
          <a:p>
            <a:endParaRPr lang="en-US" baseline="0" dirty="0"/>
          </a:p>
          <a:p>
            <a:r>
              <a:rPr lang="en-US" baseline="0" dirty="0"/>
              <a:t>** Then we get to the code chunks (shown in gray boxes).  Don’t worry about the grammar of these particular code chunks at this point.  In brief the first code chunk generates 100 normally distributed values which are performing a summary on.  The rendered document shows us our code ** and the output of that code.</a:t>
            </a:r>
          </a:p>
          <a:p>
            <a:endParaRPr lang="en-US" baseline="0" dirty="0"/>
          </a:p>
          <a:p>
            <a:r>
              <a:rPr lang="en-US" baseline="0" dirty="0"/>
              <a:t>** The second code chunk renders a histogram visualization of that data.</a:t>
            </a:r>
          </a:p>
          <a:p>
            <a:endParaRPr lang="en-US" baseline="0" dirty="0"/>
          </a:p>
          <a:p>
            <a:r>
              <a:rPr lang="en-US" baseline="0" dirty="0"/>
              <a:t>The result is a neatly formatted document that includes an annotated description of our analysis, the code we used, and the output of that code. </a:t>
            </a:r>
          </a:p>
        </p:txBody>
      </p:sp>
      <p:sp>
        <p:nvSpPr>
          <p:cNvPr id="4" name="Slide Number Placeholder 3"/>
          <p:cNvSpPr>
            <a:spLocks noGrp="1"/>
          </p:cNvSpPr>
          <p:nvPr>
            <p:ph type="sldNum" sz="quarter" idx="10"/>
          </p:nvPr>
        </p:nvSpPr>
        <p:spPr/>
        <p:txBody>
          <a:bodyPr/>
          <a:lstStyle/>
          <a:p>
            <a:fld id="{DD65BEC1-91A9-F040-80A2-A1EC33E8D6DB}" type="slidenum">
              <a:rPr lang="en-US" smtClean="0"/>
              <a:t>9</a:t>
            </a:fld>
            <a:endParaRPr lang="en-US"/>
          </a:p>
        </p:txBody>
      </p:sp>
    </p:spTree>
    <p:extLst>
      <p:ext uri="{BB962C8B-B14F-4D97-AF65-F5344CB8AC3E}">
        <p14:creationId xmlns:p14="http://schemas.microsoft.com/office/powerpoint/2010/main" val="98789244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It’s your turn again.</a:t>
            </a:r>
          </a:p>
          <a:p>
            <a:endParaRPr lang="en-US" dirty="0"/>
          </a:p>
          <a:p>
            <a:r>
              <a:rPr lang="en-US" dirty="0"/>
              <a:t>Follow the instructions in Your Turn #2 to</a:t>
            </a:r>
          </a:p>
          <a:p>
            <a:r>
              <a:rPr lang="en-US" dirty="0"/>
              <a:t>-open a Quarto document</a:t>
            </a:r>
          </a:p>
          <a:p>
            <a:r>
              <a:rPr lang="en-US" dirty="0"/>
              <a:t>-review the format</a:t>
            </a:r>
          </a:p>
          <a:p>
            <a:r>
              <a:rPr lang="en-US" dirty="0"/>
              <a:t>-execute individual code chunks</a:t>
            </a:r>
          </a:p>
          <a:p>
            <a:r>
              <a:rPr lang="en-US" dirty="0"/>
              <a:t>-render the document</a:t>
            </a:r>
          </a:p>
          <a:p>
            <a:endParaRPr lang="en-US" dirty="0"/>
          </a:p>
          <a:p>
            <a:r>
              <a:rPr lang="en-US" dirty="0"/>
              <a:t>We will meet back in 3 minutes to review this exercise together.</a:t>
            </a:r>
          </a:p>
          <a:p>
            <a:endParaRPr lang="en-US" dirty="0"/>
          </a:p>
        </p:txBody>
      </p:sp>
      <p:sp>
        <p:nvSpPr>
          <p:cNvPr id="4" name="Slide Number Placeholder 3"/>
          <p:cNvSpPr>
            <a:spLocks noGrp="1"/>
          </p:cNvSpPr>
          <p:nvPr>
            <p:ph type="sldNum" sz="quarter" idx="5"/>
          </p:nvPr>
        </p:nvSpPr>
        <p:spPr/>
        <p:txBody>
          <a:bodyPr/>
          <a:lstStyle/>
          <a:p>
            <a:fld id="{0A193586-FEB5-7C43-8F44-7EFAE4EECA28}" type="slidenum">
              <a:rPr lang="en-US" smtClean="0"/>
              <a:t>10</a:t>
            </a:fld>
            <a:endParaRPr lang="en-US"/>
          </a:p>
        </p:txBody>
      </p:sp>
    </p:spTree>
    <p:extLst>
      <p:ext uri="{BB962C8B-B14F-4D97-AF65-F5344CB8AC3E}">
        <p14:creationId xmlns:p14="http://schemas.microsoft.com/office/powerpoint/2010/main" val="118029616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It’s your turn again.</a:t>
            </a:r>
          </a:p>
          <a:p>
            <a:endParaRPr lang="en-US" dirty="0"/>
          </a:p>
          <a:p>
            <a:r>
              <a:rPr lang="en-US" dirty="0"/>
              <a:t>Follow the instructions in Your Turn #2 to</a:t>
            </a:r>
          </a:p>
          <a:p>
            <a:r>
              <a:rPr lang="en-US" dirty="0"/>
              <a:t>-open a Quarto document</a:t>
            </a:r>
          </a:p>
          <a:p>
            <a:r>
              <a:rPr lang="en-US" dirty="0"/>
              <a:t>-review the format</a:t>
            </a:r>
          </a:p>
          <a:p>
            <a:r>
              <a:rPr lang="en-US" dirty="0"/>
              <a:t>-execute individual code chunks</a:t>
            </a:r>
          </a:p>
          <a:p>
            <a:r>
              <a:rPr lang="en-US" dirty="0"/>
              <a:t>-render the document</a:t>
            </a:r>
          </a:p>
          <a:p>
            <a:endParaRPr lang="en-US" dirty="0"/>
          </a:p>
          <a:p>
            <a:r>
              <a:rPr lang="en-US" dirty="0"/>
              <a:t>We will meet back in 3 minutes to review this exercise together.</a:t>
            </a:r>
          </a:p>
          <a:p>
            <a:endParaRPr lang="en-US" dirty="0"/>
          </a:p>
        </p:txBody>
      </p:sp>
      <p:sp>
        <p:nvSpPr>
          <p:cNvPr id="4" name="Slide Number Placeholder 3"/>
          <p:cNvSpPr>
            <a:spLocks noGrp="1"/>
          </p:cNvSpPr>
          <p:nvPr>
            <p:ph type="sldNum" sz="quarter" idx="5"/>
          </p:nvPr>
        </p:nvSpPr>
        <p:spPr/>
        <p:txBody>
          <a:bodyPr/>
          <a:lstStyle/>
          <a:p>
            <a:fld id="{0A193586-FEB5-7C43-8F44-7EFAE4EECA28}" type="slidenum">
              <a:rPr lang="en-US" smtClean="0"/>
              <a:t>15</a:t>
            </a:fld>
            <a:endParaRPr lang="en-US"/>
          </a:p>
        </p:txBody>
      </p:sp>
    </p:spTree>
    <p:extLst>
      <p:ext uri="{BB962C8B-B14F-4D97-AF65-F5344CB8AC3E}">
        <p14:creationId xmlns:p14="http://schemas.microsoft.com/office/powerpoint/2010/main" val="345859773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where does the code go?</a:t>
            </a:r>
          </a:p>
          <a:p>
            <a:r>
              <a:rPr lang="en-US" dirty="0"/>
              <a:t>We place these in “chunks” that are executable independently and have a very unique syntax</a:t>
            </a:r>
          </a:p>
          <a:p>
            <a:r>
              <a:rPr lang="en-US" dirty="0"/>
              <a:t>Backticks (top left of your keyboard) open and close code chunks</a:t>
            </a:r>
          </a:p>
        </p:txBody>
      </p:sp>
      <p:sp>
        <p:nvSpPr>
          <p:cNvPr id="4" name="Slide Number Placeholder 3"/>
          <p:cNvSpPr>
            <a:spLocks noGrp="1"/>
          </p:cNvSpPr>
          <p:nvPr>
            <p:ph type="sldNum" sz="quarter" idx="5"/>
          </p:nvPr>
        </p:nvSpPr>
        <p:spPr/>
        <p:txBody>
          <a:bodyPr/>
          <a:lstStyle/>
          <a:p>
            <a:fld id="{1FCC21F6-288D-5A4B-ACA3-285287681776}" type="slidenum">
              <a:rPr lang="en-US" smtClean="0"/>
              <a:t>16</a:t>
            </a:fld>
            <a:endParaRPr lang="en-US"/>
          </a:p>
        </p:txBody>
      </p:sp>
    </p:spTree>
    <p:extLst>
      <p:ext uri="{BB962C8B-B14F-4D97-AF65-F5344CB8AC3E}">
        <p14:creationId xmlns:p14="http://schemas.microsoft.com/office/powerpoint/2010/main" val="29882146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Annoying to type 3 backticks every time you want to insert a chunk so let’s walk through doing this with the </a:t>
            </a:r>
            <a:r>
              <a:rPr lang="en-US" dirty="0" err="1"/>
              <a:t>Rstudio</a:t>
            </a:r>
            <a:r>
              <a:rPr lang="en-US" dirty="0"/>
              <a:t> editor</a:t>
            </a:r>
          </a:p>
        </p:txBody>
      </p:sp>
      <p:sp>
        <p:nvSpPr>
          <p:cNvPr id="4" name="Slide Number Placeholder 3"/>
          <p:cNvSpPr>
            <a:spLocks noGrp="1"/>
          </p:cNvSpPr>
          <p:nvPr>
            <p:ph type="sldNum" sz="quarter" idx="5"/>
          </p:nvPr>
        </p:nvSpPr>
        <p:spPr/>
        <p:txBody>
          <a:bodyPr/>
          <a:lstStyle/>
          <a:p>
            <a:fld id="{1FCC21F6-288D-5A4B-ACA3-285287681776}" type="slidenum">
              <a:rPr lang="en-US" smtClean="0"/>
              <a:t>18</a:t>
            </a:fld>
            <a:endParaRPr lang="en-US"/>
          </a:p>
        </p:txBody>
      </p:sp>
    </p:spTree>
    <p:extLst>
      <p:ext uri="{BB962C8B-B14F-4D97-AF65-F5344CB8AC3E}">
        <p14:creationId xmlns:p14="http://schemas.microsoft.com/office/powerpoint/2010/main" val="71602266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0A193586-FEB5-7C43-8F44-7EFAE4EECA28}" type="slidenum">
              <a:rPr lang="en-US" smtClean="0"/>
              <a:t>19</a:t>
            </a:fld>
            <a:endParaRPr lang="en-US"/>
          </a:p>
        </p:txBody>
      </p:sp>
    </p:spTree>
    <p:extLst>
      <p:ext uri="{BB962C8B-B14F-4D97-AF65-F5344CB8AC3E}">
        <p14:creationId xmlns:p14="http://schemas.microsoft.com/office/powerpoint/2010/main" val="427445096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aseline="0" dirty="0"/>
              <a:t>At it’s most basic, R is a fancy calculator.</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aseline="0" dirty="0"/>
              <a:t>It supports common mathematical operators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baseline="0" dirty="0"/>
              <a:t>+ add, - subtract</a:t>
            </a:r>
          </a:p>
          <a:p>
            <a:pPr marL="0" marR="0" lvl="0" indent="0" algn="l" defTabSz="914400" rtl="0" eaLnBrk="1" fontAlgn="auto" latinLnBrk="0" hangingPunct="1">
              <a:lnSpc>
                <a:spcPct val="100000"/>
              </a:lnSpc>
              <a:spcBef>
                <a:spcPts val="0"/>
              </a:spcBef>
              <a:spcAft>
                <a:spcPts val="0"/>
              </a:spcAft>
              <a:buClrTx/>
              <a:buSzTx/>
              <a:buFontTx/>
              <a:buNone/>
              <a:tabLst/>
              <a:defRPr/>
            </a:pPr>
            <a:r>
              <a:rPr lang="en-US" baseline="0" dirty="0"/>
              <a:t>* multiply, / divide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baseline="0" dirty="0"/>
              <a:t>^ exponents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aseline="0" dirty="0"/>
              <a:t>When we execute our code by pressing the play button, the answer is returned below the code chunk.</a:t>
            </a:r>
          </a:p>
        </p:txBody>
      </p:sp>
      <p:sp>
        <p:nvSpPr>
          <p:cNvPr id="4" name="Slide Number Placeholder 3"/>
          <p:cNvSpPr>
            <a:spLocks noGrp="1"/>
          </p:cNvSpPr>
          <p:nvPr>
            <p:ph type="sldNum" sz="quarter" idx="10"/>
          </p:nvPr>
        </p:nvSpPr>
        <p:spPr/>
        <p:txBody>
          <a:bodyPr/>
          <a:lstStyle/>
          <a:p>
            <a:fld id="{0A193586-FEB5-7C43-8F44-7EFAE4EECA28}" type="slidenum">
              <a:rPr lang="en-US" smtClean="0"/>
              <a:t>20</a:t>
            </a:fld>
            <a:endParaRPr lang="en-US"/>
          </a:p>
        </p:txBody>
      </p:sp>
    </p:spTree>
    <p:extLst>
      <p:ext uri="{BB962C8B-B14F-4D97-AF65-F5344CB8AC3E}">
        <p14:creationId xmlns:p14="http://schemas.microsoft.com/office/powerpoint/2010/main" val="408036595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aseline="0" dirty="0"/>
              <a:t>Functions are code that perform actions on our behalf.  We can use functions that others have written (or that we write ourselves) to reuse existing code over and over.</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aseline="0" dirty="0"/>
              <a:t>Functions accept an argument (input).  We use parentheses as the syntax (grammar) to identify the argument(s).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aseline="0" dirty="0"/>
              <a:t>Then the function does its task and provides us with some output, in this case the absolute value of an integer.</a:t>
            </a:r>
          </a:p>
        </p:txBody>
      </p:sp>
      <p:sp>
        <p:nvSpPr>
          <p:cNvPr id="4" name="Slide Number Placeholder 3"/>
          <p:cNvSpPr>
            <a:spLocks noGrp="1"/>
          </p:cNvSpPr>
          <p:nvPr>
            <p:ph type="sldNum" sz="quarter" idx="10"/>
          </p:nvPr>
        </p:nvSpPr>
        <p:spPr/>
        <p:txBody>
          <a:bodyPr/>
          <a:lstStyle/>
          <a:p>
            <a:fld id="{0A193586-FEB5-7C43-8F44-7EFAE4EECA28}" type="slidenum">
              <a:rPr lang="en-US" smtClean="0"/>
              <a:t>23</a:t>
            </a:fld>
            <a:endParaRPr lang="en-US"/>
          </a:p>
        </p:txBody>
      </p:sp>
    </p:spTree>
    <p:extLst>
      <p:ext uri="{BB962C8B-B14F-4D97-AF65-F5344CB8AC3E}">
        <p14:creationId xmlns:p14="http://schemas.microsoft.com/office/powerpoint/2010/main" val="361010311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aseline="0" dirty="0"/>
              <a:t>Functions can do more than simple math.</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aseline="0" dirty="0"/>
              <a:t>In this case the sequence function </a:t>
            </a:r>
            <a:r>
              <a:rPr lang="en-US" baseline="0" dirty="0" err="1"/>
              <a:t>seq</a:t>
            </a:r>
            <a:r>
              <a:rPr lang="en-US" baseline="0" dirty="0"/>
              <a:t>() accepts arguments defining a start position, a stop position, and an interval, to create a series (a vector) of integers.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aseline="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baseline="0" dirty="0"/>
          </a:p>
        </p:txBody>
      </p:sp>
      <p:sp>
        <p:nvSpPr>
          <p:cNvPr id="4" name="Slide Number Placeholder 3"/>
          <p:cNvSpPr>
            <a:spLocks noGrp="1"/>
          </p:cNvSpPr>
          <p:nvPr>
            <p:ph type="sldNum" sz="quarter" idx="10"/>
          </p:nvPr>
        </p:nvSpPr>
        <p:spPr/>
        <p:txBody>
          <a:bodyPr/>
          <a:lstStyle/>
          <a:p>
            <a:fld id="{0A193586-FEB5-7C43-8F44-7EFAE4EECA28}" type="slidenum">
              <a:rPr lang="en-US" smtClean="0"/>
              <a:t>24</a:t>
            </a:fld>
            <a:endParaRPr lang="en-US"/>
          </a:p>
        </p:txBody>
      </p:sp>
    </p:spTree>
    <p:extLst>
      <p:ext uri="{BB962C8B-B14F-4D97-AF65-F5344CB8AC3E}">
        <p14:creationId xmlns:p14="http://schemas.microsoft.com/office/powerpoint/2010/main" val="2270425135"/>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aseline="0" dirty="0"/>
              <a:t>Objects are a very important concept in many programming language.</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aseline="0" dirty="0"/>
              <a:t>Objects are the containers in which we can store things for later use.</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aseline="0" dirty="0"/>
              <a:t>You can store single values, series, tables, or even text.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aseline="0" dirty="0"/>
              <a:t>In this example we are taking our previous </a:t>
            </a:r>
            <a:r>
              <a:rPr lang="en-US" b="1" baseline="0" dirty="0" err="1"/>
              <a:t>seq</a:t>
            </a:r>
            <a:r>
              <a:rPr lang="en-US" b="1" baseline="0" dirty="0"/>
              <a:t>()</a:t>
            </a:r>
            <a:r>
              <a:rPr lang="en-US" baseline="0" dirty="0"/>
              <a:t> created series and storing it out to an object which we have called </a:t>
            </a:r>
            <a:r>
              <a:rPr lang="en-US" b="1" baseline="0" dirty="0"/>
              <a:t>sequence_of_10s</a:t>
            </a:r>
            <a:r>
              <a:rPr lang="en-US" baseline="0" dirty="0"/>
              <a:t>.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aseline="0" dirty="0"/>
              <a:t>The </a:t>
            </a:r>
            <a:r>
              <a:rPr lang="en-US" b="1" baseline="0" dirty="0"/>
              <a:t>&lt;- </a:t>
            </a:r>
            <a:r>
              <a:rPr lang="en-US" b="0" baseline="0" dirty="0"/>
              <a:t>characters are called an assignment operator.  They point to the place where we want to store output.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0" baseline="0" dirty="0"/>
              <a:t>You can execute code without assigning it to an object however the output is not stored for future use.  If you want to revisit or reference the output of a particular line of code, assign it to an object using the assignment operator </a:t>
            </a:r>
            <a:r>
              <a:rPr lang="en-US" b="1" baseline="0" dirty="0"/>
              <a:t>&lt;-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baseline="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baseline="0" dirty="0"/>
          </a:p>
        </p:txBody>
      </p:sp>
      <p:sp>
        <p:nvSpPr>
          <p:cNvPr id="4" name="Slide Number Placeholder 3"/>
          <p:cNvSpPr>
            <a:spLocks noGrp="1"/>
          </p:cNvSpPr>
          <p:nvPr>
            <p:ph type="sldNum" sz="quarter" idx="10"/>
          </p:nvPr>
        </p:nvSpPr>
        <p:spPr/>
        <p:txBody>
          <a:bodyPr/>
          <a:lstStyle/>
          <a:p>
            <a:fld id="{0A193586-FEB5-7C43-8F44-7EFAE4EECA28}" type="slidenum">
              <a:rPr lang="en-US" smtClean="0"/>
              <a:t>25</a:t>
            </a:fld>
            <a:endParaRPr lang="en-US"/>
          </a:p>
        </p:txBody>
      </p:sp>
    </p:spTree>
    <p:extLst>
      <p:ext uri="{BB962C8B-B14F-4D97-AF65-F5344CB8AC3E}">
        <p14:creationId xmlns:p14="http://schemas.microsoft.com/office/powerpoint/2010/main" val="3503096509"/>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aseline="0" dirty="0"/>
              <a:t>We can also review our object in RStudio via the environment tab.</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aseline="0" dirty="0"/>
              <a:t>When we create an object in the environment, it will appear in the environment tab and we can review its contents there.</a:t>
            </a:r>
          </a:p>
        </p:txBody>
      </p:sp>
      <p:sp>
        <p:nvSpPr>
          <p:cNvPr id="4" name="Slide Number Placeholder 3"/>
          <p:cNvSpPr>
            <a:spLocks noGrp="1"/>
          </p:cNvSpPr>
          <p:nvPr>
            <p:ph type="sldNum" sz="quarter" idx="10"/>
          </p:nvPr>
        </p:nvSpPr>
        <p:spPr/>
        <p:txBody>
          <a:bodyPr/>
          <a:lstStyle/>
          <a:p>
            <a:fld id="{0A193586-FEB5-7C43-8F44-7EFAE4EECA28}" type="slidenum">
              <a:rPr lang="en-US" smtClean="0"/>
              <a:t>26</a:t>
            </a:fld>
            <a:endParaRPr lang="en-US"/>
          </a:p>
        </p:txBody>
      </p:sp>
    </p:spTree>
    <p:extLst>
      <p:ext uri="{BB962C8B-B14F-4D97-AF65-F5344CB8AC3E}">
        <p14:creationId xmlns:p14="http://schemas.microsoft.com/office/powerpoint/2010/main" val="71677305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64F769-ECD1-0B37-C5C8-312FCD33265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3A95C75-9AAE-8FAC-B297-40FDD71D91E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17D5390-FEBE-50A7-104C-C93B8751577F}"/>
              </a:ext>
            </a:extLst>
          </p:cNvPr>
          <p:cNvSpPr>
            <a:spLocks noGrp="1"/>
          </p:cNvSpPr>
          <p:nvPr>
            <p:ph type="body" idx="1"/>
          </p:nvPr>
        </p:nvSpPr>
        <p:spPr/>
        <p:txBody>
          <a:bodyPr/>
          <a:lstStyle/>
          <a:p>
            <a:r>
              <a:rPr lang="en-US" dirty="0"/>
              <a:t>This little animation sequence uses letter boxes to illustrate some things about how computers operate. The file cabinets are the non-volatile storage (discs, etc.), the letter boxes are volatile storage (RAM) and are cleaned out every night. The desk is the CPU with its vertical file representing CPU cache (which is also cleaned out every night). The initial file in location 1 is a set of instructions for which file to load first each morning (the BIOS). That first file has instructions for the day, which involve loading a file from the file cabinet, with each page going sequentially into neighboring letter boxes. The worker keeps track of which file is where in the letter boxes and how far along in it they are. Based on the first file, the worker loads a second file and proceeds to work with its pages. As the worker progresses down the pages, they are moved to the vertical file on the desk for convenience and speed. Sometimes the worker creates new pages and loads them into the letter boxes. At the end of the day, the new pages that will be saved are loaded from the letter boxes in the file to preserve them. At the end of the day, the worker leaves and the letter boxes and vertical file are emptied.</a:t>
            </a:r>
          </a:p>
        </p:txBody>
      </p:sp>
      <p:sp>
        <p:nvSpPr>
          <p:cNvPr id="4" name="Slide Number Placeholder 3">
            <a:extLst>
              <a:ext uri="{FF2B5EF4-FFF2-40B4-BE49-F238E27FC236}">
                <a16:creationId xmlns:a16="http://schemas.microsoft.com/office/drawing/2014/main" id="{9E306DDB-A6C9-01E2-9171-40A85A2E625D}"/>
              </a:ext>
            </a:extLst>
          </p:cNvPr>
          <p:cNvSpPr>
            <a:spLocks noGrp="1"/>
          </p:cNvSpPr>
          <p:nvPr>
            <p:ph type="sldNum" sz="quarter" idx="5"/>
          </p:nvPr>
        </p:nvSpPr>
        <p:spPr/>
        <p:txBody>
          <a:bodyPr/>
          <a:lstStyle/>
          <a:p>
            <a:fld id="{2ED3860E-B3F9-BC4F-80E5-A2DB630171F2}" type="slidenum">
              <a:rPr lang="en-US" smtClean="0"/>
              <a:t>27</a:t>
            </a:fld>
            <a:endParaRPr lang="en-US"/>
          </a:p>
        </p:txBody>
      </p:sp>
    </p:spTree>
    <p:extLst>
      <p:ext uri="{BB962C8B-B14F-4D97-AF65-F5344CB8AC3E}">
        <p14:creationId xmlns:p14="http://schemas.microsoft.com/office/powerpoint/2010/main" val="930139629"/>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aseline="0" dirty="0"/>
              <a:t>Objects are subject to same laws of programming we have learned so far.</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aseline="0" dirty="0"/>
              <a:t>We can provides objects as arguments for functions.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aseline="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baseline="0" dirty="0"/>
          </a:p>
        </p:txBody>
      </p:sp>
      <p:sp>
        <p:nvSpPr>
          <p:cNvPr id="4" name="Slide Number Placeholder 3"/>
          <p:cNvSpPr>
            <a:spLocks noGrp="1"/>
          </p:cNvSpPr>
          <p:nvPr>
            <p:ph type="sldNum" sz="quarter" idx="10"/>
          </p:nvPr>
        </p:nvSpPr>
        <p:spPr/>
        <p:txBody>
          <a:bodyPr/>
          <a:lstStyle/>
          <a:p>
            <a:fld id="{0A193586-FEB5-7C43-8F44-7EFAE4EECA28}" type="slidenum">
              <a:rPr lang="en-US" smtClean="0"/>
              <a:t>28</a:t>
            </a:fld>
            <a:endParaRPr lang="en-US"/>
          </a:p>
        </p:txBody>
      </p:sp>
    </p:spTree>
    <p:extLst>
      <p:ext uri="{BB962C8B-B14F-4D97-AF65-F5344CB8AC3E}">
        <p14:creationId xmlns:p14="http://schemas.microsoft.com/office/powerpoint/2010/main" val="1062557297"/>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dirty="0"/>
              <a:t>We will meet back together in a minute to see if we can fix this code together.</a:t>
            </a:r>
          </a:p>
          <a:p>
            <a:endParaRPr lang="en-US" b="0" dirty="0"/>
          </a:p>
          <a:p>
            <a:r>
              <a:rPr lang="en-US" b="0" dirty="0"/>
              <a:t>Hint:  There are a total of 5 mistakes.</a:t>
            </a:r>
          </a:p>
        </p:txBody>
      </p:sp>
      <p:sp>
        <p:nvSpPr>
          <p:cNvPr id="4" name="Slide Number Placeholder 3"/>
          <p:cNvSpPr>
            <a:spLocks noGrp="1"/>
          </p:cNvSpPr>
          <p:nvPr>
            <p:ph type="sldNum" sz="quarter" idx="5"/>
          </p:nvPr>
        </p:nvSpPr>
        <p:spPr/>
        <p:txBody>
          <a:bodyPr/>
          <a:lstStyle/>
          <a:p>
            <a:fld id="{0A193586-FEB5-7C43-8F44-7EFAE4EECA28}" type="slidenum">
              <a:rPr lang="en-US" smtClean="0"/>
              <a:t>29</a:t>
            </a:fld>
            <a:endParaRPr lang="en-US"/>
          </a:p>
        </p:txBody>
      </p:sp>
    </p:spTree>
    <p:extLst>
      <p:ext uri="{BB962C8B-B14F-4D97-AF65-F5344CB8AC3E}">
        <p14:creationId xmlns:p14="http://schemas.microsoft.com/office/powerpoint/2010/main" val="3806098154"/>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Sometimes you will need more help than the R help feature provides.</a:t>
            </a:r>
          </a:p>
          <a:p>
            <a:endParaRPr lang="en-US" dirty="0"/>
          </a:p>
          <a:p>
            <a:r>
              <a:rPr lang="en-US" dirty="0"/>
              <a:t>There are many wonderful freely available resources on the internet to assist you.</a:t>
            </a:r>
          </a:p>
          <a:p>
            <a:endParaRPr lang="en-US" dirty="0"/>
          </a:p>
          <a:p>
            <a:r>
              <a:rPr lang="en-US" dirty="0"/>
              <a:t>Chances are others have tackled similar challenges.  A quick internet or forum search can often provide an answer.</a:t>
            </a:r>
          </a:p>
          <a:p>
            <a:endParaRPr lang="en-US" dirty="0"/>
          </a:p>
          <a:p>
            <a:r>
              <a:rPr lang="en-US" dirty="0"/>
              <a:t>The folks at RStudio have developed a number of cheat sheets which are great references.  Many of us keep printed copies of these near our desks for the features and tools we use most.</a:t>
            </a:r>
          </a:p>
          <a:p>
            <a:endParaRPr lang="en-US" dirty="0"/>
          </a:p>
          <a:p>
            <a:r>
              <a:rPr lang="en-US" dirty="0"/>
              <a:t>Also, there are a number of great reference books out there.  One of our favorites is R for Data Science.  It is freely available online and print copies are available also.</a:t>
            </a:r>
          </a:p>
        </p:txBody>
      </p:sp>
      <p:sp>
        <p:nvSpPr>
          <p:cNvPr id="4" name="Slide Number Placeholder 3"/>
          <p:cNvSpPr>
            <a:spLocks noGrp="1"/>
          </p:cNvSpPr>
          <p:nvPr>
            <p:ph type="sldNum" sz="quarter" idx="5"/>
          </p:nvPr>
        </p:nvSpPr>
        <p:spPr/>
        <p:txBody>
          <a:bodyPr/>
          <a:lstStyle/>
          <a:p>
            <a:fld id="{0A193586-FEB5-7C43-8F44-7EFAE4EECA28}" type="slidenum">
              <a:rPr lang="en-US" smtClean="0"/>
              <a:t>32</a:t>
            </a:fld>
            <a:endParaRPr lang="en-US"/>
          </a:p>
        </p:txBody>
      </p:sp>
    </p:spTree>
    <p:extLst>
      <p:ext uri="{BB962C8B-B14F-4D97-AF65-F5344CB8AC3E}">
        <p14:creationId xmlns:p14="http://schemas.microsoft.com/office/powerpoint/2010/main" val="1788823346"/>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that we are familiar with how to create R Markdown documents we can begin the process of performing data analysis in R in earnest by importing a clinical data set.</a:t>
            </a:r>
          </a:p>
        </p:txBody>
      </p:sp>
      <p:sp>
        <p:nvSpPr>
          <p:cNvPr id="4" name="Slide Number Placeholder 3"/>
          <p:cNvSpPr>
            <a:spLocks noGrp="1"/>
          </p:cNvSpPr>
          <p:nvPr>
            <p:ph type="sldNum" sz="quarter" idx="5"/>
          </p:nvPr>
        </p:nvSpPr>
        <p:spPr/>
        <p:txBody>
          <a:bodyPr/>
          <a:lstStyle/>
          <a:p>
            <a:fld id="{0A193586-FEB5-7C43-8F44-7EFAE4EECA28}" type="slidenum">
              <a:rPr lang="en-US" smtClean="0"/>
              <a:t>33</a:t>
            </a:fld>
            <a:endParaRPr lang="en-US"/>
          </a:p>
        </p:txBody>
      </p:sp>
    </p:spTree>
    <p:extLst>
      <p:ext uri="{BB962C8B-B14F-4D97-AF65-F5344CB8AC3E}">
        <p14:creationId xmlns:p14="http://schemas.microsoft.com/office/powerpoint/2010/main" val="318419228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diagram may look familiar, you saw it in the Welcome presentation.</a:t>
            </a:r>
          </a:p>
          <a:p>
            <a:endParaRPr lang="en-US" dirty="0"/>
          </a:p>
          <a:p>
            <a:r>
              <a:rPr lang="en-US" dirty="0"/>
              <a:t>The first step in the data analysis pipeline is to load the data into the environment so we can begin to tidy and transform that data.</a:t>
            </a:r>
          </a:p>
          <a:p>
            <a:endParaRPr lang="en-US" dirty="0"/>
          </a:p>
          <a:p>
            <a:r>
              <a:rPr lang="en-US" dirty="0"/>
              <a:t>In today’s course we will be using a de-identified data set consisting of COVID-19 laboratory test results from a microbiology lab.  This data is stored as a CSV file.</a:t>
            </a:r>
          </a:p>
        </p:txBody>
      </p:sp>
      <p:sp>
        <p:nvSpPr>
          <p:cNvPr id="4" name="Slide Number Placeholder 3"/>
          <p:cNvSpPr>
            <a:spLocks noGrp="1"/>
          </p:cNvSpPr>
          <p:nvPr>
            <p:ph type="sldNum" sz="quarter" idx="5"/>
          </p:nvPr>
        </p:nvSpPr>
        <p:spPr/>
        <p:txBody>
          <a:bodyPr/>
          <a:lstStyle/>
          <a:p>
            <a:fld id="{1FCC21F6-288D-5A4B-ACA3-285287681776}" type="slidenum">
              <a:rPr lang="en-US" smtClean="0"/>
              <a:t>34</a:t>
            </a:fld>
            <a:endParaRPr lang="en-US"/>
          </a:p>
        </p:txBody>
      </p:sp>
    </p:spTree>
    <p:extLst>
      <p:ext uri="{BB962C8B-B14F-4D97-AF65-F5344CB8AC3E}">
        <p14:creationId xmlns:p14="http://schemas.microsoft.com/office/powerpoint/2010/main" val="3337764447"/>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what’s a CSV file? CSV stands</a:t>
            </a:r>
            <a:r>
              <a:rPr lang="en-US" baseline="0" dirty="0"/>
              <a:t> for comma-separated values. </a:t>
            </a:r>
          </a:p>
          <a:p>
            <a:endParaRPr lang="en-US" baseline="0" dirty="0"/>
          </a:p>
          <a:p>
            <a:r>
              <a:rPr lang="en-US" baseline="0" dirty="0"/>
              <a:t>** A CSV file is a plain text file, which means you can open it in a text editor and look at it.</a:t>
            </a:r>
          </a:p>
          <a:p>
            <a:endParaRPr lang="en-US" baseline="0" dirty="0"/>
          </a:p>
          <a:p>
            <a:r>
              <a:rPr lang="en-US" baseline="0" dirty="0"/>
              <a:t>Here we have a CSV file with the names, medical record numbers, and dates of birth for three fictional “patients”</a:t>
            </a:r>
          </a:p>
          <a:p>
            <a:endParaRPr lang="en-US" baseline="0" dirty="0"/>
          </a:p>
          <a:p>
            <a:r>
              <a:rPr lang="en-US" baseline="0" dirty="0"/>
              <a:t>** This data structure is called rectangular because it falls into rows and columns, where each row has the same # of columns, and each columns has the same # of rows. </a:t>
            </a:r>
          </a:p>
          <a:p>
            <a:endParaRPr lang="en-US" baseline="0" dirty="0"/>
          </a:p>
          <a:p>
            <a:r>
              <a:rPr lang="en-US" baseline="0" dirty="0"/>
              <a:t>** Also note that this particular CSV file has a header row that instead of data, has a descriptor of what kinds of data are found in each column. CSV files often but not always have such a header row.</a:t>
            </a:r>
          </a:p>
        </p:txBody>
      </p:sp>
      <p:sp>
        <p:nvSpPr>
          <p:cNvPr id="4" name="Slide Number Placeholder 3"/>
          <p:cNvSpPr>
            <a:spLocks noGrp="1"/>
          </p:cNvSpPr>
          <p:nvPr>
            <p:ph type="sldNum" sz="quarter" idx="10"/>
          </p:nvPr>
        </p:nvSpPr>
        <p:spPr/>
        <p:txBody>
          <a:bodyPr/>
          <a:lstStyle/>
          <a:p>
            <a:fld id="{0A193586-FEB5-7C43-8F44-7EFAE4EECA28}" type="slidenum">
              <a:rPr lang="en-US" smtClean="0"/>
              <a:t>35</a:t>
            </a:fld>
            <a:endParaRPr lang="en-US"/>
          </a:p>
        </p:txBody>
      </p:sp>
    </p:spTree>
    <p:extLst>
      <p:ext uri="{BB962C8B-B14F-4D97-AF65-F5344CB8AC3E}">
        <p14:creationId xmlns:p14="http://schemas.microsoft.com/office/powerpoint/2010/main" val="438633893"/>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To import our CSV data, we need some additional data analysis tools.  In this course, we will be leveraging the </a:t>
            </a:r>
            <a:r>
              <a:rPr lang="en-US" dirty="0" err="1"/>
              <a:t>Tidyverse</a:t>
            </a:r>
            <a:r>
              <a:rPr lang="en-US" dirty="0"/>
              <a: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The </a:t>
            </a:r>
            <a:r>
              <a:rPr lang="en-US" dirty="0" err="1"/>
              <a:t>Tidyverse</a:t>
            </a:r>
            <a:r>
              <a:rPr lang="en-US" dirty="0"/>
              <a:t> is a</a:t>
            </a:r>
            <a:r>
              <a:rPr lang="en-US" baseline="0" dirty="0"/>
              <a:t> modern set of tools for data analysis in R. It’s quickly becoming the de facto standard for doing data science with R.</a:t>
            </a:r>
          </a:p>
          <a:p>
            <a:endParaRPr lang="en-US" dirty="0"/>
          </a:p>
          <a:p>
            <a:r>
              <a:rPr lang="en-US" dirty="0"/>
              <a:t>The basic tenets of “tidy” data analysis include:</a:t>
            </a:r>
          </a:p>
          <a:p>
            <a:pPr marL="171450" indent="-171450">
              <a:buFontTx/>
              <a:buChar char="-"/>
            </a:pPr>
            <a:r>
              <a:rPr lang="en-US" dirty="0"/>
              <a:t>Data should be organized in a consistent, standardized way. Each row is an observation, and each column is a variable. This is a very common way to organize data in a spreadsheet and might sound familiar from how you may already organize data in tools like Excel.</a:t>
            </a:r>
          </a:p>
          <a:p>
            <a:pPr marL="171450" indent="-171450">
              <a:buFontTx/>
              <a:buChar char="-"/>
            </a:pPr>
            <a:r>
              <a:rPr lang="en-US" dirty="0"/>
              <a:t>Programming code that acts on the data should be consistent, concise, and mimic the narrative language as much as possible.</a:t>
            </a:r>
          </a:p>
          <a:p>
            <a:pPr marL="171450" indent="-171450">
              <a:buFontTx/>
              <a:buChar char="-"/>
            </a:pPr>
            <a:r>
              <a:rPr lang="en-US" dirty="0"/>
              <a:t>Each data analysis can be broken down into a series of atomic steps, such as “select this column” or ”arrange the data by the values in that column”. An arbitrarily complex data analysis can be broken down as a pipeline of atomic steps.</a:t>
            </a:r>
          </a:p>
        </p:txBody>
      </p:sp>
      <p:sp>
        <p:nvSpPr>
          <p:cNvPr id="4" name="Slide Number Placeholder 3"/>
          <p:cNvSpPr>
            <a:spLocks noGrp="1"/>
          </p:cNvSpPr>
          <p:nvPr>
            <p:ph type="sldNum" sz="quarter" idx="10"/>
          </p:nvPr>
        </p:nvSpPr>
        <p:spPr/>
        <p:txBody>
          <a:bodyPr/>
          <a:lstStyle/>
          <a:p>
            <a:fld id="{DD65BEC1-91A9-F040-80A2-A1EC33E8D6DB}" type="slidenum">
              <a:rPr lang="en-US" smtClean="0"/>
              <a:t>36</a:t>
            </a:fld>
            <a:endParaRPr lang="en-US"/>
          </a:p>
        </p:txBody>
      </p:sp>
    </p:spTree>
    <p:extLst>
      <p:ext uri="{BB962C8B-B14F-4D97-AF65-F5344CB8AC3E}">
        <p14:creationId xmlns:p14="http://schemas.microsoft.com/office/powerpoint/2010/main" val="3110880079"/>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aseline="0" dirty="0"/>
              <a:t>The </a:t>
            </a:r>
            <a:r>
              <a:rPr lang="en-US" baseline="0" dirty="0" err="1"/>
              <a:t>Tidyverse</a:t>
            </a:r>
            <a:r>
              <a:rPr lang="en-US" baseline="0" dirty="0"/>
              <a:t> is package (a collection of functions, data, and help documentation) that we can use to extend the functionality of R.</a:t>
            </a:r>
          </a:p>
          <a:p>
            <a:endParaRPr lang="en-US" baseline="0" dirty="0"/>
          </a:p>
          <a:p>
            <a:r>
              <a:rPr lang="en-US" baseline="0" dirty="0"/>
              <a:t>Packages need to be installed explicitly – with the command </a:t>
            </a:r>
            <a:r>
              <a:rPr lang="en-US" b="1" baseline="0" dirty="0" err="1"/>
              <a:t>install.packages</a:t>
            </a:r>
            <a:r>
              <a:rPr lang="en-US" baseline="0" dirty="0"/>
              <a:t>. So let’s say you want to install a package named “</a:t>
            </a:r>
            <a:r>
              <a:rPr lang="en-US" baseline="0" dirty="0" err="1"/>
              <a:t>tidyverse</a:t>
            </a:r>
            <a:r>
              <a:rPr lang="en-US" baseline="0" dirty="0"/>
              <a:t>”. You go to the R Console and type </a:t>
            </a:r>
            <a:r>
              <a:rPr lang="en-US" baseline="0" dirty="0" err="1"/>
              <a:t>install.packages</a:t>
            </a:r>
            <a:r>
              <a:rPr lang="en-US" baseline="0" dirty="0"/>
              <a:t>(“</a:t>
            </a:r>
            <a:r>
              <a:rPr lang="en-US" baseline="0" dirty="0" err="1"/>
              <a:t>tidyverse</a:t>
            </a:r>
            <a:r>
              <a:rPr lang="en-US" baseline="0" dirty="0"/>
              <a:t>”). </a:t>
            </a:r>
          </a:p>
          <a:p>
            <a:endParaRPr lang="en-US" baseline="0" dirty="0"/>
          </a:p>
          <a:p>
            <a:r>
              <a:rPr lang="en-US" baseline="0" dirty="0"/>
              <a:t>Each package you want to use needs to be installed only once on each computer. However, in order to use the functions or data in the package, you also need to </a:t>
            </a:r>
            <a:r>
              <a:rPr lang="en-US" b="1" baseline="0" dirty="0"/>
              <a:t>load</a:t>
            </a:r>
            <a:r>
              <a:rPr lang="en-US" b="0" baseline="0" dirty="0"/>
              <a:t> the package. This is done with the command “library”. So to enable all the functions in the “</a:t>
            </a:r>
            <a:r>
              <a:rPr lang="en-US" b="0" baseline="0" dirty="0" err="1"/>
              <a:t>tidyverse</a:t>
            </a:r>
            <a:r>
              <a:rPr lang="en-US" b="0" baseline="0" dirty="0"/>
              <a:t>” package, you type library(“</a:t>
            </a:r>
            <a:r>
              <a:rPr lang="en-US" b="0" baseline="0" dirty="0" err="1"/>
              <a:t>tidyverse</a:t>
            </a:r>
            <a:r>
              <a:rPr lang="en-US" b="0" baseline="0" dirty="0"/>
              <a:t>”). Packages remain loaded until you quit R. So every time you start a new R session you have to load each package that you want to use again.</a:t>
            </a:r>
          </a:p>
          <a:p>
            <a:endParaRPr lang="en-US" b="0" baseline="0" dirty="0"/>
          </a:p>
          <a:p>
            <a:r>
              <a:rPr lang="en-US" b="0" baseline="0" dirty="0"/>
              <a:t>On our RStudio Server, you won’t need to install any packages for this course (we have installed them for you). But at times in this course you’ll need to load packages.</a:t>
            </a:r>
          </a:p>
          <a:p>
            <a:endParaRPr lang="en-US" baseline="0" dirty="0"/>
          </a:p>
          <a:p>
            <a:r>
              <a:rPr lang="en-US" baseline="0" dirty="0"/>
              <a:t>So these are the first two R commands we’ve covered - </a:t>
            </a:r>
            <a:r>
              <a:rPr lang="en-US" b="1" baseline="0" dirty="0" err="1"/>
              <a:t>install.packages</a:t>
            </a:r>
            <a:r>
              <a:rPr lang="en-US" b="1" baseline="0" dirty="0"/>
              <a:t> </a:t>
            </a:r>
            <a:r>
              <a:rPr lang="en-US" baseline="0" dirty="0"/>
              <a:t>and </a:t>
            </a:r>
            <a:r>
              <a:rPr lang="en-US" b="1" baseline="0" dirty="0"/>
              <a:t>library</a:t>
            </a:r>
            <a:r>
              <a:rPr lang="en-US" baseline="0" dirty="0"/>
              <a:t>.</a:t>
            </a:r>
          </a:p>
        </p:txBody>
      </p:sp>
      <p:sp>
        <p:nvSpPr>
          <p:cNvPr id="4" name="Slide Number Placeholder 3"/>
          <p:cNvSpPr>
            <a:spLocks noGrp="1"/>
          </p:cNvSpPr>
          <p:nvPr>
            <p:ph type="sldNum" sz="quarter" idx="10"/>
          </p:nvPr>
        </p:nvSpPr>
        <p:spPr/>
        <p:txBody>
          <a:bodyPr/>
          <a:lstStyle/>
          <a:p>
            <a:fld id="{0A193586-FEB5-7C43-8F44-7EFAE4EECA28}" type="slidenum">
              <a:rPr lang="en-US" smtClean="0"/>
              <a:t>37</a:t>
            </a:fld>
            <a:endParaRPr lang="en-US"/>
          </a:p>
        </p:txBody>
      </p:sp>
    </p:spTree>
    <p:extLst>
      <p:ext uri="{BB962C8B-B14F-4D97-AF65-F5344CB8AC3E}">
        <p14:creationId xmlns:p14="http://schemas.microsoft.com/office/powerpoint/2010/main" val="2545670428"/>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A193586-FEB5-7C43-8F44-7EFAE4EECA28}" type="slidenum">
              <a:rPr lang="en-US" smtClean="0"/>
              <a:t>38</a:t>
            </a:fld>
            <a:endParaRPr lang="en-US"/>
          </a:p>
        </p:txBody>
      </p:sp>
    </p:spTree>
    <p:extLst>
      <p:ext uri="{BB962C8B-B14F-4D97-AF65-F5344CB8AC3E}">
        <p14:creationId xmlns:p14="http://schemas.microsoft.com/office/powerpoint/2010/main" val="3754715565"/>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aseline="0" dirty="0" err="1"/>
              <a:t>Dataframe</a:t>
            </a:r>
            <a:r>
              <a:rPr lang="en-US" baseline="0" dirty="0"/>
              <a:t> is the term we use for a table (think Excel spreadsheet).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aseline="0" dirty="0" err="1"/>
              <a:t>Dataframes</a:t>
            </a:r>
            <a:r>
              <a:rPr lang="en-US" baseline="0" dirty="0"/>
              <a:t> consists of columns (variables) and rows (observations).  This is the tidy way to organize our data.</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aseline="0" dirty="0"/>
              <a:t>We can store </a:t>
            </a:r>
            <a:r>
              <a:rPr lang="en-US" baseline="0" dirty="0" err="1"/>
              <a:t>dataframes</a:t>
            </a:r>
            <a:r>
              <a:rPr lang="en-US" baseline="0" dirty="0"/>
              <a:t> as objects and perform actions on them like other objects.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aseline="0" dirty="0"/>
              <a:t>We can get data into R from a variety of file formats (comma separated value files, excel spreadsheets, or directly from databases).  This is the import part of data analysis.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aseline="0" dirty="0"/>
          </a:p>
        </p:txBody>
      </p:sp>
      <p:sp>
        <p:nvSpPr>
          <p:cNvPr id="4" name="Slide Number Placeholder 3"/>
          <p:cNvSpPr>
            <a:spLocks noGrp="1"/>
          </p:cNvSpPr>
          <p:nvPr>
            <p:ph type="sldNum" sz="quarter" idx="10"/>
          </p:nvPr>
        </p:nvSpPr>
        <p:spPr/>
        <p:txBody>
          <a:bodyPr/>
          <a:lstStyle/>
          <a:p>
            <a:fld id="{0A193586-FEB5-7C43-8F44-7EFAE4EECA28}" type="slidenum">
              <a:rPr lang="en-US" smtClean="0"/>
              <a:t>39</a:t>
            </a:fld>
            <a:endParaRPr lang="en-US"/>
          </a:p>
        </p:txBody>
      </p:sp>
    </p:spTree>
    <p:extLst>
      <p:ext uri="{BB962C8B-B14F-4D97-AF65-F5344CB8AC3E}">
        <p14:creationId xmlns:p14="http://schemas.microsoft.com/office/powerpoint/2010/main" val="2654615570"/>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Once, the </a:t>
            </a:r>
            <a:r>
              <a:rPr lang="en-US" dirty="0" err="1"/>
              <a:t>Tidyverse</a:t>
            </a:r>
            <a:r>
              <a:rPr lang="en-US" dirty="0"/>
              <a:t> package has been loaded via library, we can</a:t>
            </a:r>
            <a:r>
              <a:rPr lang="en-US" baseline="0" dirty="0"/>
              <a:t> import CSV files using the </a:t>
            </a:r>
            <a:r>
              <a:rPr lang="en-US" baseline="0" dirty="0" err="1"/>
              <a:t>read_csv</a:t>
            </a:r>
            <a:r>
              <a:rPr lang="en-US" baseline="0" dirty="0"/>
              <a:t>() function. </a:t>
            </a:r>
          </a:p>
          <a:p>
            <a:endParaRPr lang="en-US" baseline="0" dirty="0"/>
          </a:p>
          <a:p>
            <a:r>
              <a:rPr lang="en-US" baseline="0" dirty="0"/>
              <a:t>Here is a template for how to use the </a:t>
            </a:r>
            <a:r>
              <a:rPr lang="en-US" baseline="0" dirty="0" err="1"/>
              <a:t>read_csv</a:t>
            </a:r>
            <a:r>
              <a:rPr lang="en-US" baseline="0" dirty="0"/>
              <a:t> function to create a data frame object from a CSV file. </a:t>
            </a:r>
          </a:p>
          <a:p>
            <a:endParaRPr lang="en-US" baseline="0" dirty="0"/>
          </a:p>
          <a:p>
            <a:r>
              <a:rPr lang="en-US" baseline="0" dirty="0"/>
              <a:t>You start with the name of a data frame object then you have this left-ward arrow then </a:t>
            </a:r>
            <a:r>
              <a:rPr lang="en-US" baseline="0" dirty="0" err="1"/>
              <a:t>read_csv</a:t>
            </a:r>
            <a:r>
              <a:rPr lang="en-US" baseline="0" dirty="0"/>
              <a:t> and then the file name in parentheses. </a:t>
            </a:r>
          </a:p>
        </p:txBody>
      </p:sp>
      <p:sp>
        <p:nvSpPr>
          <p:cNvPr id="4" name="Slide Number Placeholder 3"/>
          <p:cNvSpPr>
            <a:spLocks noGrp="1"/>
          </p:cNvSpPr>
          <p:nvPr>
            <p:ph type="sldNum" sz="quarter" idx="10"/>
          </p:nvPr>
        </p:nvSpPr>
        <p:spPr/>
        <p:txBody>
          <a:bodyPr/>
          <a:lstStyle/>
          <a:p>
            <a:fld id="{0A193586-FEB5-7C43-8F44-7EFAE4EECA28}" type="slidenum">
              <a:rPr lang="en-US" smtClean="0"/>
              <a:t>40</a:t>
            </a:fld>
            <a:endParaRPr lang="en-US"/>
          </a:p>
        </p:txBody>
      </p:sp>
    </p:spTree>
    <p:extLst>
      <p:ext uri="{BB962C8B-B14F-4D97-AF65-F5344CB8AC3E}">
        <p14:creationId xmlns:p14="http://schemas.microsoft.com/office/powerpoint/2010/main" val="94440382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Tx/>
              <a:buChar char="-"/>
            </a:pPr>
            <a:r>
              <a:rPr lang="en-US" baseline="0" dirty="0"/>
              <a:t>This code construct is exceedingly common in R, so I want to spend a few minutes exploring it together</a:t>
            </a:r>
          </a:p>
          <a:p>
            <a:pPr marL="171450" indent="-171450">
              <a:buFontTx/>
              <a:buChar char="-"/>
            </a:pPr>
            <a:endParaRPr lang="en-US" baseline="0" dirty="0"/>
          </a:p>
          <a:p>
            <a:pPr marL="171450" indent="-171450">
              <a:buFontTx/>
              <a:buChar char="-"/>
            </a:pPr>
            <a:r>
              <a:rPr lang="en-US" baseline="0" dirty="0"/>
              <a:t>Previously we talked about the absolute value and sequence functions.</a:t>
            </a:r>
          </a:p>
          <a:p>
            <a:pPr marL="171450" indent="-171450">
              <a:buFontTx/>
              <a:buChar char="-"/>
            </a:pPr>
            <a:endParaRPr lang="en-US" baseline="0" dirty="0"/>
          </a:p>
          <a:p>
            <a:pPr marL="171450" indent="-171450">
              <a:buFontTx/>
              <a:buChar char="-"/>
            </a:pPr>
            <a:r>
              <a:rPr lang="en-US" baseline="0" dirty="0" err="1"/>
              <a:t>read_csv</a:t>
            </a:r>
            <a:r>
              <a:rPr lang="en-US" baseline="0" dirty="0"/>
              <a:t>() is also a function. Remember that functions are defined in packages. We loaded the </a:t>
            </a:r>
            <a:r>
              <a:rPr lang="en-US" baseline="0" dirty="0" err="1"/>
              <a:t>Tidyverse</a:t>
            </a:r>
            <a:r>
              <a:rPr lang="en-US" baseline="0" dirty="0"/>
              <a:t> package to be able to use the </a:t>
            </a:r>
            <a:r>
              <a:rPr lang="en-US" baseline="0" dirty="0" err="1"/>
              <a:t>read_csv</a:t>
            </a:r>
            <a:r>
              <a:rPr lang="en-US" baseline="0" dirty="0"/>
              <a:t> function. </a:t>
            </a:r>
          </a:p>
          <a:p>
            <a:pPr marL="171450" indent="-171450">
              <a:buFontTx/>
              <a:buChar char="-"/>
            </a:pPr>
            <a:endParaRPr lang="en-US" baseline="0" dirty="0"/>
          </a:p>
          <a:p>
            <a:pPr marL="171450" indent="-171450">
              <a:buFontTx/>
              <a:buChar char="-"/>
            </a:pPr>
            <a:r>
              <a:rPr lang="en-US" baseline="0" dirty="0"/>
              <a:t>You may be familiar with functions from math class. A function takes an input, say an ‘x’ value and returns an output, say a ’y’ value. Functions in computer programming also take inputs and return outputs. But the inputs and outputs here are the arguments and objects that exist within the context of a programming language. </a:t>
            </a:r>
          </a:p>
          <a:p>
            <a:pPr marL="171450" indent="-171450">
              <a:buFontTx/>
              <a:buChar char="-"/>
            </a:pPr>
            <a:endParaRPr lang="en-US" baseline="0" dirty="0"/>
          </a:p>
          <a:p>
            <a:pPr marL="171450" indent="-171450">
              <a:buFontTx/>
              <a:buChar char="-"/>
            </a:pPr>
            <a:r>
              <a:rPr lang="en-US" baseline="0" dirty="0"/>
              <a:t>For </a:t>
            </a:r>
            <a:r>
              <a:rPr lang="en-US" baseline="0" dirty="0" err="1"/>
              <a:t>read_csv</a:t>
            </a:r>
            <a:r>
              <a:rPr lang="en-US" baseline="0" dirty="0"/>
              <a:t>, the input is the file name of a CSV file; and the output is a data frame with the contents of the file.</a:t>
            </a:r>
          </a:p>
          <a:p>
            <a:pPr marL="171450" indent="-171450">
              <a:buFontTx/>
              <a:buChar char="-"/>
            </a:pPr>
            <a:endParaRPr lang="en-US" dirty="0"/>
          </a:p>
        </p:txBody>
      </p:sp>
      <p:sp>
        <p:nvSpPr>
          <p:cNvPr id="4" name="Slide Number Placeholder 3"/>
          <p:cNvSpPr>
            <a:spLocks noGrp="1"/>
          </p:cNvSpPr>
          <p:nvPr>
            <p:ph type="sldNum" sz="quarter" idx="10"/>
          </p:nvPr>
        </p:nvSpPr>
        <p:spPr/>
        <p:txBody>
          <a:bodyPr/>
          <a:lstStyle/>
          <a:p>
            <a:fld id="{0A193586-FEB5-7C43-8F44-7EFAE4EECA28}" type="slidenum">
              <a:rPr lang="en-US" smtClean="0"/>
              <a:t>41</a:t>
            </a:fld>
            <a:endParaRPr lang="en-US"/>
          </a:p>
        </p:txBody>
      </p:sp>
    </p:spTree>
    <p:extLst>
      <p:ext uri="{BB962C8B-B14F-4D97-AF65-F5344CB8AC3E}">
        <p14:creationId xmlns:p14="http://schemas.microsoft.com/office/powerpoint/2010/main" val="247499747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Tx/>
              <a:buChar char="-"/>
            </a:pPr>
            <a:r>
              <a:rPr lang="en-US" dirty="0"/>
              <a:t>The input that goes</a:t>
            </a:r>
            <a:r>
              <a:rPr lang="en-US" baseline="0" dirty="0"/>
              <a:t> into a function is called an </a:t>
            </a:r>
            <a:r>
              <a:rPr lang="en-US" u="sng" baseline="0" dirty="0"/>
              <a:t>argument</a:t>
            </a:r>
            <a:r>
              <a:rPr lang="en-US" baseline="0" dirty="0"/>
              <a:t>. The argument to a function gets put in parentheses.</a:t>
            </a:r>
          </a:p>
          <a:p>
            <a:pPr marL="628650" lvl="1" indent="-171450">
              <a:buFontTx/>
              <a:buChar char="-"/>
            </a:pPr>
            <a:endParaRPr lang="en-US" baseline="0" dirty="0"/>
          </a:p>
          <a:p>
            <a:pPr marL="171450" lvl="0" indent="-171450">
              <a:buFontTx/>
              <a:buChar char="-"/>
            </a:pPr>
            <a:r>
              <a:rPr lang="en-US" baseline="0" dirty="0"/>
              <a:t>A function can have zero, one, or many arguments. If there is more than one argument, we use commas to separate them (remember the multiple arguments of the sequence function). We’ll see additional examples of this later.</a:t>
            </a:r>
            <a:endParaRPr lang="en-US" dirty="0"/>
          </a:p>
        </p:txBody>
      </p:sp>
      <p:sp>
        <p:nvSpPr>
          <p:cNvPr id="4" name="Slide Number Placeholder 3"/>
          <p:cNvSpPr>
            <a:spLocks noGrp="1"/>
          </p:cNvSpPr>
          <p:nvPr>
            <p:ph type="sldNum" sz="quarter" idx="10"/>
          </p:nvPr>
        </p:nvSpPr>
        <p:spPr/>
        <p:txBody>
          <a:bodyPr/>
          <a:lstStyle/>
          <a:p>
            <a:fld id="{0A193586-FEB5-7C43-8F44-7EFAE4EECA28}" type="slidenum">
              <a:rPr lang="en-US" smtClean="0"/>
              <a:t>42</a:t>
            </a:fld>
            <a:endParaRPr lang="en-US"/>
          </a:p>
        </p:txBody>
      </p:sp>
    </p:spTree>
    <p:extLst>
      <p:ext uri="{BB962C8B-B14F-4D97-AF65-F5344CB8AC3E}">
        <p14:creationId xmlns:p14="http://schemas.microsoft.com/office/powerpoint/2010/main" val="1587556375"/>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The </a:t>
            </a:r>
            <a:r>
              <a:rPr lang="en-US" dirty="0" err="1"/>
              <a:t>read_csv</a:t>
            </a:r>
            <a:r>
              <a:rPr lang="en-US" dirty="0"/>
              <a:t> function outputs a data frame (think table), but if we want to *capture* that data frame inside of a named object, we need to specify that explicitly.</a:t>
            </a:r>
            <a:r>
              <a:rPr lang="en-US" baseline="0" dirty="0"/>
              <a:t>  It is a great idea to capture the output of a function in an object so it can be used as the input for other functions, for example to summarize or visualize the data in the named object. </a:t>
            </a:r>
          </a:p>
        </p:txBody>
      </p:sp>
      <p:sp>
        <p:nvSpPr>
          <p:cNvPr id="4" name="Slide Number Placeholder 3"/>
          <p:cNvSpPr>
            <a:spLocks noGrp="1"/>
          </p:cNvSpPr>
          <p:nvPr>
            <p:ph type="sldNum" sz="quarter" idx="10"/>
          </p:nvPr>
        </p:nvSpPr>
        <p:spPr/>
        <p:txBody>
          <a:bodyPr/>
          <a:lstStyle/>
          <a:p>
            <a:fld id="{0A193586-FEB5-7C43-8F44-7EFAE4EECA28}" type="slidenum">
              <a:rPr lang="en-US" smtClean="0"/>
              <a:t>43</a:t>
            </a:fld>
            <a:endParaRPr lang="en-US"/>
          </a:p>
        </p:txBody>
      </p:sp>
    </p:spTree>
    <p:extLst>
      <p:ext uri="{BB962C8B-B14F-4D97-AF65-F5344CB8AC3E}">
        <p14:creationId xmlns:p14="http://schemas.microsoft.com/office/powerpoint/2010/main" val="1419499408"/>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Tx/>
              <a:buChar char="-"/>
            </a:pPr>
            <a:r>
              <a:rPr lang="en-US" dirty="0"/>
              <a:t>To put the output of the </a:t>
            </a:r>
            <a:r>
              <a:rPr lang="en-US" dirty="0" err="1"/>
              <a:t>read_csv</a:t>
            </a:r>
            <a:r>
              <a:rPr lang="en-US" dirty="0"/>
              <a:t> function into a named</a:t>
            </a:r>
            <a:r>
              <a:rPr lang="en-US" baseline="0" dirty="0"/>
              <a:t> object, we use the assignment operator. </a:t>
            </a:r>
          </a:p>
          <a:p>
            <a:pPr marL="171450" indent="-171450">
              <a:buFontTx/>
              <a:buChar char="-"/>
            </a:pPr>
            <a:endParaRPr lang="en-US" baseline="0" dirty="0"/>
          </a:p>
          <a:p>
            <a:pPr marL="171450" indent="-171450">
              <a:buFontTx/>
              <a:buChar char="-"/>
            </a:pPr>
            <a:r>
              <a:rPr lang="en-US" baseline="0" dirty="0"/>
              <a:t>The assignment operator is a smaller-than followed by a dash or minus and looks kind of like an arrow pointing left. It’s usually read as “gets.”</a:t>
            </a:r>
            <a:endParaRPr lang="en-US" dirty="0"/>
          </a:p>
        </p:txBody>
      </p:sp>
      <p:sp>
        <p:nvSpPr>
          <p:cNvPr id="4" name="Slide Number Placeholder 3"/>
          <p:cNvSpPr>
            <a:spLocks noGrp="1"/>
          </p:cNvSpPr>
          <p:nvPr>
            <p:ph type="sldNum" sz="quarter" idx="10"/>
          </p:nvPr>
        </p:nvSpPr>
        <p:spPr/>
        <p:txBody>
          <a:bodyPr/>
          <a:lstStyle/>
          <a:p>
            <a:fld id="{0A193586-FEB5-7C43-8F44-7EFAE4EECA28}" type="slidenum">
              <a:rPr lang="en-US" smtClean="0"/>
              <a:t>44</a:t>
            </a:fld>
            <a:endParaRPr lang="en-US"/>
          </a:p>
        </p:txBody>
      </p:sp>
    </p:spTree>
    <p:extLst>
      <p:ext uri="{BB962C8B-B14F-4D97-AF65-F5344CB8AC3E}">
        <p14:creationId xmlns:p14="http://schemas.microsoft.com/office/powerpoint/2010/main" val="90729393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aseline="0" dirty="0"/>
              <a:t>Let’s put these pieces together to load our </a:t>
            </a:r>
            <a:r>
              <a:rPr lang="en-US" baseline="0" dirty="0" err="1"/>
              <a:t>covid</a:t>
            </a:r>
            <a:r>
              <a:rPr lang="en-US" baseline="0" dirty="0"/>
              <a:t> data set.</a:t>
            </a:r>
          </a:p>
          <a:p>
            <a:endParaRPr lang="en-US" baseline="0" dirty="0"/>
          </a:p>
          <a:p>
            <a:r>
              <a:rPr lang="en-US" baseline="0" dirty="0"/>
              <a:t>This line of code reads the “</a:t>
            </a:r>
            <a:r>
              <a:rPr lang="en-US" baseline="0" dirty="0" err="1"/>
              <a:t>covid_testing</a:t>
            </a:r>
            <a:r>
              <a:rPr lang="en-US" baseline="0" dirty="0"/>
              <a:t> object gets the output of the </a:t>
            </a:r>
            <a:r>
              <a:rPr lang="en-US" baseline="0" dirty="0" err="1"/>
              <a:t>read_csv</a:t>
            </a:r>
            <a:r>
              <a:rPr lang="en-US" baseline="0" dirty="0"/>
              <a:t> function on the </a:t>
            </a:r>
            <a:r>
              <a:rPr lang="en-US" baseline="0" dirty="0" err="1"/>
              <a:t>covid_testing</a:t>
            </a:r>
            <a:r>
              <a:rPr lang="en-US" baseline="0" dirty="0"/>
              <a:t> CSV file”.</a:t>
            </a:r>
          </a:p>
          <a:p>
            <a:endParaRPr lang="en-US" baseline="0" dirty="0"/>
          </a:p>
          <a:p>
            <a:r>
              <a:rPr lang="en-US" baseline="0" dirty="0"/>
              <a:t>You might notice that one of the objects is put in quotes and the other one isn't. </a:t>
            </a:r>
          </a:p>
          <a:p>
            <a:endParaRPr lang="en-US" baseline="0" dirty="0"/>
          </a:p>
          <a:p>
            <a:r>
              <a:rPr lang="en-US" baseline="0" dirty="0"/>
              <a:t>To be honest, quotes can be confusing. Names of objects such as data frames don't get quotes. In contrast, literal file names are always put in quotes.  This is part of the grammar of coding (the syntax) in R that will become more familiar to you as you develop proficiency and comfort with the language.</a:t>
            </a:r>
          </a:p>
          <a:p>
            <a:endParaRPr lang="en-US" dirty="0"/>
          </a:p>
        </p:txBody>
      </p:sp>
      <p:sp>
        <p:nvSpPr>
          <p:cNvPr id="4" name="Slide Number Placeholder 3"/>
          <p:cNvSpPr>
            <a:spLocks noGrp="1"/>
          </p:cNvSpPr>
          <p:nvPr>
            <p:ph type="sldNum" sz="quarter" idx="10"/>
          </p:nvPr>
        </p:nvSpPr>
        <p:spPr/>
        <p:txBody>
          <a:bodyPr/>
          <a:lstStyle/>
          <a:p>
            <a:fld id="{0A193586-FEB5-7C43-8F44-7EFAE4EECA28}" type="slidenum">
              <a:rPr lang="en-US" smtClean="0"/>
              <a:t>45</a:t>
            </a:fld>
            <a:endParaRPr lang="en-US"/>
          </a:p>
        </p:txBody>
      </p:sp>
    </p:spTree>
    <p:extLst>
      <p:ext uri="{BB962C8B-B14F-4D97-AF65-F5344CB8AC3E}">
        <p14:creationId xmlns:p14="http://schemas.microsoft.com/office/powerpoint/2010/main" val="130771790"/>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A193586-FEB5-7C43-8F44-7EFAE4EECA28}" type="slidenum">
              <a:rPr lang="en-US" smtClean="0"/>
              <a:t>46</a:t>
            </a:fld>
            <a:endParaRPr lang="en-US"/>
          </a:p>
        </p:txBody>
      </p:sp>
    </p:spTree>
    <p:extLst>
      <p:ext uri="{BB962C8B-B14F-4D97-AF65-F5344CB8AC3E}">
        <p14:creationId xmlns:p14="http://schemas.microsoft.com/office/powerpoint/2010/main" val="2613933759"/>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final your turn in this session.</a:t>
            </a:r>
          </a:p>
          <a:p>
            <a:endParaRPr lang="en-US" dirty="0"/>
          </a:p>
          <a:p>
            <a:r>
              <a:rPr lang="en-US" dirty="0"/>
              <a:t>In this exercise, we will ask you to open an R Markdown document and follow the instructions contained in that document to load and explore our data set.</a:t>
            </a:r>
          </a:p>
          <a:p>
            <a:endParaRPr lang="en-US" dirty="0"/>
          </a:p>
          <a:p>
            <a:r>
              <a:rPr lang="en-US" dirty="0"/>
              <a:t>We will meet back in 5 minutes to go over this exercise together.</a:t>
            </a:r>
          </a:p>
        </p:txBody>
      </p:sp>
      <p:sp>
        <p:nvSpPr>
          <p:cNvPr id="4" name="Slide Number Placeholder 3"/>
          <p:cNvSpPr>
            <a:spLocks noGrp="1"/>
          </p:cNvSpPr>
          <p:nvPr>
            <p:ph type="sldNum" sz="quarter" idx="5"/>
          </p:nvPr>
        </p:nvSpPr>
        <p:spPr/>
        <p:txBody>
          <a:bodyPr/>
          <a:lstStyle/>
          <a:p>
            <a:fld id="{0A193586-FEB5-7C43-8F44-7EFAE4EECA28}" type="slidenum">
              <a:rPr lang="en-US" smtClean="0"/>
              <a:t>50</a:t>
            </a:fld>
            <a:endParaRPr lang="en-US"/>
          </a:p>
        </p:txBody>
      </p:sp>
    </p:spTree>
    <p:extLst>
      <p:ext uri="{BB962C8B-B14F-4D97-AF65-F5344CB8AC3E}">
        <p14:creationId xmlns:p14="http://schemas.microsoft.com/office/powerpoint/2010/main" val="171454675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3" Type="http://schemas.openxmlformats.org/officeDocument/2006/relationships/slideMaster" Target="../slideMasters/slideMaster1.xml"/><Relationship Id="rId2" Type="http://schemas.openxmlformats.org/officeDocument/2006/relationships/video" Target="../media/media1.mov"/><Relationship Id="rId1" Type="http://schemas.microsoft.com/office/2007/relationships/media" Target="../media/media1.mov"/><Relationship Id="rId5" Type="http://schemas.openxmlformats.org/officeDocument/2006/relationships/image" Target="../media/image4.png"/><Relationship Id="rId4" Type="http://schemas.openxmlformats.org/officeDocument/2006/relationships/image" Target="../media/image3.png"/></Relationships>
</file>

<file path=ppt/slideLayouts/_rels/slideLayout18.xml.rels><?xml version="1.0" encoding="UTF-8" standalone="yes"?>
<Relationships xmlns="http://schemas.openxmlformats.org/package/2006/relationships"><Relationship Id="rId3" Type="http://schemas.openxmlformats.org/officeDocument/2006/relationships/slideMaster" Target="../slideMasters/slideMaster1.xml"/><Relationship Id="rId2" Type="http://schemas.openxmlformats.org/officeDocument/2006/relationships/video" Target="../media/media2.mov"/><Relationship Id="rId1" Type="http://schemas.microsoft.com/office/2007/relationships/media" Target="../media/media2.mov"/><Relationship Id="rId4" Type="http://schemas.openxmlformats.org/officeDocument/2006/relationships/image" Target="../media/image5.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10" name="Rectangle 9"/>
          <p:cNvSpPr/>
          <p:nvPr/>
        </p:nvSpPr>
        <p:spPr>
          <a:xfrm>
            <a:off x="0" y="0"/>
            <a:ext cx="12192000" cy="4572001"/>
          </a:xfrm>
          <a:prstGeom prst="rect">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11" name="Oval 5"/>
          <p:cNvSpPr/>
          <p:nvPr/>
        </p:nvSpPr>
        <p:spPr>
          <a:xfrm>
            <a:off x="-1" y="0"/>
            <a:ext cx="12192000" cy="4572001"/>
          </a:xfrm>
          <a:custGeom>
            <a:avLst/>
            <a:gdLst/>
            <a:ahLst/>
            <a:cxnLst/>
            <a:rect l="l" t="t" r="r" b="b"/>
            <a:pathLst>
              <a:path w="12192000" h="4572001">
                <a:moveTo>
                  <a:pt x="12192000" y="4387986"/>
                </a:moveTo>
                <a:lnTo>
                  <a:pt x="12192000" y="4572001"/>
                </a:lnTo>
                <a:lnTo>
                  <a:pt x="12013927" y="4572001"/>
                </a:lnTo>
                <a:cubicBezTo>
                  <a:pt x="12084901" y="4522707"/>
                  <a:pt x="12145198" y="4460004"/>
                  <a:pt x="12192000" y="4387986"/>
                </a:cubicBezTo>
                <a:close/>
                <a:moveTo>
                  <a:pt x="12192000" y="4041440"/>
                </a:moveTo>
                <a:lnTo>
                  <a:pt x="12192000" y="4174488"/>
                </a:lnTo>
                <a:cubicBezTo>
                  <a:pt x="12005469" y="4244657"/>
                  <a:pt x="11857227" y="4389538"/>
                  <a:pt x="11786673" y="4572001"/>
                </a:cubicBezTo>
                <a:lnTo>
                  <a:pt x="11649784" y="4572001"/>
                </a:lnTo>
                <a:cubicBezTo>
                  <a:pt x="11730542" y="4320085"/>
                  <a:pt x="11933879" y="4121396"/>
                  <a:pt x="12192000" y="4041440"/>
                </a:cubicBezTo>
                <a:close/>
                <a:moveTo>
                  <a:pt x="10767111" y="3999419"/>
                </a:moveTo>
                <a:lnTo>
                  <a:pt x="10784198" y="4001042"/>
                </a:lnTo>
                <a:cubicBezTo>
                  <a:pt x="10816584" y="4001569"/>
                  <a:pt x="10848477" y="4004550"/>
                  <a:pt x="10879660" y="4010107"/>
                </a:cubicBezTo>
                <a:cubicBezTo>
                  <a:pt x="10885236" y="4009688"/>
                  <a:pt x="10890564" y="4010636"/>
                  <a:pt x="10895873" y="4011646"/>
                </a:cubicBezTo>
                <a:lnTo>
                  <a:pt x="10895990" y="4012794"/>
                </a:lnTo>
                <a:cubicBezTo>
                  <a:pt x="11208069" y="4064450"/>
                  <a:pt x="11461298" y="4283539"/>
                  <a:pt x="11554662" y="4572001"/>
                </a:cubicBezTo>
                <a:lnTo>
                  <a:pt x="11417114" y="4572001"/>
                </a:lnTo>
                <a:cubicBezTo>
                  <a:pt x="11333731" y="4357380"/>
                  <a:pt x="11143362" y="4194541"/>
                  <a:pt x="10909360" y="4144250"/>
                </a:cubicBezTo>
                <a:cubicBezTo>
                  <a:pt x="10943854" y="4319651"/>
                  <a:pt x="11046077" y="4471530"/>
                  <a:pt x="11189175" y="4572001"/>
                </a:cubicBezTo>
                <a:lnTo>
                  <a:pt x="10994934" y="4572001"/>
                </a:lnTo>
                <a:cubicBezTo>
                  <a:pt x="10878802" y="4452596"/>
                  <a:pt x="10800240" y="4298519"/>
                  <a:pt x="10775875" y="4127511"/>
                </a:cubicBezTo>
                <a:cubicBezTo>
                  <a:pt x="10775707" y="4127458"/>
                  <a:pt x="10775539" y="4127453"/>
                  <a:pt x="10775369" y="4127448"/>
                </a:cubicBezTo>
                <a:lnTo>
                  <a:pt x="10774831" y="4120772"/>
                </a:lnTo>
                <a:cubicBezTo>
                  <a:pt x="10769772" y="4090522"/>
                  <a:pt x="10767321" y="4059631"/>
                  <a:pt x="10767364" y="4028296"/>
                </a:cubicBezTo>
                <a:cubicBezTo>
                  <a:pt x="10766052" y="4022668"/>
                  <a:pt x="10765993" y="4017001"/>
                  <a:pt x="10765993" y="4011320"/>
                </a:cubicBezTo>
                <a:lnTo>
                  <a:pt x="10766587" y="3999880"/>
                </a:lnTo>
                <a:lnTo>
                  <a:pt x="10767085" y="3999913"/>
                </a:lnTo>
                <a:close/>
                <a:moveTo>
                  <a:pt x="10744358" y="3999419"/>
                </a:moveTo>
                <a:lnTo>
                  <a:pt x="10744384" y="3999913"/>
                </a:lnTo>
                <a:lnTo>
                  <a:pt x="10744882" y="3999880"/>
                </a:lnTo>
                <a:lnTo>
                  <a:pt x="10745476" y="4011320"/>
                </a:lnTo>
                <a:cubicBezTo>
                  <a:pt x="10745476" y="4017001"/>
                  <a:pt x="10745417" y="4022668"/>
                  <a:pt x="10744105" y="4028296"/>
                </a:cubicBezTo>
                <a:cubicBezTo>
                  <a:pt x="10744148" y="4059631"/>
                  <a:pt x="10741697" y="4090522"/>
                  <a:pt x="10736638" y="4120772"/>
                </a:cubicBezTo>
                <a:lnTo>
                  <a:pt x="10736100" y="4127448"/>
                </a:lnTo>
                <a:cubicBezTo>
                  <a:pt x="10735930" y="4127453"/>
                  <a:pt x="10735762" y="4127458"/>
                  <a:pt x="10735594" y="4127511"/>
                </a:cubicBezTo>
                <a:cubicBezTo>
                  <a:pt x="10711229" y="4298519"/>
                  <a:pt x="10632667" y="4452596"/>
                  <a:pt x="10516535" y="4572001"/>
                </a:cubicBezTo>
                <a:lnTo>
                  <a:pt x="10322294" y="4572001"/>
                </a:lnTo>
                <a:cubicBezTo>
                  <a:pt x="10465392" y="4471530"/>
                  <a:pt x="10567615" y="4319650"/>
                  <a:pt x="10602109" y="4144250"/>
                </a:cubicBezTo>
                <a:cubicBezTo>
                  <a:pt x="10368107" y="4194541"/>
                  <a:pt x="10177738" y="4357380"/>
                  <a:pt x="10094355" y="4572001"/>
                </a:cubicBezTo>
                <a:lnTo>
                  <a:pt x="9956808" y="4572001"/>
                </a:lnTo>
                <a:cubicBezTo>
                  <a:pt x="10050171" y="4283539"/>
                  <a:pt x="10303400" y="4064450"/>
                  <a:pt x="10615479" y="4012794"/>
                </a:cubicBezTo>
                <a:lnTo>
                  <a:pt x="10615596" y="4011646"/>
                </a:lnTo>
                <a:cubicBezTo>
                  <a:pt x="10620905" y="4010636"/>
                  <a:pt x="10626233" y="4009688"/>
                  <a:pt x="10631809" y="4010107"/>
                </a:cubicBezTo>
                <a:cubicBezTo>
                  <a:pt x="10662992" y="4004550"/>
                  <a:pt x="10694885" y="4001569"/>
                  <a:pt x="10727271" y="4001042"/>
                </a:cubicBezTo>
                <a:close/>
                <a:moveTo>
                  <a:pt x="9074958" y="3999419"/>
                </a:moveTo>
                <a:lnTo>
                  <a:pt x="9092045" y="4001042"/>
                </a:lnTo>
                <a:cubicBezTo>
                  <a:pt x="9124431" y="4001569"/>
                  <a:pt x="9156324" y="4004550"/>
                  <a:pt x="9187507" y="4010107"/>
                </a:cubicBezTo>
                <a:cubicBezTo>
                  <a:pt x="9193083" y="4009688"/>
                  <a:pt x="9198411" y="4010636"/>
                  <a:pt x="9203720" y="4011646"/>
                </a:cubicBezTo>
                <a:lnTo>
                  <a:pt x="9203837" y="4012794"/>
                </a:lnTo>
                <a:cubicBezTo>
                  <a:pt x="9515916" y="4064450"/>
                  <a:pt x="9769145" y="4283539"/>
                  <a:pt x="9862508" y="4572001"/>
                </a:cubicBezTo>
                <a:lnTo>
                  <a:pt x="9724961" y="4572001"/>
                </a:lnTo>
                <a:cubicBezTo>
                  <a:pt x="9641578" y="4357380"/>
                  <a:pt x="9451209" y="4194541"/>
                  <a:pt x="9217207" y="4144250"/>
                </a:cubicBezTo>
                <a:cubicBezTo>
                  <a:pt x="9251701" y="4319651"/>
                  <a:pt x="9353924" y="4471530"/>
                  <a:pt x="9497022" y="4572001"/>
                </a:cubicBezTo>
                <a:lnTo>
                  <a:pt x="9302781" y="4572001"/>
                </a:lnTo>
                <a:cubicBezTo>
                  <a:pt x="9186649" y="4452596"/>
                  <a:pt x="9108087" y="4298519"/>
                  <a:pt x="9083722" y="4127511"/>
                </a:cubicBezTo>
                <a:cubicBezTo>
                  <a:pt x="9083554" y="4127458"/>
                  <a:pt x="9083386" y="4127453"/>
                  <a:pt x="9083216" y="4127448"/>
                </a:cubicBezTo>
                <a:lnTo>
                  <a:pt x="9082678" y="4120772"/>
                </a:lnTo>
                <a:cubicBezTo>
                  <a:pt x="9077619" y="4090522"/>
                  <a:pt x="9075168" y="4059631"/>
                  <a:pt x="9075211" y="4028296"/>
                </a:cubicBezTo>
                <a:cubicBezTo>
                  <a:pt x="9073899" y="4022668"/>
                  <a:pt x="9073840" y="4017001"/>
                  <a:pt x="9073840" y="4011320"/>
                </a:cubicBezTo>
                <a:lnTo>
                  <a:pt x="9074434" y="3999880"/>
                </a:lnTo>
                <a:lnTo>
                  <a:pt x="9074932" y="3999913"/>
                </a:lnTo>
                <a:close/>
                <a:moveTo>
                  <a:pt x="9052207" y="3999419"/>
                </a:moveTo>
                <a:lnTo>
                  <a:pt x="9052233" y="3999913"/>
                </a:lnTo>
                <a:lnTo>
                  <a:pt x="9052731" y="3999880"/>
                </a:lnTo>
                <a:lnTo>
                  <a:pt x="9053325" y="4011320"/>
                </a:lnTo>
                <a:cubicBezTo>
                  <a:pt x="9053325" y="4017001"/>
                  <a:pt x="9053266" y="4022668"/>
                  <a:pt x="9051954" y="4028296"/>
                </a:cubicBezTo>
                <a:cubicBezTo>
                  <a:pt x="9051997" y="4059631"/>
                  <a:pt x="9049546" y="4090522"/>
                  <a:pt x="9044487" y="4120772"/>
                </a:cubicBezTo>
                <a:lnTo>
                  <a:pt x="9043949" y="4127448"/>
                </a:lnTo>
                <a:cubicBezTo>
                  <a:pt x="9043779" y="4127453"/>
                  <a:pt x="9043611" y="4127458"/>
                  <a:pt x="9043443" y="4127511"/>
                </a:cubicBezTo>
                <a:cubicBezTo>
                  <a:pt x="9019078" y="4298519"/>
                  <a:pt x="8940516" y="4452596"/>
                  <a:pt x="8824384" y="4572001"/>
                </a:cubicBezTo>
                <a:lnTo>
                  <a:pt x="8630143" y="4572001"/>
                </a:lnTo>
                <a:cubicBezTo>
                  <a:pt x="8773241" y="4471530"/>
                  <a:pt x="8875464" y="4319651"/>
                  <a:pt x="8909958" y="4144250"/>
                </a:cubicBezTo>
                <a:cubicBezTo>
                  <a:pt x="8675956" y="4194541"/>
                  <a:pt x="8485587" y="4357380"/>
                  <a:pt x="8402204" y="4572001"/>
                </a:cubicBezTo>
                <a:lnTo>
                  <a:pt x="8264656" y="4572001"/>
                </a:lnTo>
                <a:cubicBezTo>
                  <a:pt x="8358019" y="4283539"/>
                  <a:pt x="8611249" y="4064450"/>
                  <a:pt x="8923328" y="4012794"/>
                </a:cubicBezTo>
                <a:lnTo>
                  <a:pt x="8923445" y="4011646"/>
                </a:lnTo>
                <a:cubicBezTo>
                  <a:pt x="8928754" y="4010636"/>
                  <a:pt x="8934082" y="4009688"/>
                  <a:pt x="8939658" y="4010107"/>
                </a:cubicBezTo>
                <a:cubicBezTo>
                  <a:pt x="8970841" y="4004550"/>
                  <a:pt x="9002734" y="4001569"/>
                  <a:pt x="9035120" y="4001042"/>
                </a:cubicBezTo>
                <a:close/>
                <a:moveTo>
                  <a:pt x="7382807" y="3999419"/>
                </a:moveTo>
                <a:lnTo>
                  <a:pt x="7399895" y="4001042"/>
                </a:lnTo>
                <a:cubicBezTo>
                  <a:pt x="7432280" y="4001569"/>
                  <a:pt x="7464173" y="4004550"/>
                  <a:pt x="7495356" y="4010107"/>
                </a:cubicBezTo>
                <a:cubicBezTo>
                  <a:pt x="7500932" y="4009688"/>
                  <a:pt x="7506260" y="4010636"/>
                  <a:pt x="7511569" y="4011646"/>
                </a:cubicBezTo>
                <a:lnTo>
                  <a:pt x="7511686" y="4012794"/>
                </a:lnTo>
                <a:cubicBezTo>
                  <a:pt x="7823765" y="4064450"/>
                  <a:pt x="8076994" y="4283539"/>
                  <a:pt x="8170358" y="4572001"/>
                </a:cubicBezTo>
                <a:lnTo>
                  <a:pt x="8032809" y="4572001"/>
                </a:lnTo>
                <a:cubicBezTo>
                  <a:pt x="7949426" y="4357380"/>
                  <a:pt x="7759058" y="4194541"/>
                  <a:pt x="7525056" y="4144250"/>
                </a:cubicBezTo>
                <a:cubicBezTo>
                  <a:pt x="7559550" y="4319650"/>
                  <a:pt x="7661773" y="4471530"/>
                  <a:pt x="7804870" y="4572001"/>
                </a:cubicBezTo>
                <a:lnTo>
                  <a:pt x="7610630" y="4572001"/>
                </a:lnTo>
                <a:cubicBezTo>
                  <a:pt x="7494498" y="4452596"/>
                  <a:pt x="7415935" y="4298519"/>
                  <a:pt x="7391571" y="4127511"/>
                </a:cubicBezTo>
                <a:cubicBezTo>
                  <a:pt x="7391403" y="4127458"/>
                  <a:pt x="7391235" y="4127453"/>
                  <a:pt x="7391065" y="4127448"/>
                </a:cubicBezTo>
                <a:lnTo>
                  <a:pt x="7390527" y="4120772"/>
                </a:lnTo>
                <a:cubicBezTo>
                  <a:pt x="7385468" y="4090522"/>
                  <a:pt x="7383018" y="4059631"/>
                  <a:pt x="7383060" y="4028296"/>
                </a:cubicBezTo>
                <a:cubicBezTo>
                  <a:pt x="7381748" y="4022668"/>
                  <a:pt x="7381689" y="4017001"/>
                  <a:pt x="7381689" y="4011320"/>
                </a:cubicBezTo>
                <a:lnTo>
                  <a:pt x="7382283" y="3999880"/>
                </a:lnTo>
                <a:lnTo>
                  <a:pt x="7382781" y="3999913"/>
                </a:lnTo>
                <a:close/>
                <a:moveTo>
                  <a:pt x="7360056" y="3999419"/>
                </a:moveTo>
                <a:lnTo>
                  <a:pt x="7360082" y="3999913"/>
                </a:lnTo>
                <a:lnTo>
                  <a:pt x="7360580" y="3999880"/>
                </a:lnTo>
                <a:lnTo>
                  <a:pt x="7361174" y="4011320"/>
                </a:lnTo>
                <a:cubicBezTo>
                  <a:pt x="7361174" y="4017001"/>
                  <a:pt x="7361115" y="4022668"/>
                  <a:pt x="7359803" y="4028296"/>
                </a:cubicBezTo>
                <a:cubicBezTo>
                  <a:pt x="7359845" y="4059631"/>
                  <a:pt x="7357395" y="4090522"/>
                  <a:pt x="7352336" y="4120772"/>
                </a:cubicBezTo>
                <a:lnTo>
                  <a:pt x="7351798" y="4127448"/>
                </a:lnTo>
                <a:cubicBezTo>
                  <a:pt x="7351628" y="4127453"/>
                  <a:pt x="7351460" y="4127458"/>
                  <a:pt x="7351292" y="4127511"/>
                </a:cubicBezTo>
                <a:cubicBezTo>
                  <a:pt x="7326927" y="4298519"/>
                  <a:pt x="7248364" y="4452596"/>
                  <a:pt x="7132233" y="4572001"/>
                </a:cubicBezTo>
                <a:lnTo>
                  <a:pt x="6937992" y="4572001"/>
                </a:lnTo>
                <a:cubicBezTo>
                  <a:pt x="7081090" y="4471530"/>
                  <a:pt x="7183313" y="4319650"/>
                  <a:pt x="7217807" y="4144250"/>
                </a:cubicBezTo>
                <a:cubicBezTo>
                  <a:pt x="6983804" y="4194541"/>
                  <a:pt x="6793436" y="4357380"/>
                  <a:pt x="6710053" y="4572001"/>
                </a:cubicBezTo>
                <a:lnTo>
                  <a:pt x="6572505" y="4572001"/>
                </a:lnTo>
                <a:cubicBezTo>
                  <a:pt x="6665868" y="4283539"/>
                  <a:pt x="6919098" y="4064450"/>
                  <a:pt x="7231177" y="4012794"/>
                </a:cubicBezTo>
                <a:lnTo>
                  <a:pt x="7231294" y="4011646"/>
                </a:lnTo>
                <a:cubicBezTo>
                  <a:pt x="7236603" y="4010636"/>
                  <a:pt x="7241931" y="4009688"/>
                  <a:pt x="7247507" y="4010107"/>
                </a:cubicBezTo>
                <a:cubicBezTo>
                  <a:pt x="7278690" y="4004550"/>
                  <a:pt x="7310583" y="4001569"/>
                  <a:pt x="7342968" y="4001042"/>
                </a:cubicBezTo>
                <a:close/>
                <a:moveTo>
                  <a:pt x="5690656" y="3999419"/>
                </a:moveTo>
                <a:lnTo>
                  <a:pt x="5707743" y="4001042"/>
                </a:lnTo>
                <a:cubicBezTo>
                  <a:pt x="5740129" y="4001569"/>
                  <a:pt x="5772021" y="4004550"/>
                  <a:pt x="5803205" y="4010107"/>
                </a:cubicBezTo>
                <a:cubicBezTo>
                  <a:pt x="5808781" y="4009688"/>
                  <a:pt x="5814109" y="4010636"/>
                  <a:pt x="5819417" y="4011646"/>
                </a:cubicBezTo>
                <a:lnTo>
                  <a:pt x="5819534" y="4012794"/>
                </a:lnTo>
                <a:cubicBezTo>
                  <a:pt x="6131614" y="4064450"/>
                  <a:pt x="6384843" y="4283539"/>
                  <a:pt x="6478206" y="4572001"/>
                </a:cubicBezTo>
                <a:lnTo>
                  <a:pt x="6340658" y="4572001"/>
                </a:lnTo>
                <a:cubicBezTo>
                  <a:pt x="6257275" y="4357380"/>
                  <a:pt x="6066907" y="4194541"/>
                  <a:pt x="5832905" y="4144250"/>
                </a:cubicBezTo>
                <a:cubicBezTo>
                  <a:pt x="5867399" y="4319651"/>
                  <a:pt x="5969622" y="4471530"/>
                  <a:pt x="6112719" y="4572001"/>
                </a:cubicBezTo>
                <a:lnTo>
                  <a:pt x="5918478" y="4572001"/>
                </a:lnTo>
                <a:cubicBezTo>
                  <a:pt x="5802347" y="4452596"/>
                  <a:pt x="5723784" y="4298519"/>
                  <a:pt x="5699419" y="4127511"/>
                </a:cubicBezTo>
                <a:cubicBezTo>
                  <a:pt x="5699252" y="4127458"/>
                  <a:pt x="5699083" y="4127453"/>
                  <a:pt x="5698914" y="4127448"/>
                </a:cubicBezTo>
                <a:lnTo>
                  <a:pt x="5698375" y="4120772"/>
                </a:lnTo>
                <a:cubicBezTo>
                  <a:pt x="5693317" y="4090522"/>
                  <a:pt x="5690866" y="4059631"/>
                  <a:pt x="5690908" y="4028296"/>
                </a:cubicBezTo>
                <a:cubicBezTo>
                  <a:pt x="5689596" y="4022668"/>
                  <a:pt x="5689538" y="4017001"/>
                  <a:pt x="5689538" y="4011320"/>
                </a:cubicBezTo>
                <a:lnTo>
                  <a:pt x="5690132" y="3999880"/>
                </a:lnTo>
                <a:lnTo>
                  <a:pt x="5690630" y="3999913"/>
                </a:lnTo>
                <a:close/>
                <a:moveTo>
                  <a:pt x="5667905" y="3999419"/>
                </a:moveTo>
                <a:lnTo>
                  <a:pt x="5667931" y="3999913"/>
                </a:lnTo>
                <a:lnTo>
                  <a:pt x="5668429" y="3999880"/>
                </a:lnTo>
                <a:lnTo>
                  <a:pt x="5669023" y="4011320"/>
                </a:lnTo>
                <a:cubicBezTo>
                  <a:pt x="5669023" y="4017001"/>
                  <a:pt x="5668964" y="4022668"/>
                  <a:pt x="5667652" y="4028296"/>
                </a:cubicBezTo>
                <a:cubicBezTo>
                  <a:pt x="5667694" y="4059631"/>
                  <a:pt x="5665244" y="4090522"/>
                  <a:pt x="5660185" y="4120772"/>
                </a:cubicBezTo>
                <a:lnTo>
                  <a:pt x="5659647" y="4127448"/>
                </a:lnTo>
                <a:cubicBezTo>
                  <a:pt x="5659477" y="4127453"/>
                  <a:pt x="5659309" y="4127458"/>
                  <a:pt x="5659141" y="4127511"/>
                </a:cubicBezTo>
                <a:cubicBezTo>
                  <a:pt x="5634776" y="4298519"/>
                  <a:pt x="5556213" y="4452596"/>
                  <a:pt x="5440082" y="4572001"/>
                </a:cubicBezTo>
                <a:lnTo>
                  <a:pt x="5245841" y="4572001"/>
                </a:lnTo>
                <a:cubicBezTo>
                  <a:pt x="5388939" y="4471530"/>
                  <a:pt x="5491162" y="4319651"/>
                  <a:pt x="5525656" y="4144250"/>
                </a:cubicBezTo>
                <a:cubicBezTo>
                  <a:pt x="5291653" y="4194541"/>
                  <a:pt x="5101285" y="4357380"/>
                  <a:pt x="5017902" y="4572001"/>
                </a:cubicBezTo>
                <a:lnTo>
                  <a:pt x="4880354" y="4572001"/>
                </a:lnTo>
                <a:cubicBezTo>
                  <a:pt x="4973717" y="4283539"/>
                  <a:pt x="5226947" y="4064450"/>
                  <a:pt x="5539026" y="4012794"/>
                </a:cubicBezTo>
                <a:lnTo>
                  <a:pt x="5539143" y="4011646"/>
                </a:lnTo>
                <a:cubicBezTo>
                  <a:pt x="5544452" y="4010636"/>
                  <a:pt x="5549780" y="4009688"/>
                  <a:pt x="5555356" y="4010107"/>
                </a:cubicBezTo>
                <a:cubicBezTo>
                  <a:pt x="5586539" y="4004550"/>
                  <a:pt x="5618432" y="4001569"/>
                  <a:pt x="5650817" y="4001042"/>
                </a:cubicBezTo>
                <a:close/>
                <a:moveTo>
                  <a:pt x="3998505" y="3999419"/>
                </a:moveTo>
                <a:lnTo>
                  <a:pt x="4015592" y="4001042"/>
                </a:lnTo>
                <a:cubicBezTo>
                  <a:pt x="4047978" y="4001569"/>
                  <a:pt x="4079870" y="4004550"/>
                  <a:pt x="4111054" y="4010107"/>
                </a:cubicBezTo>
                <a:cubicBezTo>
                  <a:pt x="4116630" y="4009688"/>
                  <a:pt x="4121958" y="4010636"/>
                  <a:pt x="4127266" y="4011646"/>
                </a:cubicBezTo>
                <a:lnTo>
                  <a:pt x="4127384" y="4012794"/>
                </a:lnTo>
                <a:cubicBezTo>
                  <a:pt x="4439463" y="4064450"/>
                  <a:pt x="4692692" y="4283539"/>
                  <a:pt x="4786055" y="4572001"/>
                </a:cubicBezTo>
                <a:lnTo>
                  <a:pt x="4648508" y="4572001"/>
                </a:lnTo>
                <a:cubicBezTo>
                  <a:pt x="4565124" y="4357380"/>
                  <a:pt x="4374756" y="4194541"/>
                  <a:pt x="4140754" y="4144250"/>
                </a:cubicBezTo>
                <a:cubicBezTo>
                  <a:pt x="4175248" y="4319650"/>
                  <a:pt x="4277471" y="4471530"/>
                  <a:pt x="4420568" y="4572001"/>
                </a:cubicBezTo>
                <a:lnTo>
                  <a:pt x="4226327" y="4572001"/>
                </a:lnTo>
                <a:cubicBezTo>
                  <a:pt x="4110196" y="4452596"/>
                  <a:pt x="4031633" y="4298519"/>
                  <a:pt x="4007268" y="4127511"/>
                </a:cubicBezTo>
                <a:cubicBezTo>
                  <a:pt x="4007101" y="4127458"/>
                  <a:pt x="4006932" y="4127453"/>
                  <a:pt x="4006763" y="4127448"/>
                </a:cubicBezTo>
                <a:lnTo>
                  <a:pt x="4006225" y="4120772"/>
                </a:lnTo>
                <a:cubicBezTo>
                  <a:pt x="4001166" y="4090522"/>
                  <a:pt x="3998715" y="4059631"/>
                  <a:pt x="3998757" y="4028296"/>
                </a:cubicBezTo>
                <a:cubicBezTo>
                  <a:pt x="3997445" y="4022668"/>
                  <a:pt x="3997387" y="4017001"/>
                  <a:pt x="3997387" y="4011320"/>
                </a:cubicBezTo>
                <a:lnTo>
                  <a:pt x="3997981" y="3999880"/>
                </a:lnTo>
                <a:lnTo>
                  <a:pt x="3998479" y="3999913"/>
                </a:lnTo>
                <a:close/>
                <a:moveTo>
                  <a:pt x="3975754" y="3999419"/>
                </a:moveTo>
                <a:lnTo>
                  <a:pt x="3975780" y="3999913"/>
                </a:lnTo>
                <a:lnTo>
                  <a:pt x="3976278" y="3999880"/>
                </a:lnTo>
                <a:lnTo>
                  <a:pt x="3976872" y="4011320"/>
                </a:lnTo>
                <a:cubicBezTo>
                  <a:pt x="3976872" y="4017001"/>
                  <a:pt x="3976813" y="4022668"/>
                  <a:pt x="3975501" y="4028296"/>
                </a:cubicBezTo>
                <a:cubicBezTo>
                  <a:pt x="3975543" y="4059631"/>
                  <a:pt x="3973093" y="4090522"/>
                  <a:pt x="3968034" y="4120772"/>
                </a:cubicBezTo>
                <a:lnTo>
                  <a:pt x="3967496" y="4127448"/>
                </a:lnTo>
                <a:cubicBezTo>
                  <a:pt x="3967326" y="4127453"/>
                  <a:pt x="3967158" y="4127458"/>
                  <a:pt x="3966990" y="4127511"/>
                </a:cubicBezTo>
                <a:cubicBezTo>
                  <a:pt x="3942625" y="4298519"/>
                  <a:pt x="3864063" y="4452596"/>
                  <a:pt x="3747931" y="4572001"/>
                </a:cubicBezTo>
                <a:lnTo>
                  <a:pt x="3553690" y="4572001"/>
                </a:lnTo>
                <a:cubicBezTo>
                  <a:pt x="3696788" y="4471530"/>
                  <a:pt x="3799011" y="4319651"/>
                  <a:pt x="3833505" y="4144250"/>
                </a:cubicBezTo>
                <a:cubicBezTo>
                  <a:pt x="3599503" y="4194541"/>
                  <a:pt x="3409134" y="4357380"/>
                  <a:pt x="3325751" y="4572001"/>
                </a:cubicBezTo>
                <a:lnTo>
                  <a:pt x="3188203" y="4572001"/>
                </a:lnTo>
                <a:cubicBezTo>
                  <a:pt x="3281566" y="4283539"/>
                  <a:pt x="3534796" y="4064450"/>
                  <a:pt x="3846875" y="4012794"/>
                </a:cubicBezTo>
                <a:lnTo>
                  <a:pt x="3846992" y="4011646"/>
                </a:lnTo>
                <a:cubicBezTo>
                  <a:pt x="3852301" y="4010636"/>
                  <a:pt x="3857629" y="4009688"/>
                  <a:pt x="3863205" y="4010107"/>
                </a:cubicBezTo>
                <a:cubicBezTo>
                  <a:pt x="3894388" y="4004550"/>
                  <a:pt x="3926281" y="4001569"/>
                  <a:pt x="3958666" y="4001042"/>
                </a:cubicBezTo>
                <a:close/>
                <a:moveTo>
                  <a:pt x="2306354" y="3999419"/>
                </a:moveTo>
                <a:lnTo>
                  <a:pt x="2323441" y="4001042"/>
                </a:lnTo>
                <a:cubicBezTo>
                  <a:pt x="2355827" y="4001569"/>
                  <a:pt x="2387719" y="4004550"/>
                  <a:pt x="2418903" y="4010107"/>
                </a:cubicBezTo>
                <a:cubicBezTo>
                  <a:pt x="2424479" y="4009688"/>
                  <a:pt x="2429807" y="4010636"/>
                  <a:pt x="2435115" y="4011646"/>
                </a:cubicBezTo>
                <a:lnTo>
                  <a:pt x="2435233" y="4012794"/>
                </a:lnTo>
                <a:cubicBezTo>
                  <a:pt x="2747312" y="4064450"/>
                  <a:pt x="3000542" y="4283539"/>
                  <a:pt x="3093904" y="4572001"/>
                </a:cubicBezTo>
                <a:lnTo>
                  <a:pt x="2956357" y="4572001"/>
                </a:lnTo>
                <a:cubicBezTo>
                  <a:pt x="2872974" y="4357380"/>
                  <a:pt x="2682605" y="4194541"/>
                  <a:pt x="2448603" y="4144250"/>
                </a:cubicBezTo>
                <a:cubicBezTo>
                  <a:pt x="2483097" y="4319651"/>
                  <a:pt x="2585320" y="4471530"/>
                  <a:pt x="2728418" y="4572001"/>
                </a:cubicBezTo>
                <a:lnTo>
                  <a:pt x="2534177" y="4572001"/>
                </a:lnTo>
                <a:cubicBezTo>
                  <a:pt x="2418045" y="4452596"/>
                  <a:pt x="2339482" y="4298519"/>
                  <a:pt x="2315117" y="4127511"/>
                </a:cubicBezTo>
                <a:cubicBezTo>
                  <a:pt x="2314950" y="4127458"/>
                  <a:pt x="2314781" y="4127453"/>
                  <a:pt x="2314612" y="4127448"/>
                </a:cubicBezTo>
                <a:lnTo>
                  <a:pt x="2314074" y="4120772"/>
                </a:lnTo>
                <a:cubicBezTo>
                  <a:pt x="2309015" y="4090522"/>
                  <a:pt x="2306564" y="4059631"/>
                  <a:pt x="2306606" y="4028296"/>
                </a:cubicBezTo>
                <a:cubicBezTo>
                  <a:pt x="2305294" y="4022668"/>
                  <a:pt x="2305236" y="4017001"/>
                  <a:pt x="2305236" y="4011320"/>
                </a:cubicBezTo>
                <a:lnTo>
                  <a:pt x="2305830" y="3999880"/>
                </a:lnTo>
                <a:lnTo>
                  <a:pt x="2306328" y="3999913"/>
                </a:lnTo>
                <a:close/>
                <a:moveTo>
                  <a:pt x="2283603" y="3999419"/>
                </a:moveTo>
                <a:lnTo>
                  <a:pt x="2283629" y="3999913"/>
                </a:lnTo>
                <a:lnTo>
                  <a:pt x="2284127" y="3999880"/>
                </a:lnTo>
                <a:lnTo>
                  <a:pt x="2284721" y="4011320"/>
                </a:lnTo>
                <a:cubicBezTo>
                  <a:pt x="2284721" y="4017001"/>
                  <a:pt x="2284662" y="4022668"/>
                  <a:pt x="2283350" y="4028296"/>
                </a:cubicBezTo>
                <a:cubicBezTo>
                  <a:pt x="2283392" y="4059631"/>
                  <a:pt x="2280942" y="4090522"/>
                  <a:pt x="2275883" y="4120772"/>
                </a:cubicBezTo>
                <a:lnTo>
                  <a:pt x="2275345" y="4127448"/>
                </a:lnTo>
                <a:cubicBezTo>
                  <a:pt x="2275175" y="4127453"/>
                  <a:pt x="2275007" y="4127458"/>
                  <a:pt x="2274839" y="4127511"/>
                </a:cubicBezTo>
                <a:cubicBezTo>
                  <a:pt x="2250474" y="4298519"/>
                  <a:pt x="2171912" y="4452596"/>
                  <a:pt x="2055780" y="4572001"/>
                </a:cubicBezTo>
                <a:lnTo>
                  <a:pt x="1861539" y="4572001"/>
                </a:lnTo>
                <a:cubicBezTo>
                  <a:pt x="2004637" y="4471530"/>
                  <a:pt x="2106860" y="4319650"/>
                  <a:pt x="2141354" y="4144250"/>
                </a:cubicBezTo>
                <a:cubicBezTo>
                  <a:pt x="1907352" y="4194541"/>
                  <a:pt x="1716983" y="4357380"/>
                  <a:pt x="1633600" y="4572001"/>
                </a:cubicBezTo>
                <a:lnTo>
                  <a:pt x="1496052" y="4572001"/>
                </a:lnTo>
                <a:cubicBezTo>
                  <a:pt x="1589416" y="4283539"/>
                  <a:pt x="1842645" y="4064450"/>
                  <a:pt x="2154724" y="4012794"/>
                </a:cubicBezTo>
                <a:lnTo>
                  <a:pt x="2154841" y="4011646"/>
                </a:lnTo>
                <a:cubicBezTo>
                  <a:pt x="2160150" y="4010636"/>
                  <a:pt x="2165478" y="4009688"/>
                  <a:pt x="2171054" y="4010107"/>
                </a:cubicBezTo>
                <a:cubicBezTo>
                  <a:pt x="2202237" y="4004550"/>
                  <a:pt x="2234130" y="4001569"/>
                  <a:pt x="2266515" y="4001042"/>
                </a:cubicBezTo>
                <a:close/>
                <a:moveTo>
                  <a:pt x="614203" y="3999419"/>
                </a:moveTo>
                <a:lnTo>
                  <a:pt x="631290" y="4001042"/>
                </a:lnTo>
                <a:cubicBezTo>
                  <a:pt x="663676" y="4001569"/>
                  <a:pt x="695568" y="4004550"/>
                  <a:pt x="726752" y="4010107"/>
                </a:cubicBezTo>
                <a:cubicBezTo>
                  <a:pt x="732328" y="4009688"/>
                  <a:pt x="737656" y="4010636"/>
                  <a:pt x="742964" y="4011646"/>
                </a:cubicBezTo>
                <a:lnTo>
                  <a:pt x="743081" y="4012794"/>
                </a:lnTo>
                <a:cubicBezTo>
                  <a:pt x="1055161" y="4064450"/>
                  <a:pt x="1308390" y="4283539"/>
                  <a:pt x="1401754" y="4572001"/>
                </a:cubicBezTo>
                <a:lnTo>
                  <a:pt x="1264205" y="4572001"/>
                </a:lnTo>
                <a:cubicBezTo>
                  <a:pt x="1180823" y="4357380"/>
                  <a:pt x="990454" y="4194541"/>
                  <a:pt x="756452" y="4144250"/>
                </a:cubicBezTo>
                <a:cubicBezTo>
                  <a:pt x="790946" y="4319651"/>
                  <a:pt x="893169" y="4471530"/>
                  <a:pt x="1036266" y="4572001"/>
                </a:cubicBezTo>
                <a:lnTo>
                  <a:pt x="842026" y="4572001"/>
                </a:lnTo>
                <a:cubicBezTo>
                  <a:pt x="725894" y="4452596"/>
                  <a:pt x="647331" y="4298519"/>
                  <a:pt x="622966" y="4127511"/>
                </a:cubicBezTo>
                <a:cubicBezTo>
                  <a:pt x="622799" y="4127458"/>
                  <a:pt x="622630" y="4127453"/>
                  <a:pt x="622461" y="4127448"/>
                </a:cubicBezTo>
                <a:lnTo>
                  <a:pt x="621923" y="4120772"/>
                </a:lnTo>
                <a:cubicBezTo>
                  <a:pt x="616864" y="4090522"/>
                  <a:pt x="614413" y="4059631"/>
                  <a:pt x="614455" y="4028296"/>
                </a:cubicBezTo>
                <a:cubicBezTo>
                  <a:pt x="613143" y="4022668"/>
                  <a:pt x="613085" y="4017001"/>
                  <a:pt x="613085" y="4011320"/>
                </a:cubicBezTo>
                <a:lnTo>
                  <a:pt x="613679" y="3999880"/>
                </a:lnTo>
                <a:lnTo>
                  <a:pt x="614177" y="3999913"/>
                </a:lnTo>
                <a:close/>
                <a:moveTo>
                  <a:pt x="591452" y="3999419"/>
                </a:moveTo>
                <a:lnTo>
                  <a:pt x="591478" y="3999913"/>
                </a:lnTo>
                <a:lnTo>
                  <a:pt x="591976" y="3999880"/>
                </a:lnTo>
                <a:lnTo>
                  <a:pt x="592570" y="4011320"/>
                </a:lnTo>
                <a:cubicBezTo>
                  <a:pt x="592570" y="4017001"/>
                  <a:pt x="592511" y="4022668"/>
                  <a:pt x="591199" y="4028296"/>
                </a:cubicBezTo>
                <a:cubicBezTo>
                  <a:pt x="591242" y="4059631"/>
                  <a:pt x="588791" y="4090522"/>
                  <a:pt x="583732" y="4120772"/>
                </a:cubicBezTo>
                <a:lnTo>
                  <a:pt x="583194" y="4127448"/>
                </a:lnTo>
                <a:cubicBezTo>
                  <a:pt x="583024" y="4127453"/>
                  <a:pt x="582856" y="4127458"/>
                  <a:pt x="582689" y="4127511"/>
                </a:cubicBezTo>
                <a:cubicBezTo>
                  <a:pt x="558275" y="4298863"/>
                  <a:pt x="479445" y="4453216"/>
                  <a:pt x="362360" y="4572001"/>
                </a:cubicBezTo>
                <a:lnTo>
                  <a:pt x="169811" y="4572001"/>
                </a:lnTo>
                <a:cubicBezTo>
                  <a:pt x="312603" y="4471357"/>
                  <a:pt x="414729" y="4319551"/>
                  <a:pt x="449203" y="4144250"/>
                </a:cubicBezTo>
                <a:cubicBezTo>
                  <a:pt x="258971" y="4185134"/>
                  <a:pt x="97576" y="4300399"/>
                  <a:pt x="0" y="4458139"/>
                </a:cubicBezTo>
                <a:lnTo>
                  <a:pt x="0" y="4251345"/>
                </a:lnTo>
                <a:cubicBezTo>
                  <a:pt x="121484" y="4128438"/>
                  <a:pt x="282199" y="4042650"/>
                  <a:pt x="462573" y="4012794"/>
                </a:cubicBezTo>
                <a:lnTo>
                  <a:pt x="462690" y="4011646"/>
                </a:lnTo>
                <a:cubicBezTo>
                  <a:pt x="467999" y="4010636"/>
                  <a:pt x="473327" y="4009688"/>
                  <a:pt x="478903" y="4010107"/>
                </a:cubicBezTo>
                <a:cubicBezTo>
                  <a:pt x="510086" y="4004550"/>
                  <a:pt x="541979" y="4001569"/>
                  <a:pt x="574365" y="4001042"/>
                </a:cubicBezTo>
                <a:close/>
                <a:moveTo>
                  <a:pt x="11452667" y="3304913"/>
                </a:moveTo>
                <a:cubicBezTo>
                  <a:pt x="11177477" y="3363591"/>
                  <a:pt x="10962633" y="3576701"/>
                  <a:pt x="10909358" y="3845480"/>
                </a:cubicBezTo>
                <a:cubicBezTo>
                  <a:pt x="11184548" y="3786801"/>
                  <a:pt x="11399391" y="3573691"/>
                  <a:pt x="11452667" y="3304913"/>
                </a:cubicBezTo>
                <a:close/>
                <a:moveTo>
                  <a:pt x="10058800" y="3304913"/>
                </a:moveTo>
                <a:cubicBezTo>
                  <a:pt x="10112076" y="3573691"/>
                  <a:pt x="10326919" y="3786801"/>
                  <a:pt x="10602109" y="3845480"/>
                </a:cubicBezTo>
                <a:cubicBezTo>
                  <a:pt x="10548834" y="3576701"/>
                  <a:pt x="10333990" y="3363591"/>
                  <a:pt x="10058800" y="3304913"/>
                </a:cubicBezTo>
                <a:close/>
                <a:moveTo>
                  <a:pt x="9760514" y="3304913"/>
                </a:moveTo>
                <a:cubicBezTo>
                  <a:pt x="9485324" y="3363591"/>
                  <a:pt x="9270480" y="3576701"/>
                  <a:pt x="9217205" y="3845480"/>
                </a:cubicBezTo>
                <a:cubicBezTo>
                  <a:pt x="9492395" y="3786801"/>
                  <a:pt x="9707238" y="3573691"/>
                  <a:pt x="9760514" y="3304913"/>
                </a:cubicBezTo>
                <a:close/>
                <a:moveTo>
                  <a:pt x="8366649" y="3304913"/>
                </a:moveTo>
                <a:cubicBezTo>
                  <a:pt x="8419925" y="3573691"/>
                  <a:pt x="8634768" y="3786801"/>
                  <a:pt x="8909958" y="3845480"/>
                </a:cubicBezTo>
                <a:cubicBezTo>
                  <a:pt x="8856683" y="3576701"/>
                  <a:pt x="8641839" y="3363591"/>
                  <a:pt x="8366649" y="3304913"/>
                </a:cubicBezTo>
                <a:close/>
                <a:moveTo>
                  <a:pt x="8068363" y="3304913"/>
                </a:moveTo>
                <a:cubicBezTo>
                  <a:pt x="7793173" y="3363591"/>
                  <a:pt x="7578329" y="3576701"/>
                  <a:pt x="7525054" y="3845480"/>
                </a:cubicBezTo>
                <a:cubicBezTo>
                  <a:pt x="7800244" y="3786801"/>
                  <a:pt x="8015087" y="3573691"/>
                  <a:pt x="8068363" y="3304913"/>
                </a:cubicBezTo>
                <a:close/>
                <a:moveTo>
                  <a:pt x="6674498" y="3304913"/>
                </a:moveTo>
                <a:cubicBezTo>
                  <a:pt x="6727774" y="3573691"/>
                  <a:pt x="6942617" y="3786801"/>
                  <a:pt x="7217807" y="3845480"/>
                </a:cubicBezTo>
                <a:cubicBezTo>
                  <a:pt x="7164532" y="3576701"/>
                  <a:pt x="6949688" y="3363591"/>
                  <a:pt x="6674498" y="3304913"/>
                </a:cubicBezTo>
                <a:close/>
                <a:moveTo>
                  <a:pt x="6376212" y="3304913"/>
                </a:moveTo>
                <a:cubicBezTo>
                  <a:pt x="6101022" y="3363591"/>
                  <a:pt x="5886178" y="3576701"/>
                  <a:pt x="5832903" y="3845480"/>
                </a:cubicBezTo>
                <a:cubicBezTo>
                  <a:pt x="6108093" y="3786801"/>
                  <a:pt x="6322936" y="3573691"/>
                  <a:pt x="6376212" y="3304913"/>
                </a:cubicBezTo>
                <a:close/>
                <a:moveTo>
                  <a:pt x="4982347" y="3304913"/>
                </a:moveTo>
                <a:cubicBezTo>
                  <a:pt x="5035623" y="3573691"/>
                  <a:pt x="5250466" y="3786801"/>
                  <a:pt x="5525656" y="3845480"/>
                </a:cubicBezTo>
                <a:cubicBezTo>
                  <a:pt x="5472381" y="3576701"/>
                  <a:pt x="5257537" y="3363591"/>
                  <a:pt x="4982347" y="3304913"/>
                </a:cubicBezTo>
                <a:close/>
                <a:moveTo>
                  <a:pt x="4684061" y="3304913"/>
                </a:moveTo>
                <a:cubicBezTo>
                  <a:pt x="4408871" y="3363591"/>
                  <a:pt x="4194027" y="3576701"/>
                  <a:pt x="4140752" y="3845480"/>
                </a:cubicBezTo>
                <a:cubicBezTo>
                  <a:pt x="4415942" y="3786801"/>
                  <a:pt x="4630785" y="3573691"/>
                  <a:pt x="4684061" y="3304913"/>
                </a:cubicBezTo>
                <a:close/>
                <a:moveTo>
                  <a:pt x="3290196" y="3304913"/>
                </a:moveTo>
                <a:cubicBezTo>
                  <a:pt x="3343472" y="3573691"/>
                  <a:pt x="3558315" y="3786801"/>
                  <a:pt x="3833505" y="3845480"/>
                </a:cubicBezTo>
                <a:cubicBezTo>
                  <a:pt x="3780230" y="3576701"/>
                  <a:pt x="3565386" y="3363591"/>
                  <a:pt x="3290196" y="3304913"/>
                </a:cubicBezTo>
                <a:close/>
                <a:moveTo>
                  <a:pt x="2991910" y="3304913"/>
                </a:moveTo>
                <a:cubicBezTo>
                  <a:pt x="2716720" y="3363591"/>
                  <a:pt x="2501876" y="3576701"/>
                  <a:pt x="2448601" y="3845480"/>
                </a:cubicBezTo>
                <a:cubicBezTo>
                  <a:pt x="2723791" y="3786801"/>
                  <a:pt x="2938634" y="3573691"/>
                  <a:pt x="2991910" y="3304913"/>
                </a:cubicBezTo>
                <a:close/>
                <a:moveTo>
                  <a:pt x="1598045" y="3304913"/>
                </a:moveTo>
                <a:cubicBezTo>
                  <a:pt x="1651321" y="3573691"/>
                  <a:pt x="1866164" y="3786801"/>
                  <a:pt x="2141354" y="3845480"/>
                </a:cubicBezTo>
                <a:cubicBezTo>
                  <a:pt x="2088079" y="3576701"/>
                  <a:pt x="1873235" y="3363591"/>
                  <a:pt x="1598045" y="3304913"/>
                </a:cubicBezTo>
                <a:close/>
                <a:moveTo>
                  <a:pt x="1299759" y="3304913"/>
                </a:moveTo>
                <a:cubicBezTo>
                  <a:pt x="1024569" y="3363591"/>
                  <a:pt x="809725" y="3576701"/>
                  <a:pt x="756450" y="3845480"/>
                </a:cubicBezTo>
                <a:cubicBezTo>
                  <a:pt x="1031640" y="3786801"/>
                  <a:pt x="1246483" y="3573691"/>
                  <a:pt x="1299759" y="3304913"/>
                </a:cubicBezTo>
                <a:close/>
                <a:moveTo>
                  <a:pt x="0" y="3200906"/>
                </a:moveTo>
                <a:cubicBezTo>
                  <a:pt x="306658" y="3291386"/>
                  <a:pt x="537576" y="3547942"/>
                  <a:pt x="582690" y="3862087"/>
                </a:cubicBezTo>
                <a:cubicBezTo>
                  <a:pt x="582857" y="3862140"/>
                  <a:pt x="583026" y="3862145"/>
                  <a:pt x="583195" y="3862150"/>
                </a:cubicBezTo>
                <a:lnTo>
                  <a:pt x="583735" y="3868787"/>
                </a:lnTo>
                <a:cubicBezTo>
                  <a:pt x="588792" y="3898794"/>
                  <a:pt x="591242" y="3929436"/>
                  <a:pt x="591199" y="3960518"/>
                </a:cubicBezTo>
                <a:cubicBezTo>
                  <a:pt x="592511" y="3966104"/>
                  <a:pt x="592570" y="3971728"/>
                  <a:pt x="592570" y="3977366"/>
                </a:cubicBezTo>
                <a:cubicBezTo>
                  <a:pt x="592570" y="3981158"/>
                  <a:pt x="592543" y="3984944"/>
                  <a:pt x="591977" y="3988716"/>
                </a:cubicBezTo>
                <a:lnTo>
                  <a:pt x="591478" y="3988683"/>
                </a:lnTo>
                <a:lnTo>
                  <a:pt x="591452" y="3989174"/>
                </a:lnTo>
                <a:lnTo>
                  <a:pt x="574334" y="3987561"/>
                </a:lnTo>
                <a:cubicBezTo>
                  <a:pt x="541959" y="3987038"/>
                  <a:pt x="510079" y="3984080"/>
                  <a:pt x="478907" y="3978570"/>
                </a:cubicBezTo>
                <a:cubicBezTo>
                  <a:pt x="473330" y="3978986"/>
                  <a:pt x="468001" y="3978045"/>
                  <a:pt x="462690" y="3977042"/>
                </a:cubicBezTo>
                <a:lnTo>
                  <a:pt x="462574" y="3975903"/>
                </a:lnTo>
                <a:cubicBezTo>
                  <a:pt x="282200" y="3946281"/>
                  <a:pt x="121485" y="3861168"/>
                  <a:pt x="0" y="3739225"/>
                </a:cubicBezTo>
                <a:lnTo>
                  <a:pt x="0" y="3534056"/>
                </a:lnTo>
                <a:cubicBezTo>
                  <a:pt x="97584" y="3690562"/>
                  <a:pt x="258975" y="3804918"/>
                  <a:pt x="449203" y="3845480"/>
                </a:cubicBezTo>
                <a:cubicBezTo>
                  <a:pt x="402182" y="3608252"/>
                  <a:pt x="229297" y="3414390"/>
                  <a:pt x="0" y="3332205"/>
                </a:cubicBezTo>
                <a:close/>
                <a:moveTo>
                  <a:pt x="11608704" y="3161219"/>
                </a:moveTo>
                <a:lnTo>
                  <a:pt x="11625791" y="3162829"/>
                </a:lnTo>
                <a:cubicBezTo>
                  <a:pt x="11658177" y="3163352"/>
                  <a:pt x="11690070" y="3166310"/>
                  <a:pt x="11721253" y="3171823"/>
                </a:cubicBezTo>
                <a:cubicBezTo>
                  <a:pt x="11726829" y="3171407"/>
                  <a:pt x="11732157" y="3172348"/>
                  <a:pt x="11737466" y="3173350"/>
                </a:cubicBezTo>
                <a:lnTo>
                  <a:pt x="11737583" y="3174489"/>
                </a:lnTo>
                <a:cubicBezTo>
                  <a:pt x="11914088" y="3203476"/>
                  <a:pt x="12071767" y="3285599"/>
                  <a:pt x="12192000" y="3403667"/>
                </a:cubicBezTo>
                <a:lnTo>
                  <a:pt x="12192000" y="3603658"/>
                </a:lnTo>
                <a:cubicBezTo>
                  <a:pt x="12093732" y="3453636"/>
                  <a:pt x="11935983" y="3344367"/>
                  <a:pt x="11750953" y="3304913"/>
                </a:cubicBezTo>
                <a:cubicBezTo>
                  <a:pt x="11797422" y="3539349"/>
                  <a:pt x="11966808" y="3731433"/>
                  <a:pt x="12192000" y="3815480"/>
                </a:cubicBezTo>
                <a:lnTo>
                  <a:pt x="12192000" y="3947482"/>
                </a:lnTo>
                <a:cubicBezTo>
                  <a:pt x="11889465" y="3854506"/>
                  <a:pt x="11662185" y="3599697"/>
                  <a:pt x="11617468" y="3288305"/>
                </a:cubicBezTo>
                <a:cubicBezTo>
                  <a:pt x="11617300" y="3288253"/>
                  <a:pt x="11617132" y="3288248"/>
                  <a:pt x="11616962" y="3288243"/>
                </a:cubicBezTo>
                <a:lnTo>
                  <a:pt x="11616424" y="3281619"/>
                </a:lnTo>
                <a:cubicBezTo>
                  <a:pt x="11611365" y="3251607"/>
                  <a:pt x="11608914" y="3220958"/>
                  <a:pt x="11608957" y="3189869"/>
                </a:cubicBezTo>
                <a:cubicBezTo>
                  <a:pt x="11607645" y="3184286"/>
                  <a:pt x="11607586" y="3178663"/>
                  <a:pt x="11607586" y="3173027"/>
                </a:cubicBezTo>
                <a:lnTo>
                  <a:pt x="11608180" y="3161677"/>
                </a:lnTo>
                <a:lnTo>
                  <a:pt x="11608678" y="3161709"/>
                </a:lnTo>
                <a:close/>
                <a:moveTo>
                  <a:pt x="11594916" y="3161219"/>
                </a:moveTo>
                <a:lnTo>
                  <a:pt x="11594942" y="3161709"/>
                </a:lnTo>
                <a:lnTo>
                  <a:pt x="11595440" y="3161677"/>
                </a:lnTo>
                <a:lnTo>
                  <a:pt x="11596034" y="3173027"/>
                </a:lnTo>
                <a:cubicBezTo>
                  <a:pt x="11596034" y="3178663"/>
                  <a:pt x="11595975" y="3184286"/>
                  <a:pt x="11594663" y="3189869"/>
                </a:cubicBezTo>
                <a:cubicBezTo>
                  <a:pt x="11594706" y="3220958"/>
                  <a:pt x="11592255" y="3251607"/>
                  <a:pt x="11587196" y="3281619"/>
                </a:cubicBezTo>
                <a:lnTo>
                  <a:pt x="11586658" y="3288243"/>
                </a:lnTo>
                <a:cubicBezTo>
                  <a:pt x="11586488" y="3288248"/>
                  <a:pt x="11586320" y="3288253"/>
                  <a:pt x="11586152" y="3288305"/>
                </a:cubicBezTo>
                <a:cubicBezTo>
                  <a:pt x="11535877" y="3638399"/>
                  <a:pt x="11254838" y="3916971"/>
                  <a:pt x="10895987" y="3975903"/>
                </a:cubicBezTo>
                <a:lnTo>
                  <a:pt x="10895871" y="3977042"/>
                </a:lnTo>
                <a:cubicBezTo>
                  <a:pt x="10890560" y="3978045"/>
                  <a:pt x="10885231" y="3978986"/>
                  <a:pt x="10879654" y="3978570"/>
                </a:cubicBezTo>
                <a:cubicBezTo>
                  <a:pt x="10848482" y="3984080"/>
                  <a:pt x="10816602" y="3987038"/>
                  <a:pt x="10784227" y="3987561"/>
                </a:cubicBezTo>
                <a:lnTo>
                  <a:pt x="10767109" y="3989174"/>
                </a:lnTo>
                <a:lnTo>
                  <a:pt x="10767083" y="3988683"/>
                </a:lnTo>
                <a:lnTo>
                  <a:pt x="10766584" y="3988716"/>
                </a:lnTo>
                <a:cubicBezTo>
                  <a:pt x="10766018" y="3984944"/>
                  <a:pt x="10765991" y="3981158"/>
                  <a:pt x="10765991" y="3977366"/>
                </a:cubicBezTo>
                <a:cubicBezTo>
                  <a:pt x="10765991" y="3971728"/>
                  <a:pt x="10766050" y="3966104"/>
                  <a:pt x="10767362" y="3960518"/>
                </a:cubicBezTo>
                <a:cubicBezTo>
                  <a:pt x="10767319" y="3929436"/>
                  <a:pt x="10769769" y="3898794"/>
                  <a:pt x="10774826" y="3868787"/>
                </a:cubicBezTo>
                <a:lnTo>
                  <a:pt x="10775366" y="3862150"/>
                </a:lnTo>
                <a:cubicBezTo>
                  <a:pt x="10775535" y="3862145"/>
                  <a:pt x="10775704" y="3862140"/>
                  <a:pt x="10775872" y="3862087"/>
                </a:cubicBezTo>
                <a:cubicBezTo>
                  <a:pt x="10826148" y="3511992"/>
                  <a:pt x="11107187" y="3233421"/>
                  <a:pt x="11466037" y="3174489"/>
                </a:cubicBezTo>
                <a:lnTo>
                  <a:pt x="11466154" y="3173350"/>
                </a:lnTo>
                <a:cubicBezTo>
                  <a:pt x="11471463" y="3172348"/>
                  <a:pt x="11476791" y="3171407"/>
                  <a:pt x="11482367" y="3171823"/>
                </a:cubicBezTo>
                <a:cubicBezTo>
                  <a:pt x="11513550" y="3166310"/>
                  <a:pt x="11545443" y="3163352"/>
                  <a:pt x="11577829" y="3162829"/>
                </a:cubicBezTo>
                <a:close/>
                <a:moveTo>
                  <a:pt x="9916551" y="3161219"/>
                </a:moveTo>
                <a:lnTo>
                  <a:pt x="9933638" y="3162829"/>
                </a:lnTo>
                <a:cubicBezTo>
                  <a:pt x="9966024" y="3163352"/>
                  <a:pt x="9997917" y="3166310"/>
                  <a:pt x="10029100" y="3171823"/>
                </a:cubicBezTo>
                <a:cubicBezTo>
                  <a:pt x="10034676" y="3171407"/>
                  <a:pt x="10040004" y="3172348"/>
                  <a:pt x="10045313" y="3173350"/>
                </a:cubicBezTo>
                <a:lnTo>
                  <a:pt x="10045430" y="3174489"/>
                </a:lnTo>
                <a:cubicBezTo>
                  <a:pt x="10404280" y="3233421"/>
                  <a:pt x="10685319" y="3511992"/>
                  <a:pt x="10735596" y="3862087"/>
                </a:cubicBezTo>
                <a:cubicBezTo>
                  <a:pt x="10735763" y="3862140"/>
                  <a:pt x="10735932" y="3862145"/>
                  <a:pt x="10736101" y="3862150"/>
                </a:cubicBezTo>
                <a:lnTo>
                  <a:pt x="10736641" y="3868787"/>
                </a:lnTo>
                <a:cubicBezTo>
                  <a:pt x="10741698" y="3898794"/>
                  <a:pt x="10744148" y="3929436"/>
                  <a:pt x="10744105" y="3960518"/>
                </a:cubicBezTo>
                <a:cubicBezTo>
                  <a:pt x="10745417" y="3966104"/>
                  <a:pt x="10745476" y="3971728"/>
                  <a:pt x="10745476" y="3977366"/>
                </a:cubicBezTo>
                <a:cubicBezTo>
                  <a:pt x="10745476" y="3981158"/>
                  <a:pt x="10745449" y="3984944"/>
                  <a:pt x="10744883" y="3988716"/>
                </a:cubicBezTo>
                <a:lnTo>
                  <a:pt x="10744384" y="3988683"/>
                </a:lnTo>
                <a:lnTo>
                  <a:pt x="10744358" y="3989174"/>
                </a:lnTo>
                <a:lnTo>
                  <a:pt x="10727240" y="3987561"/>
                </a:lnTo>
                <a:cubicBezTo>
                  <a:pt x="10694865" y="3987038"/>
                  <a:pt x="10662985" y="3984080"/>
                  <a:pt x="10631813" y="3978570"/>
                </a:cubicBezTo>
                <a:cubicBezTo>
                  <a:pt x="10626236" y="3978986"/>
                  <a:pt x="10620907" y="3978045"/>
                  <a:pt x="10615596" y="3977042"/>
                </a:cubicBezTo>
                <a:lnTo>
                  <a:pt x="10615480" y="3975903"/>
                </a:lnTo>
                <a:cubicBezTo>
                  <a:pt x="10256629" y="3916971"/>
                  <a:pt x="9975590" y="3638399"/>
                  <a:pt x="9925315" y="3288305"/>
                </a:cubicBezTo>
                <a:cubicBezTo>
                  <a:pt x="9925147" y="3288253"/>
                  <a:pt x="9924979" y="3288248"/>
                  <a:pt x="9924809" y="3288243"/>
                </a:cubicBezTo>
                <a:lnTo>
                  <a:pt x="9924271" y="3281619"/>
                </a:lnTo>
                <a:cubicBezTo>
                  <a:pt x="9919212" y="3251607"/>
                  <a:pt x="9916761" y="3220958"/>
                  <a:pt x="9916804" y="3189869"/>
                </a:cubicBezTo>
                <a:cubicBezTo>
                  <a:pt x="9915492" y="3184286"/>
                  <a:pt x="9915433" y="3178663"/>
                  <a:pt x="9915433" y="3173027"/>
                </a:cubicBezTo>
                <a:lnTo>
                  <a:pt x="9916027" y="3161677"/>
                </a:lnTo>
                <a:lnTo>
                  <a:pt x="9916525" y="3161709"/>
                </a:lnTo>
                <a:close/>
                <a:moveTo>
                  <a:pt x="9902763" y="3161219"/>
                </a:moveTo>
                <a:lnTo>
                  <a:pt x="9902789" y="3161709"/>
                </a:lnTo>
                <a:lnTo>
                  <a:pt x="9903287" y="3161677"/>
                </a:lnTo>
                <a:lnTo>
                  <a:pt x="9903881" y="3173027"/>
                </a:lnTo>
                <a:cubicBezTo>
                  <a:pt x="9903881" y="3178663"/>
                  <a:pt x="9903822" y="3184286"/>
                  <a:pt x="9902510" y="3189869"/>
                </a:cubicBezTo>
                <a:cubicBezTo>
                  <a:pt x="9902553" y="3220958"/>
                  <a:pt x="9900102" y="3251607"/>
                  <a:pt x="9895043" y="3281619"/>
                </a:cubicBezTo>
                <a:lnTo>
                  <a:pt x="9894505" y="3288243"/>
                </a:lnTo>
                <a:cubicBezTo>
                  <a:pt x="9894335" y="3288248"/>
                  <a:pt x="9894167" y="3288253"/>
                  <a:pt x="9893999" y="3288305"/>
                </a:cubicBezTo>
                <a:cubicBezTo>
                  <a:pt x="9843724" y="3638399"/>
                  <a:pt x="9562685" y="3916971"/>
                  <a:pt x="9203834" y="3975903"/>
                </a:cubicBezTo>
                <a:lnTo>
                  <a:pt x="9203718" y="3977042"/>
                </a:lnTo>
                <a:cubicBezTo>
                  <a:pt x="9198407" y="3978045"/>
                  <a:pt x="9193078" y="3978986"/>
                  <a:pt x="9187501" y="3978570"/>
                </a:cubicBezTo>
                <a:cubicBezTo>
                  <a:pt x="9156329" y="3984080"/>
                  <a:pt x="9124449" y="3987038"/>
                  <a:pt x="9092074" y="3987561"/>
                </a:cubicBezTo>
                <a:lnTo>
                  <a:pt x="9074956" y="3989174"/>
                </a:lnTo>
                <a:lnTo>
                  <a:pt x="9074930" y="3988683"/>
                </a:lnTo>
                <a:lnTo>
                  <a:pt x="9074431" y="3988716"/>
                </a:lnTo>
                <a:cubicBezTo>
                  <a:pt x="9073865" y="3984944"/>
                  <a:pt x="9073838" y="3981158"/>
                  <a:pt x="9073838" y="3977366"/>
                </a:cubicBezTo>
                <a:cubicBezTo>
                  <a:pt x="9073838" y="3971728"/>
                  <a:pt x="9073897" y="3966104"/>
                  <a:pt x="9075209" y="3960518"/>
                </a:cubicBezTo>
                <a:cubicBezTo>
                  <a:pt x="9075166" y="3929436"/>
                  <a:pt x="9077616" y="3898794"/>
                  <a:pt x="9082673" y="3868787"/>
                </a:cubicBezTo>
                <a:lnTo>
                  <a:pt x="9083213" y="3862150"/>
                </a:lnTo>
                <a:cubicBezTo>
                  <a:pt x="9083382" y="3862145"/>
                  <a:pt x="9083551" y="3862140"/>
                  <a:pt x="9083718" y="3862087"/>
                </a:cubicBezTo>
                <a:cubicBezTo>
                  <a:pt x="9133995" y="3511992"/>
                  <a:pt x="9415034" y="3233421"/>
                  <a:pt x="9773884" y="3174489"/>
                </a:cubicBezTo>
                <a:lnTo>
                  <a:pt x="9774001" y="3173350"/>
                </a:lnTo>
                <a:cubicBezTo>
                  <a:pt x="9779310" y="3172348"/>
                  <a:pt x="9784638" y="3171407"/>
                  <a:pt x="9790214" y="3171823"/>
                </a:cubicBezTo>
                <a:cubicBezTo>
                  <a:pt x="9821397" y="3166310"/>
                  <a:pt x="9853290" y="3163352"/>
                  <a:pt x="9885676" y="3162829"/>
                </a:cubicBezTo>
                <a:close/>
                <a:moveTo>
                  <a:pt x="8224400" y="3161219"/>
                </a:moveTo>
                <a:lnTo>
                  <a:pt x="8241488" y="3162829"/>
                </a:lnTo>
                <a:cubicBezTo>
                  <a:pt x="8273873" y="3163352"/>
                  <a:pt x="8305766" y="3166310"/>
                  <a:pt x="8336949" y="3171823"/>
                </a:cubicBezTo>
                <a:cubicBezTo>
                  <a:pt x="8342525" y="3171407"/>
                  <a:pt x="8347853" y="3172348"/>
                  <a:pt x="8353162" y="3173350"/>
                </a:cubicBezTo>
                <a:lnTo>
                  <a:pt x="8353279" y="3174489"/>
                </a:lnTo>
                <a:cubicBezTo>
                  <a:pt x="8712129" y="3233421"/>
                  <a:pt x="8993168" y="3511992"/>
                  <a:pt x="9043444" y="3862087"/>
                </a:cubicBezTo>
                <a:cubicBezTo>
                  <a:pt x="9043612" y="3862140"/>
                  <a:pt x="9043781" y="3862145"/>
                  <a:pt x="9043950" y="3862150"/>
                </a:cubicBezTo>
                <a:lnTo>
                  <a:pt x="9044490" y="3868787"/>
                </a:lnTo>
                <a:cubicBezTo>
                  <a:pt x="9049547" y="3898794"/>
                  <a:pt x="9051997" y="3929436"/>
                  <a:pt x="9051954" y="3960518"/>
                </a:cubicBezTo>
                <a:cubicBezTo>
                  <a:pt x="9053266" y="3966104"/>
                  <a:pt x="9053325" y="3971728"/>
                  <a:pt x="9053325" y="3977366"/>
                </a:cubicBezTo>
                <a:cubicBezTo>
                  <a:pt x="9053325" y="3981158"/>
                  <a:pt x="9053298" y="3984944"/>
                  <a:pt x="9052732" y="3988716"/>
                </a:cubicBezTo>
                <a:lnTo>
                  <a:pt x="9052233" y="3988683"/>
                </a:lnTo>
                <a:lnTo>
                  <a:pt x="9052207" y="3989174"/>
                </a:lnTo>
                <a:lnTo>
                  <a:pt x="9035089" y="3987561"/>
                </a:lnTo>
                <a:cubicBezTo>
                  <a:pt x="9002714" y="3987038"/>
                  <a:pt x="8970834" y="3984080"/>
                  <a:pt x="8939662" y="3978570"/>
                </a:cubicBezTo>
                <a:cubicBezTo>
                  <a:pt x="8934085" y="3978986"/>
                  <a:pt x="8928756" y="3978045"/>
                  <a:pt x="8923445" y="3977042"/>
                </a:cubicBezTo>
                <a:lnTo>
                  <a:pt x="8923329" y="3975903"/>
                </a:lnTo>
                <a:cubicBezTo>
                  <a:pt x="8564478" y="3916971"/>
                  <a:pt x="8283439" y="3638399"/>
                  <a:pt x="8233164" y="3288305"/>
                </a:cubicBezTo>
                <a:cubicBezTo>
                  <a:pt x="8232996" y="3288253"/>
                  <a:pt x="8232828" y="3288248"/>
                  <a:pt x="8232658" y="3288243"/>
                </a:cubicBezTo>
                <a:lnTo>
                  <a:pt x="8232120" y="3281619"/>
                </a:lnTo>
                <a:cubicBezTo>
                  <a:pt x="8227061" y="3251607"/>
                  <a:pt x="8224611" y="3220958"/>
                  <a:pt x="8224653" y="3189869"/>
                </a:cubicBezTo>
                <a:cubicBezTo>
                  <a:pt x="8223341" y="3184286"/>
                  <a:pt x="8223282" y="3178663"/>
                  <a:pt x="8223282" y="3173027"/>
                </a:cubicBezTo>
                <a:lnTo>
                  <a:pt x="8223876" y="3161677"/>
                </a:lnTo>
                <a:lnTo>
                  <a:pt x="8224374" y="3161709"/>
                </a:lnTo>
                <a:close/>
                <a:moveTo>
                  <a:pt x="8210612" y="3161219"/>
                </a:moveTo>
                <a:lnTo>
                  <a:pt x="8210638" y="3161709"/>
                </a:lnTo>
                <a:lnTo>
                  <a:pt x="8211136" y="3161677"/>
                </a:lnTo>
                <a:lnTo>
                  <a:pt x="8211730" y="3173027"/>
                </a:lnTo>
                <a:cubicBezTo>
                  <a:pt x="8211730" y="3178663"/>
                  <a:pt x="8211672" y="3184286"/>
                  <a:pt x="8210360" y="3189869"/>
                </a:cubicBezTo>
                <a:cubicBezTo>
                  <a:pt x="8210402" y="3220958"/>
                  <a:pt x="8207951" y="3251607"/>
                  <a:pt x="8202893" y="3281619"/>
                </a:cubicBezTo>
                <a:lnTo>
                  <a:pt x="8202354" y="3288243"/>
                </a:lnTo>
                <a:cubicBezTo>
                  <a:pt x="8202185" y="3288248"/>
                  <a:pt x="8202016" y="3288253"/>
                  <a:pt x="8201849" y="3288305"/>
                </a:cubicBezTo>
                <a:cubicBezTo>
                  <a:pt x="8151573" y="3638399"/>
                  <a:pt x="7870534" y="3916971"/>
                  <a:pt x="7511683" y="3975903"/>
                </a:cubicBezTo>
                <a:lnTo>
                  <a:pt x="7511567" y="3977042"/>
                </a:lnTo>
                <a:cubicBezTo>
                  <a:pt x="7506256" y="3978045"/>
                  <a:pt x="7500927" y="3978986"/>
                  <a:pt x="7495350" y="3978570"/>
                </a:cubicBezTo>
                <a:cubicBezTo>
                  <a:pt x="7464178" y="3984080"/>
                  <a:pt x="7432298" y="3987038"/>
                  <a:pt x="7399924" y="3987561"/>
                </a:cubicBezTo>
                <a:lnTo>
                  <a:pt x="7382805" y="3989174"/>
                </a:lnTo>
                <a:lnTo>
                  <a:pt x="7382779" y="3988683"/>
                </a:lnTo>
                <a:lnTo>
                  <a:pt x="7382280" y="3988716"/>
                </a:lnTo>
                <a:cubicBezTo>
                  <a:pt x="7381714" y="3984944"/>
                  <a:pt x="7381687" y="3981158"/>
                  <a:pt x="7381687" y="3977366"/>
                </a:cubicBezTo>
                <a:cubicBezTo>
                  <a:pt x="7381687" y="3971728"/>
                  <a:pt x="7381746" y="3966104"/>
                  <a:pt x="7383058" y="3960518"/>
                </a:cubicBezTo>
                <a:cubicBezTo>
                  <a:pt x="7383016" y="3929436"/>
                  <a:pt x="7385465" y="3898794"/>
                  <a:pt x="7390522" y="3868787"/>
                </a:cubicBezTo>
                <a:lnTo>
                  <a:pt x="7391062" y="3862150"/>
                </a:lnTo>
                <a:cubicBezTo>
                  <a:pt x="7391231" y="3862145"/>
                  <a:pt x="7391400" y="3862140"/>
                  <a:pt x="7391568" y="3862087"/>
                </a:cubicBezTo>
                <a:cubicBezTo>
                  <a:pt x="7441844" y="3511992"/>
                  <a:pt x="7722883" y="3233421"/>
                  <a:pt x="8081734" y="3174489"/>
                </a:cubicBezTo>
                <a:lnTo>
                  <a:pt x="8081851" y="3173350"/>
                </a:lnTo>
                <a:cubicBezTo>
                  <a:pt x="8087159" y="3172348"/>
                  <a:pt x="8092487" y="3171407"/>
                  <a:pt x="8098063" y="3171823"/>
                </a:cubicBezTo>
                <a:cubicBezTo>
                  <a:pt x="8129247" y="3166310"/>
                  <a:pt x="8161139" y="3163352"/>
                  <a:pt x="8193525" y="3162829"/>
                </a:cubicBezTo>
                <a:close/>
                <a:moveTo>
                  <a:pt x="6532249" y="3161219"/>
                </a:moveTo>
                <a:lnTo>
                  <a:pt x="6549337" y="3162829"/>
                </a:lnTo>
                <a:cubicBezTo>
                  <a:pt x="6581722" y="3163352"/>
                  <a:pt x="6613615" y="3166310"/>
                  <a:pt x="6644798" y="3171823"/>
                </a:cubicBezTo>
                <a:cubicBezTo>
                  <a:pt x="6650374" y="3171407"/>
                  <a:pt x="6655702" y="3172348"/>
                  <a:pt x="6661011" y="3173350"/>
                </a:cubicBezTo>
                <a:lnTo>
                  <a:pt x="6661128" y="3174489"/>
                </a:lnTo>
                <a:cubicBezTo>
                  <a:pt x="7019978" y="3233421"/>
                  <a:pt x="7301017" y="3511992"/>
                  <a:pt x="7351294" y="3862087"/>
                </a:cubicBezTo>
                <a:cubicBezTo>
                  <a:pt x="7351461" y="3862140"/>
                  <a:pt x="7351631" y="3862145"/>
                  <a:pt x="7351799" y="3862150"/>
                </a:cubicBezTo>
                <a:lnTo>
                  <a:pt x="7352340" y="3868787"/>
                </a:lnTo>
                <a:cubicBezTo>
                  <a:pt x="7357396" y="3898794"/>
                  <a:pt x="7359846" y="3929436"/>
                  <a:pt x="7359804" y="3960518"/>
                </a:cubicBezTo>
                <a:cubicBezTo>
                  <a:pt x="7361116" y="3966104"/>
                  <a:pt x="7361174" y="3971728"/>
                  <a:pt x="7361174" y="3977366"/>
                </a:cubicBezTo>
                <a:cubicBezTo>
                  <a:pt x="7361174" y="3981158"/>
                  <a:pt x="7361147" y="3984944"/>
                  <a:pt x="7360581" y="3988716"/>
                </a:cubicBezTo>
                <a:lnTo>
                  <a:pt x="7360082" y="3988683"/>
                </a:lnTo>
                <a:lnTo>
                  <a:pt x="7360056" y="3989174"/>
                </a:lnTo>
                <a:lnTo>
                  <a:pt x="7342938" y="3987561"/>
                </a:lnTo>
                <a:cubicBezTo>
                  <a:pt x="7310564" y="3987038"/>
                  <a:pt x="7278683" y="3984080"/>
                  <a:pt x="7247511" y="3978570"/>
                </a:cubicBezTo>
                <a:cubicBezTo>
                  <a:pt x="7241934" y="3978986"/>
                  <a:pt x="7236605" y="3978045"/>
                  <a:pt x="7231295" y="3977042"/>
                </a:cubicBezTo>
                <a:lnTo>
                  <a:pt x="7231179" y="3975903"/>
                </a:lnTo>
                <a:cubicBezTo>
                  <a:pt x="6872327" y="3916971"/>
                  <a:pt x="6591288" y="3638399"/>
                  <a:pt x="6541013" y="3288305"/>
                </a:cubicBezTo>
                <a:cubicBezTo>
                  <a:pt x="6540845" y="3288253"/>
                  <a:pt x="6540677" y="3288248"/>
                  <a:pt x="6540507" y="3288243"/>
                </a:cubicBezTo>
                <a:lnTo>
                  <a:pt x="6539969" y="3281619"/>
                </a:lnTo>
                <a:cubicBezTo>
                  <a:pt x="6534910" y="3251607"/>
                  <a:pt x="6532460" y="3220958"/>
                  <a:pt x="6532502" y="3189869"/>
                </a:cubicBezTo>
                <a:cubicBezTo>
                  <a:pt x="6531190" y="3184286"/>
                  <a:pt x="6531131" y="3178663"/>
                  <a:pt x="6531131" y="3173027"/>
                </a:cubicBezTo>
                <a:lnTo>
                  <a:pt x="6531725" y="3161677"/>
                </a:lnTo>
                <a:lnTo>
                  <a:pt x="6532223" y="3161709"/>
                </a:lnTo>
                <a:close/>
                <a:moveTo>
                  <a:pt x="6518461" y="3161219"/>
                </a:moveTo>
                <a:lnTo>
                  <a:pt x="6518487" y="3161709"/>
                </a:lnTo>
                <a:lnTo>
                  <a:pt x="6518985" y="3161677"/>
                </a:lnTo>
                <a:lnTo>
                  <a:pt x="6519579" y="3173027"/>
                </a:lnTo>
                <a:cubicBezTo>
                  <a:pt x="6519579" y="3178663"/>
                  <a:pt x="6519520" y="3184286"/>
                  <a:pt x="6518208" y="3189869"/>
                </a:cubicBezTo>
                <a:cubicBezTo>
                  <a:pt x="6518250" y="3220958"/>
                  <a:pt x="6515800" y="3251607"/>
                  <a:pt x="6510741" y="3281619"/>
                </a:cubicBezTo>
                <a:lnTo>
                  <a:pt x="6510203" y="3288243"/>
                </a:lnTo>
                <a:cubicBezTo>
                  <a:pt x="6510033" y="3288248"/>
                  <a:pt x="6509865" y="3288253"/>
                  <a:pt x="6509697" y="3288305"/>
                </a:cubicBezTo>
                <a:cubicBezTo>
                  <a:pt x="6459422" y="3638399"/>
                  <a:pt x="6178383" y="3916971"/>
                  <a:pt x="5819531" y="3975903"/>
                </a:cubicBezTo>
                <a:lnTo>
                  <a:pt x="5819415" y="3977042"/>
                </a:lnTo>
                <a:cubicBezTo>
                  <a:pt x="5814105" y="3978045"/>
                  <a:pt x="5808776" y="3978986"/>
                  <a:pt x="5803199" y="3978570"/>
                </a:cubicBezTo>
                <a:cubicBezTo>
                  <a:pt x="5772027" y="3984080"/>
                  <a:pt x="5740146" y="3987038"/>
                  <a:pt x="5707772" y="3987561"/>
                </a:cubicBezTo>
                <a:lnTo>
                  <a:pt x="5690654" y="3989174"/>
                </a:lnTo>
                <a:lnTo>
                  <a:pt x="5690628" y="3988683"/>
                </a:lnTo>
                <a:lnTo>
                  <a:pt x="5690129" y="3988716"/>
                </a:lnTo>
                <a:cubicBezTo>
                  <a:pt x="5689563" y="3984944"/>
                  <a:pt x="5689536" y="3981158"/>
                  <a:pt x="5689536" y="3977366"/>
                </a:cubicBezTo>
                <a:cubicBezTo>
                  <a:pt x="5689536" y="3971728"/>
                  <a:pt x="5689594" y="3966104"/>
                  <a:pt x="5690906" y="3960518"/>
                </a:cubicBezTo>
                <a:cubicBezTo>
                  <a:pt x="5690864" y="3929436"/>
                  <a:pt x="5693314" y="3898794"/>
                  <a:pt x="5698370" y="3868787"/>
                </a:cubicBezTo>
                <a:lnTo>
                  <a:pt x="5698911" y="3862150"/>
                </a:lnTo>
                <a:cubicBezTo>
                  <a:pt x="5699079" y="3862145"/>
                  <a:pt x="5699249" y="3862140"/>
                  <a:pt x="5699416" y="3862087"/>
                </a:cubicBezTo>
                <a:cubicBezTo>
                  <a:pt x="5749693" y="3511992"/>
                  <a:pt x="6030732" y="3233421"/>
                  <a:pt x="6389582" y="3174489"/>
                </a:cubicBezTo>
                <a:lnTo>
                  <a:pt x="6389699" y="3173350"/>
                </a:lnTo>
                <a:cubicBezTo>
                  <a:pt x="6395008" y="3172348"/>
                  <a:pt x="6400336" y="3171407"/>
                  <a:pt x="6405912" y="3171823"/>
                </a:cubicBezTo>
                <a:cubicBezTo>
                  <a:pt x="6437095" y="3166310"/>
                  <a:pt x="6468988" y="3163352"/>
                  <a:pt x="6501373" y="3162829"/>
                </a:cubicBezTo>
                <a:close/>
                <a:moveTo>
                  <a:pt x="4840098" y="3161219"/>
                </a:moveTo>
                <a:lnTo>
                  <a:pt x="4857185" y="3162829"/>
                </a:lnTo>
                <a:cubicBezTo>
                  <a:pt x="4889571" y="3163352"/>
                  <a:pt x="4921463" y="3166310"/>
                  <a:pt x="4952647" y="3171823"/>
                </a:cubicBezTo>
                <a:cubicBezTo>
                  <a:pt x="4958223" y="3171407"/>
                  <a:pt x="4963551" y="3172348"/>
                  <a:pt x="4968859" y="3173350"/>
                </a:cubicBezTo>
                <a:lnTo>
                  <a:pt x="4968976" y="3174489"/>
                </a:lnTo>
                <a:cubicBezTo>
                  <a:pt x="5327827" y="3233421"/>
                  <a:pt x="5608866" y="3511992"/>
                  <a:pt x="5659142" y="3862087"/>
                </a:cubicBezTo>
                <a:cubicBezTo>
                  <a:pt x="5659310" y="3862140"/>
                  <a:pt x="5659479" y="3862145"/>
                  <a:pt x="5659648" y="3862150"/>
                </a:cubicBezTo>
                <a:lnTo>
                  <a:pt x="5660188" y="3868787"/>
                </a:lnTo>
                <a:cubicBezTo>
                  <a:pt x="5665245" y="3898794"/>
                  <a:pt x="5667694" y="3929436"/>
                  <a:pt x="5667652" y="3960518"/>
                </a:cubicBezTo>
                <a:cubicBezTo>
                  <a:pt x="5668964" y="3966104"/>
                  <a:pt x="5669023" y="3971728"/>
                  <a:pt x="5669023" y="3977366"/>
                </a:cubicBezTo>
                <a:cubicBezTo>
                  <a:pt x="5669023" y="3981158"/>
                  <a:pt x="5668996" y="3984944"/>
                  <a:pt x="5668430" y="3988716"/>
                </a:cubicBezTo>
                <a:lnTo>
                  <a:pt x="5667931" y="3988683"/>
                </a:lnTo>
                <a:lnTo>
                  <a:pt x="5667905" y="3989174"/>
                </a:lnTo>
                <a:lnTo>
                  <a:pt x="5650786" y="3987561"/>
                </a:lnTo>
                <a:cubicBezTo>
                  <a:pt x="5618412" y="3987038"/>
                  <a:pt x="5586532" y="3984080"/>
                  <a:pt x="5555360" y="3978570"/>
                </a:cubicBezTo>
                <a:cubicBezTo>
                  <a:pt x="5549783" y="3978986"/>
                  <a:pt x="5544454" y="3978045"/>
                  <a:pt x="5539143" y="3977042"/>
                </a:cubicBezTo>
                <a:lnTo>
                  <a:pt x="5539027" y="3975903"/>
                </a:lnTo>
                <a:cubicBezTo>
                  <a:pt x="5180176" y="3916971"/>
                  <a:pt x="4899137" y="3638399"/>
                  <a:pt x="4848861" y="3288305"/>
                </a:cubicBezTo>
                <a:cubicBezTo>
                  <a:pt x="4848694" y="3288253"/>
                  <a:pt x="4848525" y="3288248"/>
                  <a:pt x="4848356" y="3288243"/>
                </a:cubicBezTo>
                <a:lnTo>
                  <a:pt x="4847817" y="3281619"/>
                </a:lnTo>
                <a:cubicBezTo>
                  <a:pt x="4842759" y="3251607"/>
                  <a:pt x="4840308" y="3220958"/>
                  <a:pt x="4840350" y="3189869"/>
                </a:cubicBezTo>
                <a:cubicBezTo>
                  <a:pt x="4839038" y="3184286"/>
                  <a:pt x="4838980" y="3178663"/>
                  <a:pt x="4838980" y="3173027"/>
                </a:cubicBezTo>
                <a:lnTo>
                  <a:pt x="4839574" y="3161677"/>
                </a:lnTo>
                <a:lnTo>
                  <a:pt x="4840072" y="3161709"/>
                </a:lnTo>
                <a:close/>
                <a:moveTo>
                  <a:pt x="4826310" y="3161219"/>
                </a:moveTo>
                <a:lnTo>
                  <a:pt x="4826336" y="3161709"/>
                </a:lnTo>
                <a:lnTo>
                  <a:pt x="4826834" y="3161677"/>
                </a:lnTo>
                <a:lnTo>
                  <a:pt x="4827428" y="3173027"/>
                </a:lnTo>
                <a:cubicBezTo>
                  <a:pt x="4827428" y="3178663"/>
                  <a:pt x="4827369" y="3184286"/>
                  <a:pt x="4826057" y="3189869"/>
                </a:cubicBezTo>
                <a:cubicBezTo>
                  <a:pt x="4826099" y="3220958"/>
                  <a:pt x="4823649" y="3251607"/>
                  <a:pt x="4818590" y="3281619"/>
                </a:cubicBezTo>
                <a:lnTo>
                  <a:pt x="4818052" y="3288243"/>
                </a:lnTo>
                <a:cubicBezTo>
                  <a:pt x="4817882" y="3288248"/>
                  <a:pt x="4817714" y="3288253"/>
                  <a:pt x="4817546" y="3288305"/>
                </a:cubicBezTo>
                <a:cubicBezTo>
                  <a:pt x="4767271" y="3638399"/>
                  <a:pt x="4486232" y="3916971"/>
                  <a:pt x="4127381" y="3975903"/>
                </a:cubicBezTo>
                <a:lnTo>
                  <a:pt x="4127264" y="3977042"/>
                </a:lnTo>
                <a:cubicBezTo>
                  <a:pt x="4121954" y="3978045"/>
                  <a:pt x="4116625" y="3978986"/>
                  <a:pt x="4111048" y="3978570"/>
                </a:cubicBezTo>
                <a:cubicBezTo>
                  <a:pt x="4079876" y="3984080"/>
                  <a:pt x="4047996" y="3987038"/>
                  <a:pt x="4015621" y="3987561"/>
                </a:cubicBezTo>
                <a:lnTo>
                  <a:pt x="3998503" y="3989174"/>
                </a:lnTo>
                <a:lnTo>
                  <a:pt x="3998477" y="3988683"/>
                </a:lnTo>
                <a:lnTo>
                  <a:pt x="3997978" y="3988716"/>
                </a:lnTo>
                <a:cubicBezTo>
                  <a:pt x="3997412" y="3984944"/>
                  <a:pt x="3997385" y="3981158"/>
                  <a:pt x="3997385" y="3977366"/>
                </a:cubicBezTo>
                <a:cubicBezTo>
                  <a:pt x="3997385" y="3971728"/>
                  <a:pt x="3997443" y="3966104"/>
                  <a:pt x="3998755" y="3960518"/>
                </a:cubicBezTo>
                <a:cubicBezTo>
                  <a:pt x="3998713" y="3929436"/>
                  <a:pt x="4001163" y="3898794"/>
                  <a:pt x="4006219" y="3868787"/>
                </a:cubicBezTo>
                <a:lnTo>
                  <a:pt x="4006760" y="3862150"/>
                </a:lnTo>
                <a:cubicBezTo>
                  <a:pt x="4006928" y="3862145"/>
                  <a:pt x="4007098" y="3862140"/>
                  <a:pt x="4007265" y="3862087"/>
                </a:cubicBezTo>
                <a:cubicBezTo>
                  <a:pt x="4057542" y="3511992"/>
                  <a:pt x="4338581" y="3233421"/>
                  <a:pt x="4697431" y="3174489"/>
                </a:cubicBezTo>
                <a:lnTo>
                  <a:pt x="4697548" y="3173350"/>
                </a:lnTo>
                <a:cubicBezTo>
                  <a:pt x="4702857" y="3172348"/>
                  <a:pt x="4708185" y="3171407"/>
                  <a:pt x="4713761" y="3171823"/>
                </a:cubicBezTo>
                <a:cubicBezTo>
                  <a:pt x="4744944" y="3166310"/>
                  <a:pt x="4776837" y="3163352"/>
                  <a:pt x="4809222" y="3162829"/>
                </a:cubicBezTo>
                <a:close/>
                <a:moveTo>
                  <a:pt x="3147947" y="3161219"/>
                </a:moveTo>
                <a:lnTo>
                  <a:pt x="3165034" y="3162829"/>
                </a:lnTo>
                <a:cubicBezTo>
                  <a:pt x="3197420" y="3163352"/>
                  <a:pt x="3229312" y="3166310"/>
                  <a:pt x="3260496" y="3171823"/>
                </a:cubicBezTo>
                <a:cubicBezTo>
                  <a:pt x="3266072" y="3171407"/>
                  <a:pt x="3271400" y="3172348"/>
                  <a:pt x="3276708" y="3173350"/>
                </a:cubicBezTo>
                <a:lnTo>
                  <a:pt x="3276826" y="3174489"/>
                </a:lnTo>
                <a:cubicBezTo>
                  <a:pt x="3635676" y="3233421"/>
                  <a:pt x="3916715" y="3511992"/>
                  <a:pt x="3966991" y="3862087"/>
                </a:cubicBezTo>
                <a:cubicBezTo>
                  <a:pt x="3967159" y="3862140"/>
                  <a:pt x="3967328" y="3862145"/>
                  <a:pt x="3967497" y="3862150"/>
                </a:cubicBezTo>
                <a:lnTo>
                  <a:pt x="3968037" y="3868787"/>
                </a:lnTo>
                <a:cubicBezTo>
                  <a:pt x="3973094" y="3898794"/>
                  <a:pt x="3975543" y="3929436"/>
                  <a:pt x="3975501" y="3960518"/>
                </a:cubicBezTo>
                <a:cubicBezTo>
                  <a:pt x="3976813" y="3966104"/>
                  <a:pt x="3976872" y="3971728"/>
                  <a:pt x="3976872" y="3977366"/>
                </a:cubicBezTo>
                <a:cubicBezTo>
                  <a:pt x="3976872" y="3981158"/>
                  <a:pt x="3976845" y="3984944"/>
                  <a:pt x="3976279" y="3988716"/>
                </a:cubicBezTo>
                <a:lnTo>
                  <a:pt x="3975780" y="3988683"/>
                </a:lnTo>
                <a:lnTo>
                  <a:pt x="3975754" y="3989174"/>
                </a:lnTo>
                <a:lnTo>
                  <a:pt x="3958635" y="3987561"/>
                </a:lnTo>
                <a:cubicBezTo>
                  <a:pt x="3926261" y="3987038"/>
                  <a:pt x="3894381" y="3984080"/>
                  <a:pt x="3863209" y="3978570"/>
                </a:cubicBezTo>
                <a:cubicBezTo>
                  <a:pt x="3857632" y="3978986"/>
                  <a:pt x="3852303" y="3978045"/>
                  <a:pt x="3846992" y="3977042"/>
                </a:cubicBezTo>
                <a:lnTo>
                  <a:pt x="3846876" y="3975903"/>
                </a:lnTo>
                <a:cubicBezTo>
                  <a:pt x="3488025" y="3916971"/>
                  <a:pt x="3206986" y="3638399"/>
                  <a:pt x="3156710" y="3288305"/>
                </a:cubicBezTo>
                <a:cubicBezTo>
                  <a:pt x="3156543" y="3288253"/>
                  <a:pt x="3156374" y="3288248"/>
                  <a:pt x="3156205" y="3288243"/>
                </a:cubicBezTo>
                <a:lnTo>
                  <a:pt x="3155667" y="3281619"/>
                </a:lnTo>
                <a:cubicBezTo>
                  <a:pt x="3150608" y="3251607"/>
                  <a:pt x="3148157" y="3220958"/>
                  <a:pt x="3148199" y="3189869"/>
                </a:cubicBezTo>
                <a:cubicBezTo>
                  <a:pt x="3146887" y="3184286"/>
                  <a:pt x="3146829" y="3178663"/>
                  <a:pt x="3146829" y="3173027"/>
                </a:cubicBezTo>
                <a:lnTo>
                  <a:pt x="3147423" y="3161677"/>
                </a:lnTo>
                <a:lnTo>
                  <a:pt x="3147921" y="3161709"/>
                </a:lnTo>
                <a:close/>
                <a:moveTo>
                  <a:pt x="3134159" y="3161219"/>
                </a:moveTo>
                <a:lnTo>
                  <a:pt x="3134185" y="3161709"/>
                </a:lnTo>
                <a:lnTo>
                  <a:pt x="3134683" y="3161677"/>
                </a:lnTo>
                <a:lnTo>
                  <a:pt x="3135277" y="3173027"/>
                </a:lnTo>
                <a:cubicBezTo>
                  <a:pt x="3135277" y="3178663"/>
                  <a:pt x="3135218" y="3184286"/>
                  <a:pt x="3133906" y="3189869"/>
                </a:cubicBezTo>
                <a:cubicBezTo>
                  <a:pt x="3133948" y="3220958"/>
                  <a:pt x="3131498" y="3251607"/>
                  <a:pt x="3126439" y="3281619"/>
                </a:cubicBezTo>
                <a:lnTo>
                  <a:pt x="3125901" y="3288243"/>
                </a:lnTo>
                <a:cubicBezTo>
                  <a:pt x="3125731" y="3288248"/>
                  <a:pt x="3125563" y="3288253"/>
                  <a:pt x="3125395" y="3288305"/>
                </a:cubicBezTo>
                <a:cubicBezTo>
                  <a:pt x="3075120" y="3638399"/>
                  <a:pt x="2794081" y="3916971"/>
                  <a:pt x="2435230" y="3975903"/>
                </a:cubicBezTo>
                <a:lnTo>
                  <a:pt x="2435113" y="3977042"/>
                </a:lnTo>
                <a:cubicBezTo>
                  <a:pt x="2429803" y="3978045"/>
                  <a:pt x="2424474" y="3978986"/>
                  <a:pt x="2418897" y="3978570"/>
                </a:cubicBezTo>
                <a:cubicBezTo>
                  <a:pt x="2387725" y="3984080"/>
                  <a:pt x="2355845" y="3987038"/>
                  <a:pt x="2323470" y="3987561"/>
                </a:cubicBezTo>
                <a:lnTo>
                  <a:pt x="2306352" y="3989174"/>
                </a:lnTo>
                <a:lnTo>
                  <a:pt x="2306326" y="3988683"/>
                </a:lnTo>
                <a:lnTo>
                  <a:pt x="2305827" y="3988716"/>
                </a:lnTo>
                <a:cubicBezTo>
                  <a:pt x="2305261" y="3984944"/>
                  <a:pt x="2305234" y="3981158"/>
                  <a:pt x="2305234" y="3977366"/>
                </a:cubicBezTo>
                <a:cubicBezTo>
                  <a:pt x="2305234" y="3971728"/>
                  <a:pt x="2305292" y="3966104"/>
                  <a:pt x="2306604" y="3960518"/>
                </a:cubicBezTo>
                <a:cubicBezTo>
                  <a:pt x="2306562" y="3929436"/>
                  <a:pt x="2309012" y="3898794"/>
                  <a:pt x="2314068" y="3868787"/>
                </a:cubicBezTo>
                <a:lnTo>
                  <a:pt x="2314609" y="3862150"/>
                </a:lnTo>
                <a:cubicBezTo>
                  <a:pt x="2314777" y="3862145"/>
                  <a:pt x="2314947" y="3862140"/>
                  <a:pt x="2315114" y="3862087"/>
                </a:cubicBezTo>
                <a:cubicBezTo>
                  <a:pt x="2365391" y="3511992"/>
                  <a:pt x="2646430" y="3233421"/>
                  <a:pt x="3005280" y="3174489"/>
                </a:cubicBezTo>
                <a:lnTo>
                  <a:pt x="3005397" y="3173350"/>
                </a:lnTo>
                <a:cubicBezTo>
                  <a:pt x="3010706" y="3172348"/>
                  <a:pt x="3016034" y="3171407"/>
                  <a:pt x="3021610" y="3171823"/>
                </a:cubicBezTo>
                <a:cubicBezTo>
                  <a:pt x="3052793" y="3166310"/>
                  <a:pt x="3084686" y="3163352"/>
                  <a:pt x="3117071" y="3162829"/>
                </a:cubicBezTo>
                <a:close/>
                <a:moveTo>
                  <a:pt x="1455796" y="3161219"/>
                </a:moveTo>
                <a:lnTo>
                  <a:pt x="1472883" y="3162829"/>
                </a:lnTo>
                <a:cubicBezTo>
                  <a:pt x="1505269" y="3163352"/>
                  <a:pt x="1537161" y="3166310"/>
                  <a:pt x="1568345" y="3171823"/>
                </a:cubicBezTo>
                <a:cubicBezTo>
                  <a:pt x="1573921" y="3171407"/>
                  <a:pt x="1579249" y="3172348"/>
                  <a:pt x="1584557" y="3173350"/>
                </a:cubicBezTo>
                <a:lnTo>
                  <a:pt x="1584675" y="3174489"/>
                </a:lnTo>
                <a:cubicBezTo>
                  <a:pt x="1943525" y="3233421"/>
                  <a:pt x="2224564" y="3511992"/>
                  <a:pt x="2274840" y="3862087"/>
                </a:cubicBezTo>
                <a:cubicBezTo>
                  <a:pt x="2275008" y="3862140"/>
                  <a:pt x="2275177" y="3862145"/>
                  <a:pt x="2275346" y="3862150"/>
                </a:cubicBezTo>
                <a:lnTo>
                  <a:pt x="2275886" y="3868787"/>
                </a:lnTo>
                <a:cubicBezTo>
                  <a:pt x="2280943" y="3898794"/>
                  <a:pt x="2283392" y="3929436"/>
                  <a:pt x="2283350" y="3960518"/>
                </a:cubicBezTo>
                <a:cubicBezTo>
                  <a:pt x="2284662" y="3966104"/>
                  <a:pt x="2284721" y="3971728"/>
                  <a:pt x="2284721" y="3977366"/>
                </a:cubicBezTo>
                <a:cubicBezTo>
                  <a:pt x="2284721" y="3981158"/>
                  <a:pt x="2284694" y="3984944"/>
                  <a:pt x="2284128" y="3988716"/>
                </a:cubicBezTo>
                <a:lnTo>
                  <a:pt x="2283629" y="3988683"/>
                </a:lnTo>
                <a:lnTo>
                  <a:pt x="2283603" y="3989174"/>
                </a:lnTo>
                <a:lnTo>
                  <a:pt x="2266484" y="3987561"/>
                </a:lnTo>
                <a:cubicBezTo>
                  <a:pt x="2234110" y="3987038"/>
                  <a:pt x="2202230" y="3984080"/>
                  <a:pt x="2171058" y="3978570"/>
                </a:cubicBezTo>
                <a:cubicBezTo>
                  <a:pt x="2165481" y="3978986"/>
                  <a:pt x="2160152" y="3978045"/>
                  <a:pt x="2154841" y="3977042"/>
                </a:cubicBezTo>
                <a:lnTo>
                  <a:pt x="2154725" y="3975903"/>
                </a:lnTo>
                <a:cubicBezTo>
                  <a:pt x="1795874" y="3916971"/>
                  <a:pt x="1514835" y="3638399"/>
                  <a:pt x="1464559" y="3288305"/>
                </a:cubicBezTo>
                <a:cubicBezTo>
                  <a:pt x="1464392" y="3288253"/>
                  <a:pt x="1464223" y="3288248"/>
                  <a:pt x="1464054" y="3288243"/>
                </a:cubicBezTo>
                <a:lnTo>
                  <a:pt x="1463515" y="3281619"/>
                </a:lnTo>
                <a:cubicBezTo>
                  <a:pt x="1458457" y="3251607"/>
                  <a:pt x="1456006" y="3220958"/>
                  <a:pt x="1456048" y="3189869"/>
                </a:cubicBezTo>
                <a:cubicBezTo>
                  <a:pt x="1454736" y="3184286"/>
                  <a:pt x="1454678" y="3178663"/>
                  <a:pt x="1454678" y="3173027"/>
                </a:cubicBezTo>
                <a:lnTo>
                  <a:pt x="1455272" y="3161677"/>
                </a:lnTo>
                <a:lnTo>
                  <a:pt x="1455770" y="3161709"/>
                </a:lnTo>
                <a:close/>
                <a:moveTo>
                  <a:pt x="1442008" y="3161219"/>
                </a:moveTo>
                <a:lnTo>
                  <a:pt x="1442034" y="3161709"/>
                </a:lnTo>
                <a:lnTo>
                  <a:pt x="1442532" y="3161677"/>
                </a:lnTo>
                <a:lnTo>
                  <a:pt x="1443126" y="3173027"/>
                </a:lnTo>
                <a:cubicBezTo>
                  <a:pt x="1443126" y="3178663"/>
                  <a:pt x="1443067" y="3184286"/>
                  <a:pt x="1441755" y="3189869"/>
                </a:cubicBezTo>
                <a:cubicBezTo>
                  <a:pt x="1441797" y="3220958"/>
                  <a:pt x="1439347" y="3251607"/>
                  <a:pt x="1434288" y="3281619"/>
                </a:cubicBezTo>
                <a:lnTo>
                  <a:pt x="1433750" y="3288243"/>
                </a:lnTo>
                <a:cubicBezTo>
                  <a:pt x="1433580" y="3288248"/>
                  <a:pt x="1433412" y="3288253"/>
                  <a:pt x="1433244" y="3288305"/>
                </a:cubicBezTo>
                <a:cubicBezTo>
                  <a:pt x="1382969" y="3638399"/>
                  <a:pt x="1101930" y="3916971"/>
                  <a:pt x="743079" y="3975903"/>
                </a:cubicBezTo>
                <a:lnTo>
                  <a:pt x="742962" y="3977042"/>
                </a:lnTo>
                <a:cubicBezTo>
                  <a:pt x="737652" y="3978045"/>
                  <a:pt x="732323" y="3978986"/>
                  <a:pt x="726746" y="3978570"/>
                </a:cubicBezTo>
                <a:cubicBezTo>
                  <a:pt x="695574" y="3984080"/>
                  <a:pt x="663693" y="3987038"/>
                  <a:pt x="631319" y="3987561"/>
                </a:cubicBezTo>
                <a:lnTo>
                  <a:pt x="614201" y="3989174"/>
                </a:lnTo>
                <a:lnTo>
                  <a:pt x="614175" y="3988683"/>
                </a:lnTo>
                <a:lnTo>
                  <a:pt x="613676" y="3988716"/>
                </a:lnTo>
                <a:cubicBezTo>
                  <a:pt x="613110" y="3984944"/>
                  <a:pt x="613083" y="3981158"/>
                  <a:pt x="613083" y="3977366"/>
                </a:cubicBezTo>
                <a:cubicBezTo>
                  <a:pt x="613083" y="3971728"/>
                  <a:pt x="613141" y="3966104"/>
                  <a:pt x="614453" y="3960518"/>
                </a:cubicBezTo>
                <a:cubicBezTo>
                  <a:pt x="614411" y="3929436"/>
                  <a:pt x="616861" y="3898794"/>
                  <a:pt x="621917" y="3868787"/>
                </a:cubicBezTo>
                <a:lnTo>
                  <a:pt x="622458" y="3862150"/>
                </a:lnTo>
                <a:cubicBezTo>
                  <a:pt x="622626" y="3862145"/>
                  <a:pt x="622796" y="3862140"/>
                  <a:pt x="622963" y="3862087"/>
                </a:cubicBezTo>
                <a:cubicBezTo>
                  <a:pt x="673240" y="3511992"/>
                  <a:pt x="954279" y="3233421"/>
                  <a:pt x="1313129" y="3174489"/>
                </a:cubicBezTo>
                <a:lnTo>
                  <a:pt x="1313246" y="3173350"/>
                </a:lnTo>
                <a:cubicBezTo>
                  <a:pt x="1318555" y="3172348"/>
                  <a:pt x="1323883" y="3171407"/>
                  <a:pt x="1329459" y="3171823"/>
                </a:cubicBezTo>
                <a:cubicBezTo>
                  <a:pt x="1360642" y="3166310"/>
                  <a:pt x="1392535" y="3163352"/>
                  <a:pt x="1424920" y="3162829"/>
                </a:cubicBezTo>
                <a:close/>
                <a:moveTo>
                  <a:pt x="10909360" y="2447425"/>
                </a:moveTo>
                <a:cubicBezTo>
                  <a:pt x="10962636" y="2718331"/>
                  <a:pt x="11177479" y="2933128"/>
                  <a:pt x="11452669" y="2992271"/>
                </a:cubicBezTo>
                <a:cubicBezTo>
                  <a:pt x="11399394" y="2721365"/>
                  <a:pt x="11184550" y="2506568"/>
                  <a:pt x="10909360" y="2447425"/>
                </a:cubicBezTo>
                <a:close/>
                <a:moveTo>
                  <a:pt x="10602109" y="2447425"/>
                </a:moveTo>
                <a:cubicBezTo>
                  <a:pt x="10326919" y="2506568"/>
                  <a:pt x="10112075" y="2721365"/>
                  <a:pt x="10058800" y="2992271"/>
                </a:cubicBezTo>
                <a:cubicBezTo>
                  <a:pt x="10333990" y="2933128"/>
                  <a:pt x="10548833" y="2718331"/>
                  <a:pt x="10602109" y="2447425"/>
                </a:cubicBezTo>
                <a:close/>
                <a:moveTo>
                  <a:pt x="9217207" y="2447425"/>
                </a:moveTo>
                <a:cubicBezTo>
                  <a:pt x="9270483" y="2718331"/>
                  <a:pt x="9485326" y="2933128"/>
                  <a:pt x="9760516" y="2992271"/>
                </a:cubicBezTo>
                <a:cubicBezTo>
                  <a:pt x="9707241" y="2721365"/>
                  <a:pt x="9492397" y="2506568"/>
                  <a:pt x="9217207" y="2447425"/>
                </a:cubicBezTo>
                <a:close/>
                <a:moveTo>
                  <a:pt x="8909958" y="2447425"/>
                </a:moveTo>
                <a:cubicBezTo>
                  <a:pt x="8634768" y="2506568"/>
                  <a:pt x="8419924" y="2721365"/>
                  <a:pt x="8366649" y="2992271"/>
                </a:cubicBezTo>
                <a:cubicBezTo>
                  <a:pt x="8641839" y="2933128"/>
                  <a:pt x="8856682" y="2718331"/>
                  <a:pt x="8909958" y="2447425"/>
                </a:cubicBezTo>
                <a:close/>
                <a:moveTo>
                  <a:pt x="7525056" y="2447425"/>
                </a:moveTo>
                <a:cubicBezTo>
                  <a:pt x="7578332" y="2718331"/>
                  <a:pt x="7793175" y="2933128"/>
                  <a:pt x="8068365" y="2992271"/>
                </a:cubicBezTo>
                <a:cubicBezTo>
                  <a:pt x="8015090" y="2721365"/>
                  <a:pt x="7800246" y="2506568"/>
                  <a:pt x="7525056" y="2447425"/>
                </a:cubicBezTo>
                <a:close/>
                <a:moveTo>
                  <a:pt x="7217807" y="2447425"/>
                </a:moveTo>
                <a:cubicBezTo>
                  <a:pt x="6942617" y="2506568"/>
                  <a:pt x="6727773" y="2721365"/>
                  <a:pt x="6674498" y="2992271"/>
                </a:cubicBezTo>
                <a:cubicBezTo>
                  <a:pt x="6949688" y="2933128"/>
                  <a:pt x="7164531" y="2718331"/>
                  <a:pt x="7217807" y="2447425"/>
                </a:cubicBezTo>
                <a:close/>
                <a:moveTo>
                  <a:pt x="5832905" y="2447425"/>
                </a:moveTo>
                <a:cubicBezTo>
                  <a:pt x="5886181" y="2718331"/>
                  <a:pt x="6101024" y="2933128"/>
                  <a:pt x="6376214" y="2992271"/>
                </a:cubicBezTo>
                <a:cubicBezTo>
                  <a:pt x="6322939" y="2721365"/>
                  <a:pt x="6108095" y="2506568"/>
                  <a:pt x="5832905" y="2447425"/>
                </a:cubicBezTo>
                <a:close/>
                <a:moveTo>
                  <a:pt x="5525656" y="2447425"/>
                </a:moveTo>
                <a:cubicBezTo>
                  <a:pt x="5250466" y="2506568"/>
                  <a:pt x="5035622" y="2721365"/>
                  <a:pt x="4982347" y="2992271"/>
                </a:cubicBezTo>
                <a:cubicBezTo>
                  <a:pt x="5257537" y="2933128"/>
                  <a:pt x="5472380" y="2718331"/>
                  <a:pt x="5525656" y="2447425"/>
                </a:cubicBezTo>
                <a:close/>
                <a:moveTo>
                  <a:pt x="4140754" y="2447425"/>
                </a:moveTo>
                <a:cubicBezTo>
                  <a:pt x="4194030" y="2718331"/>
                  <a:pt x="4408873" y="2933128"/>
                  <a:pt x="4684063" y="2992271"/>
                </a:cubicBezTo>
                <a:cubicBezTo>
                  <a:pt x="4630788" y="2721365"/>
                  <a:pt x="4415944" y="2506568"/>
                  <a:pt x="4140754" y="2447425"/>
                </a:cubicBezTo>
                <a:close/>
                <a:moveTo>
                  <a:pt x="3833505" y="2447425"/>
                </a:moveTo>
                <a:cubicBezTo>
                  <a:pt x="3558315" y="2506568"/>
                  <a:pt x="3343471" y="2721365"/>
                  <a:pt x="3290196" y="2992271"/>
                </a:cubicBezTo>
                <a:cubicBezTo>
                  <a:pt x="3565386" y="2933128"/>
                  <a:pt x="3780229" y="2718331"/>
                  <a:pt x="3833505" y="2447425"/>
                </a:cubicBezTo>
                <a:close/>
                <a:moveTo>
                  <a:pt x="2448603" y="2447425"/>
                </a:moveTo>
                <a:cubicBezTo>
                  <a:pt x="2501879" y="2718331"/>
                  <a:pt x="2716722" y="2933128"/>
                  <a:pt x="2991912" y="2992271"/>
                </a:cubicBezTo>
                <a:cubicBezTo>
                  <a:pt x="2938637" y="2721365"/>
                  <a:pt x="2723793" y="2506568"/>
                  <a:pt x="2448603" y="2447425"/>
                </a:cubicBezTo>
                <a:close/>
                <a:moveTo>
                  <a:pt x="2141354" y="2447425"/>
                </a:moveTo>
                <a:cubicBezTo>
                  <a:pt x="1866164" y="2506568"/>
                  <a:pt x="1651320" y="2721365"/>
                  <a:pt x="1598045" y="2992271"/>
                </a:cubicBezTo>
                <a:cubicBezTo>
                  <a:pt x="1873235" y="2933128"/>
                  <a:pt x="2088078" y="2718331"/>
                  <a:pt x="2141354" y="2447425"/>
                </a:cubicBezTo>
                <a:close/>
                <a:moveTo>
                  <a:pt x="756452" y="2447425"/>
                </a:moveTo>
                <a:cubicBezTo>
                  <a:pt x="809728" y="2718331"/>
                  <a:pt x="1024571" y="2933128"/>
                  <a:pt x="1299761" y="2992271"/>
                </a:cubicBezTo>
                <a:cubicBezTo>
                  <a:pt x="1246486" y="2721365"/>
                  <a:pt x="1031642" y="2506568"/>
                  <a:pt x="756452" y="2447425"/>
                </a:cubicBezTo>
                <a:close/>
                <a:moveTo>
                  <a:pt x="12192000" y="2344615"/>
                </a:moveTo>
                <a:lnTo>
                  <a:pt x="12192000" y="2477663"/>
                </a:lnTo>
                <a:cubicBezTo>
                  <a:pt x="11966807" y="2562375"/>
                  <a:pt x="11797421" y="2755980"/>
                  <a:pt x="11750953" y="2992271"/>
                </a:cubicBezTo>
                <a:cubicBezTo>
                  <a:pt x="11935988" y="2952504"/>
                  <a:pt x="12093739" y="2842365"/>
                  <a:pt x="12192000" y="2691161"/>
                </a:cubicBezTo>
                <a:lnTo>
                  <a:pt x="12192000" y="2892735"/>
                </a:lnTo>
                <a:cubicBezTo>
                  <a:pt x="12071770" y="3011736"/>
                  <a:pt x="11914089" y="3094511"/>
                  <a:pt x="11737582" y="3123727"/>
                </a:cubicBezTo>
                <a:lnTo>
                  <a:pt x="11737466" y="3124875"/>
                </a:lnTo>
                <a:cubicBezTo>
                  <a:pt x="11732155" y="3125886"/>
                  <a:pt x="11726826" y="3126834"/>
                  <a:pt x="11721249" y="3126415"/>
                </a:cubicBezTo>
                <a:cubicBezTo>
                  <a:pt x="11690077" y="3131969"/>
                  <a:pt x="11658197" y="3134950"/>
                  <a:pt x="11625822" y="3135477"/>
                </a:cubicBezTo>
                <a:lnTo>
                  <a:pt x="11608704" y="3137103"/>
                </a:lnTo>
                <a:lnTo>
                  <a:pt x="11608678" y="3136608"/>
                </a:lnTo>
                <a:lnTo>
                  <a:pt x="11608179" y="3136641"/>
                </a:lnTo>
                <a:cubicBezTo>
                  <a:pt x="11607613" y="3132839"/>
                  <a:pt x="11607586" y="3129023"/>
                  <a:pt x="11607586" y="3125201"/>
                </a:cubicBezTo>
                <a:cubicBezTo>
                  <a:pt x="11607586" y="3119519"/>
                  <a:pt x="11607645" y="3113850"/>
                  <a:pt x="11608957" y="3108220"/>
                </a:cubicBezTo>
                <a:cubicBezTo>
                  <a:pt x="11608914" y="3076892"/>
                  <a:pt x="11611364" y="3046007"/>
                  <a:pt x="11616421" y="3015763"/>
                </a:cubicBezTo>
                <a:lnTo>
                  <a:pt x="11616961" y="3009073"/>
                </a:lnTo>
                <a:cubicBezTo>
                  <a:pt x="11617130" y="3009068"/>
                  <a:pt x="11617299" y="3009063"/>
                  <a:pt x="11617466" y="3009010"/>
                </a:cubicBezTo>
                <a:cubicBezTo>
                  <a:pt x="11662185" y="2695154"/>
                  <a:pt x="11889463" y="2438329"/>
                  <a:pt x="12192000" y="2344615"/>
                </a:cubicBezTo>
                <a:close/>
                <a:moveTo>
                  <a:pt x="10767111" y="2302594"/>
                </a:moveTo>
                <a:lnTo>
                  <a:pt x="10784198" y="2304217"/>
                </a:lnTo>
                <a:cubicBezTo>
                  <a:pt x="10816584" y="2304744"/>
                  <a:pt x="10848477" y="2307725"/>
                  <a:pt x="10879660" y="2313282"/>
                </a:cubicBezTo>
                <a:cubicBezTo>
                  <a:pt x="10885236" y="2312863"/>
                  <a:pt x="10890564" y="2313811"/>
                  <a:pt x="10895873" y="2314821"/>
                </a:cubicBezTo>
                <a:lnTo>
                  <a:pt x="10895990" y="2315969"/>
                </a:lnTo>
                <a:cubicBezTo>
                  <a:pt x="11254840" y="2375367"/>
                  <a:pt x="11535879" y="2656144"/>
                  <a:pt x="11586156" y="3009010"/>
                </a:cubicBezTo>
                <a:cubicBezTo>
                  <a:pt x="11586323" y="3009063"/>
                  <a:pt x="11586492" y="3009068"/>
                  <a:pt x="11586661" y="3009073"/>
                </a:cubicBezTo>
                <a:lnTo>
                  <a:pt x="11587201" y="3015763"/>
                </a:lnTo>
                <a:cubicBezTo>
                  <a:pt x="11592258" y="3046007"/>
                  <a:pt x="11594708" y="3076892"/>
                  <a:pt x="11594665" y="3108220"/>
                </a:cubicBezTo>
                <a:cubicBezTo>
                  <a:pt x="11595977" y="3113850"/>
                  <a:pt x="11596036" y="3119519"/>
                  <a:pt x="11596036" y="3125201"/>
                </a:cubicBezTo>
                <a:cubicBezTo>
                  <a:pt x="11596036" y="3129023"/>
                  <a:pt x="11596009" y="3132839"/>
                  <a:pt x="11595443" y="3136641"/>
                </a:cubicBezTo>
                <a:lnTo>
                  <a:pt x="11594944" y="3136608"/>
                </a:lnTo>
                <a:lnTo>
                  <a:pt x="11594918" y="3137103"/>
                </a:lnTo>
                <a:lnTo>
                  <a:pt x="11577800" y="3135477"/>
                </a:lnTo>
                <a:cubicBezTo>
                  <a:pt x="11545425" y="3134950"/>
                  <a:pt x="11513545" y="3131969"/>
                  <a:pt x="11482373" y="3126415"/>
                </a:cubicBezTo>
                <a:cubicBezTo>
                  <a:pt x="11476796" y="3126834"/>
                  <a:pt x="11471467" y="3125886"/>
                  <a:pt x="11466156" y="3124875"/>
                </a:cubicBezTo>
                <a:lnTo>
                  <a:pt x="11466040" y="3123727"/>
                </a:lnTo>
                <a:cubicBezTo>
                  <a:pt x="11107189" y="3064328"/>
                  <a:pt x="10826150" y="2783551"/>
                  <a:pt x="10775875" y="2430686"/>
                </a:cubicBezTo>
                <a:cubicBezTo>
                  <a:pt x="10775707" y="2430633"/>
                  <a:pt x="10775539" y="2430628"/>
                  <a:pt x="10775369" y="2430623"/>
                </a:cubicBezTo>
                <a:lnTo>
                  <a:pt x="10774831" y="2423947"/>
                </a:lnTo>
                <a:cubicBezTo>
                  <a:pt x="10769772" y="2393697"/>
                  <a:pt x="10767321" y="2362806"/>
                  <a:pt x="10767364" y="2331471"/>
                </a:cubicBezTo>
                <a:cubicBezTo>
                  <a:pt x="10766052" y="2325843"/>
                  <a:pt x="10765993" y="2320176"/>
                  <a:pt x="10765993" y="2314495"/>
                </a:cubicBezTo>
                <a:lnTo>
                  <a:pt x="10766587" y="2303055"/>
                </a:lnTo>
                <a:lnTo>
                  <a:pt x="10767085" y="2303088"/>
                </a:lnTo>
                <a:close/>
                <a:moveTo>
                  <a:pt x="10744358" y="2302594"/>
                </a:moveTo>
                <a:lnTo>
                  <a:pt x="10744384" y="2303088"/>
                </a:lnTo>
                <a:lnTo>
                  <a:pt x="10744882" y="2303055"/>
                </a:lnTo>
                <a:lnTo>
                  <a:pt x="10745476" y="2314495"/>
                </a:lnTo>
                <a:cubicBezTo>
                  <a:pt x="10745476" y="2320176"/>
                  <a:pt x="10745417" y="2325843"/>
                  <a:pt x="10744105" y="2331471"/>
                </a:cubicBezTo>
                <a:cubicBezTo>
                  <a:pt x="10744148" y="2362806"/>
                  <a:pt x="10741697" y="2393697"/>
                  <a:pt x="10736638" y="2423947"/>
                </a:cubicBezTo>
                <a:lnTo>
                  <a:pt x="10736100" y="2430623"/>
                </a:lnTo>
                <a:cubicBezTo>
                  <a:pt x="10735930" y="2430628"/>
                  <a:pt x="10735762" y="2430633"/>
                  <a:pt x="10735594" y="2430686"/>
                </a:cubicBezTo>
                <a:cubicBezTo>
                  <a:pt x="10685319" y="2783551"/>
                  <a:pt x="10404280" y="3064328"/>
                  <a:pt x="10045429" y="3123727"/>
                </a:cubicBezTo>
                <a:lnTo>
                  <a:pt x="10045313" y="3124875"/>
                </a:lnTo>
                <a:cubicBezTo>
                  <a:pt x="10040002" y="3125886"/>
                  <a:pt x="10034673" y="3126834"/>
                  <a:pt x="10029096" y="3126415"/>
                </a:cubicBezTo>
                <a:cubicBezTo>
                  <a:pt x="9997924" y="3131969"/>
                  <a:pt x="9966044" y="3134950"/>
                  <a:pt x="9933669" y="3135477"/>
                </a:cubicBezTo>
                <a:lnTo>
                  <a:pt x="9916551" y="3137103"/>
                </a:lnTo>
                <a:lnTo>
                  <a:pt x="9916525" y="3136608"/>
                </a:lnTo>
                <a:lnTo>
                  <a:pt x="9916026" y="3136641"/>
                </a:lnTo>
                <a:cubicBezTo>
                  <a:pt x="9915460" y="3132839"/>
                  <a:pt x="9915433" y="3129023"/>
                  <a:pt x="9915433" y="3125201"/>
                </a:cubicBezTo>
                <a:cubicBezTo>
                  <a:pt x="9915433" y="3119519"/>
                  <a:pt x="9915492" y="3113850"/>
                  <a:pt x="9916804" y="3108220"/>
                </a:cubicBezTo>
                <a:cubicBezTo>
                  <a:pt x="9916761" y="3076892"/>
                  <a:pt x="9919211" y="3046007"/>
                  <a:pt x="9924268" y="3015763"/>
                </a:cubicBezTo>
                <a:lnTo>
                  <a:pt x="9924808" y="3009073"/>
                </a:lnTo>
                <a:cubicBezTo>
                  <a:pt x="9924977" y="3009068"/>
                  <a:pt x="9925146" y="3009063"/>
                  <a:pt x="9925314" y="3009010"/>
                </a:cubicBezTo>
                <a:cubicBezTo>
                  <a:pt x="9975590" y="2656144"/>
                  <a:pt x="10256629" y="2375367"/>
                  <a:pt x="10615479" y="2315969"/>
                </a:cubicBezTo>
                <a:lnTo>
                  <a:pt x="10615596" y="2314821"/>
                </a:lnTo>
                <a:cubicBezTo>
                  <a:pt x="10620905" y="2313811"/>
                  <a:pt x="10626233" y="2312863"/>
                  <a:pt x="10631809" y="2313282"/>
                </a:cubicBezTo>
                <a:cubicBezTo>
                  <a:pt x="10662992" y="2307725"/>
                  <a:pt x="10694885" y="2304744"/>
                  <a:pt x="10727271" y="2304217"/>
                </a:cubicBezTo>
                <a:close/>
                <a:moveTo>
                  <a:pt x="9074958" y="2302594"/>
                </a:moveTo>
                <a:lnTo>
                  <a:pt x="9092045" y="2304217"/>
                </a:lnTo>
                <a:cubicBezTo>
                  <a:pt x="9124431" y="2304744"/>
                  <a:pt x="9156324" y="2307725"/>
                  <a:pt x="9187507" y="2313282"/>
                </a:cubicBezTo>
                <a:cubicBezTo>
                  <a:pt x="9193083" y="2312863"/>
                  <a:pt x="9198411" y="2313811"/>
                  <a:pt x="9203720" y="2314821"/>
                </a:cubicBezTo>
                <a:lnTo>
                  <a:pt x="9203837" y="2315969"/>
                </a:lnTo>
                <a:cubicBezTo>
                  <a:pt x="9562687" y="2375367"/>
                  <a:pt x="9843726" y="2656144"/>
                  <a:pt x="9894002" y="3009010"/>
                </a:cubicBezTo>
                <a:cubicBezTo>
                  <a:pt x="9894170" y="3009063"/>
                  <a:pt x="9894339" y="3009068"/>
                  <a:pt x="9894508" y="3009073"/>
                </a:cubicBezTo>
                <a:lnTo>
                  <a:pt x="9895048" y="3015763"/>
                </a:lnTo>
                <a:cubicBezTo>
                  <a:pt x="9900105" y="3046007"/>
                  <a:pt x="9902555" y="3076892"/>
                  <a:pt x="9902512" y="3108220"/>
                </a:cubicBezTo>
                <a:cubicBezTo>
                  <a:pt x="9903824" y="3113850"/>
                  <a:pt x="9903883" y="3119519"/>
                  <a:pt x="9903883" y="3125201"/>
                </a:cubicBezTo>
                <a:cubicBezTo>
                  <a:pt x="9903883" y="3129023"/>
                  <a:pt x="9903856" y="3132839"/>
                  <a:pt x="9903290" y="3136641"/>
                </a:cubicBezTo>
                <a:lnTo>
                  <a:pt x="9902791" y="3136608"/>
                </a:lnTo>
                <a:lnTo>
                  <a:pt x="9902765" y="3137103"/>
                </a:lnTo>
                <a:lnTo>
                  <a:pt x="9885647" y="3135477"/>
                </a:lnTo>
                <a:cubicBezTo>
                  <a:pt x="9853272" y="3134950"/>
                  <a:pt x="9821392" y="3131969"/>
                  <a:pt x="9790220" y="3126415"/>
                </a:cubicBezTo>
                <a:cubicBezTo>
                  <a:pt x="9784643" y="3126834"/>
                  <a:pt x="9779314" y="3125886"/>
                  <a:pt x="9774003" y="3124875"/>
                </a:cubicBezTo>
                <a:lnTo>
                  <a:pt x="9773887" y="3123727"/>
                </a:lnTo>
                <a:cubicBezTo>
                  <a:pt x="9415036" y="3064328"/>
                  <a:pt x="9133997" y="2783551"/>
                  <a:pt x="9083722" y="2430686"/>
                </a:cubicBezTo>
                <a:cubicBezTo>
                  <a:pt x="9083554" y="2430633"/>
                  <a:pt x="9083386" y="2430628"/>
                  <a:pt x="9083216" y="2430623"/>
                </a:cubicBezTo>
                <a:lnTo>
                  <a:pt x="9082678" y="2423947"/>
                </a:lnTo>
                <a:cubicBezTo>
                  <a:pt x="9077619" y="2393697"/>
                  <a:pt x="9075168" y="2362806"/>
                  <a:pt x="9075211" y="2331471"/>
                </a:cubicBezTo>
                <a:cubicBezTo>
                  <a:pt x="9073899" y="2325843"/>
                  <a:pt x="9073840" y="2320176"/>
                  <a:pt x="9073840" y="2314495"/>
                </a:cubicBezTo>
                <a:lnTo>
                  <a:pt x="9074434" y="2303055"/>
                </a:lnTo>
                <a:lnTo>
                  <a:pt x="9074932" y="2303088"/>
                </a:lnTo>
                <a:close/>
                <a:moveTo>
                  <a:pt x="9052207" y="2302594"/>
                </a:moveTo>
                <a:lnTo>
                  <a:pt x="9052233" y="2303088"/>
                </a:lnTo>
                <a:lnTo>
                  <a:pt x="9052731" y="2303055"/>
                </a:lnTo>
                <a:lnTo>
                  <a:pt x="9053325" y="2314495"/>
                </a:lnTo>
                <a:cubicBezTo>
                  <a:pt x="9053325" y="2320176"/>
                  <a:pt x="9053266" y="2325843"/>
                  <a:pt x="9051954" y="2331471"/>
                </a:cubicBezTo>
                <a:cubicBezTo>
                  <a:pt x="9051997" y="2362806"/>
                  <a:pt x="9049546" y="2393697"/>
                  <a:pt x="9044487" y="2423947"/>
                </a:cubicBezTo>
                <a:lnTo>
                  <a:pt x="9043949" y="2430623"/>
                </a:lnTo>
                <a:cubicBezTo>
                  <a:pt x="9043779" y="2430628"/>
                  <a:pt x="9043611" y="2430633"/>
                  <a:pt x="9043443" y="2430686"/>
                </a:cubicBezTo>
                <a:cubicBezTo>
                  <a:pt x="8993168" y="2783551"/>
                  <a:pt x="8712129" y="3064328"/>
                  <a:pt x="8353278" y="3123727"/>
                </a:cubicBezTo>
                <a:lnTo>
                  <a:pt x="8353162" y="3124875"/>
                </a:lnTo>
                <a:cubicBezTo>
                  <a:pt x="8347851" y="3125886"/>
                  <a:pt x="8342522" y="3126834"/>
                  <a:pt x="8336945" y="3126415"/>
                </a:cubicBezTo>
                <a:cubicBezTo>
                  <a:pt x="8305773" y="3131969"/>
                  <a:pt x="8273893" y="3134950"/>
                  <a:pt x="8241519" y="3135477"/>
                </a:cubicBezTo>
                <a:lnTo>
                  <a:pt x="8224400" y="3137103"/>
                </a:lnTo>
                <a:lnTo>
                  <a:pt x="8224374" y="3136608"/>
                </a:lnTo>
                <a:lnTo>
                  <a:pt x="8223875" y="3136641"/>
                </a:lnTo>
                <a:cubicBezTo>
                  <a:pt x="8223309" y="3132839"/>
                  <a:pt x="8223282" y="3129023"/>
                  <a:pt x="8223282" y="3125201"/>
                </a:cubicBezTo>
                <a:cubicBezTo>
                  <a:pt x="8223282" y="3119519"/>
                  <a:pt x="8223341" y="3113850"/>
                  <a:pt x="8224653" y="3108220"/>
                </a:cubicBezTo>
                <a:cubicBezTo>
                  <a:pt x="8224611" y="3076892"/>
                  <a:pt x="8227060" y="3046007"/>
                  <a:pt x="8232117" y="3015763"/>
                </a:cubicBezTo>
                <a:lnTo>
                  <a:pt x="8232657" y="3009073"/>
                </a:lnTo>
                <a:cubicBezTo>
                  <a:pt x="8232826" y="3009068"/>
                  <a:pt x="8232995" y="3009063"/>
                  <a:pt x="8233163" y="3009010"/>
                </a:cubicBezTo>
                <a:cubicBezTo>
                  <a:pt x="8283439" y="2656144"/>
                  <a:pt x="8564478" y="2375367"/>
                  <a:pt x="8923328" y="2315969"/>
                </a:cubicBezTo>
                <a:lnTo>
                  <a:pt x="8923445" y="2314821"/>
                </a:lnTo>
                <a:cubicBezTo>
                  <a:pt x="8928754" y="2313811"/>
                  <a:pt x="8934082" y="2312863"/>
                  <a:pt x="8939658" y="2313282"/>
                </a:cubicBezTo>
                <a:cubicBezTo>
                  <a:pt x="8970841" y="2307725"/>
                  <a:pt x="9002734" y="2304744"/>
                  <a:pt x="9035120" y="2304217"/>
                </a:cubicBezTo>
                <a:close/>
                <a:moveTo>
                  <a:pt x="7382807" y="2302594"/>
                </a:moveTo>
                <a:lnTo>
                  <a:pt x="7399895" y="2304217"/>
                </a:lnTo>
                <a:cubicBezTo>
                  <a:pt x="7432280" y="2304744"/>
                  <a:pt x="7464173" y="2307725"/>
                  <a:pt x="7495356" y="2313282"/>
                </a:cubicBezTo>
                <a:cubicBezTo>
                  <a:pt x="7500932" y="2312863"/>
                  <a:pt x="7506260" y="2313811"/>
                  <a:pt x="7511569" y="2314821"/>
                </a:cubicBezTo>
                <a:lnTo>
                  <a:pt x="7511686" y="2315969"/>
                </a:lnTo>
                <a:cubicBezTo>
                  <a:pt x="7870536" y="2375367"/>
                  <a:pt x="8151575" y="2656144"/>
                  <a:pt x="8201852" y="3009010"/>
                </a:cubicBezTo>
                <a:cubicBezTo>
                  <a:pt x="8202019" y="3009063"/>
                  <a:pt x="8202189" y="3009068"/>
                  <a:pt x="8202357" y="3009073"/>
                </a:cubicBezTo>
                <a:lnTo>
                  <a:pt x="8202898" y="3015763"/>
                </a:lnTo>
                <a:cubicBezTo>
                  <a:pt x="8207954" y="3046007"/>
                  <a:pt x="8210404" y="3076892"/>
                  <a:pt x="8210362" y="3108220"/>
                </a:cubicBezTo>
                <a:cubicBezTo>
                  <a:pt x="8211674" y="3113850"/>
                  <a:pt x="8211732" y="3119519"/>
                  <a:pt x="8211732" y="3125201"/>
                </a:cubicBezTo>
                <a:cubicBezTo>
                  <a:pt x="8211732" y="3129023"/>
                  <a:pt x="8211705" y="3132839"/>
                  <a:pt x="8211139" y="3136641"/>
                </a:cubicBezTo>
                <a:lnTo>
                  <a:pt x="8210640" y="3136608"/>
                </a:lnTo>
                <a:lnTo>
                  <a:pt x="8210614" y="3137103"/>
                </a:lnTo>
                <a:lnTo>
                  <a:pt x="8193496" y="3135477"/>
                </a:lnTo>
                <a:cubicBezTo>
                  <a:pt x="8161122" y="3134950"/>
                  <a:pt x="8129241" y="3131969"/>
                  <a:pt x="8098069" y="3126415"/>
                </a:cubicBezTo>
                <a:cubicBezTo>
                  <a:pt x="8092492" y="3126834"/>
                  <a:pt x="8087163" y="3125886"/>
                  <a:pt x="8081853" y="3124875"/>
                </a:cubicBezTo>
                <a:lnTo>
                  <a:pt x="8081737" y="3123727"/>
                </a:lnTo>
                <a:cubicBezTo>
                  <a:pt x="7722885" y="3064328"/>
                  <a:pt x="7441846" y="2783551"/>
                  <a:pt x="7391571" y="2430686"/>
                </a:cubicBezTo>
                <a:cubicBezTo>
                  <a:pt x="7391403" y="2430633"/>
                  <a:pt x="7391235" y="2430628"/>
                  <a:pt x="7391065" y="2430623"/>
                </a:cubicBezTo>
                <a:lnTo>
                  <a:pt x="7390527" y="2423947"/>
                </a:lnTo>
                <a:cubicBezTo>
                  <a:pt x="7385468" y="2393697"/>
                  <a:pt x="7383018" y="2362806"/>
                  <a:pt x="7383060" y="2331471"/>
                </a:cubicBezTo>
                <a:cubicBezTo>
                  <a:pt x="7381748" y="2325843"/>
                  <a:pt x="7381689" y="2320176"/>
                  <a:pt x="7381689" y="2314495"/>
                </a:cubicBezTo>
                <a:lnTo>
                  <a:pt x="7382283" y="2303055"/>
                </a:lnTo>
                <a:lnTo>
                  <a:pt x="7382781" y="2303088"/>
                </a:lnTo>
                <a:close/>
                <a:moveTo>
                  <a:pt x="7360056" y="2302594"/>
                </a:moveTo>
                <a:lnTo>
                  <a:pt x="7360082" y="2303088"/>
                </a:lnTo>
                <a:lnTo>
                  <a:pt x="7360580" y="2303055"/>
                </a:lnTo>
                <a:lnTo>
                  <a:pt x="7361174" y="2314495"/>
                </a:lnTo>
                <a:cubicBezTo>
                  <a:pt x="7361174" y="2320176"/>
                  <a:pt x="7361116" y="2325843"/>
                  <a:pt x="7359804" y="2331471"/>
                </a:cubicBezTo>
                <a:cubicBezTo>
                  <a:pt x="7359846" y="2362806"/>
                  <a:pt x="7357395" y="2393697"/>
                  <a:pt x="7352337" y="2423947"/>
                </a:cubicBezTo>
                <a:lnTo>
                  <a:pt x="7351798" y="2430623"/>
                </a:lnTo>
                <a:cubicBezTo>
                  <a:pt x="7351629" y="2430628"/>
                  <a:pt x="7351460" y="2430633"/>
                  <a:pt x="7351293" y="2430686"/>
                </a:cubicBezTo>
                <a:cubicBezTo>
                  <a:pt x="7301017" y="2783551"/>
                  <a:pt x="7019978" y="3064328"/>
                  <a:pt x="6661127" y="3123727"/>
                </a:cubicBezTo>
                <a:lnTo>
                  <a:pt x="6661011" y="3124875"/>
                </a:lnTo>
                <a:cubicBezTo>
                  <a:pt x="6655700" y="3125886"/>
                  <a:pt x="6650371" y="3126834"/>
                  <a:pt x="6644794" y="3126415"/>
                </a:cubicBezTo>
                <a:cubicBezTo>
                  <a:pt x="6613622" y="3131969"/>
                  <a:pt x="6581742" y="3134950"/>
                  <a:pt x="6549368" y="3135477"/>
                </a:cubicBezTo>
                <a:lnTo>
                  <a:pt x="6532249" y="3137103"/>
                </a:lnTo>
                <a:lnTo>
                  <a:pt x="6532223" y="3136608"/>
                </a:lnTo>
                <a:lnTo>
                  <a:pt x="6531724" y="3136641"/>
                </a:lnTo>
                <a:cubicBezTo>
                  <a:pt x="6531158" y="3132839"/>
                  <a:pt x="6531131" y="3129023"/>
                  <a:pt x="6531131" y="3125201"/>
                </a:cubicBezTo>
                <a:cubicBezTo>
                  <a:pt x="6531131" y="3119519"/>
                  <a:pt x="6531190" y="3113850"/>
                  <a:pt x="6532502" y="3108220"/>
                </a:cubicBezTo>
                <a:cubicBezTo>
                  <a:pt x="6532460" y="3076892"/>
                  <a:pt x="6534909" y="3046007"/>
                  <a:pt x="6539966" y="3015763"/>
                </a:cubicBezTo>
                <a:lnTo>
                  <a:pt x="6540506" y="3009073"/>
                </a:lnTo>
                <a:cubicBezTo>
                  <a:pt x="6540675" y="3009068"/>
                  <a:pt x="6540844" y="3009063"/>
                  <a:pt x="6541012" y="3009010"/>
                </a:cubicBezTo>
                <a:cubicBezTo>
                  <a:pt x="6591288" y="2656144"/>
                  <a:pt x="6872327" y="2375367"/>
                  <a:pt x="7231178" y="2315969"/>
                </a:cubicBezTo>
                <a:lnTo>
                  <a:pt x="7231295" y="2314821"/>
                </a:lnTo>
                <a:cubicBezTo>
                  <a:pt x="7236603" y="2313811"/>
                  <a:pt x="7241931" y="2312863"/>
                  <a:pt x="7247507" y="2313282"/>
                </a:cubicBezTo>
                <a:cubicBezTo>
                  <a:pt x="7278691" y="2307725"/>
                  <a:pt x="7310583" y="2304744"/>
                  <a:pt x="7342969" y="2304217"/>
                </a:cubicBezTo>
                <a:close/>
                <a:moveTo>
                  <a:pt x="5690656" y="2302594"/>
                </a:moveTo>
                <a:lnTo>
                  <a:pt x="5707743" y="2304217"/>
                </a:lnTo>
                <a:cubicBezTo>
                  <a:pt x="5740129" y="2304744"/>
                  <a:pt x="5772021" y="2307725"/>
                  <a:pt x="5803205" y="2313282"/>
                </a:cubicBezTo>
                <a:cubicBezTo>
                  <a:pt x="5808781" y="2312863"/>
                  <a:pt x="5814109" y="2313811"/>
                  <a:pt x="5819417" y="2314821"/>
                </a:cubicBezTo>
                <a:lnTo>
                  <a:pt x="5819534" y="2315969"/>
                </a:lnTo>
                <a:cubicBezTo>
                  <a:pt x="6178385" y="2375367"/>
                  <a:pt x="6459424" y="2656144"/>
                  <a:pt x="6509700" y="3009010"/>
                </a:cubicBezTo>
                <a:cubicBezTo>
                  <a:pt x="6509868" y="3009063"/>
                  <a:pt x="6510037" y="3009068"/>
                  <a:pt x="6510206" y="3009073"/>
                </a:cubicBezTo>
                <a:lnTo>
                  <a:pt x="6510746" y="3015763"/>
                </a:lnTo>
                <a:cubicBezTo>
                  <a:pt x="6515803" y="3046007"/>
                  <a:pt x="6518252" y="3076892"/>
                  <a:pt x="6518210" y="3108220"/>
                </a:cubicBezTo>
                <a:cubicBezTo>
                  <a:pt x="6519522" y="3113850"/>
                  <a:pt x="6519581" y="3119519"/>
                  <a:pt x="6519581" y="3125201"/>
                </a:cubicBezTo>
                <a:cubicBezTo>
                  <a:pt x="6519581" y="3129023"/>
                  <a:pt x="6519554" y="3132839"/>
                  <a:pt x="6518988" y="3136641"/>
                </a:cubicBezTo>
                <a:lnTo>
                  <a:pt x="6518489" y="3136608"/>
                </a:lnTo>
                <a:lnTo>
                  <a:pt x="6518463" y="3137103"/>
                </a:lnTo>
                <a:lnTo>
                  <a:pt x="6501344" y="3135477"/>
                </a:lnTo>
                <a:cubicBezTo>
                  <a:pt x="6468970" y="3134950"/>
                  <a:pt x="6437090" y="3131969"/>
                  <a:pt x="6405918" y="3126415"/>
                </a:cubicBezTo>
                <a:cubicBezTo>
                  <a:pt x="6400341" y="3126834"/>
                  <a:pt x="6395012" y="3125886"/>
                  <a:pt x="6389701" y="3124875"/>
                </a:cubicBezTo>
                <a:lnTo>
                  <a:pt x="6389585" y="3123727"/>
                </a:lnTo>
                <a:cubicBezTo>
                  <a:pt x="6030734" y="3064328"/>
                  <a:pt x="5749695" y="2783551"/>
                  <a:pt x="5699419" y="2430686"/>
                </a:cubicBezTo>
                <a:cubicBezTo>
                  <a:pt x="5699252" y="2430633"/>
                  <a:pt x="5699083" y="2430628"/>
                  <a:pt x="5698914" y="2430623"/>
                </a:cubicBezTo>
                <a:lnTo>
                  <a:pt x="5698375" y="2423947"/>
                </a:lnTo>
                <a:cubicBezTo>
                  <a:pt x="5693317" y="2393697"/>
                  <a:pt x="5690866" y="2362806"/>
                  <a:pt x="5690908" y="2331471"/>
                </a:cubicBezTo>
                <a:cubicBezTo>
                  <a:pt x="5689596" y="2325843"/>
                  <a:pt x="5689538" y="2320176"/>
                  <a:pt x="5689538" y="2314495"/>
                </a:cubicBezTo>
                <a:lnTo>
                  <a:pt x="5690132" y="2303055"/>
                </a:lnTo>
                <a:lnTo>
                  <a:pt x="5690630" y="2303088"/>
                </a:lnTo>
                <a:close/>
                <a:moveTo>
                  <a:pt x="5667905" y="2302594"/>
                </a:moveTo>
                <a:lnTo>
                  <a:pt x="5667931" y="2303088"/>
                </a:lnTo>
                <a:lnTo>
                  <a:pt x="5668429" y="2303055"/>
                </a:lnTo>
                <a:lnTo>
                  <a:pt x="5669023" y="2314495"/>
                </a:lnTo>
                <a:cubicBezTo>
                  <a:pt x="5669023" y="2320176"/>
                  <a:pt x="5668964" y="2325843"/>
                  <a:pt x="5667652" y="2331471"/>
                </a:cubicBezTo>
                <a:cubicBezTo>
                  <a:pt x="5667694" y="2362806"/>
                  <a:pt x="5665244" y="2393697"/>
                  <a:pt x="5660185" y="2423947"/>
                </a:cubicBezTo>
                <a:lnTo>
                  <a:pt x="5659647" y="2430623"/>
                </a:lnTo>
                <a:cubicBezTo>
                  <a:pt x="5659477" y="2430628"/>
                  <a:pt x="5659309" y="2430633"/>
                  <a:pt x="5659141" y="2430686"/>
                </a:cubicBezTo>
                <a:cubicBezTo>
                  <a:pt x="5608866" y="2783551"/>
                  <a:pt x="5327827" y="3064328"/>
                  <a:pt x="4968975" y="3123727"/>
                </a:cubicBezTo>
                <a:lnTo>
                  <a:pt x="4968859" y="3124875"/>
                </a:lnTo>
                <a:cubicBezTo>
                  <a:pt x="4963549" y="3125886"/>
                  <a:pt x="4958220" y="3126834"/>
                  <a:pt x="4952643" y="3126415"/>
                </a:cubicBezTo>
                <a:cubicBezTo>
                  <a:pt x="4921471" y="3131969"/>
                  <a:pt x="4889590" y="3134950"/>
                  <a:pt x="4857216" y="3135477"/>
                </a:cubicBezTo>
                <a:lnTo>
                  <a:pt x="4840098" y="3137103"/>
                </a:lnTo>
                <a:lnTo>
                  <a:pt x="4840072" y="3136608"/>
                </a:lnTo>
                <a:lnTo>
                  <a:pt x="4839573" y="3136641"/>
                </a:lnTo>
                <a:cubicBezTo>
                  <a:pt x="4839007" y="3132839"/>
                  <a:pt x="4838980" y="3129023"/>
                  <a:pt x="4838980" y="3125201"/>
                </a:cubicBezTo>
                <a:cubicBezTo>
                  <a:pt x="4838980" y="3119519"/>
                  <a:pt x="4839038" y="3113850"/>
                  <a:pt x="4840350" y="3108220"/>
                </a:cubicBezTo>
                <a:cubicBezTo>
                  <a:pt x="4840308" y="3076892"/>
                  <a:pt x="4842758" y="3046007"/>
                  <a:pt x="4847814" y="3015763"/>
                </a:cubicBezTo>
                <a:lnTo>
                  <a:pt x="4848355" y="3009073"/>
                </a:lnTo>
                <a:cubicBezTo>
                  <a:pt x="4848523" y="3009068"/>
                  <a:pt x="4848693" y="3009063"/>
                  <a:pt x="4848860" y="3009010"/>
                </a:cubicBezTo>
                <a:cubicBezTo>
                  <a:pt x="4899137" y="2656144"/>
                  <a:pt x="5180176" y="2375367"/>
                  <a:pt x="5539026" y="2315969"/>
                </a:cubicBezTo>
                <a:lnTo>
                  <a:pt x="5539143" y="2314821"/>
                </a:lnTo>
                <a:cubicBezTo>
                  <a:pt x="5544452" y="2313811"/>
                  <a:pt x="5549780" y="2312863"/>
                  <a:pt x="5555356" y="2313282"/>
                </a:cubicBezTo>
                <a:cubicBezTo>
                  <a:pt x="5586539" y="2307725"/>
                  <a:pt x="5618432" y="2304744"/>
                  <a:pt x="5650817" y="2304217"/>
                </a:cubicBezTo>
                <a:close/>
                <a:moveTo>
                  <a:pt x="3998505" y="2302594"/>
                </a:moveTo>
                <a:lnTo>
                  <a:pt x="4015592" y="2304217"/>
                </a:lnTo>
                <a:cubicBezTo>
                  <a:pt x="4047978" y="2304744"/>
                  <a:pt x="4079870" y="2307725"/>
                  <a:pt x="4111054" y="2313282"/>
                </a:cubicBezTo>
                <a:cubicBezTo>
                  <a:pt x="4116630" y="2312863"/>
                  <a:pt x="4121958" y="2313811"/>
                  <a:pt x="4127266" y="2314821"/>
                </a:cubicBezTo>
                <a:lnTo>
                  <a:pt x="4127384" y="2315969"/>
                </a:lnTo>
                <a:cubicBezTo>
                  <a:pt x="4486234" y="2375367"/>
                  <a:pt x="4767273" y="2656144"/>
                  <a:pt x="4817549" y="3009010"/>
                </a:cubicBezTo>
                <a:cubicBezTo>
                  <a:pt x="4817717" y="3009063"/>
                  <a:pt x="4817886" y="3009068"/>
                  <a:pt x="4818055" y="3009073"/>
                </a:cubicBezTo>
                <a:lnTo>
                  <a:pt x="4818595" y="3015763"/>
                </a:lnTo>
                <a:cubicBezTo>
                  <a:pt x="4823652" y="3046007"/>
                  <a:pt x="4826101" y="3076892"/>
                  <a:pt x="4826059" y="3108220"/>
                </a:cubicBezTo>
                <a:cubicBezTo>
                  <a:pt x="4827371" y="3113850"/>
                  <a:pt x="4827430" y="3119519"/>
                  <a:pt x="4827430" y="3125201"/>
                </a:cubicBezTo>
                <a:cubicBezTo>
                  <a:pt x="4827430" y="3129023"/>
                  <a:pt x="4827403" y="3132839"/>
                  <a:pt x="4826837" y="3136641"/>
                </a:cubicBezTo>
                <a:lnTo>
                  <a:pt x="4826338" y="3136608"/>
                </a:lnTo>
                <a:lnTo>
                  <a:pt x="4826312" y="3137103"/>
                </a:lnTo>
                <a:lnTo>
                  <a:pt x="4809193" y="3135477"/>
                </a:lnTo>
                <a:cubicBezTo>
                  <a:pt x="4776819" y="3134950"/>
                  <a:pt x="4744939" y="3131969"/>
                  <a:pt x="4713767" y="3126415"/>
                </a:cubicBezTo>
                <a:cubicBezTo>
                  <a:pt x="4708190" y="3126834"/>
                  <a:pt x="4702861" y="3125886"/>
                  <a:pt x="4697550" y="3124875"/>
                </a:cubicBezTo>
                <a:lnTo>
                  <a:pt x="4697434" y="3123727"/>
                </a:lnTo>
                <a:cubicBezTo>
                  <a:pt x="4338583" y="3064328"/>
                  <a:pt x="4057544" y="2783551"/>
                  <a:pt x="4007268" y="2430686"/>
                </a:cubicBezTo>
                <a:cubicBezTo>
                  <a:pt x="4007101" y="2430633"/>
                  <a:pt x="4006932" y="2430628"/>
                  <a:pt x="4006763" y="2430623"/>
                </a:cubicBezTo>
                <a:lnTo>
                  <a:pt x="4006225" y="2423947"/>
                </a:lnTo>
                <a:cubicBezTo>
                  <a:pt x="4001166" y="2393697"/>
                  <a:pt x="3998715" y="2362806"/>
                  <a:pt x="3998757" y="2331471"/>
                </a:cubicBezTo>
                <a:cubicBezTo>
                  <a:pt x="3997445" y="2325843"/>
                  <a:pt x="3997387" y="2320176"/>
                  <a:pt x="3997387" y="2314495"/>
                </a:cubicBezTo>
                <a:lnTo>
                  <a:pt x="3997981" y="2303055"/>
                </a:lnTo>
                <a:lnTo>
                  <a:pt x="3998479" y="2303088"/>
                </a:lnTo>
                <a:close/>
                <a:moveTo>
                  <a:pt x="3975754" y="2302594"/>
                </a:moveTo>
                <a:lnTo>
                  <a:pt x="3975780" y="2303088"/>
                </a:lnTo>
                <a:lnTo>
                  <a:pt x="3976278" y="2303055"/>
                </a:lnTo>
                <a:lnTo>
                  <a:pt x="3976872" y="2314495"/>
                </a:lnTo>
                <a:cubicBezTo>
                  <a:pt x="3976872" y="2320176"/>
                  <a:pt x="3976813" y="2325843"/>
                  <a:pt x="3975501" y="2331471"/>
                </a:cubicBezTo>
                <a:cubicBezTo>
                  <a:pt x="3975543" y="2362806"/>
                  <a:pt x="3973093" y="2393697"/>
                  <a:pt x="3968034" y="2423947"/>
                </a:cubicBezTo>
                <a:lnTo>
                  <a:pt x="3967496" y="2430623"/>
                </a:lnTo>
                <a:cubicBezTo>
                  <a:pt x="3967326" y="2430628"/>
                  <a:pt x="3967158" y="2430633"/>
                  <a:pt x="3966990" y="2430686"/>
                </a:cubicBezTo>
                <a:cubicBezTo>
                  <a:pt x="3916715" y="2783551"/>
                  <a:pt x="3635676" y="3064328"/>
                  <a:pt x="3276825" y="3123727"/>
                </a:cubicBezTo>
                <a:lnTo>
                  <a:pt x="3276708" y="3124875"/>
                </a:lnTo>
                <a:cubicBezTo>
                  <a:pt x="3271398" y="3125886"/>
                  <a:pt x="3266069" y="3126834"/>
                  <a:pt x="3260492" y="3126415"/>
                </a:cubicBezTo>
                <a:cubicBezTo>
                  <a:pt x="3229320" y="3131969"/>
                  <a:pt x="3197440" y="3134950"/>
                  <a:pt x="3165065" y="3135477"/>
                </a:cubicBezTo>
                <a:lnTo>
                  <a:pt x="3147947" y="3137103"/>
                </a:lnTo>
                <a:lnTo>
                  <a:pt x="3147921" y="3136608"/>
                </a:lnTo>
                <a:lnTo>
                  <a:pt x="3147422" y="3136641"/>
                </a:lnTo>
                <a:cubicBezTo>
                  <a:pt x="3146856" y="3132839"/>
                  <a:pt x="3146829" y="3129023"/>
                  <a:pt x="3146829" y="3125201"/>
                </a:cubicBezTo>
                <a:cubicBezTo>
                  <a:pt x="3146829" y="3119519"/>
                  <a:pt x="3146887" y="3113850"/>
                  <a:pt x="3148199" y="3108220"/>
                </a:cubicBezTo>
                <a:cubicBezTo>
                  <a:pt x="3148157" y="3076892"/>
                  <a:pt x="3150607" y="3046007"/>
                  <a:pt x="3155663" y="3015763"/>
                </a:cubicBezTo>
                <a:lnTo>
                  <a:pt x="3156204" y="3009073"/>
                </a:lnTo>
                <a:cubicBezTo>
                  <a:pt x="3156372" y="3009068"/>
                  <a:pt x="3156542" y="3009063"/>
                  <a:pt x="3156709" y="3009010"/>
                </a:cubicBezTo>
                <a:cubicBezTo>
                  <a:pt x="3206986" y="2656144"/>
                  <a:pt x="3488025" y="2375367"/>
                  <a:pt x="3846875" y="2315969"/>
                </a:cubicBezTo>
                <a:lnTo>
                  <a:pt x="3846992" y="2314821"/>
                </a:lnTo>
                <a:cubicBezTo>
                  <a:pt x="3852301" y="2313811"/>
                  <a:pt x="3857629" y="2312863"/>
                  <a:pt x="3863205" y="2313282"/>
                </a:cubicBezTo>
                <a:cubicBezTo>
                  <a:pt x="3894388" y="2307725"/>
                  <a:pt x="3926281" y="2304744"/>
                  <a:pt x="3958666" y="2304217"/>
                </a:cubicBezTo>
                <a:close/>
                <a:moveTo>
                  <a:pt x="2306354" y="2302594"/>
                </a:moveTo>
                <a:lnTo>
                  <a:pt x="2323441" y="2304217"/>
                </a:lnTo>
                <a:cubicBezTo>
                  <a:pt x="2355827" y="2304744"/>
                  <a:pt x="2387719" y="2307725"/>
                  <a:pt x="2418903" y="2313282"/>
                </a:cubicBezTo>
                <a:cubicBezTo>
                  <a:pt x="2424479" y="2312863"/>
                  <a:pt x="2429807" y="2313811"/>
                  <a:pt x="2435115" y="2314821"/>
                </a:cubicBezTo>
                <a:lnTo>
                  <a:pt x="2435233" y="2315969"/>
                </a:lnTo>
                <a:cubicBezTo>
                  <a:pt x="2794083" y="2375367"/>
                  <a:pt x="3075122" y="2656144"/>
                  <a:pt x="3125398" y="3009010"/>
                </a:cubicBezTo>
                <a:cubicBezTo>
                  <a:pt x="3125566" y="3009063"/>
                  <a:pt x="3125735" y="3009068"/>
                  <a:pt x="3125904" y="3009073"/>
                </a:cubicBezTo>
                <a:lnTo>
                  <a:pt x="3126444" y="3015763"/>
                </a:lnTo>
                <a:cubicBezTo>
                  <a:pt x="3131501" y="3046007"/>
                  <a:pt x="3133950" y="3076892"/>
                  <a:pt x="3133908" y="3108220"/>
                </a:cubicBezTo>
                <a:cubicBezTo>
                  <a:pt x="3135220" y="3113850"/>
                  <a:pt x="3135279" y="3119519"/>
                  <a:pt x="3135279" y="3125201"/>
                </a:cubicBezTo>
                <a:cubicBezTo>
                  <a:pt x="3135279" y="3129023"/>
                  <a:pt x="3135252" y="3132839"/>
                  <a:pt x="3134686" y="3136641"/>
                </a:cubicBezTo>
                <a:lnTo>
                  <a:pt x="3134187" y="3136608"/>
                </a:lnTo>
                <a:lnTo>
                  <a:pt x="3134161" y="3137103"/>
                </a:lnTo>
                <a:lnTo>
                  <a:pt x="3117042" y="3135477"/>
                </a:lnTo>
                <a:cubicBezTo>
                  <a:pt x="3084668" y="3134950"/>
                  <a:pt x="3052788" y="3131969"/>
                  <a:pt x="3021616" y="3126415"/>
                </a:cubicBezTo>
                <a:cubicBezTo>
                  <a:pt x="3016039" y="3126834"/>
                  <a:pt x="3010710" y="3125886"/>
                  <a:pt x="3005399" y="3124875"/>
                </a:cubicBezTo>
                <a:lnTo>
                  <a:pt x="3005283" y="3123727"/>
                </a:lnTo>
                <a:cubicBezTo>
                  <a:pt x="2646432" y="3064328"/>
                  <a:pt x="2365393" y="2783551"/>
                  <a:pt x="2315117" y="2430686"/>
                </a:cubicBezTo>
                <a:cubicBezTo>
                  <a:pt x="2314950" y="2430633"/>
                  <a:pt x="2314781" y="2430628"/>
                  <a:pt x="2314612" y="2430623"/>
                </a:cubicBezTo>
                <a:lnTo>
                  <a:pt x="2314074" y="2423947"/>
                </a:lnTo>
                <a:cubicBezTo>
                  <a:pt x="2309015" y="2393697"/>
                  <a:pt x="2306564" y="2362806"/>
                  <a:pt x="2306606" y="2331471"/>
                </a:cubicBezTo>
                <a:cubicBezTo>
                  <a:pt x="2305294" y="2325843"/>
                  <a:pt x="2305236" y="2320176"/>
                  <a:pt x="2305236" y="2314495"/>
                </a:cubicBezTo>
                <a:lnTo>
                  <a:pt x="2305830" y="2303055"/>
                </a:lnTo>
                <a:lnTo>
                  <a:pt x="2306328" y="2303088"/>
                </a:lnTo>
                <a:close/>
                <a:moveTo>
                  <a:pt x="2283603" y="2302594"/>
                </a:moveTo>
                <a:lnTo>
                  <a:pt x="2283629" y="2303088"/>
                </a:lnTo>
                <a:lnTo>
                  <a:pt x="2284127" y="2303055"/>
                </a:lnTo>
                <a:lnTo>
                  <a:pt x="2284721" y="2314495"/>
                </a:lnTo>
                <a:cubicBezTo>
                  <a:pt x="2284721" y="2320176"/>
                  <a:pt x="2284662" y="2325843"/>
                  <a:pt x="2283350" y="2331471"/>
                </a:cubicBezTo>
                <a:cubicBezTo>
                  <a:pt x="2283392" y="2362806"/>
                  <a:pt x="2280942" y="2393697"/>
                  <a:pt x="2275883" y="2423947"/>
                </a:cubicBezTo>
                <a:lnTo>
                  <a:pt x="2275345" y="2430623"/>
                </a:lnTo>
                <a:cubicBezTo>
                  <a:pt x="2275175" y="2430628"/>
                  <a:pt x="2275007" y="2430633"/>
                  <a:pt x="2274839" y="2430686"/>
                </a:cubicBezTo>
                <a:cubicBezTo>
                  <a:pt x="2224564" y="2783551"/>
                  <a:pt x="1943525" y="3064328"/>
                  <a:pt x="1584673" y="3123727"/>
                </a:cubicBezTo>
                <a:lnTo>
                  <a:pt x="1584557" y="3124875"/>
                </a:lnTo>
                <a:cubicBezTo>
                  <a:pt x="1579247" y="3125886"/>
                  <a:pt x="1573918" y="3126834"/>
                  <a:pt x="1568341" y="3126415"/>
                </a:cubicBezTo>
                <a:cubicBezTo>
                  <a:pt x="1537169" y="3131969"/>
                  <a:pt x="1505289" y="3134950"/>
                  <a:pt x="1472914" y="3135477"/>
                </a:cubicBezTo>
                <a:lnTo>
                  <a:pt x="1455796" y="3137103"/>
                </a:lnTo>
                <a:lnTo>
                  <a:pt x="1455770" y="3136608"/>
                </a:lnTo>
                <a:lnTo>
                  <a:pt x="1455271" y="3136641"/>
                </a:lnTo>
                <a:cubicBezTo>
                  <a:pt x="1454705" y="3132839"/>
                  <a:pt x="1454678" y="3129023"/>
                  <a:pt x="1454678" y="3125201"/>
                </a:cubicBezTo>
                <a:cubicBezTo>
                  <a:pt x="1454678" y="3119519"/>
                  <a:pt x="1454736" y="3113850"/>
                  <a:pt x="1456048" y="3108220"/>
                </a:cubicBezTo>
                <a:cubicBezTo>
                  <a:pt x="1456006" y="3076892"/>
                  <a:pt x="1458456" y="3046007"/>
                  <a:pt x="1463513" y="3015763"/>
                </a:cubicBezTo>
                <a:lnTo>
                  <a:pt x="1464053" y="3009073"/>
                </a:lnTo>
                <a:cubicBezTo>
                  <a:pt x="1464221" y="3009068"/>
                  <a:pt x="1464391" y="3009063"/>
                  <a:pt x="1464558" y="3009010"/>
                </a:cubicBezTo>
                <a:cubicBezTo>
                  <a:pt x="1514835" y="2656144"/>
                  <a:pt x="1795874" y="2375367"/>
                  <a:pt x="2154724" y="2315969"/>
                </a:cubicBezTo>
                <a:lnTo>
                  <a:pt x="2154841" y="2314821"/>
                </a:lnTo>
                <a:cubicBezTo>
                  <a:pt x="2160150" y="2313811"/>
                  <a:pt x="2165478" y="2312863"/>
                  <a:pt x="2171054" y="2313282"/>
                </a:cubicBezTo>
                <a:cubicBezTo>
                  <a:pt x="2202237" y="2307725"/>
                  <a:pt x="2234130" y="2304744"/>
                  <a:pt x="2266515" y="2304217"/>
                </a:cubicBezTo>
                <a:close/>
                <a:moveTo>
                  <a:pt x="614203" y="2302594"/>
                </a:moveTo>
                <a:lnTo>
                  <a:pt x="631290" y="2304217"/>
                </a:lnTo>
                <a:cubicBezTo>
                  <a:pt x="663676" y="2304744"/>
                  <a:pt x="695568" y="2307725"/>
                  <a:pt x="726752" y="2313282"/>
                </a:cubicBezTo>
                <a:cubicBezTo>
                  <a:pt x="732328" y="2312863"/>
                  <a:pt x="737656" y="2313811"/>
                  <a:pt x="742964" y="2314821"/>
                </a:cubicBezTo>
                <a:lnTo>
                  <a:pt x="743081" y="2315969"/>
                </a:lnTo>
                <a:cubicBezTo>
                  <a:pt x="1101932" y="2375367"/>
                  <a:pt x="1382971" y="2656144"/>
                  <a:pt x="1433247" y="3009010"/>
                </a:cubicBezTo>
                <a:cubicBezTo>
                  <a:pt x="1433415" y="3009063"/>
                  <a:pt x="1433584" y="3009068"/>
                  <a:pt x="1433753" y="3009073"/>
                </a:cubicBezTo>
                <a:lnTo>
                  <a:pt x="1434293" y="3015763"/>
                </a:lnTo>
                <a:cubicBezTo>
                  <a:pt x="1439350" y="3046007"/>
                  <a:pt x="1441799" y="3076892"/>
                  <a:pt x="1441757" y="3108220"/>
                </a:cubicBezTo>
                <a:cubicBezTo>
                  <a:pt x="1443069" y="3113850"/>
                  <a:pt x="1443128" y="3119519"/>
                  <a:pt x="1443128" y="3125201"/>
                </a:cubicBezTo>
                <a:cubicBezTo>
                  <a:pt x="1443128" y="3129023"/>
                  <a:pt x="1443101" y="3132839"/>
                  <a:pt x="1442535" y="3136641"/>
                </a:cubicBezTo>
                <a:lnTo>
                  <a:pt x="1442036" y="3136608"/>
                </a:lnTo>
                <a:lnTo>
                  <a:pt x="1442010" y="3137103"/>
                </a:lnTo>
                <a:lnTo>
                  <a:pt x="1424891" y="3135477"/>
                </a:lnTo>
                <a:cubicBezTo>
                  <a:pt x="1392517" y="3134950"/>
                  <a:pt x="1360637" y="3131969"/>
                  <a:pt x="1329465" y="3126415"/>
                </a:cubicBezTo>
                <a:cubicBezTo>
                  <a:pt x="1323888" y="3126834"/>
                  <a:pt x="1318559" y="3125886"/>
                  <a:pt x="1313248" y="3124875"/>
                </a:cubicBezTo>
                <a:lnTo>
                  <a:pt x="1313132" y="3123727"/>
                </a:lnTo>
                <a:cubicBezTo>
                  <a:pt x="954281" y="3064328"/>
                  <a:pt x="673242" y="2783551"/>
                  <a:pt x="622966" y="2430686"/>
                </a:cubicBezTo>
                <a:cubicBezTo>
                  <a:pt x="622799" y="2430633"/>
                  <a:pt x="622630" y="2430628"/>
                  <a:pt x="622461" y="2430623"/>
                </a:cubicBezTo>
                <a:lnTo>
                  <a:pt x="621923" y="2423947"/>
                </a:lnTo>
                <a:cubicBezTo>
                  <a:pt x="616864" y="2393697"/>
                  <a:pt x="614413" y="2362806"/>
                  <a:pt x="614455" y="2331471"/>
                </a:cubicBezTo>
                <a:cubicBezTo>
                  <a:pt x="613143" y="2325843"/>
                  <a:pt x="613085" y="2320176"/>
                  <a:pt x="613085" y="2314495"/>
                </a:cubicBezTo>
                <a:lnTo>
                  <a:pt x="613679" y="2303055"/>
                </a:lnTo>
                <a:lnTo>
                  <a:pt x="614177" y="2303088"/>
                </a:lnTo>
                <a:close/>
                <a:moveTo>
                  <a:pt x="591452" y="2302594"/>
                </a:moveTo>
                <a:lnTo>
                  <a:pt x="591478" y="2303088"/>
                </a:lnTo>
                <a:lnTo>
                  <a:pt x="591976" y="2303055"/>
                </a:lnTo>
                <a:lnTo>
                  <a:pt x="592570" y="2314495"/>
                </a:lnTo>
                <a:cubicBezTo>
                  <a:pt x="592570" y="2320176"/>
                  <a:pt x="592511" y="2325843"/>
                  <a:pt x="591199" y="2331471"/>
                </a:cubicBezTo>
                <a:cubicBezTo>
                  <a:pt x="591242" y="2362806"/>
                  <a:pt x="588791" y="2393697"/>
                  <a:pt x="583732" y="2423947"/>
                </a:cubicBezTo>
                <a:lnTo>
                  <a:pt x="583194" y="2430623"/>
                </a:lnTo>
                <a:cubicBezTo>
                  <a:pt x="583024" y="2430628"/>
                  <a:pt x="582856" y="2430633"/>
                  <a:pt x="582689" y="2430686"/>
                </a:cubicBezTo>
                <a:cubicBezTo>
                  <a:pt x="537576" y="2747315"/>
                  <a:pt x="306662" y="3005901"/>
                  <a:pt x="0" y="3097101"/>
                </a:cubicBezTo>
                <a:lnTo>
                  <a:pt x="0" y="2964763"/>
                </a:lnTo>
                <a:cubicBezTo>
                  <a:pt x="229298" y="2881926"/>
                  <a:pt x="402181" y="2686530"/>
                  <a:pt x="449203" y="2447425"/>
                </a:cubicBezTo>
                <a:cubicBezTo>
                  <a:pt x="258971" y="2488309"/>
                  <a:pt x="97576" y="2603574"/>
                  <a:pt x="0" y="2761314"/>
                </a:cubicBezTo>
                <a:lnTo>
                  <a:pt x="0" y="2554520"/>
                </a:lnTo>
                <a:cubicBezTo>
                  <a:pt x="121484" y="2431613"/>
                  <a:pt x="282199" y="2345825"/>
                  <a:pt x="462573" y="2315969"/>
                </a:cubicBezTo>
                <a:lnTo>
                  <a:pt x="462690" y="2314821"/>
                </a:lnTo>
                <a:cubicBezTo>
                  <a:pt x="467999" y="2313811"/>
                  <a:pt x="473327" y="2312863"/>
                  <a:pt x="478903" y="2313282"/>
                </a:cubicBezTo>
                <a:cubicBezTo>
                  <a:pt x="510086" y="2307725"/>
                  <a:pt x="541979" y="2304744"/>
                  <a:pt x="574365" y="2304217"/>
                </a:cubicBezTo>
                <a:close/>
                <a:moveTo>
                  <a:pt x="11452667" y="1608087"/>
                </a:moveTo>
                <a:cubicBezTo>
                  <a:pt x="11177477" y="1666766"/>
                  <a:pt x="10962633" y="1879876"/>
                  <a:pt x="10909358" y="2148655"/>
                </a:cubicBezTo>
                <a:cubicBezTo>
                  <a:pt x="11184548" y="2089976"/>
                  <a:pt x="11399391" y="1876866"/>
                  <a:pt x="11452667" y="1608087"/>
                </a:cubicBezTo>
                <a:close/>
                <a:moveTo>
                  <a:pt x="10058800" y="1608087"/>
                </a:moveTo>
                <a:cubicBezTo>
                  <a:pt x="10112076" y="1876866"/>
                  <a:pt x="10326919" y="2089976"/>
                  <a:pt x="10602109" y="2148655"/>
                </a:cubicBezTo>
                <a:cubicBezTo>
                  <a:pt x="10548834" y="1879876"/>
                  <a:pt x="10333990" y="1666766"/>
                  <a:pt x="10058800" y="1608087"/>
                </a:cubicBezTo>
                <a:close/>
                <a:moveTo>
                  <a:pt x="9760514" y="1608087"/>
                </a:moveTo>
                <a:cubicBezTo>
                  <a:pt x="9485324" y="1666766"/>
                  <a:pt x="9270480" y="1879876"/>
                  <a:pt x="9217205" y="2148655"/>
                </a:cubicBezTo>
                <a:cubicBezTo>
                  <a:pt x="9492395" y="2089976"/>
                  <a:pt x="9707238" y="1876866"/>
                  <a:pt x="9760514" y="1608087"/>
                </a:cubicBezTo>
                <a:close/>
                <a:moveTo>
                  <a:pt x="8366649" y="1608087"/>
                </a:moveTo>
                <a:cubicBezTo>
                  <a:pt x="8419925" y="1876866"/>
                  <a:pt x="8634768" y="2089976"/>
                  <a:pt x="8909958" y="2148655"/>
                </a:cubicBezTo>
                <a:cubicBezTo>
                  <a:pt x="8856683" y="1879876"/>
                  <a:pt x="8641839" y="1666766"/>
                  <a:pt x="8366649" y="1608087"/>
                </a:cubicBezTo>
                <a:close/>
                <a:moveTo>
                  <a:pt x="8068363" y="1608087"/>
                </a:moveTo>
                <a:cubicBezTo>
                  <a:pt x="7793173" y="1666766"/>
                  <a:pt x="7578329" y="1879876"/>
                  <a:pt x="7525054" y="2148655"/>
                </a:cubicBezTo>
                <a:cubicBezTo>
                  <a:pt x="7800244" y="2089976"/>
                  <a:pt x="8015087" y="1876866"/>
                  <a:pt x="8068363" y="1608087"/>
                </a:cubicBezTo>
                <a:close/>
                <a:moveTo>
                  <a:pt x="6674498" y="1608087"/>
                </a:moveTo>
                <a:cubicBezTo>
                  <a:pt x="6727774" y="1876866"/>
                  <a:pt x="6942617" y="2089976"/>
                  <a:pt x="7217807" y="2148655"/>
                </a:cubicBezTo>
                <a:cubicBezTo>
                  <a:pt x="7164532" y="1879876"/>
                  <a:pt x="6949688" y="1666766"/>
                  <a:pt x="6674498" y="1608087"/>
                </a:cubicBezTo>
                <a:close/>
                <a:moveTo>
                  <a:pt x="6376212" y="1608087"/>
                </a:moveTo>
                <a:cubicBezTo>
                  <a:pt x="6101022" y="1666766"/>
                  <a:pt x="5886178" y="1879876"/>
                  <a:pt x="5832903" y="2148655"/>
                </a:cubicBezTo>
                <a:cubicBezTo>
                  <a:pt x="6108093" y="2089976"/>
                  <a:pt x="6322936" y="1876866"/>
                  <a:pt x="6376212" y="1608087"/>
                </a:cubicBezTo>
                <a:close/>
                <a:moveTo>
                  <a:pt x="4982347" y="1608087"/>
                </a:moveTo>
                <a:cubicBezTo>
                  <a:pt x="5035623" y="1876866"/>
                  <a:pt x="5250466" y="2089976"/>
                  <a:pt x="5525656" y="2148655"/>
                </a:cubicBezTo>
                <a:cubicBezTo>
                  <a:pt x="5472381" y="1879876"/>
                  <a:pt x="5257537" y="1666766"/>
                  <a:pt x="4982347" y="1608087"/>
                </a:cubicBezTo>
                <a:close/>
                <a:moveTo>
                  <a:pt x="4684061" y="1608087"/>
                </a:moveTo>
                <a:cubicBezTo>
                  <a:pt x="4408871" y="1666766"/>
                  <a:pt x="4194027" y="1879876"/>
                  <a:pt x="4140752" y="2148655"/>
                </a:cubicBezTo>
                <a:cubicBezTo>
                  <a:pt x="4415942" y="2089976"/>
                  <a:pt x="4630785" y="1876866"/>
                  <a:pt x="4684061" y="1608087"/>
                </a:cubicBezTo>
                <a:close/>
                <a:moveTo>
                  <a:pt x="3290196" y="1608087"/>
                </a:moveTo>
                <a:cubicBezTo>
                  <a:pt x="3343472" y="1876866"/>
                  <a:pt x="3558315" y="2089976"/>
                  <a:pt x="3833505" y="2148655"/>
                </a:cubicBezTo>
                <a:cubicBezTo>
                  <a:pt x="3780230" y="1879876"/>
                  <a:pt x="3565386" y="1666766"/>
                  <a:pt x="3290196" y="1608087"/>
                </a:cubicBezTo>
                <a:close/>
                <a:moveTo>
                  <a:pt x="2991910" y="1608087"/>
                </a:moveTo>
                <a:cubicBezTo>
                  <a:pt x="2716720" y="1666766"/>
                  <a:pt x="2501876" y="1879876"/>
                  <a:pt x="2448601" y="2148655"/>
                </a:cubicBezTo>
                <a:cubicBezTo>
                  <a:pt x="2723791" y="2089976"/>
                  <a:pt x="2938634" y="1876866"/>
                  <a:pt x="2991910" y="1608087"/>
                </a:cubicBezTo>
                <a:close/>
                <a:moveTo>
                  <a:pt x="1598045" y="1608087"/>
                </a:moveTo>
                <a:cubicBezTo>
                  <a:pt x="1651321" y="1876866"/>
                  <a:pt x="1866164" y="2089976"/>
                  <a:pt x="2141354" y="2148655"/>
                </a:cubicBezTo>
                <a:cubicBezTo>
                  <a:pt x="2088079" y="1879876"/>
                  <a:pt x="1873235" y="1666766"/>
                  <a:pt x="1598045" y="1608087"/>
                </a:cubicBezTo>
                <a:close/>
                <a:moveTo>
                  <a:pt x="1299759" y="1608087"/>
                </a:moveTo>
                <a:cubicBezTo>
                  <a:pt x="1024569" y="1666766"/>
                  <a:pt x="809725" y="1879876"/>
                  <a:pt x="756450" y="2148655"/>
                </a:cubicBezTo>
                <a:cubicBezTo>
                  <a:pt x="1031640" y="2089976"/>
                  <a:pt x="1246483" y="1876866"/>
                  <a:pt x="1299759" y="1608087"/>
                </a:cubicBezTo>
                <a:close/>
                <a:moveTo>
                  <a:pt x="0" y="1504081"/>
                </a:moveTo>
                <a:cubicBezTo>
                  <a:pt x="306658" y="1594561"/>
                  <a:pt x="537576" y="1851117"/>
                  <a:pt x="582690" y="2165262"/>
                </a:cubicBezTo>
                <a:cubicBezTo>
                  <a:pt x="582857" y="2165315"/>
                  <a:pt x="583026" y="2165320"/>
                  <a:pt x="583195" y="2165325"/>
                </a:cubicBezTo>
                <a:lnTo>
                  <a:pt x="583735" y="2171962"/>
                </a:lnTo>
                <a:cubicBezTo>
                  <a:pt x="588792" y="2201969"/>
                  <a:pt x="591242" y="2232611"/>
                  <a:pt x="591199" y="2263693"/>
                </a:cubicBezTo>
                <a:cubicBezTo>
                  <a:pt x="592511" y="2269279"/>
                  <a:pt x="592570" y="2274903"/>
                  <a:pt x="592570" y="2280541"/>
                </a:cubicBezTo>
                <a:cubicBezTo>
                  <a:pt x="592570" y="2284333"/>
                  <a:pt x="592543" y="2288119"/>
                  <a:pt x="591977" y="2291891"/>
                </a:cubicBezTo>
                <a:lnTo>
                  <a:pt x="591478" y="2291858"/>
                </a:lnTo>
                <a:lnTo>
                  <a:pt x="591452" y="2292349"/>
                </a:lnTo>
                <a:lnTo>
                  <a:pt x="574334" y="2290736"/>
                </a:lnTo>
                <a:cubicBezTo>
                  <a:pt x="541959" y="2290213"/>
                  <a:pt x="510079" y="2287255"/>
                  <a:pt x="478907" y="2281745"/>
                </a:cubicBezTo>
                <a:cubicBezTo>
                  <a:pt x="473330" y="2282161"/>
                  <a:pt x="468001" y="2281220"/>
                  <a:pt x="462690" y="2280217"/>
                </a:cubicBezTo>
                <a:lnTo>
                  <a:pt x="462574" y="2279078"/>
                </a:lnTo>
                <a:cubicBezTo>
                  <a:pt x="282200" y="2249456"/>
                  <a:pt x="121485" y="2164343"/>
                  <a:pt x="0" y="2042401"/>
                </a:cubicBezTo>
                <a:lnTo>
                  <a:pt x="0" y="1837231"/>
                </a:lnTo>
                <a:cubicBezTo>
                  <a:pt x="97584" y="1993737"/>
                  <a:pt x="258975" y="2108093"/>
                  <a:pt x="449203" y="2148655"/>
                </a:cubicBezTo>
                <a:cubicBezTo>
                  <a:pt x="402182" y="1911427"/>
                  <a:pt x="229297" y="1717565"/>
                  <a:pt x="0" y="1635380"/>
                </a:cubicBezTo>
                <a:close/>
                <a:moveTo>
                  <a:pt x="11608704" y="1464394"/>
                </a:moveTo>
                <a:lnTo>
                  <a:pt x="11625791" y="1466004"/>
                </a:lnTo>
                <a:cubicBezTo>
                  <a:pt x="11658177" y="1466527"/>
                  <a:pt x="11690070" y="1469485"/>
                  <a:pt x="11721253" y="1474998"/>
                </a:cubicBezTo>
                <a:cubicBezTo>
                  <a:pt x="11726829" y="1474582"/>
                  <a:pt x="11732157" y="1475523"/>
                  <a:pt x="11737466" y="1476525"/>
                </a:cubicBezTo>
                <a:lnTo>
                  <a:pt x="11737583" y="1477664"/>
                </a:lnTo>
                <a:cubicBezTo>
                  <a:pt x="11914088" y="1506650"/>
                  <a:pt x="12071767" y="1588774"/>
                  <a:pt x="12192000" y="1706842"/>
                </a:cubicBezTo>
                <a:lnTo>
                  <a:pt x="12192000" y="1906833"/>
                </a:lnTo>
                <a:cubicBezTo>
                  <a:pt x="12093732" y="1756811"/>
                  <a:pt x="11935983" y="1647542"/>
                  <a:pt x="11750953" y="1608088"/>
                </a:cubicBezTo>
                <a:cubicBezTo>
                  <a:pt x="11797422" y="1842524"/>
                  <a:pt x="11966808" y="2034608"/>
                  <a:pt x="12192000" y="2118654"/>
                </a:cubicBezTo>
                <a:lnTo>
                  <a:pt x="12192000" y="2250657"/>
                </a:lnTo>
                <a:cubicBezTo>
                  <a:pt x="11889465" y="2157681"/>
                  <a:pt x="11662185" y="1902872"/>
                  <a:pt x="11617468" y="1591480"/>
                </a:cubicBezTo>
                <a:cubicBezTo>
                  <a:pt x="11617300" y="1591427"/>
                  <a:pt x="11617132" y="1591423"/>
                  <a:pt x="11616962" y="1591418"/>
                </a:cubicBezTo>
                <a:lnTo>
                  <a:pt x="11616424" y="1584794"/>
                </a:lnTo>
                <a:cubicBezTo>
                  <a:pt x="11611365" y="1554782"/>
                  <a:pt x="11608914" y="1524133"/>
                  <a:pt x="11608957" y="1493044"/>
                </a:cubicBezTo>
                <a:cubicBezTo>
                  <a:pt x="11607645" y="1487460"/>
                  <a:pt x="11607586" y="1481838"/>
                  <a:pt x="11607586" y="1476202"/>
                </a:cubicBezTo>
                <a:lnTo>
                  <a:pt x="11608180" y="1464851"/>
                </a:lnTo>
                <a:lnTo>
                  <a:pt x="11608678" y="1464884"/>
                </a:lnTo>
                <a:close/>
                <a:moveTo>
                  <a:pt x="11594916" y="1464394"/>
                </a:moveTo>
                <a:lnTo>
                  <a:pt x="11594942" y="1464884"/>
                </a:lnTo>
                <a:lnTo>
                  <a:pt x="11595440" y="1464852"/>
                </a:lnTo>
                <a:lnTo>
                  <a:pt x="11596034" y="1476202"/>
                </a:lnTo>
                <a:cubicBezTo>
                  <a:pt x="11596034" y="1481838"/>
                  <a:pt x="11595975" y="1487460"/>
                  <a:pt x="11594663" y="1493044"/>
                </a:cubicBezTo>
                <a:cubicBezTo>
                  <a:pt x="11594706" y="1524133"/>
                  <a:pt x="11592255" y="1554782"/>
                  <a:pt x="11587196" y="1584794"/>
                </a:cubicBezTo>
                <a:lnTo>
                  <a:pt x="11586658" y="1591418"/>
                </a:lnTo>
                <a:cubicBezTo>
                  <a:pt x="11586488" y="1591423"/>
                  <a:pt x="11586320" y="1591427"/>
                  <a:pt x="11586152" y="1591480"/>
                </a:cubicBezTo>
                <a:cubicBezTo>
                  <a:pt x="11535877" y="1941574"/>
                  <a:pt x="11254838" y="2220146"/>
                  <a:pt x="10895987" y="2279078"/>
                </a:cubicBezTo>
                <a:lnTo>
                  <a:pt x="10895871" y="2280217"/>
                </a:lnTo>
                <a:cubicBezTo>
                  <a:pt x="10890560" y="2281220"/>
                  <a:pt x="10885231" y="2282161"/>
                  <a:pt x="10879654" y="2281745"/>
                </a:cubicBezTo>
                <a:cubicBezTo>
                  <a:pt x="10848482" y="2287255"/>
                  <a:pt x="10816602" y="2290213"/>
                  <a:pt x="10784227" y="2290736"/>
                </a:cubicBezTo>
                <a:lnTo>
                  <a:pt x="10767109" y="2292349"/>
                </a:lnTo>
                <a:lnTo>
                  <a:pt x="10767083" y="2291858"/>
                </a:lnTo>
                <a:lnTo>
                  <a:pt x="10766584" y="2291891"/>
                </a:lnTo>
                <a:cubicBezTo>
                  <a:pt x="10766018" y="2288119"/>
                  <a:pt x="10765991" y="2284333"/>
                  <a:pt x="10765991" y="2280541"/>
                </a:cubicBezTo>
                <a:cubicBezTo>
                  <a:pt x="10765991" y="2274903"/>
                  <a:pt x="10766050" y="2269279"/>
                  <a:pt x="10767362" y="2263693"/>
                </a:cubicBezTo>
                <a:cubicBezTo>
                  <a:pt x="10767319" y="2232611"/>
                  <a:pt x="10769769" y="2201969"/>
                  <a:pt x="10774826" y="2171962"/>
                </a:cubicBezTo>
                <a:lnTo>
                  <a:pt x="10775366" y="2165325"/>
                </a:lnTo>
                <a:cubicBezTo>
                  <a:pt x="10775535" y="2165320"/>
                  <a:pt x="10775704" y="2165315"/>
                  <a:pt x="10775872" y="2165262"/>
                </a:cubicBezTo>
                <a:cubicBezTo>
                  <a:pt x="10826148" y="1815167"/>
                  <a:pt x="11107187" y="1536596"/>
                  <a:pt x="11466037" y="1477664"/>
                </a:cubicBezTo>
                <a:lnTo>
                  <a:pt x="11466154" y="1476525"/>
                </a:lnTo>
                <a:cubicBezTo>
                  <a:pt x="11471463" y="1475523"/>
                  <a:pt x="11476791" y="1474582"/>
                  <a:pt x="11482367" y="1474998"/>
                </a:cubicBezTo>
                <a:cubicBezTo>
                  <a:pt x="11513550" y="1469485"/>
                  <a:pt x="11545443" y="1466527"/>
                  <a:pt x="11577829" y="1466004"/>
                </a:cubicBezTo>
                <a:close/>
                <a:moveTo>
                  <a:pt x="9916551" y="1464394"/>
                </a:moveTo>
                <a:lnTo>
                  <a:pt x="9933638" y="1466004"/>
                </a:lnTo>
                <a:cubicBezTo>
                  <a:pt x="9966024" y="1466527"/>
                  <a:pt x="9997917" y="1469485"/>
                  <a:pt x="10029100" y="1474998"/>
                </a:cubicBezTo>
                <a:cubicBezTo>
                  <a:pt x="10034676" y="1474582"/>
                  <a:pt x="10040004" y="1475523"/>
                  <a:pt x="10045313" y="1476525"/>
                </a:cubicBezTo>
                <a:lnTo>
                  <a:pt x="10045430" y="1477664"/>
                </a:lnTo>
                <a:cubicBezTo>
                  <a:pt x="10404280" y="1536596"/>
                  <a:pt x="10685319" y="1815167"/>
                  <a:pt x="10735596" y="2165262"/>
                </a:cubicBezTo>
                <a:cubicBezTo>
                  <a:pt x="10735763" y="2165315"/>
                  <a:pt x="10735932" y="2165320"/>
                  <a:pt x="10736101" y="2165325"/>
                </a:cubicBezTo>
                <a:lnTo>
                  <a:pt x="10736641" y="2171962"/>
                </a:lnTo>
                <a:cubicBezTo>
                  <a:pt x="10741698" y="2201969"/>
                  <a:pt x="10744148" y="2232611"/>
                  <a:pt x="10744105" y="2263693"/>
                </a:cubicBezTo>
                <a:cubicBezTo>
                  <a:pt x="10745417" y="2269279"/>
                  <a:pt x="10745476" y="2274903"/>
                  <a:pt x="10745476" y="2280541"/>
                </a:cubicBezTo>
                <a:cubicBezTo>
                  <a:pt x="10745476" y="2284333"/>
                  <a:pt x="10745449" y="2288119"/>
                  <a:pt x="10744883" y="2291891"/>
                </a:cubicBezTo>
                <a:lnTo>
                  <a:pt x="10744384" y="2291858"/>
                </a:lnTo>
                <a:lnTo>
                  <a:pt x="10744358" y="2292349"/>
                </a:lnTo>
                <a:lnTo>
                  <a:pt x="10727240" y="2290736"/>
                </a:lnTo>
                <a:cubicBezTo>
                  <a:pt x="10694865" y="2290213"/>
                  <a:pt x="10662985" y="2287255"/>
                  <a:pt x="10631813" y="2281745"/>
                </a:cubicBezTo>
                <a:cubicBezTo>
                  <a:pt x="10626236" y="2282161"/>
                  <a:pt x="10620907" y="2281220"/>
                  <a:pt x="10615596" y="2280217"/>
                </a:cubicBezTo>
                <a:lnTo>
                  <a:pt x="10615480" y="2279078"/>
                </a:lnTo>
                <a:cubicBezTo>
                  <a:pt x="10256629" y="2220146"/>
                  <a:pt x="9975590" y="1941574"/>
                  <a:pt x="9925315" y="1591480"/>
                </a:cubicBezTo>
                <a:cubicBezTo>
                  <a:pt x="9925147" y="1591427"/>
                  <a:pt x="9924979" y="1591423"/>
                  <a:pt x="9924809" y="1591418"/>
                </a:cubicBezTo>
                <a:lnTo>
                  <a:pt x="9924271" y="1584794"/>
                </a:lnTo>
                <a:cubicBezTo>
                  <a:pt x="9919212" y="1554782"/>
                  <a:pt x="9916761" y="1524133"/>
                  <a:pt x="9916804" y="1493044"/>
                </a:cubicBezTo>
                <a:cubicBezTo>
                  <a:pt x="9915492" y="1487460"/>
                  <a:pt x="9915433" y="1481838"/>
                  <a:pt x="9915433" y="1476202"/>
                </a:cubicBezTo>
                <a:lnTo>
                  <a:pt x="9916027" y="1464852"/>
                </a:lnTo>
                <a:lnTo>
                  <a:pt x="9916525" y="1464884"/>
                </a:lnTo>
                <a:close/>
                <a:moveTo>
                  <a:pt x="9902763" y="1464394"/>
                </a:moveTo>
                <a:lnTo>
                  <a:pt x="9902789" y="1464884"/>
                </a:lnTo>
                <a:lnTo>
                  <a:pt x="9903287" y="1464852"/>
                </a:lnTo>
                <a:lnTo>
                  <a:pt x="9903881" y="1476202"/>
                </a:lnTo>
                <a:cubicBezTo>
                  <a:pt x="9903881" y="1481838"/>
                  <a:pt x="9903822" y="1487460"/>
                  <a:pt x="9902510" y="1493044"/>
                </a:cubicBezTo>
                <a:cubicBezTo>
                  <a:pt x="9902553" y="1524133"/>
                  <a:pt x="9900102" y="1554782"/>
                  <a:pt x="9895043" y="1584794"/>
                </a:cubicBezTo>
                <a:lnTo>
                  <a:pt x="9894505" y="1591418"/>
                </a:lnTo>
                <a:cubicBezTo>
                  <a:pt x="9894335" y="1591423"/>
                  <a:pt x="9894167" y="1591427"/>
                  <a:pt x="9893999" y="1591480"/>
                </a:cubicBezTo>
                <a:cubicBezTo>
                  <a:pt x="9843724" y="1941574"/>
                  <a:pt x="9562685" y="2220146"/>
                  <a:pt x="9203834" y="2279078"/>
                </a:cubicBezTo>
                <a:lnTo>
                  <a:pt x="9203718" y="2280217"/>
                </a:lnTo>
                <a:cubicBezTo>
                  <a:pt x="9198407" y="2281220"/>
                  <a:pt x="9193078" y="2282161"/>
                  <a:pt x="9187501" y="2281745"/>
                </a:cubicBezTo>
                <a:cubicBezTo>
                  <a:pt x="9156329" y="2287255"/>
                  <a:pt x="9124449" y="2290213"/>
                  <a:pt x="9092074" y="2290736"/>
                </a:cubicBezTo>
                <a:lnTo>
                  <a:pt x="9074956" y="2292349"/>
                </a:lnTo>
                <a:lnTo>
                  <a:pt x="9074930" y="2291858"/>
                </a:lnTo>
                <a:lnTo>
                  <a:pt x="9074431" y="2291891"/>
                </a:lnTo>
                <a:cubicBezTo>
                  <a:pt x="9073865" y="2288119"/>
                  <a:pt x="9073838" y="2284333"/>
                  <a:pt x="9073838" y="2280541"/>
                </a:cubicBezTo>
                <a:cubicBezTo>
                  <a:pt x="9073838" y="2274903"/>
                  <a:pt x="9073897" y="2269279"/>
                  <a:pt x="9075209" y="2263693"/>
                </a:cubicBezTo>
                <a:cubicBezTo>
                  <a:pt x="9075166" y="2232611"/>
                  <a:pt x="9077616" y="2201969"/>
                  <a:pt x="9082673" y="2171962"/>
                </a:cubicBezTo>
                <a:lnTo>
                  <a:pt x="9083213" y="2165325"/>
                </a:lnTo>
                <a:cubicBezTo>
                  <a:pt x="9083382" y="2165320"/>
                  <a:pt x="9083551" y="2165315"/>
                  <a:pt x="9083718" y="2165262"/>
                </a:cubicBezTo>
                <a:cubicBezTo>
                  <a:pt x="9133995" y="1815167"/>
                  <a:pt x="9415034" y="1536596"/>
                  <a:pt x="9773884" y="1477664"/>
                </a:cubicBezTo>
                <a:lnTo>
                  <a:pt x="9774001" y="1476525"/>
                </a:lnTo>
                <a:cubicBezTo>
                  <a:pt x="9779310" y="1475523"/>
                  <a:pt x="9784638" y="1474582"/>
                  <a:pt x="9790214" y="1474998"/>
                </a:cubicBezTo>
                <a:cubicBezTo>
                  <a:pt x="9821397" y="1469485"/>
                  <a:pt x="9853290" y="1466527"/>
                  <a:pt x="9885676" y="1466004"/>
                </a:cubicBezTo>
                <a:close/>
                <a:moveTo>
                  <a:pt x="8224400" y="1464394"/>
                </a:moveTo>
                <a:lnTo>
                  <a:pt x="8241488" y="1466004"/>
                </a:lnTo>
                <a:cubicBezTo>
                  <a:pt x="8273873" y="1466527"/>
                  <a:pt x="8305766" y="1469485"/>
                  <a:pt x="8336949" y="1474998"/>
                </a:cubicBezTo>
                <a:cubicBezTo>
                  <a:pt x="8342525" y="1474582"/>
                  <a:pt x="8347853" y="1475523"/>
                  <a:pt x="8353162" y="1476525"/>
                </a:cubicBezTo>
                <a:lnTo>
                  <a:pt x="8353279" y="1477664"/>
                </a:lnTo>
                <a:cubicBezTo>
                  <a:pt x="8712129" y="1536596"/>
                  <a:pt x="8993168" y="1815167"/>
                  <a:pt x="9043444" y="2165262"/>
                </a:cubicBezTo>
                <a:cubicBezTo>
                  <a:pt x="9043612" y="2165315"/>
                  <a:pt x="9043781" y="2165320"/>
                  <a:pt x="9043950" y="2165325"/>
                </a:cubicBezTo>
                <a:lnTo>
                  <a:pt x="9044490" y="2171962"/>
                </a:lnTo>
                <a:cubicBezTo>
                  <a:pt x="9049547" y="2201969"/>
                  <a:pt x="9051997" y="2232611"/>
                  <a:pt x="9051954" y="2263693"/>
                </a:cubicBezTo>
                <a:cubicBezTo>
                  <a:pt x="9053266" y="2269279"/>
                  <a:pt x="9053325" y="2274903"/>
                  <a:pt x="9053325" y="2280541"/>
                </a:cubicBezTo>
                <a:cubicBezTo>
                  <a:pt x="9053325" y="2284333"/>
                  <a:pt x="9053298" y="2288119"/>
                  <a:pt x="9052732" y="2291891"/>
                </a:cubicBezTo>
                <a:lnTo>
                  <a:pt x="9052233" y="2291858"/>
                </a:lnTo>
                <a:lnTo>
                  <a:pt x="9052207" y="2292349"/>
                </a:lnTo>
                <a:lnTo>
                  <a:pt x="9035089" y="2290736"/>
                </a:lnTo>
                <a:cubicBezTo>
                  <a:pt x="9002714" y="2290213"/>
                  <a:pt x="8970834" y="2287255"/>
                  <a:pt x="8939662" y="2281745"/>
                </a:cubicBezTo>
                <a:cubicBezTo>
                  <a:pt x="8934085" y="2282161"/>
                  <a:pt x="8928756" y="2281220"/>
                  <a:pt x="8923445" y="2280217"/>
                </a:cubicBezTo>
                <a:lnTo>
                  <a:pt x="8923329" y="2279078"/>
                </a:lnTo>
                <a:cubicBezTo>
                  <a:pt x="8564478" y="2220146"/>
                  <a:pt x="8283439" y="1941574"/>
                  <a:pt x="8233164" y="1591480"/>
                </a:cubicBezTo>
                <a:cubicBezTo>
                  <a:pt x="8232996" y="1591427"/>
                  <a:pt x="8232828" y="1591423"/>
                  <a:pt x="8232658" y="1591418"/>
                </a:cubicBezTo>
                <a:lnTo>
                  <a:pt x="8232120" y="1584794"/>
                </a:lnTo>
                <a:cubicBezTo>
                  <a:pt x="8227061" y="1554782"/>
                  <a:pt x="8224611" y="1524133"/>
                  <a:pt x="8224653" y="1493044"/>
                </a:cubicBezTo>
                <a:cubicBezTo>
                  <a:pt x="8223341" y="1487460"/>
                  <a:pt x="8223282" y="1481838"/>
                  <a:pt x="8223282" y="1476202"/>
                </a:cubicBezTo>
                <a:lnTo>
                  <a:pt x="8223876" y="1464852"/>
                </a:lnTo>
                <a:lnTo>
                  <a:pt x="8224374" y="1464884"/>
                </a:lnTo>
                <a:close/>
                <a:moveTo>
                  <a:pt x="8210612" y="1464394"/>
                </a:moveTo>
                <a:lnTo>
                  <a:pt x="8210638" y="1464884"/>
                </a:lnTo>
                <a:lnTo>
                  <a:pt x="8211136" y="1464852"/>
                </a:lnTo>
                <a:lnTo>
                  <a:pt x="8211730" y="1476202"/>
                </a:lnTo>
                <a:cubicBezTo>
                  <a:pt x="8211730" y="1481838"/>
                  <a:pt x="8211672" y="1487460"/>
                  <a:pt x="8210360" y="1493044"/>
                </a:cubicBezTo>
                <a:cubicBezTo>
                  <a:pt x="8210402" y="1524133"/>
                  <a:pt x="8207951" y="1554782"/>
                  <a:pt x="8202893" y="1584794"/>
                </a:cubicBezTo>
                <a:lnTo>
                  <a:pt x="8202354" y="1591418"/>
                </a:lnTo>
                <a:cubicBezTo>
                  <a:pt x="8202185" y="1591423"/>
                  <a:pt x="8202016" y="1591427"/>
                  <a:pt x="8201849" y="1591480"/>
                </a:cubicBezTo>
                <a:cubicBezTo>
                  <a:pt x="8151573" y="1941574"/>
                  <a:pt x="7870534" y="2220146"/>
                  <a:pt x="7511683" y="2279078"/>
                </a:cubicBezTo>
                <a:lnTo>
                  <a:pt x="7511567" y="2280217"/>
                </a:lnTo>
                <a:cubicBezTo>
                  <a:pt x="7506256" y="2281220"/>
                  <a:pt x="7500927" y="2282161"/>
                  <a:pt x="7495350" y="2281745"/>
                </a:cubicBezTo>
                <a:cubicBezTo>
                  <a:pt x="7464178" y="2287255"/>
                  <a:pt x="7432298" y="2290213"/>
                  <a:pt x="7399924" y="2290736"/>
                </a:cubicBezTo>
                <a:lnTo>
                  <a:pt x="7382805" y="2292349"/>
                </a:lnTo>
                <a:lnTo>
                  <a:pt x="7382779" y="2291858"/>
                </a:lnTo>
                <a:lnTo>
                  <a:pt x="7382280" y="2291891"/>
                </a:lnTo>
                <a:cubicBezTo>
                  <a:pt x="7381714" y="2288119"/>
                  <a:pt x="7381687" y="2284333"/>
                  <a:pt x="7381687" y="2280541"/>
                </a:cubicBezTo>
                <a:cubicBezTo>
                  <a:pt x="7381687" y="2274903"/>
                  <a:pt x="7381746" y="2269279"/>
                  <a:pt x="7383058" y="2263693"/>
                </a:cubicBezTo>
                <a:cubicBezTo>
                  <a:pt x="7383016" y="2232611"/>
                  <a:pt x="7385465" y="2201969"/>
                  <a:pt x="7390522" y="2171962"/>
                </a:cubicBezTo>
                <a:lnTo>
                  <a:pt x="7391062" y="2165325"/>
                </a:lnTo>
                <a:cubicBezTo>
                  <a:pt x="7391231" y="2165320"/>
                  <a:pt x="7391400" y="2165315"/>
                  <a:pt x="7391568" y="2165262"/>
                </a:cubicBezTo>
                <a:cubicBezTo>
                  <a:pt x="7441844" y="1815167"/>
                  <a:pt x="7722883" y="1536596"/>
                  <a:pt x="8081734" y="1477664"/>
                </a:cubicBezTo>
                <a:lnTo>
                  <a:pt x="8081851" y="1476525"/>
                </a:lnTo>
                <a:cubicBezTo>
                  <a:pt x="8087159" y="1475523"/>
                  <a:pt x="8092487" y="1474582"/>
                  <a:pt x="8098063" y="1474998"/>
                </a:cubicBezTo>
                <a:cubicBezTo>
                  <a:pt x="8129247" y="1469485"/>
                  <a:pt x="8161139" y="1466527"/>
                  <a:pt x="8193525" y="1466004"/>
                </a:cubicBezTo>
                <a:close/>
                <a:moveTo>
                  <a:pt x="6532249" y="1464394"/>
                </a:moveTo>
                <a:lnTo>
                  <a:pt x="6549337" y="1466004"/>
                </a:lnTo>
                <a:cubicBezTo>
                  <a:pt x="6581722" y="1466527"/>
                  <a:pt x="6613615" y="1469485"/>
                  <a:pt x="6644798" y="1474998"/>
                </a:cubicBezTo>
                <a:cubicBezTo>
                  <a:pt x="6650374" y="1474582"/>
                  <a:pt x="6655702" y="1475523"/>
                  <a:pt x="6661011" y="1476525"/>
                </a:cubicBezTo>
                <a:lnTo>
                  <a:pt x="6661128" y="1477664"/>
                </a:lnTo>
                <a:cubicBezTo>
                  <a:pt x="7019978" y="1536596"/>
                  <a:pt x="7301017" y="1815167"/>
                  <a:pt x="7351294" y="2165262"/>
                </a:cubicBezTo>
                <a:cubicBezTo>
                  <a:pt x="7351461" y="2165315"/>
                  <a:pt x="7351631" y="2165320"/>
                  <a:pt x="7351799" y="2165325"/>
                </a:cubicBezTo>
                <a:lnTo>
                  <a:pt x="7352340" y="2171962"/>
                </a:lnTo>
                <a:cubicBezTo>
                  <a:pt x="7357396" y="2201969"/>
                  <a:pt x="7359846" y="2232611"/>
                  <a:pt x="7359804" y="2263693"/>
                </a:cubicBezTo>
                <a:cubicBezTo>
                  <a:pt x="7361116" y="2269279"/>
                  <a:pt x="7361174" y="2274903"/>
                  <a:pt x="7361174" y="2280541"/>
                </a:cubicBezTo>
                <a:cubicBezTo>
                  <a:pt x="7361174" y="2284333"/>
                  <a:pt x="7361147" y="2288119"/>
                  <a:pt x="7360581" y="2291891"/>
                </a:cubicBezTo>
                <a:lnTo>
                  <a:pt x="7360082" y="2291858"/>
                </a:lnTo>
                <a:lnTo>
                  <a:pt x="7360056" y="2292349"/>
                </a:lnTo>
                <a:lnTo>
                  <a:pt x="7342938" y="2290736"/>
                </a:lnTo>
                <a:cubicBezTo>
                  <a:pt x="7310564" y="2290213"/>
                  <a:pt x="7278683" y="2287255"/>
                  <a:pt x="7247511" y="2281745"/>
                </a:cubicBezTo>
                <a:cubicBezTo>
                  <a:pt x="7241934" y="2282161"/>
                  <a:pt x="7236605" y="2281220"/>
                  <a:pt x="7231295" y="2280217"/>
                </a:cubicBezTo>
                <a:lnTo>
                  <a:pt x="7231179" y="2279078"/>
                </a:lnTo>
                <a:cubicBezTo>
                  <a:pt x="6872327" y="2220146"/>
                  <a:pt x="6591288" y="1941574"/>
                  <a:pt x="6541013" y="1591480"/>
                </a:cubicBezTo>
                <a:cubicBezTo>
                  <a:pt x="6540845" y="1591427"/>
                  <a:pt x="6540677" y="1591423"/>
                  <a:pt x="6540507" y="1591418"/>
                </a:cubicBezTo>
                <a:lnTo>
                  <a:pt x="6539969" y="1584794"/>
                </a:lnTo>
                <a:cubicBezTo>
                  <a:pt x="6534910" y="1554782"/>
                  <a:pt x="6532460" y="1524133"/>
                  <a:pt x="6532502" y="1493044"/>
                </a:cubicBezTo>
                <a:cubicBezTo>
                  <a:pt x="6531190" y="1487460"/>
                  <a:pt x="6531131" y="1481838"/>
                  <a:pt x="6531131" y="1476202"/>
                </a:cubicBezTo>
                <a:lnTo>
                  <a:pt x="6531725" y="1464852"/>
                </a:lnTo>
                <a:lnTo>
                  <a:pt x="6532223" y="1464884"/>
                </a:lnTo>
                <a:close/>
                <a:moveTo>
                  <a:pt x="6518461" y="1464394"/>
                </a:moveTo>
                <a:lnTo>
                  <a:pt x="6518487" y="1464884"/>
                </a:lnTo>
                <a:lnTo>
                  <a:pt x="6518985" y="1464852"/>
                </a:lnTo>
                <a:lnTo>
                  <a:pt x="6519579" y="1476202"/>
                </a:lnTo>
                <a:cubicBezTo>
                  <a:pt x="6519579" y="1481838"/>
                  <a:pt x="6519520" y="1487460"/>
                  <a:pt x="6518208" y="1493044"/>
                </a:cubicBezTo>
                <a:cubicBezTo>
                  <a:pt x="6518250" y="1524133"/>
                  <a:pt x="6515800" y="1554782"/>
                  <a:pt x="6510741" y="1584794"/>
                </a:cubicBezTo>
                <a:lnTo>
                  <a:pt x="6510203" y="1591418"/>
                </a:lnTo>
                <a:cubicBezTo>
                  <a:pt x="6510033" y="1591423"/>
                  <a:pt x="6509865" y="1591427"/>
                  <a:pt x="6509697" y="1591480"/>
                </a:cubicBezTo>
                <a:cubicBezTo>
                  <a:pt x="6459422" y="1941574"/>
                  <a:pt x="6178383" y="2220146"/>
                  <a:pt x="5819531" y="2279078"/>
                </a:cubicBezTo>
                <a:lnTo>
                  <a:pt x="5819415" y="2280217"/>
                </a:lnTo>
                <a:cubicBezTo>
                  <a:pt x="5814105" y="2281220"/>
                  <a:pt x="5808776" y="2282161"/>
                  <a:pt x="5803199" y="2281745"/>
                </a:cubicBezTo>
                <a:cubicBezTo>
                  <a:pt x="5772027" y="2287255"/>
                  <a:pt x="5740146" y="2290213"/>
                  <a:pt x="5707772" y="2290736"/>
                </a:cubicBezTo>
                <a:lnTo>
                  <a:pt x="5690654" y="2292349"/>
                </a:lnTo>
                <a:lnTo>
                  <a:pt x="5690628" y="2291858"/>
                </a:lnTo>
                <a:lnTo>
                  <a:pt x="5690129" y="2291891"/>
                </a:lnTo>
                <a:cubicBezTo>
                  <a:pt x="5689563" y="2288119"/>
                  <a:pt x="5689536" y="2284333"/>
                  <a:pt x="5689536" y="2280541"/>
                </a:cubicBezTo>
                <a:cubicBezTo>
                  <a:pt x="5689536" y="2274903"/>
                  <a:pt x="5689594" y="2269279"/>
                  <a:pt x="5690906" y="2263693"/>
                </a:cubicBezTo>
                <a:cubicBezTo>
                  <a:pt x="5690864" y="2232611"/>
                  <a:pt x="5693314" y="2201969"/>
                  <a:pt x="5698370" y="2171962"/>
                </a:cubicBezTo>
                <a:lnTo>
                  <a:pt x="5698911" y="2165325"/>
                </a:lnTo>
                <a:cubicBezTo>
                  <a:pt x="5699079" y="2165320"/>
                  <a:pt x="5699249" y="2165315"/>
                  <a:pt x="5699416" y="2165262"/>
                </a:cubicBezTo>
                <a:cubicBezTo>
                  <a:pt x="5749693" y="1815167"/>
                  <a:pt x="6030732" y="1536596"/>
                  <a:pt x="6389582" y="1477664"/>
                </a:cubicBezTo>
                <a:lnTo>
                  <a:pt x="6389699" y="1476525"/>
                </a:lnTo>
                <a:cubicBezTo>
                  <a:pt x="6395008" y="1475523"/>
                  <a:pt x="6400336" y="1474582"/>
                  <a:pt x="6405912" y="1474998"/>
                </a:cubicBezTo>
                <a:cubicBezTo>
                  <a:pt x="6437095" y="1469485"/>
                  <a:pt x="6468988" y="1466527"/>
                  <a:pt x="6501373" y="1466004"/>
                </a:cubicBezTo>
                <a:close/>
                <a:moveTo>
                  <a:pt x="4840098" y="1464394"/>
                </a:moveTo>
                <a:lnTo>
                  <a:pt x="4857185" y="1466004"/>
                </a:lnTo>
                <a:cubicBezTo>
                  <a:pt x="4889571" y="1466527"/>
                  <a:pt x="4921463" y="1469485"/>
                  <a:pt x="4952647" y="1474998"/>
                </a:cubicBezTo>
                <a:cubicBezTo>
                  <a:pt x="4958223" y="1474582"/>
                  <a:pt x="4963551" y="1475523"/>
                  <a:pt x="4968859" y="1476525"/>
                </a:cubicBezTo>
                <a:lnTo>
                  <a:pt x="4968976" y="1477664"/>
                </a:lnTo>
                <a:cubicBezTo>
                  <a:pt x="5327827" y="1536596"/>
                  <a:pt x="5608866" y="1815167"/>
                  <a:pt x="5659142" y="2165262"/>
                </a:cubicBezTo>
                <a:cubicBezTo>
                  <a:pt x="5659310" y="2165315"/>
                  <a:pt x="5659479" y="2165320"/>
                  <a:pt x="5659648" y="2165325"/>
                </a:cubicBezTo>
                <a:lnTo>
                  <a:pt x="5660188" y="2171962"/>
                </a:lnTo>
                <a:cubicBezTo>
                  <a:pt x="5665245" y="2201969"/>
                  <a:pt x="5667694" y="2232611"/>
                  <a:pt x="5667652" y="2263693"/>
                </a:cubicBezTo>
                <a:cubicBezTo>
                  <a:pt x="5668964" y="2269279"/>
                  <a:pt x="5669023" y="2274903"/>
                  <a:pt x="5669023" y="2280541"/>
                </a:cubicBezTo>
                <a:cubicBezTo>
                  <a:pt x="5669023" y="2284333"/>
                  <a:pt x="5668996" y="2288119"/>
                  <a:pt x="5668430" y="2291891"/>
                </a:cubicBezTo>
                <a:lnTo>
                  <a:pt x="5667931" y="2291858"/>
                </a:lnTo>
                <a:lnTo>
                  <a:pt x="5667905" y="2292349"/>
                </a:lnTo>
                <a:lnTo>
                  <a:pt x="5650786" y="2290736"/>
                </a:lnTo>
                <a:cubicBezTo>
                  <a:pt x="5618412" y="2290213"/>
                  <a:pt x="5586532" y="2287255"/>
                  <a:pt x="5555360" y="2281745"/>
                </a:cubicBezTo>
                <a:cubicBezTo>
                  <a:pt x="5549783" y="2282161"/>
                  <a:pt x="5544454" y="2281220"/>
                  <a:pt x="5539143" y="2280217"/>
                </a:cubicBezTo>
                <a:lnTo>
                  <a:pt x="5539027" y="2279078"/>
                </a:lnTo>
                <a:cubicBezTo>
                  <a:pt x="5180176" y="2220146"/>
                  <a:pt x="4899137" y="1941574"/>
                  <a:pt x="4848861" y="1591480"/>
                </a:cubicBezTo>
                <a:cubicBezTo>
                  <a:pt x="4848694" y="1591427"/>
                  <a:pt x="4848525" y="1591423"/>
                  <a:pt x="4848356" y="1591418"/>
                </a:cubicBezTo>
                <a:lnTo>
                  <a:pt x="4847817" y="1584794"/>
                </a:lnTo>
                <a:cubicBezTo>
                  <a:pt x="4842759" y="1554782"/>
                  <a:pt x="4840308" y="1524133"/>
                  <a:pt x="4840350" y="1493044"/>
                </a:cubicBezTo>
                <a:cubicBezTo>
                  <a:pt x="4839038" y="1487460"/>
                  <a:pt x="4838980" y="1481838"/>
                  <a:pt x="4838980" y="1476202"/>
                </a:cubicBezTo>
                <a:lnTo>
                  <a:pt x="4839574" y="1464852"/>
                </a:lnTo>
                <a:lnTo>
                  <a:pt x="4840072" y="1464884"/>
                </a:lnTo>
                <a:close/>
                <a:moveTo>
                  <a:pt x="4826310" y="1464394"/>
                </a:moveTo>
                <a:lnTo>
                  <a:pt x="4826336" y="1464884"/>
                </a:lnTo>
                <a:lnTo>
                  <a:pt x="4826834" y="1464852"/>
                </a:lnTo>
                <a:lnTo>
                  <a:pt x="4827428" y="1476202"/>
                </a:lnTo>
                <a:cubicBezTo>
                  <a:pt x="4827428" y="1481838"/>
                  <a:pt x="4827369" y="1487460"/>
                  <a:pt x="4826057" y="1493044"/>
                </a:cubicBezTo>
                <a:cubicBezTo>
                  <a:pt x="4826099" y="1524133"/>
                  <a:pt x="4823649" y="1554782"/>
                  <a:pt x="4818590" y="1584794"/>
                </a:cubicBezTo>
                <a:lnTo>
                  <a:pt x="4818052" y="1591418"/>
                </a:lnTo>
                <a:cubicBezTo>
                  <a:pt x="4817882" y="1591423"/>
                  <a:pt x="4817714" y="1591427"/>
                  <a:pt x="4817546" y="1591480"/>
                </a:cubicBezTo>
                <a:cubicBezTo>
                  <a:pt x="4767271" y="1941574"/>
                  <a:pt x="4486232" y="2220146"/>
                  <a:pt x="4127381" y="2279078"/>
                </a:cubicBezTo>
                <a:lnTo>
                  <a:pt x="4127264" y="2280217"/>
                </a:lnTo>
                <a:cubicBezTo>
                  <a:pt x="4121954" y="2281220"/>
                  <a:pt x="4116625" y="2282161"/>
                  <a:pt x="4111048" y="2281745"/>
                </a:cubicBezTo>
                <a:cubicBezTo>
                  <a:pt x="4079876" y="2287255"/>
                  <a:pt x="4047996" y="2290213"/>
                  <a:pt x="4015621" y="2290736"/>
                </a:cubicBezTo>
                <a:lnTo>
                  <a:pt x="3998503" y="2292349"/>
                </a:lnTo>
                <a:lnTo>
                  <a:pt x="3998477" y="2291858"/>
                </a:lnTo>
                <a:lnTo>
                  <a:pt x="3997978" y="2291891"/>
                </a:lnTo>
                <a:cubicBezTo>
                  <a:pt x="3997412" y="2288119"/>
                  <a:pt x="3997385" y="2284333"/>
                  <a:pt x="3997385" y="2280541"/>
                </a:cubicBezTo>
                <a:cubicBezTo>
                  <a:pt x="3997385" y="2274903"/>
                  <a:pt x="3997443" y="2269279"/>
                  <a:pt x="3998755" y="2263693"/>
                </a:cubicBezTo>
                <a:cubicBezTo>
                  <a:pt x="3998713" y="2232611"/>
                  <a:pt x="4001163" y="2201969"/>
                  <a:pt x="4006219" y="2171962"/>
                </a:cubicBezTo>
                <a:lnTo>
                  <a:pt x="4006760" y="2165325"/>
                </a:lnTo>
                <a:cubicBezTo>
                  <a:pt x="4006928" y="2165320"/>
                  <a:pt x="4007098" y="2165315"/>
                  <a:pt x="4007265" y="2165262"/>
                </a:cubicBezTo>
                <a:cubicBezTo>
                  <a:pt x="4057542" y="1815167"/>
                  <a:pt x="4338581" y="1536596"/>
                  <a:pt x="4697431" y="1477664"/>
                </a:cubicBezTo>
                <a:lnTo>
                  <a:pt x="4697548" y="1476525"/>
                </a:lnTo>
                <a:cubicBezTo>
                  <a:pt x="4702857" y="1475523"/>
                  <a:pt x="4708185" y="1474582"/>
                  <a:pt x="4713761" y="1474998"/>
                </a:cubicBezTo>
                <a:cubicBezTo>
                  <a:pt x="4744944" y="1469485"/>
                  <a:pt x="4776837" y="1466527"/>
                  <a:pt x="4809222" y="1466004"/>
                </a:cubicBezTo>
                <a:close/>
                <a:moveTo>
                  <a:pt x="3147947" y="1464394"/>
                </a:moveTo>
                <a:lnTo>
                  <a:pt x="3165034" y="1466004"/>
                </a:lnTo>
                <a:cubicBezTo>
                  <a:pt x="3197420" y="1466527"/>
                  <a:pt x="3229312" y="1469485"/>
                  <a:pt x="3260496" y="1474998"/>
                </a:cubicBezTo>
                <a:cubicBezTo>
                  <a:pt x="3266072" y="1474582"/>
                  <a:pt x="3271400" y="1475523"/>
                  <a:pt x="3276708" y="1476525"/>
                </a:cubicBezTo>
                <a:lnTo>
                  <a:pt x="3276826" y="1477664"/>
                </a:lnTo>
                <a:cubicBezTo>
                  <a:pt x="3635676" y="1536596"/>
                  <a:pt x="3916715" y="1815167"/>
                  <a:pt x="3966991" y="2165262"/>
                </a:cubicBezTo>
                <a:cubicBezTo>
                  <a:pt x="3967159" y="2165315"/>
                  <a:pt x="3967328" y="2165320"/>
                  <a:pt x="3967497" y="2165325"/>
                </a:cubicBezTo>
                <a:lnTo>
                  <a:pt x="3968037" y="2171962"/>
                </a:lnTo>
                <a:cubicBezTo>
                  <a:pt x="3973094" y="2201969"/>
                  <a:pt x="3975543" y="2232611"/>
                  <a:pt x="3975501" y="2263693"/>
                </a:cubicBezTo>
                <a:cubicBezTo>
                  <a:pt x="3976813" y="2269279"/>
                  <a:pt x="3976872" y="2274903"/>
                  <a:pt x="3976872" y="2280541"/>
                </a:cubicBezTo>
                <a:cubicBezTo>
                  <a:pt x="3976872" y="2284333"/>
                  <a:pt x="3976845" y="2288119"/>
                  <a:pt x="3976279" y="2291891"/>
                </a:cubicBezTo>
                <a:lnTo>
                  <a:pt x="3975780" y="2291858"/>
                </a:lnTo>
                <a:lnTo>
                  <a:pt x="3975754" y="2292349"/>
                </a:lnTo>
                <a:lnTo>
                  <a:pt x="3958635" y="2290736"/>
                </a:lnTo>
                <a:cubicBezTo>
                  <a:pt x="3926261" y="2290213"/>
                  <a:pt x="3894381" y="2287255"/>
                  <a:pt x="3863209" y="2281745"/>
                </a:cubicBezTo>
                <a:cubicBezTo>
                  <a:pt x="3857632" y="2282161"/>
                  <a:pt x="3852303" y="2281220"/>
                  <a:pt x="3846992" y="2280217"/>
                </a:cubicBezTo>
                <a:lnTo>
                  <a:pt x="3846876" y="2279078"/>
                </a:lnTo>
                <a:cubicBezTo>
                  <a:pt x="3488025" y="2220146"/>
                  <a:pt x="3206986" y="1941574"/>
                  <a:pt x="3156710" y="1591480"/>
                </a:cubicBezTo>
                <a:cubicBezTo>
                  <a:pt x="3156543" y="1591427"/>
                  <a:pt x="3156374" y="1591423"/>
                  <a:pt x="3156205" y="1591418"/>
                </a:cubicBezTo>
                <a:lnTo>
                  <a:pt x="3155667" y="1584794"/>
                </a:lnTo>
                <a:cubicBezTo>
                  <a:pt x="3150608" y="1554782"/>
                  <a:pt x="3148157" y="1524133"/>
                  <a:pt x="3148199" y="1493044"/>
                </a:cubicBezTo>
                <a:cubicBezTo>
                  <a:pt x="3146887" y="1487460"/>
                  <a:pt x="3146829" y="1481838"/>
                  <a:pt x="3146829" y="1476202"/>
                </a:cubicBezTo>
                <a:lnTo>
                  <a:pt x="3147423" y="1464852"/>
                </a:lnTo>
                <a:lnTo>
                  <a:pt x="3147921" y="1464884"/>
                </a:lnTo>
                <a:close/>
                <a:moveTo>
                  <a:pt x="3134159" y="1464394"/>
                </a:moveTo>
                <a:lnTo>
                  <a:pt x="3134185" y="1464884"/>
                </a:lnTo>
                <a:lnTo>
                  <a:pt x="3134683" y="1464852"/>
                </a:lnTo>
                <a:lnTo>
                  <a:pt x="3135277" y="1476202"/>
                </a:lnTo>
                <a:cubicBezTo>
                  <a:pt x="3135277" y="1481838"/>
                  <a:pt x="3135218" y="1487460"/>
                  <a:pt x="3133906" y="1493044"/>
                </a:cubicBezTo>
                <a:cubicBezTo>
                  <a:pt x="3133948" y="1524133"/>
                  <a:pt x="3131498" y="1554782"/>
                  <a:pt x="3126439" y="1584794"/>
                </a:cubicBezTo>
                <a:lnTo>
                  <a:pt x="3125901" y="1591418"/>
                </a:lnTo>
                <a:cubicBezTo>
                  <a:pt x="3125731" y="1591423"/>
                  <a:pt x="3125563" y="1591427"/>
                  <a:pt x="3125395" y="1591480"/>
                </a:cubicBezTo>
                <a:cubicBezTo>
                  <a:pt x="3075120" y="1941574"/>
                  <a:pt x="2794081" y="2220146"/>
                  <a:pt x="2435230" y="2279078"/>
                </a:cubicBezTo>
                <a:lnTo>
                  <a:pt x="2435113" y="2280217"/>
                </a:lnTo>
                <a:cubicBezTo>
                  <a:pt x="2429803" y="2281220"/>
                  <a:pt x="2424474" y="2282161"/>
                  <a:pt x="2418897" y="2281745"/>
                </a:cubicBezTo>
                <a:cubicBezTo>
                  <a:pt x="2387725" y="2287255"/>
                  <a:pt x="2355845" y="2290213"/>
                  <a:pt x="2323470" y="2290736"/>
                </a:cubicBezTo>
                <a:lnTo>
                  <a:pt x="2306352" y="2292349"/>
                </a:lnTo>
                <a:lnTo>
                  <a:pt x="2306326" y="2291858"/>
                </a:lnTo>
                <a:lnTo>
                  <a:pt x="2305827" y="2291891"/>
                </a:lnTo>
                <a:cubicBezTo>
                  <a:pt x="2305261" y="2288119"/>
                  <a:pt x="2305234" y="2284333"/>
                  <a:pt x="2305234" y="2280541"/>
                </a:cubicBezTo>
                <a:cubicBezTo>
                  <a:pt x="2305234" y="2274903"/>
                  <a:pt x="2305292" y="2269279"/>
                  <a:pt x="2306604" y="2263693"/>
                </a:cubicBezTo>
                <a:cubicBezTo>
                  <a:pt x="2306562" y="2232611"/>
                  <a:pt x="2309012" y="2201969"/>
                  <a:pt x="2314068" y="2171962"/>
                </a:cubicBezTo>
                <a:lnTo>
                  <a:pt x="2314609" y="2165325"/>
                </a:lnTo>
                <a:cubicBezTo>
                  <a:pt x="2314777" y="2165320"/>
                  <a:pt x="2314947" y="2165315"/>
                  <a:pt x="2315114" y="2165262"/>
                </a:cubicBezTo>
                <a:cubicBezTo>
                  <a:pt x="2365391" y="1815167"/>
                  <a:pt x="2646430" y="1536596"/>
                  <a:pt x="3005280" y="1477664"/>
                </a:cubicBezTo>
                <a:lnTo>
                  <a:pt x="3005397" y="1476525"/>
                </a:lnTo>
                <a:cubicBezTo>
                  <a:pt x="3010706" y="1475523"/>
                  <a:pt x="3016034" y="1474582"/>
                  <a:pt x="3021610" y="1474998"/>
                </a:cubicBezTo>
                <a:cubicBezTo>
                  <a:pt x="3052793" y="1469485"/>
                  <a:pt x="3084686" y="1466527"/>
                  <a:pt x="3117071" y="1466004"/>
                </a:cubicBezTo>
                <a:close/>
                <a:moveTo>
                  <a:pt x="1455796" y="1464394"/>
                </a:moveTo>
                <a:lnTo>
                  <a:pt x="1472883" y="1466004"/>
                </a:lnTo>
                <a:cubicBezTo>
                  <a:pt x="1505269" y="1466527"/>
                  <a:pt x="1537161" y="1469485"/>
                  <a:pt x="1568345" y="1474998"/>
                </a:cubicBezTo>
                <a:cubicBezTo>
                  <a:pt x="1573921" y="1474582"/>
                  <a:pt x="1579249" y="1475523"/>
                  <a:pt x="1584557" y="1476525"/>
                </a:cubicBezTo>
                <a:lnTo>
                  <a:pt x="1584675" y="1477664"/>
                </a:lnTo>
                <a:cubicBezTo>
                  <a:pt x="1943525" y="1536596"/>
                  <a:pt x="2224564" y="1815167"/>
                  <a:pt x="2274840" y="2165262"/>
                </a:cubicBezTo>
                <a:cubicBezTo>
                  <a:pt x="2275008" y="2165315"/>
                  <a:pt x="2275177" y="2165320"/>
                  <a:pt x="2275346" y="2165325"/>
                </a:cubicBezTo>
                <a:lnTo>
                  <a:pt x="2275886" y="2171962"/>
                </a:lnTo>
                <a:cubicBezTo>
                  <a:pt x="2280943" y="2201969"/>
                  <a:pt x="2283392" y="2232611"/>
                  <a:pt x="2283350" y="2263693"/>
                </a:cubicBezTo>
                <a:cubicBezTo>
                  <a:pt x="2284662" y="2269279"/>
                  <a:pt x="2284721" y="2274903"/>
                  <a:pt x="2284721" y="2280541"/>
                </a:cubicBezTo>
                <a:cubicBezTo>
                  <a:pt x="2284721" y="2284333"/>
                  <a:pt x="2284694" y="2288119"/>
                  <a:pt x="2284128" y="2291891"/>
                </a:cubicBezTo>
                <a:lnTo>
                  <a:pt x="2283629" y="2291858"/>
                </a:lnTo>
                <a:lnTo>
                  <a:pt x="2283603" y="2292349"/>
                </a:lnTo>
                <a:lnTo>
                  <a:pt x="2266484" y="2290736"/>
                </a:lnTo>
                <a:cubicBezTo>
                  <a:pt x="2234110" y="2290213"/>
                  <a:pt x="2202230" y="2287255"/>
                  <a:pt x="2171058" y="2281745"/>
                </a:cubicBezTo>
                <a:cubicBezTo>
                  <a:pt x="2165481" y="2282161"/>
                  <a:pt x="2160152" y="2281220"/>
                  <a:pt x="2154841" y="2280217"/>
                </a:cubicBezTo>
                <a:lnTo>
                  <a:pt x="2154725" y="2279078"/>
                </a:lnTo>
                <a:cubicBezTo>
                  <a:pt x="1795874" y="2220146"/>
                  <a:pt x="1514835" y="1941574"/>
                  <a:pt x="1464559" y="1591480"/>
                </a:cubicBezTo>
                <a:cubicBezTo>
                  <a:pt x="1464392" y="1591427"/>
                  <a:pt x="1464223" y="1591423"/>
                  <a:pt x="1464054" y="1591418"/>
                </a:cubicBezTo>
                <a:lnTo>
                  <a:pt x="1463515" y="1584794"/>
                </a:lnTo>
                <a:cubicBezTo>
                  <a:pt x="1458457" y="1554782"/>
                  <a:pt x="1456006" y="1524133"/>
                  <a:pt x="1456048" y="1493044"/>
                </a:cubicBezTo>
                <a:cubicBezTo>
                  <a:pt x="1454736" y="1487460"/>
                  <a:pt x="1454678" y="1481838"/>
                  <a:pt x="1454678" y="1476202"/>
                </a:cubicBezTo>
                <a:lnTo>
                  <a:pt x="1455272" y="1464852"/>
                </a:lnTo>
                <a:lnTo>
                  <a:pt x="1455770" y="1464884"/>
                </a:lnTo>
                <a:close/>
                <a:moveTo>
                  <a:pt x="1442008" y="1464394"/>
                </a:moveTo>
                <a:lnTo>
                  <a:pt x="1442034" y="1464884"/>
                </a:lnTo>
                <a:lnTo>
                  <a:pt x="1442532" y="1464852"/>
                </a:lnTo>
                <a:lnTo>
                  <a:pt x="1443126" y="1476202"/>
                </a:lnTo>
                <a:cubicBezTo>
                  <a:pt x="1443126" y="1481838"/>
                  <a:pt x="1443067" y="1487460"/>
                  <a:pt x="1441755" y="1493044"/>
                </a:cubicBezTo>
                <a:cubicBezTo>
                  <a:pt x="1441797" y="1524133"/>
                  <a:pt x="1439347" y="1554782"/>
                  <a:pt x="1434288" y="1584794"/>
                </a:cubicBezTo>
                <a:lnTo>
                  <a:pt x="1433750" y="1591418"/>
                </a:lnTo>
                <a:cubicBezTo>
                  <a:pt x="1433580" y="1591423"/>
                  <a:pt x="1433412" y="1591427"/>
                  <a:pt x="1433244" y="1591480"/>
                </a:cubicBezTo>
                <a:cubicBezTo>
                  <a:pt x="1382969" y="1941574"/>
                  <a:pt x="1101930" y="2220146"/>
                  <a:pt x="743079" y="2279078"/>
                </a:cubicBezTo>
                <a:lnTo>
                  <a:pt x="742962" y="2280217"/>
                </a:lnTo>
                <a:cubicBezTo>
                  <a:pt x="737652" y="2281220"/>
                  <a:pt x="732323" y="2282161"/>
                  <a:pt x="726746" y="2281745"/>
                </a:cubicBezTo>
                <a:cubicBezTo>
                  <a:pt x="695574" y="2287255"/>
                  <a:pt x="663693" y="2290213"/>
                  <a:pt x="631319" y="2290736"/>
                </a:cubicBezTo>
                <a:lnTo>
                  <a:pt x="614201" y="2292349"/>
                </a:lnTo>
                <a:lnTo>
                  <a:pt x="614175" y="2291858"/>
                </a:lnTo>
                <a:lnTo>
                  <a:pt x="613676" y="2291891"/>
                </a:lnTo>
                <a:cubicBezTo>
                  <a:pt x="613110" y="2288119"/>
                  <a:pt x="613083" y="2284333"/>
                  <a:pt x="613083" y="2280541"/>
                </a:cubicBezTo>
                <a:cubicBezTo>
                  <a:pt x="613083" y="2274903"/>
                  <a:pt x="613141" y="2269279"/>
                  <a:pt x="614453" y="2263693"/>
                </a:cubicBezTo>
                <a:cubicBezTo>
                  <a:pt x="614411" y="2232611"/>
                  <a:pt x="616861" y="2201969"/>
                  <a:pt x="621917" y="2171962"/>
                </a:cubicBezTo>
                <a:lnTo>
                  <a:pt x="622458" y="2165325"/>
                </a:lnTo>
                <a:cubicBezTo>
                  <a:pt x="622626" y="2165320"/>
                  <a:pt x="622796" y="2165315"/>
                  <a:pt x="622963" y="2165262"/>
                </a:cubicBezTo>
                <a:cubicBezTo>
                  <a:pt x="673240" y="1815167"/>
                  <a:pt x="954279" y="1536596"/>
                  <a:pt x="1313129" y="1477664"/>
                </a:cubicBezTo>
                <a:lnTo>
                  <a:pt x="1313246" y="1476525"/>
                </a:lnTo>
                <a:cubicBezTo>
                  <a:pt x="1318555" y="1475523"/>
                  <a:pt x="1323883" y="1474582"/>
                  <a:pt x="1329459" y="1474998"/>
                </a:cubicBezTo>
                <a:cubicBezTo>
                  <a:pt x="1360642" y="1469485"/>
                  <a:pt x="1392535" y="1466527"/>
                  <a:pt x="1424920" y="1466004"/>
                </a:cubicBezTo>
                <a:close/>
                <a:moveTo>
                  <a:pt x="10909360" y="750600"/>
                </a:moveTo>
                <a:cubicBezTo>
                  <a:pt x="10962636" y="1021506"/>
                  <a:pt x="11177479" y="1236303"/>
                  <a:pt x="11452669" y="1295446"/>
                </a:cubicBezTo>
                <a:cubicBezTo>
                  <a:pt x="11399394" y="1024540"/>
                  <a:pt x="11184550" y="809743"/>
                  <a:pt x="10909360" y="750600"/>
                </a:cubicBezTo>
                <a:close/>
                <a:moveTo>
                  <a:pt x="10602109" y="750600"/>
                </a:moveTo>
                <a:cubicBezTo>
                  <a:pt x="10326919" y="809743"/>
                  <a:pt x="10112075" y="1024540"/>
                  <a:pt x="10058800" y="1295446"/>
                </a:cubicBezTo>
                <a:cubicBezTo>
                  <a:pt x="10333990" y="1236303"/>
                  <a:pt x="10548833" y="1021506"/>
                  <a:pt x="10602109" y="750600"/>
                </a:cubicBezTo>
                <a:close/>
                <a:moveTo>
                  <a:pt x="9217207" y="750600"/>
                </a:moveTo>
                <a:cubicBezTo>
                  <a:pt x="9270483" y="1021506"/>
                  <a:pt x="9485326" y="1236303"/>
                  <a:pt x="9760516" y="1295446"/>
                </a:cubicBezTo>
                <a:cubicBezTo>
                  <a:pt x="9707241" y="1024540"/>
                  <a:pt x="9492397" y="809743"/>
                  <a:pt x="9217207" y="750600"/>
                </a:cubicBezTo>
                <a:close/>
                <a:moveTo>
                  <a:pt x="8909958" y="750600"/>
                </a:moveTo>
                <a:cubicBezTo>
                  <a:pt x="8634768" y="809743"/>
                  <a:pt x="8419924" y="1024540"/>
                  <a:pt x="8366649" y="1295446"/>
                </a:cubicBezTo>
                <a:cubicBezTo>
                  <a:pt x="8641839" y="1236303"/>
                  <a:pt x="8856682" y="1021506"/>
                  <a:pt x="8909958" y="750600"/>
                </a:cubicBezTo>
                <a:close/>
                <a:moveTo>
                  <a:pt x="7525056" y="750600"/>
                </a:moveTo>
                <a:cubicBezTo>
                  <a:pt x="7578332" y="1021506"/>
                  <a:pt x="7793175" y="1236303"/>
                  <a:pt x="8068365" y="1295446"/>
                </a:cubicBezTo>
                <a:cubicBezTo>
                  <a:pt x="8015090" y="1024540"/>
                  <a:pt x="7800246" y="809743"/>
                  <a:pt x="7525056" y="750600"/>
                </a:cubicBezTo>
                <a:close/>
                <a:moveTo>
                  <a:pt x="7217807" y="750600"/>
                </a:moveTo>
                <a:cubicBezTo>
                  <a:pt x="6942617" y="809743"/>
                  <a:pt x="6727773" y="1024540"/>
                  <a:pt x="6674498" y="1295446"/>
                </a:cubicBezTo>
                <a:cubicBezTo>
                  <a:pt x="6949688" y="1236303"/>
                  <a:pt x="7164531" y="1021506"/>
                  <a:pt x="7217807" y="750600"/>
                </a:cubicBezTo>
                <a:close/>
                <a:moveTo>
                  <a:pt x="5832905" y="750600"/>
                </a:moveTo>
                <a:cubicBezTo>
                  <a:pt x="5886181" y="1021506"/>
                  <a:pt x="6101024" y="1236303"/>
                  <a:pt x="6376214" y="1295446"/>
                </a:cubicBezTo>
                <a:cubicBezTo>
                  <a:pt x="6322939" y="1024540"/>
                  <a:pt x="6108095" y="809743"/>
                  <a:pt x="5832905" y="750600"/>
                </a:cubicBezTo>
                <a:close/>
                <a:moveTo>
                  <a:pt x="5525656" y="750600"/>
                </a:moveTo>
                <a:cubicBezTo>
                  <a:pt x="5250466" y="809743"/>
                  <a:pt x="5035622" y="1024540"/>
                  <a:pt x="4982347" y="1295446"/>
                </a:cubicBezTo>
                <a:cubicBezTo>
                  <a:pt x="5257537" y="1236303"/>
                  <a:pt x="5472380" y="1021506"/>
                  <a:pt x="5525656" y="750600"/>
                </a:cubicBezTo>
                <a:close/>
                <a:moveTo>
                  <a:pt x="4140754" y="750600"/>
                </a:moveTo>
                <a:cubicBezTo>
                  <a:pt x="4194030" y="1021506"/>
                  <a:pt x="4408873" y="1236303"/>
                  <a:pt x="4684063" y="1295446"/>
                </a:cubicBezTo>
                <a:cubicBezTo>
                  <a:pt x="4630788" y="1024540"/>
                  <a:pt x="4415944" y="809743"/>
                  <a:pt x="4140754" y="750600"/>
                </a:cubicBezTo>
                <a:close/>
                <a:moveTo>
                  <a:pt x="3833505" y="750600"/>
                </a:moveTo>
                <a:cubicBezTo>
                  <a:pt x="3558315" y="809743"/>
                  <a:pt x="3343471" y="1024540"/>
                  <a:pt x="3290196" y="1295446"/>
                </a:cubicBezTo>
                <a:cubicBezTo>
                  <a:pt x="3565386" y="1236303"/>
                  <a:pt x="3780229" y="1021506"/>
                  <a:pt x="3833505" y="750600"/>
                </a:cubicBezTo>
                <a:close/>
                <a:moveTo>
                  <a:pt x="2448603" y="750600"/>
                </a:moveTo>
                <a:cubicBezTo>
                  <a:pt x="2501879" y="1021506"/>
                  <a:pt x="2716722" y="1236303"/>
                  <a:pt x="2991912" y="1295446"/>
                </a:cubicBezTo>
                <a:cubicBezTo>
                  <a:pt x="2938637" y="1024540"/>
                  <a:pt x="2723793" y="809743"/>
                  <a:pt x="2448603" y="750600"/>
                </a:cubicBezTo>
                <a:close/>
                <a:moveTo>
                  <a:pt x="2141354" y="750600"/>
                </a:moveTo>
                <a:cubicBezTo>
                  <a:pt x="1866164" y="809743"/>
                  <a:pt x="1651320" y="1024540"/>
                  <a:pt x="1598045" y="1295446"/>
                </a:cubicBezTo>
                <a:cubicBezTo>
                  <a:pt x="1873235" y="1236303"/>
                  <a:pt x="2088078" y="1021506"/>
                  <a:pt x="2141354" y="750600"/>
                </a:cubicBezTo>
                <a:close/>
                <a:moveTo>
                  <a:pt x="756452" y="750600"/>
                </a:moveTo>
                <a:cubicBezTo>
                  <a:pt x="809728" y="1021506"/>
                  <a:pt x="1024571" y="1236303"/>
                  <a:pt x="1299761" y="1295446"/>
                </a:cubicBezTo>
                <a:cubicBezTo>
                  <a:pt x="1246486" y="1024540"/>
                  <a:pt x="1031642" y="809743"/>
                  <a:pt x="756452" y="750600"/>
                </a:cubicBezTo>
                <a:close/>
                <a:moveTo>
                  <a:pt x="12192000" y="647790"/>
                </a:moveTo>
                <a:lnTo>
                  <a:pt x="12192000" y="780838"/>
                </a:lnTo>
                <a:cubicBezTo>
                  <a:pt x="11966807" y="865550"/>
                  <a:pt x="11797421" y="1059155"/>
                  <a:pt x="11750953" y="1295446"/>
                </a:cubicBezTo>
                <a:cubicBezTo>
                  <a:pt x="11935988" y="1255679"/>
                  <a:pt x="12093739" y="1145540"/>
                  <a:pt x="12192000" y="994335"/>
                </a:cubicBezTo>
                <a:lnTo>
                  <a:pt x="12192000" y="1195909"/>
                </a:lnTo>
                <a:cubicBezTo>
                  <a:pt x="12071770" y="1314911"/>
                  <a:pt x="11914089" y="1397686"/>
                  <a:pt x="11737582" y="1426902"/>
                </a:cubicBezTo>
                <a:lnTo>
                  <a:pt x="11737466" y="1428050"/>
                </a:lnTo>
                <a:cubicBezTo>
                  <a:pt x="11732155" y="1429061"/>
                  <a:pt x="11726826" y="1430009"/>
                  <a:pt x="11721249" y="1429590"/>
                </a:cubicBezTo>
                <a:cubicBezTo>
                  <a:pt x="11690077" y="1435144"/>
                  <a:pt x="11658197" y="1438125"/>
                  <a:pt x="11625822" y="1438652"/>
                </a:cubicBezTo>
                <a:lnTo>
                  <a:pt x="11608704" y="1440278"/>
                </a:lnTo>
                <a:lnTo>
                  <a:pt x="11608678" y="1439783"/>
                </a:lnTo>
                <a:lnTo>
                  <a:pt x="11608179" y="1439816"/>
                </a:lnTo>
                <a:cubicBezTo>
                  <a:pt x="11607613" y="1436014"/>
                  <a:pt x="11607586" y="1432198"/>
                  <a:pt x="11607586" y="1428376"/>
                </a:cubicBezTo>
                <a:cubicBezTo>
                  <a:pt x="11607586" y="1422694"/>
                  <a:pt x="11607645" y="1417025"/>
                  <a:pt x="11608957" y="1411395"/>
                </a:cubicBezTo>
                <a:cubicBezTo>
                  <a:pt x="11608914" y="1380067"/>
                  <a:pt x="11611364" y="1349182"/>
                  <a:pt x="11616421" y="1318938"/>
                </a:cubicBezTo>
                <a:lnTo>
                  <a:pt x="11616961" y="1312248"/>
                </a:lnTo>
                <a:cubicBezTo>
                  <a:pt x="11617130" y="1312243"/>
                  <a:pt x="11617299" y="1312238"/>
                  <a:pt x="11617466" y="1312185"/>
                </a:cubicBezTo>
                <a:cubicBezTo>
                  <a:pt x="11662185" y="998329"/>
                  <a:pt x="11889463" y="741504"/>
                  <a:pt x="12192000" y="647790"/>
                </a:cubicBezTo>
                <a:close/>
                <a:moveTo>
                  <a:pt x="10767111" y="605769"/>
                </a:moveTo>
                <a:lnTo>
                  <a:pt x="10784198" y="607392"/>
                </a:lnTo>
                <a:cubicBezTo>
                  <a:pt x="10816584" y="607919"/>
                  <a:pt x="10848477" y="610900"/>
                  <a:pt x="10879660" y="616457"/>
                </a:cubicBezTo>
                <a:cubicBezTo>
                  <a:pt x="10885236" y="616038"/>
                  <a:pt x="10890564" y="616986"/>
                  <a:pt x="10895873" y="617996"/>
                </a:cubicBezTo>
                <a:lnTo>
                  <a:pt x="10895990" y="619144"/>
                </a:lnTo>
                <a:cubicBezTo>
                  <a:pt x="11254840" y="678542"/>
                  <a:pt x="11535879" y="959319"/>
                  <a:pt x="11586156" y="1312185"/>
                </a:cubicBezTo>
                <a:cubicBezTo>
                  <a:pt x="11586323" y="1312238"/>
                  <a:pt x="11586492" y="1312243"/>
                  <a:pt x="11586661" y="1312248"/>
                </a:cubicBezTo>
                <a:lnTo>
                  <a:pt x="11587201" y="1318938"/>
                </a:lnTo>
                <a:cubicBezTo>
                  <a:pt x="11592258" y="1349182"/>
                  <a:pt x="11594708" y="1380067"/>
                  <a:pt x="11594665" y="1411395"/>
                </a:cubicBezTo>
                <a:cubicBezTo>
                  <a:pt x="11595977" y="1417025"/>
                  <a:pt x="11596036" y="1422694"/>
                  <a:pt x="11596036" y="1428376"/>
                </a:cubicBezTo>
                <a:cubicBezTo>
                  <a:pt x="11596036" y="1432198"/>
                  <a:pt x="11596009" y="1436014"/>
                  <a:pt x="11595443" y="1439816"/>
                </a:cubicBezTo>
                <a:lnTo>
                  <a:pt x="11594944" y="1439783"/>
                </a:lnTo>
                <a:lnTo>
                  <a:pt x="11594918" y="1440278"/>
                </a:lnTo>
                <a:lnTo>
                  <a:pt x="11577800" y="1438652"/>
                </a:lnTo>
                <a:cubicBezTo>
                  <a:pt x="11545425" y="1438125"/>
                  <a:pt x="11513545" y="1435144"/>
                  <a:pt x="11482373" y="1429590"/>
                </a:cubicBezTo>
                <a:cubicBezTo>
                  <a:pt x="11476796" y="1430009"/>
                  <a:pt x="11471467" y="1429061"/>
                  <a:pt x="11466156" y="1428050"/>
                </a:cubicBezTo>
                <a:lnTo>
                  <a:pt x="11466040" y="1426902"/>
                </a:lnTo>
                <a:cubicBezTo>
                  <a:pt x="11107189" y="1367503"/>
                  <a:pt x="10826150" y="1086726"/>
                  <a:pt x="10775875" y="733861"/>
                </a:cubicBezTo>
                <a:cubicBezTo>
                  <a:pt x="10775707" y="733808"/>
                  <a:pt x="10775539" y="733803"/>
                  <a:pt x="10775369" y="733798"/>
                </a:cubicBezTo>
                <a:lnTo>
                  <a:pt x="10774831" y="727122"/>
                </a:lnTo>
                <a:cubicBezTo>
                  <a:pt x="10769772" y="696872"/>
                  <a:pt x="10767321" y="665981"/>
                  <a:pt x="10767364" y="634646"/>
                </a:cubicBezTo>
                <a:cubicBezTo>
                  <a:pt x="10766052" y="629018"/>
                  <a:pt x="10765993" y="623351"/>
                  <a:pt x="10765993" y="617670"/>
                </a:cubicBezTo>
                <a:lnTo>
                  <a:pt x="10766587" y="606230"/>
                </a:lnTo>
                <a:lnTo>
                  <a:pt x="10767085" y="606263"/>
                </a:lnTo>
                <a:close/>
                <a:moveTo>
                  <a:pt x="10744358" y="605769"/>
                </a:moveTo>
                <a:lnTo>
                  <a:pt x="10744384" y="606263"/>
                </a:lnTo>
                <a:lnTo>
                  <a:pt x="10744882" y="606230"/>
                </a:lnTo>
                <a:lnTo>
                  <a:pt x="10745476" y="617670"/>
                </a:lnTo>
                <a:cubicBezTo>
                  <a:pt x="10745476" y="623351"/>
                  <a:pt x="10745417" y="629018"/>
                  <a:pt x="10744105" y="634646"/>
                </a:cubicBezTo>
                <a:cubicBezTo>
                  <a:pt x="10744148" y="665981"/>
                  <a:pt x="10741697" y="696872"/>
                  <a:pt x="10736638" y="727122"/>
                </a:cubicBezTo>
                <a:lnTo>
                  <a:pt x="10736100" y="733798"/>
                </a:lnTo>
                <a:cubicBezTo>
                  <a:pt x="10735930" y="733803"/>
                  <a:pt x="10735762" y="733808"/>
                  <a:pt x="10735594" y="733861"/>
                </a:cubicBezTo>
                <a:cubicBezTo>
                  <a:pt x="10685319" y="1086726"/>
                  <a:pt x="10404280" y="1367503"/>
                  <a:pt x="10045429" y="1426902"/>
                </a:cubicBezTo>
                <a:lnTo>
                  <a:pt x="10045313" y="1428050"/>
                </a:lnTo>
                <a:cubicBezTo>
                  <a:pt x="10040002" y="1429061"/>
                  <a:pt x="10034673" y="1430009"/>
                  <a:pt x="10029096" y="1429590"/>
                </a:cubicBezTo>
                <a:cubicBezTo>
                  <a:pt x="9997924" y="1435144"/>
                  <a:pt x="9966044" y="1438125"/>
                  <a:pt x="9933669" y="1438652"/>
                </a:cubicBezTo>
                <a:lnTo>
                  <a:pt x="9916551" y="1440278"/>
                </a:lnTo>
                <a:lnTo>
                  <a:pt x="9916525" y="1439783"/>
                </a:lnTo>
                <a:lnTo>
                  <a:pt x="9916026" y="1439816"/>
                </a:lnTo>
                <a:cubicBezTo>
                  <a:pt x="9915460" y="1436014"/>
                  <a:pt x="9915433" y="1432198"/>
                  <a:pt x="9915433" y="1428376"/>
                </a:cubicBezTo>
                <a:cubicBezTo>
                  <a:pt x="9915433" y="1422694"/>
                  <a:pt x="9915492" y="1417025"/>
                  <a:pt x="9916804" y="1411395"/>
                </a:cubicBezTo>
                <a:cubicBezTo>
                  <a:pt x="9916761" y="1380067"/>
                  <a:pt x="9919211" y="1349182"/>
                  <a:pt x="9924268" y="1318938"/>
                </a:cubicBezTo>
                <a:lnTo>
                  <a:pt x="9924808" y="1312248"/>
                </a:lnTo>
                <a:cubicBezTo>
                  <a:pt x="9924977" y="1312243"/>
                  <a:pt x="9925146" y="1312238"/>
                  <a:pt x="9925314" y="1312185"/>
                </a:cubicBezTo>
                <a:cubicBezTo>
                  <a:pt x="9975590" y="959319"/>
                  <a:pt x="10256629" y="678542"/>
                  <a:pt x="10615479" y="619144"/>
                </a:cubicBezTo>
                <a:lnTo>
                  <a:pt x="10615596" y="617996"/>
                </a:lnTo>
                <a:cubicBezTo>
                  <a:pt x="10620905" y="616986"/>
                  <a:pt x="10626233" y="616038"/>
                  <a:pt x="10631809" y="616457"/>
                </a:cubicBezTo>
                <a:cubicBezTo>
                  <a:pt x="10662992" y="610900"/>
                  <a:pt x="10694885" y="607919"/>
                  <a:pt x="10727271" y="607392"/>
                </a:cubicBezTo>
                <a:close/>
                <a:moveTo>
                  <a:pt x="9074958" y="605769"/>
                </a:moveTo>
                <a:lnTo>
                  <a:pt x="9092045" y="607392"/>
                </a:lnTo>
                <a:cubicBezTo>
                  <a:pt x="9124431" y="607919"/>
                  <a:pt x="9156324" y="610900"/>
                  <a:pt x="9187507" y="616457"/>
                </a:cubicBezTo>
                <a:cubicBezTo>
                  <a:pt x="9193083" y="616038"/>
                  <a:pt x="9198411" y="616986"/>
                  <a:pt x="9203720" y="617996"/>
                </a:cubicBezTo>
                <a:lnTo>
                  <a:pt x="9203837" y="619144"/>
                </a:lnTo>
                <a:cubicBezTo>
                  <a:pt x="9562687" y="678542"/>
                  <a:pt x="9843726" y="959319"/>
                  <a:pt x="9894002" y="1312185"/>
                </a:cubicBezTo>
                <a:cubicBezTo>
                  <a:pt x="9894170" y="1312238"/>
                  <a:pt x="9894339" y="1312243"/>
                  <a:pt x="9894508" y="1312248"/>
                </a:cubicBezTo>
                <a:lnTo>
                  <a:pt x="9895048" y="1318938"/>
                </a:lnTo>
                <a:cubicBezTo>
                  <a:pt x="9900105" y="1349182"/>
                  <a:pt x="9902555" y="1380067"/>
                  <a:pt x="9902512" y="1411395"/>
                </a:cubicBezTo>
                <a:cubicBezTo>
                  <a:pt x="9903824" y="1417025"/>
                  <a:pt x="9903883" y="1422694"/>
                  <a:pt x="9903883" y="1428376"/>
                </a:cubicBezTo>
                <a:cubicBezTo>
                  <a:pt x="9903883" y="1432198"/>
                  <a:pt x="9903856" y="1436014"/>
                  <a:pt x="9903290" y="1439816"/>
                </a:cubicBezTo>
                <a:lnTo>
                  <a:pt x="9902791" y="1439783"/>
                </a:lnTo>
                <a:lnTo>
                  <a:pt x="9902765" y="1440278"/>
                </a:lnTo>
                <a:lnTo>
                  <a:pt x="9885647" y="1438652"/>
                </a:lnTo>
                <a:cubicBezTo>
                  <a:pt x="9853272" y="1438125"/>
                  <a:pt x="9821392" y="1435144"/>
                  <a:pt x="9790220" y="1429590"/>
                </a:cubicBezTo>
                <a:cubicBezTo>
                  <a:pt x="9784643" y="1430009"/>
                  <a:pt x="9779314" y="1429061"/>
                  <a:pt x="9774003" y="1428050"/>
                </a:cubicBezTo>
                <a:lnTo>
                  <a:pt x="9773887" y="1426902"/>
                </a:lnTo>
                <a:cubicBezTo>
                  <a:pt x="9415036" y="1367503"/>
                  <a:pt x="9133997" y="1086726"/>
                  <a:pt x="9083722" y="733861"/>
                </a:cubicBezTo>
                <a:cubicBezTo>
                  <a:pt x="9083554" y="733808"/>
                  <a:pt x="9083386" y="733803"/>
                  <a:pt x="9083216" y="733798"/>
                </a:cubicBezTo>
                <a:lnTo>
                  <a:pt x="9082678" y="727122"/>
                </a:lnTo>
                <a:cubicBezTo>
                  <a:pt x="9077619" y="696872"/>
                  <a:pt x="9075168" y="665981"/>
                  <a:pt x="9075211" y="634646"/>
                </a:cubicBezTo>
                <a:cubicBezTo>
                  <a:pt x="9073899" y="629018"/>
                  <a:pt x="9073840" y="623351"/>
                  <a:pt x="9073840" y="617670"/>
                </a:cubicBezTo>
                <a:lnTo>
                  <a:pt x="9074434" y="606230"/>
                </a:lnTo>
                <a:lnTo>
                  <a:pt x="9074932" y="606263"/>
                </a:lnTo>
                <a:close/>
                <a:moveTo>
                  <a:pt x="9052207" y="605769"/>
                </a:moveTo>
                <a:lnTo>
                  <a:pt x="9052233" y="606263"/>
                </a:lnTo>
                <a:lnTo>
                  <a:pt x="9052731" y="606230"/>
                </a:lnTo>
                <a:lnTo>
                  <a:pt x="9053325" y="617670"/>
                </a:lnTo>
                <a:cubicBezTo>
                  <a:pt x="9053325" y="623351"/>
                  <a:pt x="9053266" y="629018"/>
                  <a:pt x="9051954" y="634646"/>
                </a:cubicBezTo>
                <a:cubicBezTo>
                  <a:pt x="9051997" y="665981"/>
                  <a:pt x="9049546" y="696872"/>
                  <a:pt x="9044487" y="727122"/>
                </a:cubicBezTo>
                <a:lnTo>
                  <a:pt x="9043949" y="733798"/>
                </a:lnTo>
                <a:cubicBezTo>
                  <a:pt x="9043779" y="733803"/>
                  <a:pt x="9043611" y="733808"/>
                  <a:pt x="9043443" y="733861"/>
                </a:cubicBezTo>
                <a:cubicBezTo>
                  <a:pt x="8993168" y="1086726"/>
                  <a:pt x="8712129" y="1367503"/>
                  <a:pt x="8353278" y="1426902"/>
                </a:cubicBezTo>
                <a:lnTo>
                  <a:pt x="8353162" y="1428050"/>
                </a:lnTo>
                <a:cubicBezTo>
                  <a:pt x="8347851" y="1429061"/>
                  <a:pt x="8342522" y="1430009"/>
                  <a:pt x="8336945" y="1429590"/>
                </a:cubicBezTo>
                <a:cubicBezTo>
                  <a:pt x="8305773" y="1435144"/>
                  <a:pt x="8273893" y="1438125"/>
                  <a:pt x="8241519" y="1438652"/>
                </a:cubicBezTo>
                <a:lnTo>
                  <a:pt x="8224400" y="1440278"/>
                </a:lnTo>
                <a:lnTo>
                  <a:pt x="8224374" y="1439783"/>
                </a:lnTo>
                <a:lnTo>
                  <a:pt x="8223875" y="1439816"/>
                </a:lnTo>
                <a:cubicBezTo>
                  <a:pt x="8223309" y="1436014"/>
                  <a:pt x="8223282" y="1432198"/>
                  <a:pt x="8223282" y="1428376"/>
                </a:cubicBezTo>
                <a:cubicBezTo>
                  <a:pt x="8223282" y="1422694"/>
                  <a:pt x="8223341" y="1417025"/>
                  <a:pt x="8224653" y="1411395"/>
                </a:cubicBezTo>
                <a:cubicBezTo>
                  <a:pt x="8224611" y="1380067"/>
                  <a:pt x="8227060" y="1349182"/>
                  <a:pt x="8232117" y="1318938"/>
                </a:cubicBezTo>
                <a:lnTo>
                  <a:pt x="8232657" y="1312248"/>
                </a:lnTo>
                <a:cubicBezTo>
                  <a:pt x="8232826" y="1312243"/>
                  <a:pt x="8232995" y="1312238"/>
                  <a:pt x="8233163" y="1312185"/>
                </a:cubicBezTo>
                <a:cubicBezTo>
                  <a:pt x="8283439" y="959319"/>
                  <a:pt x="8564478" y="678542"/>
                  <a:pt x="8923328" y="619144"/>
                </a:cubicBezTo>
                <a:lnTo>
                  <a:pt x="8923445" y="617996"/>
                </a:lnTo>
                <a:cubicBezTo>
                  <a:pt x="8928754" y="616986"/>
                  <a:pt x="8934082" y="616038"/>
                  <a:pt x="8939658" y="616457"/>
                </a:cubicBezTo>
                <a:cubicBezTo>
                  <a:pt x="8970841" y="610900"/>
                  <a:pt x="9002734" y="607919"/>
                  <a:pt x="9035120" y="607392"/>
                </a:cubicBezTo>
                <a:close/>
                <a:moveTo>
                  <a:pt x="7382807" y="605769"/>
                </a:moveTo>
                <a:lnTo>
                  <a:pt x="7399895" y="607392"/>
                </a:lnTo>
                <a:cubicBezTo>
                  <a:pt x="7432280" y="607919"/>
                  <a:pt x="7464173" y="610900"/>
                  <a:pt x="7495356" y="616457"/>
                </a:cubicBezTo>
                <a:cubicBezTo>
                  <a:pt x="7500932" y="616038"/>
                  <a:pt x="7506260" y="616986"/>
                  <a:pt x="7511569" y="617996"/>
                </a:cubicBezTo>
                <a:lnTo>
                  <a:pt x="7511686" y="619144"/>
                </a:lnTo>
                <a:cubicBezTo>
                  <a:pt x="7870536" y="678542"/>
                  <a:pt x="8151575" y="959319"/>
                  <a:pt x="8201852" y="1312185"/>
                </a:cubicBezTo>
                <a:cubicBezTo>
                  <a:pt x="8202019" y="1312238"/>
                  <a:pt x="8202189" y="1312243"/>
                  <a:pt x="8202357" y="1312248"/>
                </a:cubicBezTo>
                <a:lnTo>
                  <a:pt x="8202898" y="1318938"/>
                </a:lnTo>
                <a:cubicBezTo>
                  <a:pt x="8207954" y="1349182"/>
                  <a:pt x="8210404" y="1380067"/>
                  <a:pt x="8210362" y="1411395"/>
                </a:cubicBezTo>
                <a:cubicBezTo>
                  <a:pt x="8211674" y="1417025"/>
                  <a:pt x="8211732" y="1422694"/>
                  <a:pt x="8211732" y="1428376"/>
                </a:cubicBezTo>
                <a:cubicBezTo>
                  <a:pt x="8211732" y="1432198"/>
                  <a:pt x="8211705" y="1436014"/>
                  <a:pt x="8211139" y="1439816"/>
                </a:cubicBezTo>
                <a:lnTo>
                  <a:pt x="8210640" y="1439783"/>
                </a:lnTo>
                <a:lnTo>
                  <a:pt x="8210614" y="1440278"/>
                </a:lnTo>
                <a:lnTo>
                  <a:pt x="8193496" y="1438652"/>
                </a:lnTo>
                <a:cubicBezTo>
                  <a:pt x="8161122" y="1438125"/>
                  <a:pt x="8129241" y="1435144"/>
                  <a:pt x="8098069" y="1429590"/>
                </a:cubicBezTo>
                <a:cubicBezTo>
                  <a:pt x="8092492" y="1430009"/>
                  <a:pt x="8087163" y="1429061"/>
                  <a:pt x="8081853" y="1428050"/>
                </a:cubicBezTo>
                <a:lnTo>
                  <a:pt x="8081737" y="1426902"/>
                </a:lnTo>
                <a:cubicBezTo>
                  <a:pt x="7722885" y="1367503"/>
                  <a:pt x="7441846" y="1086726"/>
                  <a:pt x="7391571" y="733861"/>
                </a:cubicBezTo>
                <a:cubicBezTo>
                  <a:pt x="7391403" y="733808"/>
                  <a:pt x="7391235" y="733803"/>
                  <a:pt x="7391065" y="733798"/>
                </a:cubicBezTo>
                <a:lnTo>
                  <a:pt x="7390527" y="727122"/>
                </a:lnTo>
                <a:cubicBezTo>
                  <a:pt x="7385468" y="696872"/>
                  <a:pt x="7383018" y="665981"/>
                  <a:pt x="7383060" y="634646"/>
                </a:cubicBezTo>
                <a:cubicBezTo>
                  <a:pt x="7381748" y="629018"/>
                  <a:pt x="7381689" y="623351"/>
                  <a:pt x="7381689" y="617670"/>
                </a:cubicBezTo>
                <a:lnTo>
                  <a:pt x="7382283" y="606230"/>
                </a:lnTo>
                <a:lnTo>
                  <a:pt x="7382781" y="606263"/>
                </a:lnTo>
                <a:close/>
                <a:moveTo>
                  <a:pt x="5690656" y="605769"/>
                </a:moveTo>
                <a:lnTo>
                  <a:pt x="5707743" y="607392"/>
                </a:lnTo>
                <a:cubicBezTo>
                  <a:pt x="5740129" y="607919"/>
                  <a:pt x="5772021" y="610900"/>
                  <a:pt x="5803205" y="616457"/>
                </a:cubicBezTo>
                <a:cubicBezTo>
                  <a:pt x="5808781" y="616038"/>
                  <a:pt x="5814109" y="616986"/>
                  <a:pt x="5819417" y="617996"/>
                </a:cubicBezTo>
                <a:lnTo>
                  <a:pt x="5819534" y="619144"/>
                </a:lnTo>
                <a:cubicBezTo>
                  <a:pt x="6178385" y="678542"/>
                  <a:pt x="6459424" y="959319"/>
                  <a:pt x="6509700" y="1312185"/>
                </a:cubicBezTo>
                <a:cubicBezTo>
                  <a:pt x="6509868" y="1312238"/>
                  <a:pt x="6510037" y="1312243"/>
                  <a:pt x="6510206" y="1312248"/>
                </a:cubicBezTo>
                <a:lnTo>
                  <a:pt x="6510746" y="1318938"/>
                </a:lnTo>
                <a:cubicBezTo>
                  <a:pt x="6515803" y="1349182"/>
                  <a:pt x="6518252" y="1380067"/>
                  <a:pt x="6518210" y="1411395"/>
                </a:cubicBezTo>
                <a:cubicBezTo>
                  <a:pt x="6519522" y="1417025"/>
                  <a:pt x="6519581" y="1422694"/>
                  <a:pt x="6519581" y="1428376"/>
                </a:cubicBezTo>
                <a:cubicBezTo>
                  <a:pt x="6519581" y="1432198"/>
                  <a:pt x="6519554" y="1436014"/>
                  <a:pt x="6518988" y="1439816"/>
                </a:cubicBezTo>
                <a:lnTo>
                  <a:pt x="6518489" y="1439783"/>
                </a:lnTo>
                <a:lnTo>
                  <a:pt x="6518463" y="1440278"/>
                </a:lnTo>
                <a:lnTo>
                  <a:pt x="6501344" y="1438652"/>
                </a:lnTo>
                <a:cubicBezTo>
                  <a:pt x="6468970" y="1438125"/>
                  <a:pt x="6437090" y="1435144"/>
                  <a:pt x="6405918" y="1429590"/>
                </a:cubicBezTo>
                <a:cubicBezTo>
                  <a:pt x="6400341" y="1430009"/>
                  <a:pt x="6395012" y="1429061"/>
                  <a:pt x="6389701" y="1428050"/>
                </a:cubicBezTo>
                <a:lnTo>
                  <a:pt x="6389585" y="1426902"/>
                </a:lnTo>
                <a:cubicBezTo>
                  <a:pt x="6030734" y="1367503"/>
                  <a:pt x="5749695" y="1086726"/>
                  <a:pt x="5699419" y="733861"/>
                </a:cubicBezTo>
                <a:cubicBezTo>
                  <a:pt x="5699252" y="733808"/>
                  <a:pt x="5699083" y="733803"/>
                  <a:pt x="5698914" y="733798"/>
                </a:cubicBezTo>
                <a:lnTo>
                  <a:pt x="5698375" y="727122"/>
                </a:lnTo>
                <a:cubicBezTo>
                  <a:pt x="5693317" y="696872"/>
                  <a:pt x="5690866" y="665981"/>
                  <a:pt x="5690908" y="634646"/>
                </a:cubicBezTo>
                <a:cubicBezTo>
                  <a:pt x="5689596" y="629018"/>
                  <a:pt x="5689538" y="623351"/>
                  <a:pt x="5689538" y="617670"/>
                </a:cubicBezTo>
                <a:lnTo>
                  <a:pt x="5690132" y="606230"/>
                </a:lnTo>
                <a:lnTo>
                  <a:pt x="5690630" y="606263"/>
                </a:lnTo>
                <a:close/>
                <a:moveTo>
                  <a:pt x="5667905" y="605769"/>
                </a:moveTo>
                <a:lnTo>
                  <a:pt x="5667931" y="606263"/>
                </a:lnTo>
                <a:lnTo>
                  <a:pt x="5668429" y="606230"/>
                </a:lnTo>
                <a:lnTo>
                  <a:pt x="5669023" y="617670"/>
                </a:lnTo>
                <a:cubicBezTo>
                  <a:pt x="5669023" y="623351"/>
                  <a:pt x="5668964" y="629018"/>
                  <a:pt x="5667652" y="634646"/>
                </a:cubicBezTo>
                <a:cubicBezTo>
                  <a:pt x="5667694" y="665981"/>
                  <a:pt x="5665244" y="696872"/>
                  <a:pt x="5660185" y="727122"/>
                </a:cubicBezTo>
                <a:lnTo>
                  <a:pt x="5659647" y="733798"/>
                </a:lnTo>
                <a:cubicBezTo>
                  <a:pt x="5659477" y="733803"/>
                  <a:pt x="5659309" y="733808"/>
                  <a:pt x="5659141" y="733861"/>
                </a:cubicBezTo>
                <a:cubicBezTo>
                  <a:pt x="5608866" y="1086726"/>
                  <a:pt x="5327827" y="1367503"/>
                  <a:pt x="4968975" y="1426902"/>
                </a:cubicBezTo>
                <a:lnTo>
                  <a:pt x="4968859" y="1428050"/>
                </a:lnTo>
                <a:cubicBezTo>
                  <a:pt x="4963549" y="1429061"/>
                  <a:pt x="4958220" y="1430009"/>
                  <a:pt x="4952643" y="1429590"/>
                </a:cubicBezTo>
                <a:cubicBezTo>
                  <a:pt x="4921471" y="1435144"/>
                  <a:pt x="4889590" y="1438125"/>
                  <a:pt x="4857216" y="1438652"/>
                </a:cubicBezTo>
                <a:lnTo>
                  <a:pt x="4840098" y="1440278"/>
                </a:lnTo>
                <a:lnTo>
                  <a:pt x="4840072" y="1439783"/>
                </a:lnTo>
                <a:lnTo>
                  <a:pt x="4839573" y="1439816"/>
                </a:lnTo>
                <a:cubicBezTo>
                  <a:pt x="4839007" y="1436014"/>
                  <a:pt x="4838980" y="1432198"/>
                  <a:pt x="4838980" y="1428376"/>
                </a:cubicBezTo>
                <a:cubicBezTo>
                  <a:pt x="4838980" y="1422694"/>
                  <a:pt x="4839038" y="1417025"/>
                  <a:pt x="4840350" y="1411395"/>
                </a:cubicBezTo>
                <a:cubicBezTo>
                  <a:pt x="4840308" y="1380067"/>
                  <a:pt x="4842758" y="1349182"/>
                  <a:pt x="4847814" y="1318938"/>
                </a:cubicBezTo>
                <a:lnTo>
                  <a:pt x="4848355" y="1312248"/>
                </a:lnTo>
                <a:cubicBezTo>
                  <a:pt x="4848523" y="1312243"/>
                  <a:pt x="4848693" y="1312238"/>
                  <a:pt x="4848860" y="1312185"/>
                </a:cubicBezTo>
                <a:cubicBezTo>
                  <a:pt x="4899137" y="959319"/>
                  <a:pt x="5180176" y="678542"/>
                  <a:pt x="5539026" y="619144"/>
                </a:cubicBezTo>
                <a:lnTo>
                  <a:pt x="5539143" y="617996"/>
                </a:lnTo>
                <a:cubicBezTo>
                  <a:pt x="5544452" y="616986"/>
                  <a:pt x="5549780" y="616038"/>
                  <a:pt x="5555356" y="616457"/>
                </a:cubicBezTo>
                <a:cubicBezTo>
                  <a:pt x="5586539" y="610900"/>
                  <a:pt x="5618432" y="607919"/>
                  <a:pt x="5650817" y="607392"/>
                </a:cubicBezTo>
                <a:close/>
                <a:moveTo>
                  <a:pt x="3998505" y="605769"/>
                </a:moveTo>
                <a:lnTo>
                  <a:pt x="4015592" y="607392"/>
                </a:lnTo>
                <a:cubicBezTo>
                  <a:pt x="4047978" y="607919"/>
                  <a:pt x="4079870" y="610900"/>
                  <a:pt x="4111054" y="616457"/>
                </a:cubicBezTo>
                <a:cubicBezTo>
                  <a:pt x="4116630" y="616038"/>
                  <a:pt x="4121958" y="616986"/>
                  <a:pt x="4127266" y="617996"/>
                </a:cubicBezTo>
                <a:lnTo>
                  <a:pt x="4127384" y="619144"/>
                </a:lnTo>
                <a:cubicBezTo>
                  <a:pt x="4486234" y="678542"/>
                  <a:pt x="4767273" y="959319"/>
                  <a:pt x="4817549" y="1312185"/>
                </a:cubicBezTo>
                <a:cubicBezTo>
                  <a:pt x="4817717" y="1312238"/>
                  <a:pt x="4817886" y="1312243"/>
                  <a:pt x="4818055" y="1312248"/>
                </a:cubicBezTo>
                <a:lnTo>
                  <a:pt x="4818595" y="1318938"/>
                </a:lnTo>
                <a:cubicBezTo>
                  <a:pt x="4823652" y="1349182"/>
                  <a:pt x="4826101" y="1380067"/>
                  <a:pt x="4826059" y="1411395"/>
                </a:cubicBezTo>
                <a:cubicBezTo>
                  <a:pt x="4827371" y="1417025"/>
                  <a:pt x="4827430" y="1422694"/>
                  <a:pt x="4827430" y="1428376"/>
                </a:cubicBezTo>
                <a:cubicBezTo>
                  <a:pt x="4827430" y="1432198"/>
                  <a:pt x="4827403" y="1436014"/>
                  <a:pt x="4826837" y="1439816"/>
                </a:cubicBezTo>
                <a:lnTo>
                  <a:pt x="4826338" y="1439783"/>
                </a:lnTo>
                <a:lnTo>
                  <a:pt x="4826312" y="1440278"/>
                </a:lnTo>
                <a:lnTo>
                  <a:pt x="4809193" y="1438652"/>
                </a:lnTo>
                <a:cubicBezTo>
                  <a:pt x="4776819" y="1438125"/>
                  <a:pt x="4744939" y="1435144"/>
                  <a:pt x="4713767" y="1429590"/>
                </a:cubicBezTo>
                <a:cubicBezTo>
                  <a:pt x="4708190" y="1430009"/>
                  <a:pt x="4702861" y="1429061"/>
                  <a:pt x="4697550" y="1428050"/>
                </a:cubicBezTo>
                <a:lnTo>
                  <a:pt x="4697434" y="1426902"/>
                </a:lnTo>
                <a:cubicBezTo>
                  <a:pt x="4338583" y="1367503"/>
                  <a:pt x="4057544" y="1086726"/>
                  <a:pt x="4007268" y="733861"/>
                </a:cubicBezTo>
                <a:cubicBezTo>
                  <a:pt x="4007101" y="733808"/>
                  <a:pt x="4006932" y="733803"/>
                  <a:pt x="4006763" y="733798"/>
                </a:cubicBezTo>
                <a:lnTo>
                  <a:pt x="4006225" y="727122"/>
                </a:lnTo>
                <a:cubicBezTo>
                  <a:pt x="4001166" y="696872"/>
                  <a:pt x="3998715" y="665981"/>
                  <a:pt x="3998757" y="634646"/>
                </a:cubicBezTo>
                <a:cubicBezTo>
                  <a:pt x="3997445" y="629018"/>
                  <a:pt x="3997387" y="623351"/>
                  <a:pt x="3997387" y="617670"/>
                </a:cubicBezTo>
                <a:lnTo>
                  <a:pt x="3997981" y="606230"/>
                </a:lnTo>
                <a:lnTo>
                  <a:pt x="3998479" y="606263"/>
                </a:lnTo>
                <a:close/>
                <a:moveTo>
                  <a:pt x="3975754" y="605769"/>
                </a:moveTo>
                <a:lnTo>
                  <a:pt x="3975780" y="606263"/>
                </a:lnTo>
                <a:lnTo>
                  <a:pt x="3976278" y="606230"/>
                </a:lnTo>
                <a:lnTo>
                  <a:pt x="3976872" y="617670"/>
                </a:lnTo>
                <a:cubicBezTo>
                  <a:pt x="3976872" y="623351"/>
                  <a:pt x="3976813" y="629018"/>
                  <a:pt x="3975501" y="634646"/>
                </a:cubicBezTo>
                <a:cubicBezTo>
                  <a:pt x="3975543" y="665981"/>
                  <a:pt x="3973093" y="696872"/>
                  <a:pt x="3968034" y="727122"/>
                </a:cubicBezTo>
                <a:lnTo>
                  <a:pt x="3967496" y="733798"/>
                </a:lnTo>
                <a:cubicBezTo>
                  <a:pt x="3967326" y="733803"/>
                  <a:pt x="3967158" y="733808"/>
                  <a:pt x="3966990" y="733861"/>
                </a:cubicBezTo>
                <a:cubicBezTo>
                  <a:pt x="3916715" y="1086726"/>
                  <a:pt x="3635676" y="1367503"/>
                  <a:pt x="3276825" y="1426902"/>
                </a:cubicBezTo>
                <a:lnTo>
                  <a:pt x="3276708" y="1428050"/>
                </a:lnTo>
                <a:cubicBezTo>
                  <a:pt x="3271398" y="1429061"/>
                  <a:pt x="3266069" y="1430009"/>
                  <a:pt x="3260492" y="1429590"/>
                </a:cubicBezTo>
                <a:cubicBezTo>
                  <a:pt x="3229320" y="1435144"/>
                  <a:pt x="3197440" y="1438125"/>
                  <a:pt x="3165065" y="1438652"/>
                </a:cubicBezTo>
                <a:lnTo>
                  <a:pt x="3147947" y="1440278"/>
                </a:lnTo>
                <a:lnTo>
                  <a:pt x="3147921" y="1439783"/>
                </a:lnTo>
                <a:lnTo>
                  <a:pt x="3147422" y="1439816"/>
                </a:lnTo>
                <a:cubicBezTo>
                  <a:pt x="3146856" y="1436014"/>
                  <a:pt x="3146829" y="1432198"/>
                  <a:pt x="3146829" y="1428376"/>
                </a:cubicBezTo>
                <a:cubicBezTo>
                  <a:pt x="3146829" y="1422694"/>
                  <a:pt x="3146887" y="1417025"/>
                  <a:pt x="3148199" y="1411395"/>
                </a:cubicBezTo>
                <a:cubicBezTo>
                  <a:pt x="3148157" y="1380067"/>
                  <a:pt x="3150607" y="1349182"/>
                  <a:pt x="3155663" y="1318938"/>
                </a:cubicBezTo>
                <a:lnTo>
                  <a:pt x="3156204" y="1312248"/>
                </a:lnTo>
                <a:cubicBezTo>
                  <a:pt x="3156372" y="1312243"/>
                  <a:pt x="3156542" y="1312238"/>
                  <a:pt x="3156709" y="1312185"/>
                </a:cubicBezTo>
                <a:cubicBezTo>
                  <a:pt x="3206986" y="959319"/>
                  <a:pt x="3488025" y="678542"/>
                  <a:pt x="3846875" y="619144"/>
                </a:cubicBezTo>
                <a:lnTo>
                  <a:pt x="3846992" y="617996"/>
                </a:lnTo>
                <a:cubicBezTo>
                  <a:pt x="3852301" y="616986"/>
                  <a:pt x="3857629" y="616038"/>
                  <a:pt x="3863205" y="616457"/>
                </a:cubicBezTo>
                <a:cubicBezTo>
                  <a:pt x="3894388" y="610900"/>
                  <a:pt x="3926281" y="607919"/>
                  <a:pt x="3958666" y="607392"/>
                </a:cubicBezTo>
                <a:close/>
                <a:moveTo>
                  <a:pt x="2306354" y="605769"/>
                </a:moveTo>
                <a:lnTo>
                  <a:pt x="2323441" y="607392"/>
                </a:lnTo>
                <a:cubicBezTo>
                  <a:pt x="2355827" y="607919"/>
                  <a:pt x="2387719" y="610900"/>
                  <a:pt x="2418903" y="616457"/>
                </a:cubicBezTo>
                <a:cubicBezTo>
                  <a:pt x="2424479" y="616038"/>
                  <a:pt x="2429807" y="616986"/>
                  <a:pt x="2435115" y="617996"/>
                </a:cubicBezTo>
                <a:lnTo>
                  <a:pt x="2435233" y="619144"/>
                </a:lnTo>
                <a:cubicBezTo>
                  <a:pt x="2794083" y="678542"/>
                  <a:pt x="3075122" y="959319"/>
                  <a:pt x="3125398" y="1312185"/>
                </a:cubicBezTo>
                <a:cubicBezTo>
                  <a:pt x="3125566" y="1312238"/>
                  <a:pt x="3125735" y="1312243"/>
                  <a:pt x="3125904" y="1312248"/>
                </a:cubicBezTo>
                <a:lnTo>
                  <a:pt x="3126444" y="1318938"/>
                </a:lnTo>
                <a:cubicBezTo>
                  <a:pt x="3131501" y="1349182"/>
                  <a:pt x="3133950" y="1380067"/>
                  <a:pt x="3133908" y="1411395"/>
                </a:cubicBezTo>
                <a:cubicBezTo>
                  <a:pt x="3135220" y="1417025"/>
                  <a:pt x="3135279" y="1422694"/>
                  <a:pt x="3135279" y="1428376"/>
                </a:cubicBezTo>
                <a:cubicBezTo>
                  <a:pt x="3135279" y="1432198"/>
                  <a:pt x="3135252" y="1436014"/>
                  <a:pt x="3134686" y="1439816"/>
                </a:cubicBezTo>
                <a:lnTo>
                  <a:pt x="3134187" y="1439783"/>
                </a:lnTo>
                <a:lnTo>
                  <a:pt x="3134161" y="1440278"/>
                </a:lnTo>
                <a:lnTo>
                  <a:pt x="3117042" y="1438652"/>
                </a:lnTo>
                <a:cubicBezTo>
                  <a:pt x="3084668" y="1438125"/>
                  <a:pt x="3052788" y="1435144"/>
                  <a:pt x="3021616" y="1429590"/>
                </a:cubicBezTo>
                <a:cubicBezTo>
                  <a:pt x="3016039" y="1430009"/>
                  <a:pt x="3010710" y="1429061"/>
                  <a:pt x="3005399" y="1428050"/>
                </a:cubicBezTo>
                <a:lnTo>
                  <a:pt x="3005283" y="1426902"/>
                </a:lnTo>
                <a:cubicBezTo>
                  <a:pt x="2646432" y="1367503"/>
                  <a:pt x="2365393" y="1086726"/>
                  <a:pt x="2315117" y="733861"/>
                </a:cubicBezTo>
                <a:cubicBezTo>
                  <a:pt x="2314950" y="733808"/>
                  <a:pt x="2314781" y="733803"/>
                  <a:pt x="2314612" y="733798"/>
                </a:cubicBezTo>
                <a:lnTo>
                  <a:pt x="2314074" y="727122"/>
                </a:lnTo>
                <a:cubicBezTo>
                  <a:pt x="2309015" y="696872"/>
                  <a:pt x="2306564" y="665981"/>
                  <a:pt x="2306606" y="634646"/>
                </a:cubicBezTo>
                <a:cubicBezTo>
                  <a:pt x="2305294" y="629018"/>
                  <a:pt x="2305236" y="623351"/>
                  <a:pt x="2305236" y="617670"/>
                </a:cubicBezTo>
                <a:lnTo>
                  <a:pt x="2305830" y="606230"/>
                </a:lnTo>
                <a:lnTo>
                  <a:pt x="2306328" y="606263"/>
                </a:lnTo>
                <a:close/>
                <a:moveTo>
                  <a:pt x="2283603" y="605769"/>
                </a:moveTo>
                <a:lnTo>
                  <a:pt x="2283629" y="606263"/>
                </a:lnTo>
                <a:lnTo>
                  <a:pt x="2284127" y="606230"/>
                </a:lnTo>
                <a:lnTo>
                  <a:pt x="2284721" y="617670"/>
                </a:lnTo>
                <a:cubicBezTo>
                  <a:pt x="2284721" y="623351"/>
                  <a:pt x="2284662" y="629018"/>
                  <a:pt x="2283350" y="634646"/>
                </a:cubicBezTo>
                <a:cubicBezTo>
                  <a:pt x="2283392" y="665981"/>
                  <a:pt x="2280942" y="696872"/>
                  <a:pt x="2275883" y="727122"/>
                </a:cubicBezTo>
                <a:lnTo>
                  <a:pt x="2275345" y="733798"/>
                </a:lnTo>
                <a:cubicBezTo>
                  <a:pt x="2275175" y="733803"/>
                  <a:pt x="2275007" y="733808"/>
                  <a:pt x="2274839" y="733861"/>
                </a:cubicBezTo>
                <a:cubicBezTo>
                  <a:pt x="2224564" y="1086726"/>
                  <a:pt x="1943525" y="1367503"/>
                  <a:pt x="1584673" y="1426902"/>
                </a:cubicBezTo>
                <a:lnTo>
                  <a:pt x="1584557" y="1428050"/>
                </a:lnTo>
                <a:cubicBezTo>
                  <a:pt x="1579247" y="1429061"/>
                  <a:pt x="1573918" y="1430009"/>
                  <a:pt x="1568341" y="1429590"/>
                </a:cubicBezTo>
                <a:cubicBezTo>
                  <a:pt x="1537169" y="1435144"/>
                  <a:pt x="1505289" y="1438125"/>
                  <a:pt x="1472914" y="1438652"/>
                </a:cubicBezTo>
                <a:lnTo>
                  <a:pt x="1455796" y="1440278"/>
                </a:lnTo>
                <a:lnTo>
                  <a:pt x="1455770" y="1439783"/>
                </a:lnTo>
                <a:lnTo>
                  <a:pt x="1455271" y="1439816"/>
                </a:lnTo>
                <a:cubicBezTo>
                  <a:pt x="1454705" y="1436014"/>
                  <a:pt x="1454678" y="1432198"/>
                  <a:pt x="1454678" y="1428376"/>
                </a:cubicBezTo>
                <a:cubicBezTo>
                  <a:pt x="1454678" y="1422694"/>
                  <a:pt x="1454736" y="1417025"/>
                  <a:pt x="1456048" y="1411395"/>
                </a:cubicBezTo>
                <a:cubicBezTo>
                  <a:pt x="1456006" y="1380067"/>
                  <a:pt x="1458456" y="1349182"/>
                  <a:pt x="1463513" y="1318938"/>
                </a:cubicBezTo>
                <a:lnTo>
                  <a:pt x="1464053" y="1312248"/>
                </a:lnTo>
                <a:cubicBezTo>
                  <a:pt x="1464221" y="1312243"/>
                  <a:pt x="1464391" y="1312238"/>
                  <a:pt x="1464558" y="1312185"/>
                </a:cubicBezTo>
                <a:cubicBezTo>
                  <a:pt x="1514835" y="959319"/>
                  <a:pt x="1795874" y="678542"/>
                  <a:pt x="2154724" y="619144"/>
                </a:cubicBezTo>
                <a:lnTo>
                  <a:pt x="2154841" y="617996"/>
                </a:lnTo>
                <a:cubicBezTo>
                  <a:pt x="2160150" y="616986"/>
                  <a:pt x="2165478" y="616038"/>
                  <a:pt x="2171054" y="616457"/>
                </a:cubicBezTo>
                <a:cubicBezTo>
                  <a:pt x="2202237" y="610900"/>
                  <a:pt x="2234130" y="607919"/>
                  <a:pt x="2266515" y="607392"/>
                </a:cubicBezTo>
                <a:close/>
                <a:moveTo>
                  <a:pt x="614203" y="605769"/>
                </a:moveTo>
                <a:lnTo>
                  <a:pt x="631290" y="607392"/>
                </a:lnTo>
                <a:cubicBezTo>
                  <a:pt x="663676" y="607919"/>
                  <a:pt x="695568" y="610900"/>
                  <a:pt x="726752" y="616457"/>
                </a:cubicBezTo>
                <a:cubicBezTo>
                  <a:pt x="732328" y="616038"/>
                  <a:pt x="737656" y="616986"/>
                  <a:pt x="742964" y="617996"/>
                </a:cubicBezTo>
                <a:lnTo>
                  <a:pt x="743081" y="619144"/>
                </a:lnTo>
                <a:cubicBezTo>
                  <a:pt x="1101932" y="678542"/>
                  <a:pt x="1382971" y="959319"/>
                  <a:pt x="1433247" y="1312185"/>
                </a:cubicBezTo>
                <a:cubicBezTo>
                  <a:pt x="1433415" y="1312238"/>
                  <a:pt x="1433584" y="1312243"/>
                  <a:pt x="1433753" y="1312248"/>
                </a:cubicBezTo>
                <a:lnTo>
                  <a:pt x="1434293" y="1318938"/>
                </a:lnTo>
                <a:cubicBezTo>
                  <a:pt x="1439350" y="1349182"/>
                  <a:pt x="1441799" y="1380067"/>
                  <a:pt x="1441757" y="1411395"/>
                </a:cubicBezTo>
                <a:cubicBezTo>
                  <a:pt x="1443069" y="1417025"/>
                  <a:pt x="1443128" y="1422694"/>
                  <a:pt x="1443128" y="1428376"/>
                </a:cubicBezTo>
                <a:cubicBezTo>
                  <a:pt x="1443128" y="1432198"/>
                  <a:pt x="1443101" y="1436014"/>
                  <a:pt x="1442535" y="1439816"/>
                </a:cubicBezTo>
                <a:lnTo>
                  <a:pt x="1442036" y="1439783"/>
                </a:lnTo>
                <a:lnTo>
                  <a:pt x="1442010" y="1440278"/>
                </a:lnTo>
                <a:lnTo>
                  <a:pt x="1424891" y="1438652"/>
                </a:lnTo>
                <a:cubicBezTo>
                  <a:pt x="1392517" y="1438125"/>
                  <a:pt x="1360637" y="1435144"/>
                  <a:pt x="1329465" y="1429590"/>
                </a:cubicBezTo>
                <a:cubicBezTo>
                  <a:pt x="1323888" y="1430009"/>
                  <a:pt x="1318559" y="1429061"/>
                  <a:pt x="1313248" y="1428050"/>
                </a:cubicBezTo>
                <a:lnTo>
                  <a:pt x="1313132" y="1426902"/>
                </a:lnTo>
                <a:cubicBezTo>
                  <a:pt x="954281" y="1367503"/>
                  <a:pt x="673242" y="1086726"/>
                  <a:pt x="622966" y="733861"/>
                </a:cubicBezTo>
                <a:cubicBezTo>
                  <a:pt x="622799" y="733808"/>
                  <a:pt x="622630" y="733803"/>
                  <a:pt x="622461" y="733798"/>
                </a:cubicBezTo>
                <a:lnTo>
                  <a:pt x="621923" y="727122"/>
                </a:lnTo>
                <a:cubicBezTo>
                  <a:pt x="616864" y="696872"/>
                  <a:pt x="614413" y="665981"/>
                  <a:pt x="614455" y="634646"/>
                </a:cubicBezTo>
                <a:cubicBezTo>
                  <a:pt x="613143" y="629018"/>
                  <a:pt x="613085" y="623351"/>
                  <a:pt x="613085" y="617670"/>
                </a:cubicBezTo>
                <a:lnTo>
                  <a:pt x="613679" y="606230"/>
                </a:lnTo>
                <a:lnTo>
                  <a:pt x="614177" y="606263"/>
                </a:lnTo>
                <a:close/>
                <a:moveTo>
                  <a:pt x="7360056" y="605769"/>
                </a:moveTo>
                <a:lnTo>
                  <a:pt x="7360082" y="606263"/>
                </a:lnTo>
                <a:lnTo>
                  <a:pt x="7360580" y="606230"/>
                </a:lnTo>
                <a:lnTo>
                  <a:pt x="7361174" y="617670"/>
                </a:lnTo>
                <a:cubicBezTo>
                  <a:pt x="7361174" y="623351"/>
                  <a:pt x="7361116" y="629018"/>
                  <a:pt x="7359804" y="634646"/>
                </a:cubicBezTo>
                <a:cubicBezTo>
                  <a:pt x="7359846" y="665981"/>
                  <a:pt x="7357395" y="696872"/>
                  <a:pt x="7352337" y="727122"/>
                </a:cubicBezTo>
                <a:lnTo>
                  <a:pt x="7351798" y="733798"/>
                </a:lnTo>
                <a:cubicBezTo>
                  <a:pt x="7351629" y="733803"/>
                  <a:pt x="7351460" y="733808"/>
                  <a:pt x="7351293" y="733861"/>
                </a:cubicBezTo>
                <a:cubicBezTo>
                  <a:pt x="7301017" y="1086726"/>
                  <a:pt x="7019978" y="1367503"/>
                  <a:pt x="6661127" y="1426902"/>
                </a:cubicBezTo>
                <a:lnTo>
                  <a:pt x="6661011" y="1428050"/>
                </a:lnTo>
                <a:cubicBezTo>
                  <a:pt x="6655700" y="1429061"/>
                  <a:pt x="6650371" y="1430009"/>
                  <a:pt x="6644794" y="1429590"/>
                </a:cubicBezTo>
                <a:cubicBezTo>
                  <a:pt x="6613622" y="1435144"/>
                  <a:pt x="6581742" y="1438125"/>
                  <a:pt x="6549368" y="1438652"/>
                </a:cubicBezTo>
                <a:lnTo>
                  <a:pt x="6532249" y="1440278"/>
                </a:lnTo>
                <a:lnTo>
                  <a:pt x="6532223" y="1439783"/>
                </a:lnTo>
                <a:lnTo>
                  <a:pt x="6531724" y="1439816"/>
                </a:lnTo>
                <a:cubicBezTo>
                  <a:pt x="6531158" y="1436014"/>
                  <a:pt x="6531131" y="1432198"/>
                  <a:pt x="6531131" y="1428376"/>
                </a:cubicBezTo>
                <a:cubicBezTo>
                  <a:pt x="6531131" y="1422694"/>
                  <a:pt x="6531190" y="1417025"/>
                  <a:pt x="6532502" y="1411395"/>
                </a:cubicBezTo>
                <a:cubicBezTo>
                  <a:pt x="6532460" y="1380067"/>
                  <a:pt x="6534909" y="1349182"/>
                  <a:pt x="6539966" y="1318938"/>
                </a:cubicBezTo>
                <a:lnTo>
                  <a:pt x="6540506" y="1312248"/>
                </a:lnTo>
                <a:cubicBezTo>
                  <a:pt x="6540675" y="1312243"/>
                  <a:pt x="6540844" y="1312238"/>
                  <a:pt x="6541012" y="1312185"/>
                </a:cubicBezTo>
                <a:cubicBezTo>
                  <a:pt x="6591288" y="959319"/>
                  <a:pt x="6872327" y="678542"/>
                  <a:pt x="7231178" y="619144"/>
                </a:cubicBezTo>
                <a:lnTo>
                  <a:pt x="7231295" y="617996"/>
                </a:lnTo>
                <a:cubicBezTo>
                  <a:pt x="7236603" y="616986"/>
                  <a:pt x="7241931" y="616038"/>
                  <a:pt x="7247507" y="616457"/>
                </a:cubicBezTo>
                <a:cubicBezTo>
                  <a:pt x="7278691" y="610900"/>
                  <a:pt x="7310583" y="607919"/>
                  <a:pt x="7342969" y="607392"/>
                </a:cubicBezTo>
                <a:close/>
                <a:moveTo>
                  <a:pt x="591452" y="605769"/>
                </a:moveTo>
                <a:lnTo>
                  <a:pt x="591478" y="606263"/>
                </a:lnTo>
                <a:lnTo>
                  <a:pt x="591976" y="606230"/>
                </a:lnTo>
                <a:lnTo>
                  <a:pt x="592570" y="617670"/>
                </a:lnTo>
                <a:cubicBezTo>
                  <a:pt x="592570" y="623351"/>
                  <a:pt x="592511" y="629018"/>
                  <a:pt x="591199" y="634646"/>
                </a:cubicBezTo>
                <a:cubicBezTo>
                  <a:pt x="591242" y="665981"/>
                  <a:pt x="588791" y="696872"/>
                  <a:pt x="583732" y="727122"/>
                </a:cubicBezTo>
                <a:lnTo>
                  <a:pt x="583194" y="733798"/>
                </a:lnTo>
                <a:cubicBezTo>
                  <a:pt x="583024" y="733803"/>
                  <a:pt x="582856" y="733808"/>
                  <a:pt x="582689" y="733861"/>
                </a:cubicBezTo>
                <a:cubicBezTo>
                  <a:pt x="537576" y="1050490"/>
                  <a:pt x="306662" y="1309076"/>
                  <a:pt x="0" y="1400276"/>
                </a:cubicBezTo>
                <a:lnTo>
                  <a:pt x="0" y="1267938"/>
                </a:lnTo>
                <a:cubicBezTo>
                  <a:pt x="229298" y="1185101"/>
                  <a:pt x="402181" y="989705"/>
                  <a:pt x="449203" y="750600"/>
                </a:cubicBezTo>
                <a:cubicBezTo>
                  <a:pt x="258971" y="791484"/>
                  <a:pt x="97576" y="906749"/>
                  <a:pt x="0" y="1064489"/>
                </a:cubicBezTo>
                <a:lnTo>
                  <a:pt x="0" y="857695"/>
                </a:lnTo>
                <a:cubicBezTo>
                  <a:pt x="121484" y="734788"/>
                  <a:pt x="282199" y="649000"/>
                  <a:pt x="462573" y="619144"/>
                </a:cubicBezTo>
                <a:lnTo>
                  <a:pt x="462690" y="617996"/>
                </a:lnTo>
                <a:cubicBezTo>
                  <a:pt x="467999" y="616986"/>
                  <a:pt x="473327" y="616038"/>
                  <a:pt x="478903" y="616457"/>
                </a:cubicBezTo>
                <a:cubicBezTo>
                  <a:pt x="510086" y="610900"/>
                  <a:pt x="541979" y="607919"/>
                  <a:pt x="574365" y="607392"/>
                </a:cubicBezTo>
                <a:close/>
                <a:moveTo>
                  <a:pt x="11969013" y="0"/>
                </a:moveTo>
                <a:lnTo>
                  <a:pt x="12180097" y="0"/>
                </a:lnTo>
                <a:cubicBezTo>
                  <a:pt x="12184579" y="2797"/>
                  <a:pt x="12188307" y="6390"/>
                  <a:pt x="12192000" y="10016"/>
                </a:cubicBezTo>
                <a:lnTo>
                  <a:pt x="12192000" y="210008"/>
                </a:lnTo>
                <a:cubicBezTo>
                  <a:pt x="12135666" y="124006"/>
                  <a:pt x="12059786" y="51396"/>
                  <a:pt x="11969013" y="0"/>
                </a:cubicBezTo>
                <a:close/>
                <a:moveTo>
                  <a:pt x="11640695" y="0"/>
                </a:moveTo>
                <a:lnTo>
                  <a:pt x="11775234" y="0"/>
                </a:lnTo>
                <a:cubicBezTo>
                  <a:pt x="11842228" y="193636"/>
                  <a:pt x="11995970" y="348667"/>
                  <a:pt x="12192000" y="421829"/>
                </a:cubicBezTo>
                <a:lnTo>
                  <a:pt x="12192000" y="553832"/>
                </a:lnTo>
                <a:cubicBezTo>
                  <a:pt x="11924422" y="471599"/>
                  <a:pt x="11715712" y="262771"/>
                  <a:pt x="11640695" y="0"/>
                </a:cubicBezTo>
                <a:close/>
                <a:moveTo>
                  <a:pt x="11023379" y="0"/>
                </a:moveTo>
                <a:lnTo>
                  <a:pt x="11232088" y="0"/>
                </a:lnTo>
                <a:cubicBezTo>
                  <a:pt x="11066618" y="98005"/>
                  <a:pt x="10947209" y="260867"/>
                  <a:pt x="10909358" y="451830"/>
                </a:cubicBezTo>
                <a:cubicBezTo>
                  <a:pt x="11153410" y="399791"/>
                  <a:pt x="11350000" y="226290"/>
                  <a:pt x="11427896" y="0"/>
                </a:cubicBezTo>
                <a:lnTo>
                  <a:pt x="11561912" y="0"/>
                </a:lnTo>
                <a:cubicBezTo>
                  <a:pt x="11477134" y="299826"/>
                  <a:pt x="11217862" y="529393"/>
                  <a:pt x="10895987" y="582253"/>
                </a:cubicBezTo>
                <a:lnTo>
                  <a:pt x="10895871" y="583392"/>
                </a:lnTo>
                <a:cubicBezTo>
                  <a:pt x="10890560" y="584395"/>
                  <a:pt x="10885231" y="585336"/>
                  <a:pt x="10879654" y="584920"/>
                </a:cubicBezTo>
                <a:cubicBezTo>
                  <a:pt x="10848482" y="590430"/>
                  <a:pt x="10816602" y="593388"/>
                  <a:pt x="10784227" y="593911"/>
                </a:cubicBezTo>
                <a:lnTo>
                  <a:pt x="10767109" y="595524"/>
                </a:lnTo>
                <a:lnTo>
                  <a:pt x="10767083" y="595033"/>
                </a:lnTo>
                <a:lnTo>
                  <a:pt x="10766584" y="595066"/>
                </a:lnTo>
                <a:cubicBezTo>
                  <a:pt x="10766018" y="591293"/>
                  <a:pt x="10765991" y="587507"/>
                  <a:pt x="10765991" y="583715"/>
                </a:cubicBezTo>
                <a:cubicBezTo>
                  <a:pt x="10765991" y="578078"/>
                  <a:pt x="10766050" y="572454"/>
                  <a:pt x="10767362" y="566868"/>
                </a:cubicBezTo>
                <a:cubicBezTo>
                  <a:pt x="10767319" y="535786"/>
                  <a:pt x="10769769" y="505143"/>
                  <a:pt x="10774826" y="475137"/>
                </a:cubicBezTo>
                <a:lnTo>
                  <a:pt x="10775366" y="468500"/>
                </a:lnTo>
                <a:cubicBezTo>
                  <a:pt x="10775535" y="468495"/>
                  <a:pt x="10775704" y="468490"/>
                  <a:pt x="10775872" y="468437"/>
                </a:cubicBezTo>
                <a:cubicBezTo>
                  <a:pt x="10802174" y="285283"/>
                  <a:pt x="10891635" y="121704"/>
                  <a:pt x="11023379" y="0"/>
                </a:cubicBezTo>
                <a:close/>
                <a:moveTo>
                  <a:pt x="9949555" y="0"/>
                </a:moveTo>
                <a:lnTo>
                  <a:pt x="10083571" y="0"/>
                </a:lnTo>
                <a:cubicBezTo>
                  <a:pt x="10161467" y="226290"/>
                  <a:pt x="10358057" y="399791"/>
                  <a:pt x="10602109" y="451830"/>
                </a:cubicBezTo>
                <a:cubicBezTo>
                  <a:pt x="10564258" y="260867"/>
                  <a:pt x="10444849" y="98005"/>
                  <a:pt x="10279379" y="0"/>
                </a:cubicBezTo>
                <a:lnTo>
                  <a:pt x="10488089" y="0"/>
                </a:lnTo>
                <a:cubicBezTo>
                  <a:pt x="10619833" y="121704"/>
                  <a:pt x="10709293" y="285283"/>
                  <a:pt x="10735596" y="468437"/>
                </a:cubicBezTo>
                <a:cubicBezTo>
                  <a:pt x="10735763" y="468490"/>
                  <a:pt x="10735932" y="468495"/>
                  <a:pt x="10736101" y="468500"/>
                </a:cubicBezTo>
                <a:lnTo>
                  <a:pt x="10736641" y="475137"/>
                </a:lnTo>
                <a:cubicBezTo>
                  <a:pt x="10741698" y="505143"/>
                  <a:pt x="10744148" y="535786"/>
                  <a:pt x="10744105" y="566868"/>
                </a:cubicBezTo>
                <a:cubicBezTo>
                  <a:pt x="10745417" y="572454"/>
                  <a:pt x="10745476" y="578078"/>
                  <a:pt x="10745476" y="583715"/>
                </a:cubicBezTo>
                <a:cubicBezTo>
                  <a:pt x="10745476" y="587507"/>
                  <a:pt x="10745449" y="591293"/>
                  <a:pt x="10744883" y="595066"/>
                </a:cubicBezTo>
                <a:lnTo>
                  <a:pt x="10744384" y="595033"/>
                </a:lnTo>
                <a:lnTo>
                  <a:pt x="10744358" y="595524"/>
                </a:lnTo>
                <a:lnTo>
                  <a:pt x="10727240" y="593911"/>
                </a:lnTo>
                <a:cubicBezTo>
                  <a:pt x="10694865" y="593388"/>
                  <a:pt x="10662985" y="590430"/>
                  <a:pt x="10631813" y="584920"/>
                </a:cubicBezTo>
                <a:cubicBezTo>
                  <a:pt x="10626236" y="585336"/>
                  <a:pt x="10620907" y="584395"/>
                  <a:pt x="10615596" y="583392"/>
                </a:cubicBezTo>
                <a:lnTo>
                  <a:pt x="10615480" y="582253"/>
                </a:lnTo>
                <a:cubicBezTo>
                  <a:pt x="10293605" y="529393"/>
                  <a:pt x="10034333" y="299826"/>
                  <a:pt x="9949555" y="0"/>
                </a:cubicBezTo>
                <a:close/>
                <a:moveTo>
                  <a:pt x="9331225" y="0"/>
                </a:moveTo>
                <a:lnTo>
                  <a:pt x="9539935" y="0"/>
                </a:lnTo>
                <a:cubicBezTo>
                  <a:pt x="9374465" y="98005"/>
                  <a:pt x="9255056" y="260867"/>
                  <a:pt x="9217205" y="451830"/>
                </a:cubicBezTo>
                <a:cubicBezTo>
                  <a:pt x="9461257" y="399791"/>
                  <a:pt x="9657847" y="226290"/>
                  <a:pt x="9735743" y="0"/>
                </a:cubicBezTo>
                <a:lnTo>
                  <a:pt x="9869759" y="0"/>
                </a:lnTo>
                <a:cubicBezTo>
                  <a:pt x="9784981" y="299826"/>
                  <a:pt x="9525709" y="529393"/>
                  <a:pt x="9203834" y="582253"/>
                </a:cubicBezTo>
                <a:lnTo>
                  <a:pt x="9203718" y="583392"/>
                </a:lnTo>
                <a:cubicBezTo>
                  <a:pt x="9198407" y="584395"/>
                  <a:pt x="9193078" y="585336"/>
                  <a:pt x="9187501" y="584920"/>
                </a:cubicBezTo>
                <a:cubicBezTo>
                  <a:pt x="9156329" y="590430"/>
                  <a:pt x="9124449" y="593388"/>
                  <a:pt x="9092074" y="593911"/>
                </a:cubicBezTo>
                <a:lnTo>
                  <a:pt x="9074956" y="595524"/>
                </a:lnTo>
                <a:lnTo>
                  <a:pt x="9074930" y="595033"/>
                </a:lnTo>
                <a:lnTo>
                  <a:pt x="9074431" y="595066"/>
                </a:lnTo>
                <a:cubicBezTo>
                  <a:pt x="9073865" y="591293"/>
                  <a:pt x="9073838" y="587507"/>
                  <a:pt x="9073838" y="583715"/>
                </a:cubicBezTo>
                <a:cubicBezTo>
                  <a:pt x="9073838" y="578078"/>
                  <a:pt x="9073897" y="572454"/>
                  <a:pt x="9075209" y="566868"/>
                </a:cubicBezTo>
                <a:cubicBezTo>
                  <a:pt x="9075166" y="535786"/>
                  <a:pt x="9077616" y="505143"/>
                  <a:pt x="9082673" y="475137"/>
                </a:cubicBezTo>
                <a:lnTo>
                  <a:pt x="9083213" y="468500"/>
                </a:lnTo>
                <a:cubicBezTo>
                  <a:pt x="9083382" y="468495"/>
                  <a:pt x="9083551" y="468490"/>
                  <a:pt x="9083718" y="468437"/>
                </a:cubicBezTo>
                <a:cubicBezTo>
                  <a:pt x="9110021" y="285283"/>
                  <a:pt x="9199481" y="121704"/>
                  <a:pt x="9331225" y="0"/>
                </a:cubicBezTo>
                <a:close/>
                <a:moveTo>
                  <a:pt x="8257405" y="0"/>
                </a:moveTo>
                <a:lnTo>
                  <a:pt x="8391420" y="0"/>
                </a:lnTo>
                <a:cubicBezTo>
                  <a:pt x="8469316" y="226290"/>
                  <a:pt x="8665906" y="399791"/>
                  <a:pt x="8909958" y="451830"/>
                </a:cubicBezTo>
                <a:cubicBezTo>
                  <a:pt x="8872107" y="260867"/>
                  <a:pt x="8752698" y="98005"/>
                  <a:pt x="8587228" y="0"/>
                </a:cubicBezTo>
                <a:lnTo>
                  <a:pt x="8795937" y="0"/>
                </a:lnTo>
                <a:cubicBezTo>
                  <a:pt x="8927681" y="121704"/>
                  <a:pt x="9017142" y="285283"/>
                  <a:pt x="9043444" y="468437"/>
                </a:cubicBezTo>
                <a:cubicBezTo>
                  <a:pt x="9043612" y="468490"/>
                  <a:pt x="9043781" y="468495"/>
                  <a:pt x="9043950" y="468500"/>
                </a:cubicBezTo>
                <a:lnTo>
                  <a:pt x="9044490" y="475137"/>
                </a:lnTo>
                <a:cubicBezTo>
                  <a:pt x="9049547" y="505143"/>
                  <a:pt x="9051997" y="535786"/>
                  <a:pt x="9051954" y="566868"/>
                </a:cubicBezTo>
                <a:cubicBezTo>
                  <a:pt x="9053266" y="572454"/>
                  <a:pt x="9053325" y="578078"/>
                  <a:pt x="9053325" y="583715"/>
                </a:cubicBezTo>
                <a:cubicBezTo>
                  <a:pt x="9053325" y="587507"/>
                  <a:pt x="9053298" y="591293"/>
                  <a:pt x="9052732" y="595066"/>
                </a:cubicBezTo>
                <a:lnTo>
                  <a:pt x="9052233" y="595033"/>
                </a:lnTo>
                <a:lnTo>
                  <a:pt x="9052207" y="595524"/>
                </a:lnTo>
                <a:lnTo>
                  <a:pt x="9035089" y="593911"/>
                </a:lnTo>
                <a:cubicBezTo>
                  <a:pt x="9002714" y="593388"/>
                  <a:pt x="8970834" y="590430"/>
                  <a:pt x="8939662" y="584920"/>
                </a:cubicBezTo>
                <a:cubicBezTo>
                  <a:pt x="8934085" y="585336"/>
                  <a:pt x="8928756" y="584395"/>
                  <a:pt x="8923445" y="583392"/>
                </a:cubicBezTo>
                <a:lnTo>
                  <a:pt x="8923329" y="582253"/>
                </a:lnTo>
                <a:cubicBezTo>
                  <a:pt x="8601454" y="529393"/>
                  <a:pt x="8342182" y="299826"/>
                  <a:pt x="8257405" y="0"/>
                </a:cubicBezTo>
                <a:close/>
                <a:moveTo>
                  <a:pt x="7639075" y="0"/>
                </a:moveTo>
                <a:lnTo>
                  <a:pt x="7847784" y="0"/>
                </a:lnTo>
                <a:cubicBezTo>
                  <a:pt x="7682314" y="98005"/>
                  <a:pt x="7562905" y="260867"/>
                  <a:pt x="7525054" y="451830"/>
                </a:cubicBezTo>
                <a:cubicBezTo>
                  <a:pt x="7769107" y="399791"/>
                  <a:pt x="7965696" y="226290"/>
                  <a:pt x="8043592" y="0"/>
                </a:cubicBezTo>
                <a:lnTo>
                  <a:pt x="8177609" y="0"/>
                </a:lnTo>
                <a:cubicBezTo>
                  <a:pt x="8092830" y="299826"/>
                  <a:pt x="7833558" y="529393"/>
                  <a:pt x="7511683" y="582253"/>
                </a:cubicBezTo>
                <a:lnTo>
                  <a:pt x="7511567" y="583392"/>
                </a:lnTo>
                <a:cubicBezTo>
                  <a:pt x="7506256" y="584395"/>
                  <a:pt x="7500927" y="585336"/>
                  <a:pt x="7495350" y="584920"/>
                </a:cubicBezTo>
                <a:cubicBezTo>
                  <a:pt x="7464178" y="590430"/>
                  <a:pt x="7432298" y="593388"/>
                  <a:pt x="7399924" y="593911"/>
                </a:cubicBezTo>
                <a:lnTo>
                  <a:pt x="7382805" y="595524"/>
                </a:lnTo>
                <a:lnTo>
                  <a:pt x="7382779" y="595033"/>
                </a:lnTo>
                <a:lnTo>
                  <a:pt x="7382280" y="595066"/>
                </a:lnTo>
                <a:cubicBezTo>
                  <a:pt x="7381714" y="591293"/>
                  <a:pt x="7381687" y="587507"/>
                  <a:pt x="7381687" y="583715"/>
                </a:cubicBezTo>
                <a:cubicBezTo>
                  <a:pt x="7381687" y="578078"/>
                  <a:pt x="7381746" y="572454"/>
                  <a:pt x="7383058" y="566868"/>
                </a:cubicBezTo>
                <a:cubicBezTo>
                  <a:pt x="7383016" y="535786"/>
                  <a:pt x="7385465" y="505143"/>
                  <a:pt x="7390522" y="475137"/>
                </a:cubicBezTo>
                <a:lnTo>
                  <a:pt x="7391062" y="468500"/>
                </a:lnTo>
                <a:cubicBezTo>
                  <a:pt x="7391231" y="468495"/>
                  <a:pt x="7391400" y="468490"/>
                  <a:pt x="7391568" y="468437"/>
                </a:cubicBezTo>
                <a:cubicBezTo>
                  <a:pt x="7417870" y="285283"/>
                  <a:pt x="7507331" y="121703"/>
                  <a:pt x="7639075" y="0"/>
                </a:cubicBezTo>
                <a:close/>
                <a:moveTo>
                  <a:pt x="6565254" y="0"/>
                </a:moveTo>
                <a:lnTo>
                  <a:pt x="6699270" y="0"/>
                </a:lnTo>
                <a:cubicBezTo>
                  <a:pt x="6777166" y="226290"/>
                  <a:pt x="6973755" y="399791"/>
                  <a:pt x="7217807" y="451830"/>
                </a:cubicBezTo>
                <a:cubicBezTo>
                  <a:pt x="7179956" y="260867"/>
                  <a:pt x="7060547" y="98005"/>
                  <a:pt x="6895077" y="0"/>
                </a:cubicBezTo>
                <a:lnTo>
                  <a:pt x="7103787" y="0"/>
                </a:lnTo>
                <a:cubicBezTo>
                  <a:pt x="7235531" y="121704"/>
                  <a:pt x="7324992" y="285283"/>
                  <a:pt x="7351294" y="468437"/>
                </a:cubicBezTo>
                <a:cubicBezTo>
                  <a:pt x="7351461" y="468490"/>
                  <a:pt x="7351631" y="468495"/>
                  <a:pt x="7351799" y="468500"/>
                </a:cubicBezTo>
                <a:lnTo>
                  <a:pt x="7352340" y="475137"/>
                </a:lnTo>
                <a:cubicBezTo>
                  <a:pt x="7357396" y="505143"/>
                  <a:pt x="7359846" y="535786"/>
                  <a:pt x="7359804" y="566868"/>
                </a:cubicBezTo>
                <a:cubicBezTo>
                  <a:pt x="7361116" y="572454"/>
                  <a:pt x="7361174" y="578078"/>
                  <a:pt x="7361174" y="583715"/>
                </a:cubicBezTo>
                <a:cubicBezTo>
                  <a:pt x="7361174" y="587507"/>
                  <a:pt x="7361147" y="591293"/>
                  <a:pt x="7360581" y="595066"/>
                </a:cubicBezTo>
                <a:lnTo>
                  <a:pt x="7360082" y="595033"/>
                </a:lnTo>
                <a:lnTo>
                  <a:pt x="7360056" y="595524"/>
                </a:lnTo>
                <a:lnTo>
                  <a:pt x="7342938" y="593911"/>
                </a:lnTo>
                <a:cubicBezTo>
                  <a:pt x="7310564" y="593388"/>
                  <a:pt x="7278683" y="590430"/>
                  <a:pt x="7247511" y="584920"/>
                </a:cubicBezTo>
                <a:cubicBezTo>
                  <a:pt x="7241934" y="585336"/>
                  <a:pt x="7236605" y="584395"/>
                  <a:pt x="7231295" y="583392"/>
                </a:cubicBezTo>
                <a:lnTo>
                  <a:pt x="7231179" y="582253"/>
                </a:lnTo>
                <a:cubicBezTo>
                  <a:pt x="6909304" y="529393"/>
                  <a:pt x="6650032" y="299826"/>
                  <a:pt x="6565254" y="0"/>
                </a:cubicBezTo>
                <a:close/>
                <a:moveTo>
                  <a:pt x="5946924" y="0"/>
                </a:moveTo>
                <a:lnTo>
                  <a:pt x="6155633" y="0"/>
                </a:lnTo>
                <a:cubicBezTo>
                  <a:pt x="5990163" y="98005"/>
                  <a:pt x="5870754" y="260867"/>
                  <a:pt x="5832903" y="451830"/>
                </a:cubicBezTo>
                <a:cubicBezTo>
                  <a:pt x="6076956" y="399791"/>
                  <a:pt x="6273545" y="226290"/>
                  <a:pt x="6351441" y="0"/>
                </a:cubicBezTo>
                <a:lnTo>
                  <a:pt x="6485457" y="0"/>
                </a:lnTo>
                <a:cubicBezTo>
                  <a:pt x="6400679" y="299826"/>
                  <a:pt x="6141407" y="529393"/>
                  <a:pt x="5819531" y="582253"/>
                </a:cubicBezTo>
                <a:lnTo>
                  <a:pt x="5819415" y="583392"/>
                </a:lnTo>
                <a:cubicBezTo>
                  <a:pt x="5814105" y="584395"/>
                  <a:pt x="5808776" y="585336"/>
                  <a:pt x="5803199" y="584920"/>
                </a:cubicBezTo>
                <a:cubicBezTo>
                  <a:pt x="5772027" y="590430"/>
                  <a:pt x="5740146" y="593388"/>
                  <a:pt x="5707772" y="593911"/>
                </a:cubicBezTo>
                <a:lnTo>
                  <a:pt x="5690654" y="595524"/>
                </a:lnTo>
                <a:lnTo>
                  <a:pt x="5690628" y="595033"/>
                </a:lnTo>
                <a:lnTo>
                  <a:pt x="5690129" y="595066"/>
                </a:lnTo>
                <a:cubicBezTo>
                  <a:pt x="5689563" y="591293"/>
                  <a:pt x="5689536" y="587507"/>
                  <a:pt x="5689536" y="583715"/>
                </a:cubicBezTo>
                <a:cubicBezTo>
                  <a:pt x="5689536" y="578078"/>
                  <a:pt x="5689594" y="572454"/>
                  <a:pt x="5690906" y="566868"/>
                </a:cubicBezTo>
                <a:cubicBezTo>
                  <a:pt x="5690864" y="535786"/>
                  <a:pt x="5693314" y="505143"/>
                  <a:pt x="5698370" y="475137"/>
                </a:cubicBezTo>
                <a:lnTo>
                  <a:pt x="5698911" y="468500"/>
                </a:lnTo>
                <a:cubicBezTo>
                  <a:pt x="5699079" y="468495"/>
                  <a:pt x="5699249" y="468490"/>
                  <a:pt x="5699416" y="468437"/>
                </a:cubicBezTo>
                <a:cubicBezTo>
                  <a:pt x="5725719" y="285283"/>
                  <a:pt x="5815180" y="121704"/>
                  <a:pt x="5946924" y="0"/>
                </a:cubicBezTo>
                <a:close/>
                <a:moveTo>
                  <a:pt x="4873102" y="0"/>
                </a:moveTo>
                <a:lnTo>
                  <a:pt x="5007119" y="0"/>
                </a:lnTo>
                <a:cubicBezTo>
                  <a:pt x="5085015" y="226291"/>
                  <a:pt x="5281604" y="399791"/>
                  <a:pt x="5525656" y="451830"/>
                </a:cubicBezTo>
                <a:cubicBezTo>
                  <a:pt x="5487805" y="260867"/>
                  <a:pt x="5368397" y="98005"/>
                  <a:pt x="5202927" y="0"/>
                </a:cubicBezTo>
                <a:lnTo>
                  <a:pt x="5411635" y="0"/>
                </a:lnTo>
                <a:cubicBezTo>
                  <a:pt x="5543380" y="121703"/>
                  <a:pt x="5632840" y="285283"/>
                  <a:pt x="5659142" y="468437"/>
                </a:cubicBezTo>
                <a:cubicBezTo>
                  <a:pt x="5659310" y="468490"/>
                  <a:pt x="5659479" y="468495"/>
                  <a:pt x="5659648" y="468499"/>
                </a:cubicBezTo>
                <a:lnTo>
                  <a:pt x="5660188" y="475137"/>
                </a:lnTo>
                <a:cubicBezTo>
                  <a:pt x="5665245" y="505143"/>
                  <a:pt x="5667694" y="535786"/>
                  <a:pt x="5667652" y="566868"/>
                </a:cubicBezTo>
                <a:cubicBezTo>
                  <a:pt x="5668964" y="572454"/>
                  <a:pt x="5669023" y="578078"/>
                  <a:pt x="5669023" y="583715"/>
                </a:cubicBezTo>
                <a:cubicBezTo>
                  <a:pt x="5669023" y="587508"/>
                  <a:pt x="5668996" y="591293"/>
                  <a:pt x="5668430" y="595066"/>
                </a:cubicBezTo>
                <a:lnTo>
                  <a:pt x="5667931" y="595033"/>
                </a:lnTo>
                <a:lnTo>
                  <a:pt x="5667905" y="595524"/>
                </a:lnTo>
                <a:lnTo>
                  <a:pt x="5650786" y="593911"/>
                </a:lnTo>
                <a:cubicBezTo>
                  <a:pt x="5618412" y="593388"/>
                  <a:pt x="5586532" y="590430"/>
                  <a:pt x="5555360" y="584920"/>
                </a:cubicBezTo>
                <a:cubicBezTo>
                  <a:pt x="5549783" y="585336"/>
                  <a:pt x="5544454" y="584395"/>
                  <a:pt x="5539143" y="583392"/>
                </a:cubicBezTo>
                <a:lnTo>
                  <a:pt x="5539027" y="582253"/>
                </a:lnTo>
                <a:cubicBezTo>
                  <a:pt x="5217153" y="529393"/>
                  <a:pt x="4957881" y="299826"/>
                  <a:pt x="4873102" y="0"/>
                </a:cubicBezTo>
                <a:close/>
                <a:moveTo>
                  <a:pt x="4254773" y="0"/>
                </a:moveTo>
                <a:lnTo>
                  <a:pt x="4463482" y="0"/>
                </a:lnTo>
                <a:cubicBezTo>
                  <a:pt x="4298012" y="98005"/>
                  <a:pt x="4178603" y="260867"/>
                  <a:pt x="4140752" y="451830"/>
                </a:cubicBezTo>
                <a:cubicBezTo>
                  <a:pt x="4384804" y="399791"/>
                  <a:pt x="4581394" y="226291"/>
                  <a:pt x="4659290" y="0"/>
                </a:cubicBezTo>
                <a:lnTo>
                  <a:pt x="4793306" y="0"/>
                </a:lnTo>
                <a:cubicBezTo>
                  <a:pt x="4708528" y="299826"/>
                  <a:pt x="4449256" y="529393"/>
                  <a:pt x="4127381" y="582253"/>
                </a:cubicBezTo>
                <a:lnTo>
                  <a:pt x="4127264" y="583392"/>
                </a:lnTo>
                <a:cubicBezTo>
                  <a:pt x="4121954" y="584395"/>
                  <a:pt x="4116625" y="585336"/>
                  <a:pt x="4111048" y="584920"/>
                </a:cubicBezTo>
                <a:cubicBezTo>
                  <a:pt x="4079876" y="590430"/>
                  <a:pt x="4047996" y="593388"/>
                  <a:pt x="4015621" y="593911"/>
                </a:cubicBezTo>
                <a:lnTo>
                  <a:pt x="3998503" y="595524"/>
                </a:lnTo>
                <a:lnTo>
                  <a:pt x="3998477" y="595033"/>
                </a:lnTo>
                <a:lnTo>
                  <a:pt x="3997978" y="595066"/>
                </a:lnTo>
                <a:cubicBezTo>
                  <a:pt x="3997412" y="591293"/>
                  <a:pt x="3997385" y="587507"/>
                  <a:pt x="3997385" y="583715"/>
                </a:cubicBezTo>
                <a:cubicBezTo>
                  <a:pt x="3997385" y="578078"/>
                  <a:pt x="3997443" y="572454"/>
                  <a:pt x="3998755" y="566868"/>
                </a:cubicBezTo>
                <a:cubicBezTo>
                  <a:pt x="3998713" y="535786"/>
                  <a:pt x="4001163" y="505143"/>
                  <a:pt x="4006219" y="475137"/>
                </a:cubicBezTo>
                <a:lnTo>
                  <a:pt x="4006760" y="468499"/>
                </a:lnTo>
                <a:cubicBezTo>
                  <a:pt x="4006928" y="468495"/>
                  <a:pt x="4007098" y="468490"/>
                  <a:pt x="4007265" y="468437"/>
                </a:cubicBezTo>
                <a:cubicBezTo>
                  <a:pt x="4033568" y="285283"/>
                  <a:pt x="4123028" y="121703"/>
                  <a:pt x="4254773" y="0"/>
                </a:cubicBezTo>
                <a:close/>
                <a:moveTo>
                  <a:pt x="3180951" y="0"/>
                </a:moveTo>
                <a:lnTo>
                  <a:pt x="3314968" y="0"/>
                </a:lnTo>
                <a:cubicBezTo>
                  <a:pt x="3392864" y="226291"/>
                  <a:pt x="3589453" y="399791"/>
                  <a:pt x="3833505" y="451830"/>
                </a:cubicBezTo>
                <a:cubicBezTo>
                  <a:pt x="3795654" y="260867"/>
                  <a:pt x="3676245" y="98005"/>
                  <a:pt x="3510776" y="0"/>
                </a:cubicBezTo>
                <a:lnTo>
                  <a:pt x="3719484" y="0"/>
                </a:lnTo>
                <a:cubicBezTo>
                  <a:pt x="3851229" y="121703"/>
                  <a:pt x="3940689" y="285283"/>
                  <a:pt x="3966991" y="468437"/>
                </a:cubicBezTo>
                <a:cubicBezTo>
                  <a:pt x="3967159" y="468490"/>
                  <a:pt x="3967328" y="468495"/>
                  <a:pt x="3967497" y="468499"/>
                </a:cubicBezTo>
                <a:lnTo>
                  <a:pt x="3968037" y="475137"/>
                </a:lnTo>
                <a:cubicBezTo>
                  <a:pt x="3973094" y="505143"/>
                  <a:pt x="3975543" y="535786"/>
                  <a:pt x="3975501" y="566868"/>
                </a:cubicBezTo>
                <a:cubicBezTo>
                  <a:pt x="3976813" y="572454"/>
                  <a:pt x="3976872" y="578078"/>
                  <a:pt x="3976872" y="583715"/>
                </a:cubicBezTo>
                <a:cubicBezTo>
                  <a:pt x="3976872" y="587508"/>
                  <a:pt x="3976845" y="591293"/>
                  <a:pt x="3976279" y="595066"/>
                </a:cubicBezTo>
                <a:lnTo>
                  <a:pt x="3975780" y="595033"/>
                </a:lnTo>
                <a:lnTo>
                  <a:pt x="3975754" y="595524"/>
                </a:lnTo>
                <a:lnTo>
                  <a:pt x="3958635" y="593911"/>
                </a:lnTo>
                <a:cubicBezTo>
                  <a:pt x="3926261" y="593388"/>
                  <a:pt x="3894381" y="590430"/>
                  <a:pt x="3863209" y="584920"/>
                </a:cubicBezTo>
                <a:cubicBezTo>
                  <a:pt x="3857632" y="585336"/>
                  <a:pt x="3852303" y="584395"/>
                  <a:pt x="3846992" y="583392"/>
                </a:cubicBezTo>
                <a:lnTo>
                  <a:pt x="3846876" y="582253"/>
                </a:lnTo>
                <a:cubicBezTo>
                  <a:pt x="3525002" y="529393"/>
                  <a:pt x="3265729" y="299826"/>
                  <a:pt x="3180951" y="0"/>
                </a:cubicBezTo>
                <a:close/>
                <a:moveTo>
                  <a:pt x="2562622" y="0"/>
                </a:moveTo>
                <a:lnTo>
                  <a:pt x="2771330" y="0"/>
                </a:lnTo>
                <a:cubicBezTo>
                  <a:pt x="2605861" y="98005"/>
                  <a:pt x="2486452" y="260867"/>
                  <a:pt x="2448601" y="451830"/>
                </a:cubicBezTo>
                <a:cubicBezTo>
                  <a:pt x="2692653" y="399791"/>
                  <a:pt x="2889242" y="226291"/>
                  <a:pt x="2967139" y="0"/>
                </a:cubicBezTo>
                <a:lnTo>
                  <a:pt x="3101155" y="0"/>
                </a:lnTo>
                <a:cubicBezTo>
                  <a:pt x="3016377" y="299826"/>
                  <a:pt x="2757105" y="529393"/>
                  <a:pt x="2435230" y="582253"/>
                </a:cubicBezTo>
                <a:lnTo>
                  <a:pt x="2435113" y="583392"/>
                </a:lnTo>
                <a:cubicBezTo>
                  <a:pt x="2429803" y="584395"/>
                  <a:pt x="2424474" y="585336"/>
                  <a:pt x="2418897" y="584920"/>
                </a:cubicBezTo>
                <a:cubicBezTo>
                  <a:pt x="2387725" y="590430"/>
                  <a:pt x="2355845" y="593388"/>
                  <a:pt x="2323470" y="593911"/>
                </a:cubicBezTo>
                <a:lnTo>
                  <a:pt x="2306352" y="595524"/>
                </a:lnTo>
                <a:lnTo>
                  <a:pt x="2306326" y="595033"/>
                </a:lnTo>
                <a:lnTo>
                  <a:pt x="2305827" y="595066"/>
                </a:lnTo>
                <a:cubicBezTo>
                  <a:pt x="2305261" y="591293"/>
                  <a:pt x="2305234" y="587507"/>
                  <a:pt x="2305234" y="583715"/>
                </a:cubicBezTo>
                <a:cubicBezTo>
                  <a:pt x="2305234" y="578078"/>
                  <a:pt x="2305292" y="572454"/>
                  <a:pt x="2306604" y="566868"/>
                </a:cubicBezTo>
                <a:cubicBezTo>
                  <a:pt x="2306562" y="535786"/>
                  <a:pt x="2309012" y="505143"/>
                  <a:pt x="2314068" y="475137"/>
                </a:cubicBezTo>
                <a:lnTo>
                  <a:pt x="2314609" y="468499"/>
                </a:lnTo>
                <a:cubicBezTo>
                  <a:pt x="2314777" y="468495"/>
                  <a:pt x="2314947" y="468490"/>
                  <a:pt x="2315114" y="468437"/>
                </a:cubicBezTo>
                <a:cubicBezTo>
                  <a:pt x="2341417" y="285283"/>
                  <a:pt x="2430877" y="121704"/>
                  <a:pt x="2562622" y="0"/>
                </a:cubicBezTo>
                <a:close/>
                <a:moveTo>
                  <a:pt x="1488800" y="0"/>
                </a:moveTo>
                <a:lnTo>
                  <a:pt x="1622816" y="0"/>
                </a:lnTo>
                <a:cubicBezTo>
                  <a:pt x="1700712" y="226290"/>
                  <a:pt x="1897302" y="399791"/>
                  <a:pt x="2141354" y="451830"/>
                </a:cubicBezTo>
                <a:cubicBezTo>
                  <a:pt x="2103503" y="260867"/>
                  <a:pt x="1984094" y="98005"/>
                  <a:pt x="1818624" y="0"/>
                </a:cubicBezTo>
                <a:lnTo>
                  <a:pt x="2027333" y="0"/>
                </a:lnTo>
                <a:cubicBezTo>
                  <a:pt x="2159078" y="121703"/>
                  <a:pt x="2248538" y="285283"/>
                  <a:pt x="2274840" y="468437"/>
                </a:cubicBezTo>
                <a:cubicBezTo>
                  <a:pt x="2275008" y="468490"/>
                  <a:pt x="2275177" y="468495"/>
                  <a:pt x="2275346" y="468500"/>
                </a:cubicBezTo>
                <a:lnTo>
                  <a:pt x="2275886" y="475137"/>
                </a:lnTo>
                <a:cubicBezTo>
                  <a:pt x="2280943" y="505143"/>
                  <a:pt x="2283392" y="535786"/>
                  <a:pt x="2283350" y="566868"/>
                </a:cubicBezTo>
                <a:cubicBezTo>
                  <a:pt x="2284662" y="572454"/>
                  <a:pt x="2284721" y="578078"/>
                  <a:pt x="2284721" y="583715"/>
                </a:cubicBezTo>
                <a:cubicBezTo>
                  <a:pt x="2284721" y="587508"/>
                  <a:pt x="2284694" y="591293"/>
                  <a:pt x="2284128" y="595066"/>
                </a:cubicBezTo>
                <a:lnTo>
                  <a:pt x="2283629" y="595033"/>
                </a:lnTo>
                <a:lnTo>
                  <a:pt x="2283603" y="595524"/>
                </a:lnTo>
                <a:lnTo>
                  <a:pt x="2266484" y="593911"/>
                </a:lnTo>
                <a:cubicBezTo>
                  <a:pt x="2234110" y="593388"/>
                  <a:pt x="2202230" y="590430"/>
                  <a:pt x="2171058" y="584920"/>
                </a:cubicBezTo>
                <a:cubicBezTo>
                  <a:pt x="2165481" y="585336"/>
                  <a:pt x="2160152" y="584395"/>
                  <a:pt x="2154841" y="583392"/>
                </a:cubicBezTo>
                <a:lnTo>
                  <a:pt x="2154725" y="582253"/>
                </a:lnTo>
                <a:cubicBezTo>
                  <a:pt x="1832850" y="529393"/>
                  <a:pt x="1573578" y="299826"/>
                  <a:pt x="1488800" y="0"/>
                </a:cubicBezTo>
                <a:close/>
                <a:moveTo>
                  <a:pt x="870471" y="0"/>
                </a:moveTo>
                <a:lnTo>
                  <a:pt x="1079179" y="0"/>
                </a:lnTo>
                <a:cubicBezTo>
                  <a:pt x="913710" y="98005"/>
                  <a:pt x="794301" y="260867"/>
                  <a:pt x="756450" y="451830"/>
                </a:cubicBezTo>
                <a:cubicBezTo>
                  <a:pt x="1000502" y="399791"/>
                  <a:pt x="1197091" y="226291"/>
                  <a:pt x="1274988" y="0"/>
                </a:cubicBezTo>
                <a:lnTo>
                  <a:pt x="1409004" y="0"/>
                </a:lnTo>
                <a:cubicBezTo>
                  <a:pt x="1324226" y="299826"/>
                  <a:pt x="1064954" y="529393"/>
                  <a:pt x="743078" y="582253"/>
                </a:cubicBezTo>
                <a:lnTo>
                  <a:pt x="742962" y="583392"/>
                </a:lnTo>
                <a:cubicBezTo>
                  <a:pt x="737652" y="584395"/>
                  <a:pt x="732323" y="585336"/>
                  <a:pt x="726746" y="584920"/>
                </a:cubicBezTo>
                <a:cubicBezTo>
                  <a:pt x="695574" y="590430"/>
                  <a:pt x="663693" y="593388"/>
                  <a:pt x="631319" y="593911"/>
                </a:cubicBezTo>
                <a:lnTo>
                  <a:pt x="614201" y="595524"/>
                </a:lnTo>
                <a:lnTo>
                  <a:pt x="614175" y="595033"/>
                </a:lnTo>
                <a:lnTo>
                  <a:pt x="613676" y="595066"/>
                </a:lnTo>
                <a:cubicBezTo>
                  <a:pt x="613110" y="591293"/>
                  <a:pt x="613083" y="587507"/>
                  <a:pt x="613083" y="583715"/>
                </a:cubicBezTo>
                <a:cubicBezTo>
                  <a:pt x="613083" y="578078"/>
                  <a:pt x="613141" y="572454"/>
                  <a:pt x="614453" y="566868"/>
                </a:cubicBezTo>
                <a:cubicBezTo>
                  <a:pt x="614411" y="535786"/>
                  <a:pt x="616861" y="505143"/>
                  <a:pt x="621918" y="475137"/>
                </a:cubicBezTo>
                <a:lnTo>
                  <a:pt x="622458" y="468499"/>
                </a:lnTo>
                <a:cubicBezTo>
                  <a:pt x="622626" y="468495"/>
                  <a:pt x="622796" y="468490"/>
                  <a:pt x="622963" y="468437"/>
                </a:cubicBezTo>
                <a:cubicBezTo>
                  <a:pt x="649266" y="285283"/>
                  <a:pt x="738726" y="121703"/>
                  <a:pt x="870471" y="0"/>
                </a:cubicBezTo>
                <a:close/>
                <a:moveTo>
                  <a:pt x="126374" y="0"/>
                </a:moveTo>
                <a:lnTo>
                  <a:pt x="334376" y="0"/>
                </a:lnTo>
                <a:cubicBezTo>
                  <a:pt x="466684" y="121261"/>
                  <a:pt x="556352" y="285035"/>
                  <a:pt x="582690" y="468437"/>
                </a:cubicBezTo>
                <a:cubicBezTo>
                  <a:pt x="582857" y="468490"/>
                  <a:pt x="583026" y="468495"/>
                  <a:pt x="583195" y="468499"/>
                </a:cubicBezTo>
                <a:lnTo>
                  <a:pt x="583735" y="475137"/>
                </a:lnTo>
                <a:cubicBezTo>
                  <a:pt x="588792" y="505143"/>
                  <a:pt x="591242" y="535786"/>
                  <a:pt x="591199" y="566868"/>
                </a:cubicBezTo>
                <a:cubicBezTo>
                  <a:pt x="592511" y="572454"/>
                  <a:pt x="592570" y="578078"/>
                  <a:pt x="592570" y="583715"/>
                </a:cubicBezTo>
                <a:cubicBezTo>
                  <a:pt x="592570" y="587507"/>
                  <a:pt x="592543" y="591293"/>
                  <a:pt x="591977" y="595066"/>
                </a:cubicBezTo>
                <a:lnTo>
                  <a:pt x="591478" y="595033"/>
                </a:lnTo>
                <a:lnTo>
                  <a:pt x="591452" y="595524"/>
                </a:lnTo>
                <a:lnTo>
                  <a:pt x="574334" y="593911"/>
                </a:lnTo>
                <a:cubicBezTo>
                  <a:pt x="541959" y="593388"/>
                  <a:pt x="510079" y="590430"/>
                  <a:pt x="478907" y="584920"/>
                </a:cubicBezTo>
                <a:cubicBezTo>
                  <a:pt x="473330" y="585336"/>
                  <a:pt x="468001" y="584395"/>
                  <a:pt x="462690" y="583392"/>
                </a:cubicBezTo>
                <a:lnTo>
                  <a:pt x="462574" y="582253"/>
                </a:lnTo>
                <a:cubicBezTo>
                  <a:pt x="282200" y="552631"/>
                  <a:pt x="121485" y="467518"/>
                  <a:pt x="0" y="345575"/>
                </a:cubicBezTo>
                <a:lnTo>
                  <a:pt x="0" y="140406"/>
                </a:lnTo>
                <a:cubicBezTo>
                  <a:pt x="97584" y="296912"/>
                  <a:pt x="258975" y="411268"/>
                  <a:pt x="449203" y="451830"/>
                </a:cubicBezTo>
                <a:cubicBezTo>
                  <a:pt x="411344" y="260824"/>
                  <a:pt x="291889" y="97931"/>
                  <a:pt x="126374"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Title 1"/>
          <p:cNvSpPr>
            <a:spLocks noGrp="1"/>
          </p:cNvSpPr>
          <p:nvPr>
            <p:ph type="ctrTitle"/>
          </p:nvPr>
        </p:nvSpPr>
        <p:spPr>
          <a:xfrm>
            <a:off x="457200" y="4960137"/>
            <a:ext cx="7772400" cy="1463040"/>
          </a:xfrm>
        </p:spPr>
        <p:txBody>
          <a:bodyPr anchor="ctr">
            <a:normAutofit/>
          </a:bodyPr>
          <a:lstStyle>
            <a:lvl1pPr algn="r">
              <a:defRPr sz="5000" spc="200" baseline="0"/>
            </a:lvl1pPr>
          </a:lstStyle>
          <a:p>
            <a:r>
              <a:rPr lang="en-US"/>
              <a:t>Click to edit Master title style</a:t>
            </a:r>
            <a:endParaRPr lang="en-US" dirty="0"/>
          </a:p>
        </p:txBody>
      </p:sp>
      <p:sp>
        <p:nvSpPr>
          <p:cNvPr id="3" name="Subtitle 2"/>
          <p:cNvSpPr>
            <a:spLocks noGrp="1"/>
          </p:cNvSpPr>
          <p:nvPr>
            <p:ph type="subTitle" idx="1"/>
          </p:nvPr>
        </p:nvSpPr>
        <p:spPr>
          <a:xfrm>
            <a:off x="8610600" y="4960137"/>
            <a:ext cx="3200400" cy="1463040"/>
          </a:xfrm>
        </p:spPr>
        <p:txBody>
          <a:bodyPr lIns="91440" rIns="91440" anchor="ctr">
            <a:normAutofit/>
          </a:bodyPr>
          <a:lstStyle>
            <a:lvl1pPr marL="0" indent="0" algn="l">
              <a:lnSpc>
                <a:spcPct val="100000"/>
              </a:lnSpc>
              <a:spcBef>
                <a:spcPts val="0"/>
              </a:spcBef>
              <a:buNone/>
              <a:defRPr sz="1800">
                <a:solidFill>
                  <a:schemeClr val="tx1">
                    <a:lumMod val="95000"/>
                    <a:lumOff val="5000"/>
                  </a:schemeClr>
                </a:solidFill>
              </a:defRPr>
            </a:lvl1pPr>
            <a:lvl2pPr marL="457200" indent="0" algn="ctr">
              <a:buNone/>
              <a:defRPr sz="1800"/>
            </a:lvl2pPr>
            <a:lvl3pPr marL="914400" indent="0" algn="ctr">
              <a:buNone/>
              <a:defRPr sz="1800"/>
            </a:lvl3pPr>
            <a:lvl4pPr marL="1371600" indent="0" algn="ctr">
              <a:buNone/>
              <a:defRPr sz="1800"/>
            </a:lvl4pPr>
            <a:lvl5pPr marL="1828800" indent="0" algn="ctr">
              <a:buNone/>
              <a:defRPr sz="1800"/>
            </a:lvl5pPr>
            <a:lvl6pPr marL="2286000" indent="0" algn="ctr">
              <a:buNone/>
              <a:defRPr sz="1800"/>
            </a:lvl6pPr>
            <a:lvl7pPr marL="2743200" indent="0" algn="ctr">
              <a:buNone/>
              <a:defRPr sz="1800"/>
            </a:lvl7pPr>
            <a:lvl8pPr marL="3200400" indent="0" algn="ctr">
              <a:buNone/>
              <a:defRPr sz="1800"/>
            </a:lvl8pPr>
            <a:lvl9pPr marL="3657600" indent="0" algn="ctr">
              <a:buNone/>
              <a:defRPr sz="18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lvl1pPr algn="l">
              <a:defRPr/>
            </a:lvl1pPr>
          </a:lstStyle>
          <a:p>
            <a:fld id="{EC085D8A-9CAE-5C47-9CA8-75814F650544}" type="datetimeFigureOut">
              <a:rPr lang="en-US" smtClean="0"/>
              <a:t>10/1/26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4070D86-A789-4044-8569-EB7759992B5A}" type="slidenum">
              <a:rPr lang="en-US" smtClean="0"/>
              <a:t>‹#›</a:t>
            </a:fld>
            <a:endParaRPr lang="en-US"/>
          </a:p>
        </p:txBody>
      </p:sp>
      <p:cxnSp>
        <p:nvCxnSpPr>
          <p:cNvPr id="8" name="Straight Connector 7"/>
          <p:cNvCxnSpPr/>
          <p:nvPr/>
        </p:nvCxnSpPr>
        <p:spPr>
          <a:xfrm flipV="1">
            <a:off x="8386843" y="5264106"/>
            <a:ext cx="0" cy="914400"/>
          </a:xfrm>
          <a:prstGeom prst="line">
            <a:avLst/>
          </a:prstGeom>
          <a:ln w="19050">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89573800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hasCustomPrompt="1"/>
          </p:nvPr>
        </p:nvSpPr>
        <p:spPr/>
        <p:txBody>
          <a:bodyPr/>
          <a:lstStyle>
            <a:lvl1pPr marL="91440" indent="-91440">
              <a:buFont typeface="Arial" panose="020B0604020202020204" pitchFamily="34" charset="0"/>
              <a:buChar char="•"/>
              <a:defRPr sz="3200" baseline="0"/>
            </a:lvl1pPr>
            <a:lvl2pPr>
              <a:defRPr sz="2800" baseline="0"/>
            </a:lvl2pPr>
            <a:lvl3pPr>
              <a:defRPr sz="2400" baseline="0"/>
            </a:lvl3pPr>
            <a:lvl4pPr>
              <a:defRPr sz="2000" baseline="0"/>
            </a:lvl4pPr>
            <a:lvl5pPr>
              <a:defRPr sz="1600" baseline="0"/>
            </a:lvl5pPr>
          </a:lstStyle>
          <a:p>
            <a:pPr lvl="0"/>
            <a:r>
              <a:rPr lang="en-US" dirty="0"/>
              <a:t> 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EC085D8A-9CAE-5C47-9CA8-75814F650544}" type="datetimeFigureOut">
              <a:rPr lang="en-US" smtClean="0"/>
              <a:t>10/1/26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4070D86-A789-4044-8569-EB7759992B5A}" type="slidenum">
              <a:rPr lang="en-US" smtClean="0"/>
              <a:t>‹#›</a:t>
            </a:fld>
            <a:endParaRPr lang="en-US"/>
          </a:p>
        </p:txBody>
      </p:sp>
    </p:spTree>
    <p:extLst>
      <p:ext uri="{BB962C8B-B14F-4D97-AF65-F5344CB8AC3E}">
        <p14:creationId xmlns:p14="http://schemas.microsoft.com/office/powerpoint/2010/main" val="304140758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Section Header">
    <p:spTree>
      <p:nvGrpSpPr>
        <p:cNvPr id="1" name=""/>
        <p:cNvGrpSpPr/>
        <p:nvPr/>
      </p:nvGrpSpPr>
      <p:grpSpPr>
        <a:xfrm>
          <a:off x="0" y="0"/>
          <a:ext cx="0" cy="0"/>
          <a:chOff x="0" y="0"/>
          <a:chExt cx="0" cy="0"/>
        </a:xfrm>
      </p:grpSpPr>
      <p:sp>
        <p:nvSpPr>
          <p:cNvPr id="9" name="Rectangle 8"/>
          <p:cNvSpPr/>
          <p:nvPr/>
        </p:nvSpPr>
        <p:spPr>
          <a:xfrm>
            <a:off x="0" y="0"/>
            <a:ext cx="12192000" cy="4572001"/>
          </a:xfrm>
          <a:prstGeom prst="rect">
            <a:avLst/>
          </a:prstGeom>
          <a:solidFill>
            <a:schemeClr val="accent3">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1" name="Oval 5"/>
          <p:cNvSpPr/>
          <p:nvPr/>
        </p:nvSpPr>
        <p:spPr>
          <a:xfrm>
            <a:off x="-1" y="0"/>
            <a:ext cx="12192000" cy="4572001"/>
          </a:xfrm>
          <a:custGeom>
            <a:avLst/>
            <a:gdLst/>
            <a:ahLst/>
            <a:cxnLst/>
            <a:rect l="l" t="t" r="r" b="b"/>
            <a:pathLst>
              <a:path w="12192000" h="4572001">
                <a:moveTo>
                  <a:pt x="12192000" y="4387986"/>
                </a:moveTo>
                <a:lnTo>
                  <a:pt x="12192000" y="4572001"/>
                </a:lnTo>
                <a:lnTo>
                  <a:pt x="12013927" y="4572001"/>
                </a:lnTo>
                <a:cubicBezTo>
                  <a:pt x="12084901" y="4522707"/>
                  <a:pt x="12145198" y="4460004"/>
                  <a:pt x="12192000" y="4387986"/>
                </a:cubicBezTo>
                <a:close/>
                <a:moveTo>
                  <a:pt x="12192000" y="4041440"/>
                </a:moveTo>
                <a:lnTo>
                  <a:pt x="12192000" y="4174488"/>
                </a:lnTo>
                <a:cubicBezTo>
                  <a:pt x="12005469" y="4244657"/>
                  <a:pt x="11857227" y="4389538"/>
                  <a:pt x="11786673" y="4572001"/>
                </a:cubicBezTo>
                <a:lnTo>
                  <a:pt x="11649784" y="4572001"/>
                </a:lnTo>
                <a:cubicBezTo>
                  <a:pt x="11730542" y="4320085"/>
                  <a:pt x="11933879" y="4121396"/>
                  <a:pt x="12192000" y="4041440"/>
                </a:cubicBezTo>
                <a:close/>
                <a:moveTo>
                  <a:pt x="10767111" y="3999419"/>
                </a:moveTo>
                <a:lnTo>
                  <a:pt x="10784198" y="4001042"/>
                </a:lnTo>
                <a:cubicBezTo>
                  <a:pt x="10816584" y="4001569"/>
                  <a:pt x="10848477" y="4004550"/>
                  <a:pt x="10879660" y="4010107"/>
                </a:cubicBezTo>
                <a:cubicBezTo>
                  <a:pt x="10885236" y="4009688"/>
                  <a:pt x="10890564" y="4010636"/>
                  <a:pt x="10895873" y="4011646"/>
                </a:cubicBezTo>
                <a:lnTo>
                  <a:pt x="10895990" y="4012794"/>
                </a:lnTo>
                <a:cubicBezTo>
                  <a:pt x="11208069" y="4064450"/>
                  <a:pt x="11461298" y="4283539"/>
                  <a:pt x="11554662" y="4572001"/>
                </a:cubicBezTo>
                <a:lnTo>
                  <a:pt x="11417114" y="4572001"/>
                </a:lnTo>
                <a:cubicBezTo>
                  <a:pt x="11333731" y="4357380"/>
                  <a:pt x="11143362" y="4194541"/>
                  <a:pt x="10909360" y="4144250"/>
                </a:cubicBezTo>
                <a:cubicBezTo>
                  <a:pt x="10943854" y="4319651"/>
                  <a:pt x="11046077" y="4471530"/>
                  <a:pt x="11189175" y="4572001"/>
                </a:cubicBezTo>
                <a:lnTo>
                  <a:pt x="10994934" y="4572001"/>
                </a:lnTo>
                <a:cubicBezTo>
                  <a:pt x="10878802" y="4452596"/>
                  <a:pt x="10800240" y="4298519"/>
                  <a:pt x="10775875" y="4127511"/>
                </a:cubicBezTo>
                <a:cubicBezTo>
                  <a:pt x="10775707" y="4127458"/>
                  <a:pt x="10775539" y="4127453"/>
                  <a:pt x="10775369" y="4127448"/>
                </a:cubicBezTo>
                <a:lnTo>
                  <a:pt x="10774831" y="4120772"/>
                </a:lnTo>
                <a:cubicBezTo>
                  <a:pt x="10769772" y="4090522"/>
                  <a:pt x="10767321" y="4059631"/>
                  <a:pt x="10767364" y="4028296"/>
                </a:cubicBezTo>
                <a:cubicBezTo>
                  <a:pt x="10766052" y="4022668"/>
                  <a:pt x="10765993" y="4017001"/>
                  <a:pt x="10765993" y="4011320"/>
                </a:cubicBezTo>
                <a:lnTo>
                  <a:pt x="10766587" y="3999880"/>
                </a:lnTo>
                <a:lnTo>
                  <a:pt x="10767085" y="3999913"/>
                </a:lnTo>
                <a:close/>
                <a:moveTo>
                  <a:pt x="10744358" y="3999419"/>
                </a:moveTo>
                <a:lnTo>
                  <a:pt x="10744384" y="3999913"/>
                </a:lnTo>
                <a:lnTo>
                  <a:pt x="10744882" y="3999880"/>
                </a:lnTo>
                <a:lnTo>
                  <a:pt x="10745476" y="4011320"/>
                </a:lnTo>
                <a:cubicBezTo>
                  <a:pt x="10745476" y="4017001"/>
                  <a:pt x="10745417" y="4022668"/>
                  <a:pt x="10744105" y="4028296"/>
                </a:cubicBezTo>
                <a:cubicBezTo>
                  <a:pt x="10744148" y="4059631"/>
                  <a:pt x="10741697" y="4090522"/>
                  <a:pt x="10736638" y="4120772"/>
                </a:cubicBezTo>
                <a:lnTo>
                  <a:pt x="10736100" y="4127448"/>
                </a:lnTo>
                <a:cubicBezTo>
                  <a:pt x="10735930" y="4127453"/>
                  <a:pt x="10735762" y="4127458"/>
                  <a:pt x="10735594" y="4127511"/>
                </a:cubicBezTo>
                <a:cubicBezTo>
                  <a:pt x="10711229" y="4298519"/>
                  <a:pt x="10632667" y="4452596"/>
                  <a:pt x="10516535" y="4572001"/>
                </a:cubicBezTo>
                <a:lnTo>
                  <a:pt x="10322294" y="4572001"/>
                </a:lnTo>
                <a:cubicBezTo>
                  <a:pt x="10465392" y="4471530"/>
                  <a:pt x="10567615" y="4319650"/>
                  <a:pt x="10602109" y="4144250"/>
                </a:cubicBezTo>
                <a:cubicBezTo>
                  <a:pt x="10368107" y="4194541"/>
                  <a:pt x="10177738" y="4357380"/>
                  <a:pt x="10094355" y="4572001"/>
                </a:cubicBezTo>
                <a:lnTo>
                  <a:pt x="9956808" y="4572001"/>
                </a:lnTo>
                <a:cubicBezTo>
                  <a:pt x="10050171" y="4283539"/>
                  <a:pt x="10303400" y="4064450"/>
                  <a:pt x="10615479" y="4012794"/>
                </a:cubicBezTo>
                <a:lnTo>
                  <a:pt x="10615596" y="4011646"/>
                </a:lnTo>
                <a:cubicBezTo>
                  <a:pt x="10620905" y="4010636"/>
                  <a:pt x="10626233" y="4009688"/>
                  <a:pt x="10631809" y="4010107"/>
                </a:cubicBezTo>
                <a:cubicBezTo>
                  <a:pt x="10662992" y="4004550"/>
                  <a:pt x="10694885" y="4001569"/>
                  <a:pt x="10727271" y="4001042"/>
                </a:cubicBezTo>
                <a:close/>
                <a:moveTo>
                  <a:pt x="9074958" y="3999419"/>
                </a:moveTo>
                <a:lnTo>
                  <a:pt x="9092045" y="4001042"/>
                </a:lnTo>
                <a:cubicBezTo>
                  <a:pt x="9124431" y="4001569"/>
                  <a:pt x="9156324" y="4004550"/>
                  <a:pt x="9187507" y="4010107"/>
                </a:cubicBezTo>
                <a:cubicBezTo>
                  <a:pt x="9193083" y="4009688"/>
                  <a:pt x="9198411" y="4010636"/>
                  <a:pt x="9203720" y="4011646"/>
                </a:cubicBezTo>
                <a:lnTo>
                  <a:pt x="9203837" y="4012794"/>
                </a:lnTo>
                <a:cubicBezTo>
                  <a:pt x="9515916" y="4064450"/>
                  <a:pt x="9769145" y="4283539"/>
                  <a:pt x="9862508" y="4572001"/>
                </a:cubicBezTo>
                <a:lnTo>
                  <a:pt x="9724961" y="4572001"/>
                </a:lnTo>
                <a:cubicBezTo>
                  <a:pt x="9641578" y="4357380"/>
                  <a:pt x="9451209" y="4194541"/>
                  <a:pt x="9217207" y="4144250"/>
                </a:cubicBezTo>
                <a:cubicBezTo>
                  <a:pt x="9251701" y="4319651"/>
                  <a:pt x="9353924" y="4471530"/>
                  <a:pt x="9497022" y="4572001"/>
                </a:cubicBezTo>
                <a:lnTo>
                  <a:pt x="9302781" y="4572001"/>
                </a:lnTo>
                <a:cubicBezTo>
                  <a:pt x="9186649" y="4452596"/>
                  <a:pt x="9108087" y="4298519"/>
                  <a:pt x="9083722" y="4127511"/>
                </a:cubicBezTo>
                <a:cubicBezTo>
                  <a:pt x="9083554" y="4127458"/>
                  <a:pt x="9083386" y="4127453"/>
                  <a:pt x="9083216" y="4127448"/>
                </a:cubicBezTo>
                <a:lnTo>
                  <a:pt x="9082678" y="4120772"/>
                </a:lnTo>
                <a:cubicBezTo>
                  <a:pt x="9077619" y="4090522"/>
                  <a:pt x="9075168" y="4059631"/>
                  <a:pt x="9075211" y="4028296"/>
                </a:cubicBezTo>
                <a:cubicBezTo>
                  <a:pt x="9073899" y="4022668"/>
                  <a:pt x="9073840" y="4017001"/>
                  <a:pt x="9073840" y="4011320"/>
                </a:cubicBezTo>
                <a:lnTo>
                  <a:pt x="9074434" y="3999880"/>
                </a:lnTo>
                <a:lnTo>
                  <a:pt x="9074932" y="3999913"/>
                </a:lnTo>
                <a:close/>
                <a:moveTo>
                  <a:pt x="9052207" y="3999419"/>
                </a:moveTo>
                <a:lnTo>
                  <a:pt x="9052233" y="3999913"/>
                </a:lnTo>
                <a:lnTo>
                  <a:pt x="9052731" y="3999880"/>
                </a:lnTo>
                <a:lnTo>
                  <a:pt x="9053325" y="4011320"/>
                </a:lnTo>
                <a:cubicBezTo>
                  <a:pt x="9053325" y="4017001"/>
                  <a:pt x="9053266" y="4022668"/>
                  <a:pt x="9051954" y="4028296"/>
                </a:cubicBezTo>
                <a:cubicBezTo>
                  <a:pt x="9051997" y="4059631"/>
                  <a:pt x="9049546" y="4090522"/>
                  <a:pt x="9044487" y="4120772"/>
                </a:cubicBezTo>
                <a:lnTo>
                  <a:pt x="9043949" y="4127448"/>
                </a:lnTo>
                <a:cubicBezTo>
                  <a:pt x="9043779" y="4127453"/>
                  <a:pt x="9043611" y="4127458"/>
                  <a:pt x="9043443" y="4127511"/>
                </a:cubicBezTo>
                <a:cubicBezTo>
                  <a:pt x="9019078" y="4298519"/>
                  <a:pt x="8940516" y="4452596"/>
                  <a:pt x="8824384" y="4572001"/>
                </a:cubicBezTo>
                <a:lnTo>
                  <a:pt x="8630143" y="4572001"/>
                </a:lnTo>
                <a:cubicBezTo>
                  <a:pt x="8773241" y="4471530"/>
                  <a:pt x="8875464" y="4319651"/>
                  <a:pt x="8909958" y="4144250"/>
                </a:cubicBezTo>
                <a:cubicBezTo>
                  <a:pt x="8675956" y="4194541"/>
                  <a:pt x="8485587" y="4357380"/>
                  <a:pt x="8402204" y="4572001"/>
                </a:cubicBezTo>
                <a:lnTo>
                  <a:pt x="8264656" y="4572001"/>
                </a:lnTo>
                <a:cubicBezTo>
                  <a:pt x="8358019" y="4283539"/>
                  <a:pt x="8611249" y="4064450"/>
                  <a:pt x="8923328" y="4012794"/>
                </a:cubicBezTo>
                <a:lnTo>
                  <a:pt x="8923445" y="4011646"/>
                </a:lnTo>
                <a:cubicBezTo>
                  <a:pt x="8928754" y="4010636"/>
                  <a:pt x="8934082" y="4009688"/>
                  <a:pt x="8939658" y="4010107"/>
                </a:cubicBezTo>
                <a:cubicBezTo>
                  <a:pt x="8970841" y="4004550"/>
                  <a:pt x="9002734" y="4001569"/>
                  <a:pt x="9035120" y="4001042"/>
                </a:cubicBezTo>
                <a:close/>
                <a:moveTo>
                  <a:pt x="7382807" y="3999419"/>
                </a:moveTo>
                <a:lnTo>
                  <a:pt x="7399895" y="4001042"/>
                </a:lnTo>
                <a:cubicBezTo>
                  <a:pt x="7432280" y="4001569"/>
                  <a:pt x="7464173" y="4004550"/>
                  <a:pt x="7495356" y="4010107"/>
                </a:cubicBezTo>
                <a:cubicBezTo>
                  <a:pt x="7500932" y="4009688"/>
                  <a:pt x="7506260" y="4010636"/>
                  <a:pt x="7511569" y="4011646"/>
                </a:cubicBezTo>
                <a:lnTo>
                  <a:pt x="7511686" y="4012794"/>
                </a:lnTo>
                <a:cubicBezTo>
                  <a:pt x="7823765" y="4064450"/>
                  <a:pt x="8076994" y="4283539"/>
                  <a:pt x="8170358" y="4572001"/>
                </a:cubicBezTo>
                <a:lnTo>
                  <a:pt x="8032809" y="4572001"/>
                </a:lnTo>
                <a:cubicBezTo>
                  <a:pt x="7949426" y="4357380"/>
                  <a:pt x="7759058" y="4194541"/>
                  <a:pt x="7525056" y="4144250"/>
                </a:cubicBezTo>
                <a:cubicBezTo>
                  <a:pt x="7559550" y="4319650"/>
                  <a:pt x="7661773" y="4471530"/>
                  <a:pt x="7804870" y="4572001"/>
                </a:cubicBezTo>
                <a:lnTo>
                  <a:pt x="7610630" y="4572001"/>
                </a:lnTo>
                <a:cubicBezTo>
                  <a:pt x="7494498" y="4452596"/>
                  <a:pt x="7415935" y="4298519"/>
                  <a:pt x="7391571" y="4127511"/>
                </a:cubicBezTo>
                <a:cubicBezTo>
                  <a:pt x="7391403" y="4127458"/>
                  <a:pt x="7391235" y="4127453"/>
                  <a:pt x="7391065" y="4127448"/>
                </a:cubicBezTo>
                <a:lnTo>
                  <a:pt x="7390527" y="4120772"/>
                </a:lnTo>
                <a:cubicBezTo>
                  <a:pt x="7385468" y="4090522"/>
                  <a:pt x="7383018" y="4059631"/>
                  <a:pt x="7383060" y="4028296"/>
                </a:cubicBezTo>
                <a:cubicBezTo>
                  <a:pt x="7381748" y="4022668"/>
                  <a:pt x="7381689" y="4017001"/>
                  <a:pt x="7381689" y="4011320"/>
                </a:cubicBezTo>
                <a:lnTo>
                  <a:pt x="7382283" y="3999880"/>
                </a:lnTo>
                <a:lnTo>
                  <a:pt x="7382781" y="3999913"/>
                </a:lnTo>
                <a:close/>
                <a:moveTo>
                  <a:pt x="7360056" y="3999419"/>
                </a:moveTo>
                <a:lnTo>
                  <a:pt x="7360082" y="3999913"/>
                </a:lnTo>
                <a:lnTo>
                  <a:pt x="7360580" y="3999880"/>
                </a:lnTo>
                <a:lnTo>
                  <a:pt x="7361174" y="4011320"/>
                </a:lnTo>
                <a:cubicBezTo>
                  <a:pt x="7361174" y="4017001"/>
                  <a:pt x="7361115" y="4022668"/>
                  <a:pt x="7359803" y="4028296"/>
                </a:cubicBezTo>
                <a:cubicBezTo>
                  <a:pt x="7359845" y="4059631"/>
                  <a:pt x="7357395" y="4090522"/>
                  <a:pt x="7352336" y="4120772"/>
                </a:cubicBezTo>
                <a:lnTo>
                  <a:pt x="7351798" y="4127448"/>
                </a:lnTo>
                <a:cubicBezTo>
                  <a:pt x="7351628" y="4127453"/>
                  <a:pt x="7351460" y="4127458"/>
                  <a:pt x="7351292" y="4127511"/>
                </a:cubicBezTo>
                <a:cubicBezTo>
                  <a:pt x="7326927" y="4298519"/>
                  <a:pt x="7248364" y="4452596"/>
                  <a:pt x="7132233" y="4572001"/>
                </a:cubicBezTo>
                <a:lnTo>
                  <a:pt x="6937992" y="4572001"/>
                </a:lnTo>
                <a:cubicBezTo>
                  <a:pt x="7081090" y="4471530"/>
                  <a:pt x="7183313" y="4319650"/>
                  <a:pt x="7217807" y="4144250"/>
                </a:cubicBezTo>
                <a:cubicBezTo>
                  <a:pt x="6983804" y="4194541"/>
                  <a:pt x="6793436" y="4357380"/>
                  <a:pt x="6710053" y="4572001"/>
                </a:cubicBezTo>
                <a:lnTo>
                  <a:pt x="6572505" y="4572001"/>
                </a:lnTo>
                <a:cubicBezTo>
                  <a:pt x="6665868" y="4283539"/>
                  <a:pt x="6919098" y="4064450"/>
                  <a:pt x="7231177" y="4012794"/>
                </a:cubicBezTo>
                <a:lnTo>
                  <a:pt x="7231294" y="4011646"/>
                </a:lnTo>
                <a:cubicBezTo>
                  <a:pt x="7236603" y="4010636"/>
                  <a:pt x="7241931" y="4009688"/>
                  <a:pt x="7247507" y="4010107"/>
                </a:cubicBezTo>
                <a:cubicBezTo>
                  <a:pt x="7278690" y="4004550"/>
                  <a:pt x="7310583" y="4001569"/>
                  <a:pt x="7342968" y="4001042"/>
                </a:cubicBezTo>
                <a:close/>
                <a:moveTo>
                  <a:pt x="5690656" y="3999419"/>
                </a:moveTo>
                <a:lnTo>
                  <a:pt x="5707743" y="4001042"/>
                </a:lnTo>
                <a:cubicBezTo>
                  <a:pt x="5740129" y="4001569"/>
                  <a:pt x="5772021" y="4004550"/>
                  <a:pt x="5803205" y="4010107"/>
                </a:cubicBezTo>
                <a:cubicBezTo>
                  <a:pt x="5808781" y="4009688"/>
                  <a:pt x="5814109" y="4010636"/>
                  <a:pt x="5819417" y="4011646"/>
                </a:cubicBezTo>
                <a:lnTo>
                  <a:pt x="5819534" y="4012794"/>
                </a:lnTo>
                <a:cubicBezTo>
                  <a:pt x="6131614" y="4064450"/>
                  <a:pt x="6384843" y="4283539"/>
                  <a:pt x="6478206" y="4572001"/>
                </a:cubicBezTo>
                <a:lnTo>
                  <a:pt x="6340658" y="4572001"/>
                </a:lnTo>
                <a:cubicBezTo>
                  <a:pt x="6257275" y="4357380"/>
                  <a:pt x="6066907" y="4194541"/>
                  <a:pt x="5832905" y="4144250"/>
                </a:cubicBezTo>
                <a:cubicBezTo>
                  <a:pt x="5867399" y="4319651"/>
                  <a:pt x="5969622" y="4471530"/>
                  <a:pt x="6112719" y="4572001"/>
                </a:cubicBezTo>
                <a:lnTo>
                  <a:pt x="5918478" y="4572001"/>
                </a:lnTo>
                <a:cubicBezTo>
                  <a:pt x="5802347" y="4452596"/>
                  <a:pt x="5723784" y="4298519"/>
                  <a:pt x="5699419" y="4127511"/>
                </a:cubicBezTo>
                <a:cubicBezTo>
                  <a:pt x="5699252" y="4127458"/>
                  <a:pt x="5699083" y="4127453"/>
                  <a:pt x="5698914" y="4127448"/>
                </a:cubicBezTo>
                <a:lnTo>
                  <a:pt x="5698375" y="4120772"/>
                </a:lnTo>
                <a:cubicBezTo>
                  <a:pt x="5693317" y="4090522"/>
                  <a:pt x="5690866" y="4059631"/>
                  <a:pt x="5690908" y="4028296"/>
                </a:cubicBezTo>
                <a:cubicBezTo>
                  <a:pt x="5689596" y="4022668"/>
                  <a:pt x="5689538" y="4017001"/>
                  <a:pt x="5689538" y="4011320"/>
                </a:cubicBezTo>
                <a:lnTo>
                  <a:pt x="5690132" y="3999880"/>
                </a:lnTo>
                <a:lnTo>
                  <a:pt x="5690630" y="3999913"/>
                </a:lnTo>
                <a:close/>
                <a:moveTo>
                  <a:pt x="5667905" y="3999419"/>
                </a:moveTo>
                <a:lnTo>
                  <a:pt x="5667931" y="3999913"/>
                </a:lnTo>
                <a:lnTo>
                  <a:pt x="5668429" y="3999880"/>
                </a:lnTo>
                <a:lnTo>
                  <a:pt x="5669023" y="4011320"/>
                </a:lnTo>
                <a:cubicBezTo>
                  <a:pt x="5669023" y="4017001"/>
                  <a:pt x="5668964" y="4022668"/>
                  <a:pt x="5667652" y="4028296"/>
                </a:cubicBezTo>
                <a:cubicBezTo>
                  <a:pt x="5667694" y="4059631"/>
                  <a:pt x="5665244" y="4090522"/>
                  <a:pt x="5660185" y="4120772"/>
                </a:cubicBezTo>
                <a:lnTo>
                  <a:pt x="5659647" y="4127448"/>
                </a:lnTo>
                <a:cubicBezTo>
                  <a:pt x="5659477" y="4127453"/>
                  <a:pt x="5659309" y="4127458"/>
                  <a:pt x="5659141" y="4127511"/>
                </a:cubicBezTo>
                <a:cubicBezTo>
                  <a:pt x="5634776" y="4298519"/>
                  <a:pt x="5556213" y="4452596"/>
                  <a:pt x="5440082" y="4572001"/>
                </a:cubicBezTo>
                <a:lnTo>
                  <a:pt x="5245841" y="4572001"/>
                </a:lnTo>
                <a:cubicBezTo>
                  <a:pt x="5388939" y="4471530"/>
                  <a:pt x="5491162" y="4319651"/>
                  <a:pt x="5525656" y="4144250"/>
                </a:cubicBezTo>
                <a:cubicBezTo>
                  <a:pt x="5291653" y="4194541"/>
                  <a:pt x="5101285" y="4357380"/>
                  <a:pt x="5017902" y="4572001"/>
                </a:cubicBezTo>
                <a:lnTo>
                  <a:pt x="4880354" y="4572001"/>
                </a:lnTo>
                <a:cubicBezTo>
                  <a:pt x="4973717" y="4283539"/>
                  <a:pt x="5226947" y="4064450"/>
                  <a:pt x="5539026" y="4012794"/>
                </a:cubicBezTo>
                <a:lnTo>
                  <a:pt x="5539143" y="4011646"/>
                </a:lnTo>
                <a:cubicBezTo>
                  <a:pt x="5544452" y="4010636"/>
                  <a:pt x="5549780" y="4009688"/>
                  <a:pt x="5555356" y="4010107"/>
                </a:cubicBezTo>
                <a:cubicBezTo>
                  <a:pt x="5586539" y="4004550"/>
                  <a:pt x="5618432" y="4001569"/>
                  <a:pt x="5650817" y="4001042"/>
                </a:cubicBezTo>
                <a:close/>
                <a:moveTo>
                  <a:pt x="3998505" y="3999419"/>
                </a:moveTo>
                <a:lnTo>
                  <a:pt x="4015592" y="4001042"/>
                </a:lnTo>
                <a:cubicBezTo>
                  <a:pt x="4047978" y="4001569"/>
                  <a:pt x="4079870" y="4004550"/>
                  <a:pt x="4111054" y="4010107"/>
                </a:cubicBezTo>
                <a:cubicBezTo>
                  <a:pt x="4116630" y="4009688"/>
                  <a:pt x="4121958" y="4010636"/>
                  <a:pt x="4127266" y="4011646"/>
                </a:cubicBezTo>
                <a:lnTo>
                  <a:pt x="4127384" y="4012794"/>
                </a:lnTo>
                <a:cubicBezTo>
                  <a:pt x="4439463" y="4064450"/>
                  <a:pt x="4692692" y="4283539"/>
                  <a:pt x="4786055" y="4572001"/>
                </a:cubicBezTo>
                <a:lnTo>
                  <a:pt x="4648508" y="4572001"/>
                </a:lnTo>
                <a:cubicBezTo>
                  <a:pt x="4565124" y="4357380"/>
                  <a:pt x="4374756" y="4194541"/>
                  <a:pt x="4140754" y="4144250"/>
                </a:cubicBezTo>
                <a:cubicBezTo>
                  <a:pt x="4175248" y="4319650"/>
                  <a:pt x="4277471" y="4471530"/>
                  <a:pt x="4420568" y="4572001"/>
                </a:cubicBezTo>
                <a:lnTo>
                  <a:pt x="4226327" y="4572001"/>
                </a:lnTo>
                <a:cubicBezTo>
                  <a:pt x="4110196" y="4452596"/>
                  <a:pt x="4031633" y="4298519"/>
                  <a:pt x="4007268" y="4127511"/>
                </a:cubicBezTo>
                <a:cubicBezTo>
                  <a:pt x="4007101" y="4127458"/>
                  <a:pt x="4006932" y="4127453"/>
                  <a:pt x="4006763" y="4127448"/>
                </a:cubicBezTo>
                <a:lnTo>
                  <a:pt x="4006225" y="4120772"/>
                </a:lnTo>
                <a:cubicBezTo>
                  <a:pt x="4001166" y="4090522"/>
                  <a:pt x="3998715" y="4059631"/>
                  <a:pt x="3998757" y="4028296"/>
                </a:cubicBezTo>
                <a:cubicBezTo>
                  <a:pt x="3997445" y="4022668"/>
                  <a:pt x="3997387" y="4017001"/>
                  <a:pt x="3997387" y="4011320"/>
                </a:cubicBezTo>
                <a:lnTo>
                  <a:pt x="3997981" y="3999880"/>
                </a:lnTo>
                <a:lnTo>
                  <a:pt x="3998479" y="3999913"/>
                </a:lnTo>
                <a:close/>
                <a:moveTo>
                  <a:pt x="3975754" y="3999419"/>
                </a:moveTo>
                <a:lnTo>
                  <a:pt x="3975780" y="3999913"/>
                </a:lnTo>
                <a:lnTo>
                  <a:pt x="3976278" y="3999880"/>
                </a:lnTo>
                <a:lnTo>
                  <a:pt x="3976872" y="4011320"/>
                </a:lnTo>
                <a:cubicBezTo>
                  <a:pt x="3976872" y="4017001"/>
                  <a:pt x="3976813" y="4022668"/>
                  <a:pt x="3975501" y="4028296"/>
                </a:cubicBezTo>
                <a:cubicBezTo>
                  <a:pt x="3975543" y="4059631"/>
                  <a:pt x="3973093" y="4090522"/>
                  <a:pt x="3968034" y="4120772"/>
                </a:cubicBezTo>
                <a:lnTo>
                  <a:pt x="3967496" y="4127448"/>
                </a:lnTo>
                <a:cubicBezTo>
                  <a:pt x="3967326" y="4127453"/>
                  <a:pt x="3967158" y="4127458"/>
                  <a:pt x="3966990" y="4127511"/>
                </a:cubicBezTo>
                <a:cubicBezTo>
                  <a:pt x="3942625" y="4298519"/>
                  <a:pt x="3864063" y="4452596"/>
                  <a:pt x="3747931" y="4572001"/>
                </a:cubicBezTo>
                <a:lnTo>
                  <a:pt x="3553690" y="4572001"/>
                </a:lnTo>
                <a:cubicBezTo>
                  <a:pt x="3696788" y="4471530"/>
                  <a:pt x="3799011" y="4319651"/>
                  <a:pt x="3833505" y="4144250"/>
                </a:cubicBezTo>
                <a:cubicBezTo>
                  <a:pt x="3599503" y="4194541"/>
                  <a:pt x="3409134" y="4357380"/>
                  <a:pt x="3325751" y="4572001"/>
                </a:cubicBezTo>
                <a:lnTo>
                  <a:pt x="3188203" y="4572001"/>
                </a:lnTo>
                <a:cubicBezTo>
                  <a:pt x="3281566" y="4283539"/>
                  <a:pt x="3534796" y="4064450"/>
                  <a:pt x="3846875" y="4012794"/>
                </a:cubicBezTo>
                <a:lnTo>
                  <a:pt x="3846992" y="4011646"/>
                </a:lnTo>
                <a:cubicBezTo>
                  <a:pt x="3852301" y="4010636"/>
                  <a:pt x="3857629" y="4009688"/>
                  <a:pt x="3863205" y="4010107"/>
                </a:cubicBezTo>
                <a:cubicBezTo>
                  <a:pt x="3894388" y="4004550"/>
                  <a:pt x="3926281" y="4001569"/>
                  <a:pt x="3958666" y="4001042"/>
                </a:cubicBezTo>
                <a:close/>
                <a:moveTo>
                  <a:pt x="2306354" y="3999419"/>
                </a:moveTo>
                <a:lnTo>
                  <a:pt x="2323441" y="4001042"/>
                </a:lnTo>
                <a:cubicBezTo>
                  <a:pt x="2355827" y="4001569"/>
                  <a:pt x="2387719" y="4004550"/>
                  <a:pt x="2418903" y="4010107"/>
                </a:cubicBezTo>
                <a:cubicBezTo>
                  <a:pt x="2424479" y="4009688"/>
                  <a:pt x="2429807" y="4010636"/>
                  <a:pt x="2435115" y="4011646"/>
                </a:cubicBezTo>
                <a:lnTo>
                  <a:pt x="2435233" y="4012794"/>
                </a:lnTo>
                <a:cubicBezTo>
                  <a:pt x="2747312" y="4064450"/>
                  <a:pt x="3000542" y="4283539"/>
                  <a:pt x="3093904" y="4572001"/>
                </a:cubicBezTo>
                <a:lnTo>
                  <a:pt x="2956357" y="4572001"/>
                </a:lnTo>
                <a:cubicBezTo>
                  <a:pt x="2872974" y="4357380"/>
                  <a:pt x="2682605" y="4194541"/>
                  <a:pt x="2448603" y="4144250"/>
                </a:cubicBezTo>
                <a:cubicBezTo>
                  <a:pt x="2483097" y="4319651"/>
                  <a:pt x="2585320" y="4471530"/>
                  <a:pt x="2728418" y="4572001"/>
                </a:cubicBezTo>
                <a:lnTo>
                  <a:pt x="2534177" y="4572001"/>
                </a:lnTo>
                <a:cubicBezTo>
                  <a:pt x="2418045" y="4452596"/>
                  <a:pt x="2339482" y="4298519"/>
                  <a:pt x="2315117" y="4127511"/>
                </a:cubicBezTo>
                <a:cubicBezTo>
                  <a:pt x="2314950" y="4127458"/>
                  <a:pt x="2314781" y="4127453"/>
                  <a:pt x="2314612" y="4127448"/>
                </a:cubicBezTo>
                <a:lnTo>
                  <a:pt x="2314074" y="4120772"/>
                </a:lnTo>
                <a:cubicBezTo>
                  <a:pt x="2309015" y="4090522"/>
                  <a:pt x="2306564" y="4059631"/>
                  <a:pt x="2306606" y="4028296"/>
                </a:cubicBezTo>
                <a:cubicBezTo>
                  <a:pt x="2305294" y="4022668"/>
                  <a:pt x="2305236" y="4017001"/>
                  <a:pt x="2305236" y="4011320"/>
                </a:cubicBezTo>
                <a:lnTo>
                  <a:pt x="2305830" y="3999880"/>
                </a:lnTo>
                <a:lnTo>
                  <a:pt x="2306328" y="3999913"/>
                </a:lnTo>
                <a:close/>
                <a:moveTo>
                  <a:pt x="2283603" y="3999419"/>
                </a:moveTo>
                <a:lnTo>
                  <a:pt x="2283629" y="3999913"/>
                </a:lnTo>
                <a:lnTo>
                  <a:pt x="2284127" y="3999880"/>
                </a:lnTo>
                <a:lnTo>
                  <a:pt x="2284721" y="4011320"/>
                </a:lnTo>
                <a:cubicBezTo>
                  <a:pt x="2284721" y="4017001"/>
                  <a:pt x="2284662" y="4022668"/>
                  <a:pt x="2283350" y="4028296"/>
                </a:cubicBezTo>
                <a:cubicBezTo>
                  <a:pt x="2283392" y="4059631"/>
                  <a:pt x="2280942" y="4090522"/>
                  <a:pt x="2275883" y="4120772"/>
                </a:cubicBezTo>
                <a:lnTo>
                  <a:pt x="2275345" y="4127448"/>
                </a:lnTo>
                <a:cubicBezTo>
                  <a:pt x="2275175" y="4127453"/>
                  <a:pt x="2275007" y="4127458"/>
                  <a:pt x="2274839" y="4127511"/>
                </a:cubicBezTo>
                <a:cubicBezTo>
                  <a:pt x="2250474" y="4298519"/>
                  <a:pt x="2171912" y="4452596"/>
                  <a:pt x="2055780" y="4572001"/>
                </a:cubicBezTo>
                <a:lnTo>
                  <a:pt x="1861539" y="4572001"/>
                </a:lnTo>
                <a:cubicBezTo>
                  <a:pt x="2004637" y="4471530"/>
                  <a:pt x="2106860" y="4319650"/>
                  <a:pt x="2141354" y="4144250"/>
                </a:cubicBezTo>
                <a:cubicBezTo>
                  <a:pt x="1907352" y="4194541"/>
                  <a:pt x="1716983" y="4357380"/>
                  <a:pt x="1633600" y="4572001"/>
                </a:cubicBezTo>
                <a:lnTo>
                  <a:pt x="1496052" y="4572001"/>
                </a:lnTo>
                <a:cubicBezTo>
                  <a:pt x="1589416" y="4283539"/>
                  <a:pt x="1842645" y="4064450"/>
                  <a:pt x="2154724" y="4012794"/>
                </a:cubicBezTo>
                <a:lnTo>
                  <a:pt x="2154841" y="4011646"/>
                </a:lnTo>
                <a:cubicBezTo>
                  <a:pt x="2160150" y="4010636"/>
                  <a:pt x="2165478" y="4009688"/>
                  <a:pt x="2171054" y="4010107"/>
                </a:cubicBezTo>
                <a:cubicBezTo>
                  <a:pt x="2202237" y="4004550"/>
                  <a:pt x="2234130" y="4001569"/>
                  <a:pt x="2266515" y="4001042"/>
                </a:cubicBezTo>
                <a:close/>
                <a:moveTo>
                  <a:pt x="614203" y="3999419"/>
                </a:moveTo>
                <a:lnTo>
                  <a:pt x="631290" y="4001042"/>
                </a:lnTo>
                <a:cubicBezTo>
                  <a:pt x="663676" y="4001569"/>
                  <a:pt x="695568" y="4004550"/>
                  <a:pt x="726752" y="4010107"/>
                </a:cubicBezTo>
                <a:cubicBezTo>
                  <a:pt x="732328" y="4009688"/>
                  <a:pt x="737656" y="4010636"/>
                  <a:pt x="742964" y="4011646"/>
                </a:cubicBezTo>
                <a:lnTo>
                  <a:pt x="743081" y="4012794"/>
                </a:lnTo>
                <a:cubicBezTo>
                  <a:pt x="1055161" y="4064450"/>
                  <a:pt x="1308390" y="4283539"/>
                  <a:pt x="1401754" y="4572001"/>
                </a:cubicBezTo>
                <a:lnTo>
                  <a:pt x="1264205" y="4572001"/>
                </a:lnTo>
                <a:cubicBezTo>
                  <a:pt x="1180823" y="4357380"/>
                  <a:pt x="990454" y="4194541"/>
                  <a:pt x="756452" y="4144250"/>
                </a:cubicBezTo>
                <a:cubicBezTo>
                  <a:pt x="790946" y="4319651"/>
                  <a:pt x="893169" y="4471530"/>
                  <a:pt x="1036266" y="4572001"/>
                </a:cubicBezTo>
                <a:lnTo>
                  <a:pt x="842026" y="4572001"/>
                </a:lnTo>
                <a:cubicBezTo>
                  <a:pt x="725894" y="4452596"/>
                  <a:pt x="647331" y="4298519"/>
                  <a:pt x="622966" y="4127511"/>
                </a:cubicBezTo>
                <a:cubicBezTo>
                  <a:pt x="622799" y="4127458"/>
                  <a:pt x="622630" y="4127453"/>
                  <a:pt x="622461" y="4127448"/>
                </a:cubicBezTo>
                <a:lnTo>
                  <a:pt x="621923" y="4120772"/>
                </a:lnTo>
                <a:cubicBezTo>
                  <a:pt x="616864" y="4090522"/>
                  <a:pt x="614413" y="4059631"/>
                  <a:pt x="614455" y="4028296"/>
                </a:cubicBezTo>
                <a:cubicBezTo>
                  <a:pt x="613143" y="4022668"/>
                  <a:pt x="613085" y="4017001"/>
                  <a:pt x="613085" y="4011320"/>
                </a:cubicBezTo>
                <a:lnTo>
                  <a:pt x="613679" y="3999880"/>
                </a:lnTo>
                <a:lnTo>
                  <a:pt x="614177" y="3999913"/>
                </a:lnTo>
                <a:close/>
                <a:moveTo>
                  <a:pt x="591452" y="3999419"/>
                </a:moveTo>
                <a:lnTo>
                  <a:pt x="591478" y="3999913"/>
                </a:lnTo>
                <a:lnTo>
                  <a:pt x="591976" y="3999880"/>
                </a:lnTo>
                <a:lnTo>
                  <a:pt x="592570" y="4011320"/>
                </a:lnTo>
                <a:cubicBezTo>
                  <a:pt x="592570" y="4017001"/>
                  <a:pt x="592511" y="4022668"/>
                  <a:pt x="591199" y="4028296"/>
                </a:cubicBezTo>
                <a:cubicBezTo>
                  <a:pt x="591242" y="4059631"/>
                  <a:pt x="588791" y="4090522"/>
                  <a:pt x="583732" y="4120772"/>
                </a:cubicBezTo>
                <a:lnTo>
                  <a:pt x="583194" y="4127448"/>
                </a:lnTo>
                <a:cubicBezTo>
                  <a:pt x="583024" y="4127453"/>
                  <a:pt x="582856" y="4127458"/>
                  <a:pt x="582689" y="4127511"/>
                </a:cubicBezTo>
                <a:cubicBezTo>
                  <a:pt x="558275" y="4298863"/>
                  <a:pt x="479445" y="4453216"/>
                  <a:pt x="362360" y="4572001"/>
                </a:cubicBezTo>
                <a:lnTo>
                  <a:pt x="169811" y="4572001"/>
                </a:lnTo>
                <a:cubicBezTo>
                  <a:pt x="312603" y="4471357"/>
                  <a:pt x="414729" y="4319551"/>
                  <a:pt x="449203" y="4144250"/>
                </a:cubicBezTo>
                <a:cubicBezTo>
                  <a:pt x="258971" y="4185134"/>
                  <a:pt x="97576" y="4300399"/>
                  <a:pt x="0" y="4458139"/>
                </a:cubicBezTo>
                <a:lnTo>
                  <a:pt x="0" y="4251345"/>
                </a:lnTo>
                <a:cubicBezTo>
                  <a:pt x="121484" y="4128438"/>
                  <a:pt x="282199" y="4042650"/>
                  <a:pt x="462573" y="4012794"/>
                </a:cubicBezTo>
                <a:lnTo>
                  <a:pt x="462690" y="4011646"/>
                </a:lnTo>
                <a:cubicBezTo>
                  <a:pt x="467999" y="4010636"/>
                  <a:pt x="473327" y="4009688"/>
                  <a:pt x="478903" y="4010107"/>
                </a:cubicBezTo>
                <a:cubicBezTo>
                  <a:pt x="510086" y="4004550"/>
                  <a:pt x="541979" y="4001569"/>
                  <a:pt x="574365" y="4001042"/>
                </a:cubicBezTo>
                <a:close/>
                <a:moveTo>
                  <a:pt x="11452667" y="3304913"/>
                </a:moveTo>
                <a:cubicBezTo>
                  <a:pt x="11177477" y="3363591"/>
                  <a:pt x="10962633" y="3576701"/>
                  <a:pt x="10909358" y="3845480"/>
                </a:cubicBezTo>
                <a:cubicBezTo>
                  <a:pt x="11184548" y="3786801"/>
                  <a:pt x="11399391" y="3573691"/>
                  <a:pt x="11452667" y="3304913"/>
                </a:cubicBezTo>
                <a:close/>
                <a:moveTo>
                  <a:pt x="10058800" y="3304913"/>
                </a:moveTo>
                <a:cubicBezTo>
                  <a:pt x="10112076" y="3573691"/>
                  <a:pt x="10326919" y="3786801"/>
                  <a:pt x="10602109" y="3845480"/>
                </a:cubicBezTo>
                <a:cubicBezTo>
                  <a:pt x="10548834" y="3576701"/>
                  <a:pt x="10333990" y="3363591"/>
                  <a:pt x="10058800" y="3304913"/>
                </a:cubicBezTo>
                <a:close/>
                <a:moveTo>
                  <a:pt x="9760514" y="3304913"/>
                </a:moveTo>
                <a:cubicBezTo>
                  <a:pt x="9485324" y="3363591"/>
                  <a:pt x="9270480" y="3576701"/>
                  <a:pt x="9217205" y="3845480"/>
                </a:cubicBezTo>
                <a:cubicBezTo>
                  <a:pt x="9492395" y="3786801"/>
                  <a:pt x="9707238" y="3573691"/>
                  <a:pt x="9760514" y="3304913"/>
                </a:cubicBezTo>
                <a:close/>
                <a:moveTo>
                  <a:pt x="8366649" y="3304913"/>
                </a:moveTo>
                <a:cubicBezTo>
                  <a:pt x="8419925" y="3573691"/>
                  <a:pt x="8634768" y="3786801"/>
                  <a:pt x="8909958" y="3845480"/>
                </a:cubicBezTo>
                <a:cubicBezTo>
                  <a:pt x="8856683" y="3576701"/>
                  <a:pt x="8641839" y="3363591"/>
                  <a:pt x="8366649" y="3304913"/>
                </a:cubicBezTo>
                <a:close/>
                <a:moveTo>
                  <a:pt x="8068363" y="3304913"/>
                </a:moveTo>
                <a:cubicBezTo>
                  <a:pt x="7793173" y="3363591"/>
                  <a:pt x="7578329" y="3576701"/>
                  <a:pt x="7525054" y="3845480"/>
                </a:cubicBezTo>
                <a:cubicBezTo>
                  <a:pt x="7800244" y="3786801"/>
                  <a:pt x="8015087" y="3573691"/>
                  <a:pt x="8068363" y="3304913"/>
                </a:cubicBezTo>
                <a:close/>
                <a:moveTo>
                  <a:pt x="6674498" y="3304913"/>
                </a:moveTo>
                <a:cubicBezTo>
                  <a:pt x="6727774" y="3573691"/>
                  <a:pt x="6942617" y="3786801"/>
                  <a:pt x="7217807" y="3845480"/>
                </a:cubicBezTo>
                <a:cubicBezTo>
                  <a:pt x="7164532" y="3576701"/>
                  <a:pt x="6949688" y="3363591"/>
                  <a:pt x="6674498" y="3304913"/>
                </a:cubicBezTo>
                <a:close/>
                <a:moveTo>
                  <a:pt x="6376212" y="3304913"/>
                </a:moveTo>
                <a:cubicBezTo>
                  <a:pt x="6101022" y="3363591"/>
                  <a:pt x="5886178" y="3576701"/>
                  <a:pt x="5832903" y="3845480"/>
                </a:cubicBezTo>
                <a:cubicBezTo>
                  <a:pt x="6108093" y="3786801"/>
                  <a:pt x="6322936" y="3573691"/>
                  <a:pt x="6376212" y="3304913"/>
                </a:cubicBezTo>
                <a:close/>
                <a:moveTo>
                  <a:pt x="4982347" y="3304913"/>
                </a:moveTo>
                <a:cubicBezTo>
                  <a:pt x="5035623" y="3573691"/>
                  <a:pt x="5250466" y="3786801"/>
                  <a:pt x="5525656" y="3845480"/>
                </a:cubicBezTo>
                <a:cubicBezTo>
                  <a:pt x="5472381" y="3576701"/>
                  <a:pt x="5257537" y="3363591"/>
                  <a:pt x="4982347" y="3304913"/>
                </a:cubicBezTo>
                <a:close/>
                <a:moveTo>
                  <a:pt x="4684061" y="3304913"/>
                </a:moveTo>
                <a:cubicBezTo>
                  <a:pt x="4408871" y="3363591"/>
                  <a:pt x="4194027" y="3576701"/>
                  <a:pt x="4140752" y="3845480"/>
                </a:cubicBezTo>
                <a:cubicBezTo>
                  <a:pt x="4415942" y="3786801"/>
                  <a:pt x="4630785" y="3573691"/>
                  <a:pt x="4684061" y="3304913"/>
                </a:cubicBezTo>
                <a:close/>
                <a:moveTo>
                  <a:pt x="3290196" y="3304913"/>
                </a:moveTo>
                <a:cubicBezTo>
                  <a:pt x="3343472" y="3573691"/>
                  <a:pt x="3558315" y="3786801"/>
                  <a:pt x="3833505" y="3845480"/>
                </a:cubicBezTo>
                <a:cubicBezTo>
                  <a:pt x="3780230" y="3576701"/>
                  <a:pt x="3565386" y="3363591"/>
                  <a:pt x="3290196" y="3304913"/>
                </a:cubicBezTo>
                <a:close/>
                <a:moveTo>
                  <a:pt x="2991910" y="3304913"/>
                </a:moveTo>
                <a:cubicBezTo>
                  <a:pt x="2716720" y="3363591"/>
                  <a:pt x="2501876" y="3576701"/>
                  <a:pt x="2448601" y="3845480"/>
                </a:cubicBezTo>
                <a:cubicBezTo>
                  <a:pt x="2723791" y="3786801"/>
                  <a:pt x="2938634" y="3573691"/>
                  <a:pt x="2991910" y="3304913"/>
                </a:cubicBezTo>
                <a:close/>
                <a:moveTo>
                  <a:pt x="1598045" y="3304913"/>
                </a:moveTo>
                <a:cubicBezTo>
                  <a:pt x="1651321" y="3573691"/>
                  <a:pt x="1866164" y="3786801"/>
                  <a:pt x="2141354" y="3845480"/>
                </a:cubicBezTo>
                <a:cubicBezTo>
                  <a:pt x="2088079" y="3576701"/>
                  <a:pt x="1873235" y="3363591"/>
                  <a:pt x="1598045" y="3304913"/>
                </a:cubicBezTo>
                <a:close/>
                <a:moveTo>
                  <a:pt x="1299759" y="3304913"/>
                </a:moveTo>
                <a:cubicBezTo>
                  <a:pt x="1024569" y="3363591"/>
                  <a:pt x="809725" y="3576701"/>
                  <a:pt x="756450" y="3845480"/>
                </a:cubicBezTo>
                <a:cubicBezTo>
                  <a:pt x="1031640" y="3786801"/>
                  <a:pt x="1246483" y="3573691"/>
                  <a:pt x="1299759" y="3304913"/>
                </a:cubicBezTo>
                <a:close/>
                <a:moveTo>
                  <a:pt x="0" y="3200906"/>
                </a:moveTo>
                <a:cubicBezTo>
                  <a:pt x="306658" y="3291386"/>
                  <a:pt x="537576" y="3547942"/>
                  <a:pt x="582690" y="3862087"/>
                </a:cubicBezTo>
                <a:cubicBezTo>
                  <a:pt x="582857" y="3862140"/>
                  <a:pt x="583026" y="3862145"/>
                  <a:pt x="583195" y="3862150"/>
                </a:cubicBezTo>
                <a:lnTo>
                  <a:pt x="583735" y="3868787"/>
                </a:lnTo>
                <a:cubicBezTo>
                  <a:pt x="588792" y="3898794"/>
                  <a:pt x="591242" y="3929436"/>
                  <a:pt x="591199" y="3960518"/>
                </a:cubicBezTo>
                <a:cubicBezTo>
                  <a:pt x="592511" y="3966104"/>
                  <a:pt x="592570" y="3971728"/>
                  <a:pt x="592570" y="3977366"/>
                </a:cubicBezTo>
                <a:cubicBezTo>
                  <a:pt x="592570" y="3981158"/>
                  <a:pt x="592543" y="3984944"/>
                  <a:pt x="591977" y="3988716"/>
                </a:cubicBezTo>
                <a:lnTo>
                  <a:pt x="591478" y="3988683"/>
                </a:lnTo>
                <a:lnTo>
                  <a:pt x="591452" y="3989174"/>
                </a:lnTo>
                <a:lnTo>
                  <a:pt x="574334" y="3987561"/>
                </a:lnTo>
                <a:cubicBezTo>
                  <a:pt x="541959" y="3987038"/>
                  <a:pt x="510079" y="3984080"/>
                  <a:pt x="478907" y="3978570"/>
                </a:cubicBezTo>
                <a:cubicBezTo>
                  <a:pt x="473330" y="3978986"/>
                  <a:pt x="468001" y="3978045"/>
                  <a:pt x="462690" y="3977042"/>
                </a:cubicBezTo>
                <a:lnTo>
                  <a:pt x="462574" y="3975903"/>
                </a:lnTo>
                <a:cubicBezTo>
                  <a:pt x="282200" y="3946281"/>
                  <a:pt x="121485" y="3861168"/>
                  <a:pt x="0" y="3739225"/>
                </a:cubicBezTo>
                <a:lnTo>
                  <a:pt x="0" y="3534056"/>
                </a:lnTo>
                <a:cubicBezTo>
                  <a:pt x="97584" y="3690562"/>
                  <a:pt x="258975" y="3804918"/>
                  <a:pt x="449203" y="3845480"/>
                </a:cubicBezTo>
                <a:cubicBezTo>
                  <a:pt x="402182" y="3608252"/>
                  <a:pt x="229297" y="3414390"/>
                  <a:pt x="0" y="3332205"/>
                </a:cubicBezTo>
                <a:close/>
                <a:moveTo>
                  <a:pt x="11608704" y="3161219"/>
                </a:moveTo>
                <a:lnTo>
                  <a:pt x="11625791" y="3162829"/>
                </a:lnTo>
                <a:cubicBezTo>
                  <a:pt x="11658177" y="3163352"/>
                  <a:pt x="11690070" y="3166310"/>
                  <a:pt x="11721253" y="3171823"/>
                </a:cubicBezTo>
                <a:cubicBezTo>
                  <a:pt x="11726829" y="3171407"/>
                  <a:pt x="11732157" y="3172348"/>
                  <a:pt x="11737466" y="3173350"/>
                </a:cubicBezTo>
                <a:lnTo>
                  <a:pt x="11737583" y="3174489"/>
                </a:lnTo>
                <a:cubicBezTo>
                  <a:pt x="11914088" y="3203476"/>
                  <a:pt x="12071767" y="3285599"/>
                  <a:pt x="12192000" y="3403667"/>
                </a:cubicBezTo>
                <a:lnTo>
                  <a:pt x="12192000" y="3603658"/>
                </a:lnTo>
                <a:cubicBezTo>
                  <a:pt x="12093732" y="3453636"/>
                  <a:pt x="11935983" y="3344367"/>
                  <a:pt x="11750953" y="3304913"/>
                </a:cubicBezTo>
                <a:cubicBezTo>
                  <a:pt x="11797422" y="3539349"/>
                  <a:pt x="11966808" y="3731433"/>
                  <a:pt x="12192000" y="3815480"/>
                </a:cubicBezTo>
                <a:lnTo>
                  <a:pt x="12192000" y="3947482"/>
                </a:lnTo>
                <a:cubicBezTo>
                  <a:pt x="11889465" y="3854506"/>
                  <a:pt x="11662185" y="3599697"/>
                  <a:pt x="11617468" y="3288305"/>
                </a:cubicBezTo>
                <a:cubicBezTo>
                  <a:pt x="11617300" y="3288253"/>
                  <a:pt x="11617132" y="3288248"/>
                  <a:pt x="11616962" y="3288243"/>
                </a:cubicBezTo>
                <a:lnTo>
                  <a:pt x="11616424" y="3281619"/>
                </a:lnTo>
                <a:cubicBezTo>
                  <a:pt x="11611365" y="3251607"/>
                  <a:pt x="11608914" y="3220958"/>
                  <a:pt x="11608957" y="3189869"/>
                </a:cubicBezTo>
                <a:cubicBezTo>
                  <a:pt x="11607645" y="3184286"/>
                  <a:pt x="11607586" y="3178663"/>
                  <a:pt x="11607586" y="3173027"/>
                </a:cubicBezTo>
                <a:lnTo>
                  <a:pt x="11608180" y="3161677"/>
                </a:lnTo>
                <a:lnTo>
                  <a:pt x="11608678" y="3161709"/>
                </a:lnTo>
                <a:close/>
                <a:moveTo>
                  <a:pt x="11594916" y="3161219"/>
                </a:moveTo>
                <a:lnTo>
                  <a:pt x="11594942" y="3161709"/>
                </a:lnTo>
                <a:lnTo>
                  <a:pt x="11595440" y="3161677"/>
                </a:lnTo>
                <a:lnTo>
                  <a:pt x="11596034" y="3173027"/>
                </a:lnTo>
                <a:cubicBezTo>
                  <a:pt x="11596034" y="3178663"/>
                  <a:pt x="11595975" y="3184286"/>
                  <a:pt x="11594663" y="3189869"/>
                </a:cubicBezTo>
                <a:cubicBezTo>
                  <a:pt x="11594706" y="3220958"/>
                  <a:pt x="11592255" y="3251607"/>
                  <a:pt x="11587196" y="3281619"/>
                </a:cubicBezTo>
                <a:lnTo>
                  <a:pt x="11586658" y="3288243"/>
                </a:lnTo>
                <a:cubicBezTo>
                  <a:pt x="11586488" y="3288248"/>
                  <a:pt x="11586320" y="3288253"/>
                  <a:pt x="11586152" y="3288305"/>
                </a:cubicBezTo>
                <a:cubicBezTo>
                  <a:pt x="11535877" y="3638399"/>
                  <a:pt x="11254838" y="3916971"/>
                  <a:pt x="10895987" y="3975903"/>
                </a:cubicBezTo>
                <a:lnTo>
                  <a:pt x="10895871" y="3977042"/>
                </a:lnTo>
                <a:cubicBezTo>
                  <a:pt x="10890560" y="3978045"/>
                  <a:pt x="10885231" y="3978986"/>
                  <a:pt x="10879654" y="3978570"/>
                </a:cubicBezTo>
                <a:cubicBezTo>
                  <a:pt x="10848482" y="3984080"/>
                  <a:pt x="10816602" y="3987038"/>
                  <a:pt x="10784227" y="3987561"/>
                </a:cubicBezTo>
                <a:lnTo>
                  <a:pt x="10767109" y="3989174"/>
                </a:lnTo>
                <a:lnTo>
                  <a:pt x="10767083" y="3988683"/>
                </a:lnTo>
                <a:lnTo>
                  <a:pt x="10766584" y="3988716"/>
                </a:lnTo>
                <a:cubicBezTo>
                  <a:pt x="10766018" y="3984944"/>
                  <a:pt x="10765991" y="3981158"/>
                  <a:pt x="10765991" y="3977366"/>
                </a:cubicBezTo>
                <a:cubicBezTo>
                  <a:pt x="10765991" y="3971728"/>
                  <a:pt x="10766050" y="3966104"/>
                  <a:pt x="10767362" y="3960518"/>
                </a:cubicBezTo>
                <a:cubicBezTo>
                  <a:pt x="10767319" y="3929436"/>
                  <a:pt x="10769769" y="3898794"/>
                  <a:pt x="10774826" y="3868787"/>
                </a:cubicBezTo>
                <a:lnTo>
                  <a:pt x="10775366" y="3862150"/>
                </a:lnTo>
                <a:cubicBezTo>
                  <a:pt x="10775535" y="3862145"/>
                  <a:pt x="10775704" y="3862140"/>
                  <a:pt x="10775872" y="3862087"/>
                </a:cubicBezTo>
                <a:cubicBezTo>
                  <a:pt x="10826148" y="3511992"/>
                  <a:pt x="11107187" y="3233421"/>
                  <a:pt x="11466037" y="3174489"/>
                </a:cubicBezTo>
                <a:lnTo>
                  <a:pt x="11466154" y="3173350"/>
                </a:lnTo>
                <a:cubicBezTo>
                  <a:pt x="11471463" y="3172348"/>
                  <a:pt x="11476791" y="3171407"/>
                  <a:pt x="11482367" y="3171823"/>
                </a:cubicBezTo>
                <a:cubicBezTo>
                  <a:pt x="11513550" y="3166310"/>
                  <a:pt x="11545443" y="3163352"/>
                  <a:pt x="11577829" y="3162829"/>
                </a:cubicBezTo>
                <a:close/>
                <a:moveTo>
                  <a:pt x="9916551" y="3161219"/>
                </a:moveTo>
                <a:lnTo>
                  <a:pt x="9933638" y="3162829"/>
                </a:lnTo>
                <a:cubicBezTo>
                  <a:pt x="9966024" y="3163352"/>
                  <a:pt x="9997917" y="3166310"/>
                  <a:pt x="10029100" y="3171823"/>
                </a:cubicBezTo>
                <a:cubicBezTo>
                  <a:pt x="10034676" y="3171407"/>
                  <a:pt x="10040004" y="3172348"/>
                  <a:pt x="10045313" y="3173350"/>
                </a:cubicBezTo>
                <a:lnTo>
                  <a:pt x="10045430" y="3174489"/>
                </a:lnTo>
                <a:cubicBezTo>
                  <a:pt x="10404280" y="3233421"/>
                  <a:pt x="10685319" y="3511992"/>
                  <a:pt x="10735596" y="3862087"/>
                </a:cubicBezTo>
                <a:cubicBezTo>
                  <a:pt x="10735763" y="3862140"/>
                  <a:pt x="10735932" y="3862145"/>
                  <a:pt x="10736101" y="3862150"/>
                </a:cubicBezTo>
                <a:lnTo>
                  <a:pt x="10736641" y="3868787"/>
                </a:lnTo>
                <a:cubicBezTo>
                  <a:pt x="10741698" y="3898794"/>
                  <a:pt x="10744148" y="3929436"/>
                  <a:pt x="10744105" y="3960518"/>
                </a:cubicBezTo>
                <a:cubicBezTo>
                  <a:pt x="10745417" y="3966104"/>
                  <a:pt x="10745476" y="3971728"/>
                  <a:pt x="10745476" y="3977366"/>
                </a:cubicBezTo>
                <a:cubicBezTo>
                  <a:pt x="10745476" y="3981158"/>
                  <a:pt x="10745449" y="3984944"/>
                  <a:pt x="10744883" y="3988716"/>
                </a:cubicBezTo>
                <a:lnTo>
                  <a:pt x="10744384" y="3988683"/>
                </a:lnTo>
                <a:lnTo>
                  <a:pt x="10744358" y="3989174"/>
                </a:lnTo>
                <a:lnTo>
                  <a:pt x="10727240" y="3987561"/>
                </a:lnTo>
                <a:cubicBezTo>
                  <a:pt x="10694865" y="3987038"/>
                  <a:pt x="10662985" y="3984080"/>
                  <a:pt x="10631813" y="3978570"/>
                </a:cubicBezTo>
                <a:cubicBezTo>
                  <a:pt x="10626236" y="3978986"/>
                  <a:pt x="10620907" y="3978045"/>
                  <a:pt x="10615596" y="3977042"/>
                </a:cubicBezTo>
                <a:lnTo>
                  <a:pt x="10615480" y="3975903"/>
                </a:lnTo>
                <a:cubicBezTo>
                  <a:pt x="10256629" y="3916971"/>
                  <a:pt x="9975590" y="3638399"/>
                  <a:pt x="9925315" y="3288305"/>
                </a:cubicBezTo>
                <a:cubicBezTo>
                  <a:pt x="9925147" y="3288253"/>
                  <a:pt x="9924979" y="3288248"/>
                  <a:pt x="9924809" y="3288243"/>
                </a:cubicBezTo>
                <a:lnTo>
                  <a:pt x="9924271" y="3281619"/>
                </a:lnTo>
                <a:cubicBezTo>
                  <a:pt x="9919212" y="3251607"/>
                  <a:pt x="9916761" y="3220958"/>
                  <a:pt x="9916804" y="3189869"/>
                </a:cubicBezTo>
                <a:cubicBezTo>
                  <a:pt x="9915492" y="3184286"/>
                  <a:pt x="9915433" y="3178663"/>
                  <a:pt x="9915433" y="3173027"/>
                </a:cubicBezTo>
                <a:lnTo>
                  <a:pt x="9916027" y="3161677"/>
                </a:lnTo>
                <a:lnTo>
                  <a:pt x="9916525" y="3161709"/>
                </a:lnTo>
                <a:close/>
                <a:moveTo>
                  <a:pt x="9902763" y="3161219"/>
                </a:moveTo>
                <a:lnTo>
                  <a:pt x="9902789" y="3161709"/>
                </a:lnTo>
                <a:lnTo>
                  <a:pt x="9903287" y="3161677"/>
                </a:lnTo>
                <a:lnTo>
                  <a:pt x="9903881" y="3173027"/>
                </a:lnTo>
                <a:cubicBezTo>
                  <a:pt x="9903881" y="3178663"/>
                  <a:pt x="9903822" y="3184286"/>
                  <a:pt x="9902510" y="3189869"/>
                </a:cubicBezTo>
                <a:cubicBezTo>
                  <a:pt x="9902553" y="3220958"/>
                  <a:pt x="9900102" y="3251607"/>
                  <a:pt x="9895043" y="3281619"/>
                </a:cubicBezTo>
                <a:lnTo>
                  <a:pt x="9894505" y="3288243"/>
                </a:lnTo>
                <a:cubicBezTo>
                  <a:pt x="9894335" y="3288248"/>
                  <a:pt x="9894167" y="3288253"/>
                  <a:pt x="9893999" y="3288305"/>
                </a:cubicBezTo>
                <a:cubicBezTo>
                  <a:pt x="9843724" y="3638399"/>
                  <a:pt x="9562685" y="3916971"/>
                  <a:pt x="9203834" y="3975903"/>
                </a:cubicBezTo>
                <a:lnTo>
                  <a:pt x="9203718" y="3977042"/>
                </a:lnTo>
                <a:cubicBezTo>
                  <a:pt x="9198407" y="3978045"/>
                  <a:pt x="9193078" y="3978986"/>
                  <a:pt x="9187501" y="3978570"/>
                </a:cubicBezTo>
                <a:cubicBezTo>
                  <a:pt x="9156329" y="3984080"/>
                  <a:pt x="9124449" y="3987038"/>
                  <a:pt x="9092074" y="3987561"/>
                </a:cubicBezTo>
                <a:lnTo>
                  <a:pt x="9074956" y="3989174"/>
                </a:lnTo>
                <a:lnTo>
                  <a:pt x="9074930" y="3988683"/>
                </a:lnTo>
                <a:lnTo>
                  <a:pt x="9074431" y="3988716"/>
                </a:lnTo>
                <a:cubicBezTo>
                  <a:pt x="9073865" y="3984944"/>
                  <a:pt x="9073838" y="3981158"/>
                  <a:pt x="9073838" y="3977366"/>
                </a:cubicBezTo>
                <a:cubicBezTo>
                  <a:pt x="9073838" y="3971728"/>
                  <a:pt x="9073897" y="3966104"/>
                  <a:pt x="9075209" y="3960518"/>
                </a:cubicBezTo>
                <a:cubicBezTo>
                  <a:pt x="9075166" y="3929436"/>
                  <a:pt x="9077616" y="3898794"/>
                  <a:pt x="9082673" y="3868787"/>
                </a:cubicBezTo>
                <a:lnTo>
                  <a:pt x="9083213" y="3862150"/>
                </a:lnTo>
                <a:cubicBezTo>
                  <a:pt x="9083382" y="3862145"/>
                  <a:pt x="9083551" y="3862140"/>
                  <a:pt x="9083718" y="3862087"/>
                </a:cubicBezTo>
                <a:cubicBezTo>
                  <a:pt x="9133995" y="3511992"/>
                  <a:pt x="9415034" y="3233421"/>
                  <a:pt x="9773884" y="3174489"/>
                </a:cubicBezTo>
                <a:lnTo>
                  <a:pt x="9774001" y="3173350"/>
                </a:lnTo>
                <a:cubicBezTo>
                  <a:pt x="9779310" y="3172348"/>
                  <a:pt x="9784638" y="3171407"/>
                  <a:pt x="9790214" y="3171823"/>
                </a:cubicBezTo>
                <a:cubicBezTo>
                  <a:pt x="9821397" y="3166310"/>
                  <a:pt x="9853290" y="3163352"/>
                  <a:pt x="9885676" y="3162829"/>
                </a:cubicBezTo>
                <a:close/>
                <a:moveTo>
                  <a:pt x="8224400" y="3161219"/>
                </a:moveTo>
                <a:lnTo>
                  <a:pt x="8241488" y="3162829"/>
                </a:lnTo>
                <a:cubicBezTo>
                  <a:pt x="8273873" y="3163352"/>
                  <a:pt x="8305766" y="3166310"/>
                  <a:pt x="8336949" y="3171823"/>
                </a:cubicBezTo>
                <a:cubicBezTo>
                  <a:pt x="8342525" y="3171407"/>
                  <a:pt x="8347853" y="3172348"/>
                  <a:pt x="8353162" y="3173350"/>
                </a:cubicBezTo>
                <a:lnTo>
                  <a:pt x="8353279" y="3174489"/>
                </a:lnTo>
                <a:cubicBezTo>
                  <a:pt x="8712129" y="3233421"/>
                  <a:pt x="8993168" y="3511992"/>
                  <a:pt x="9043444" y="3862087"/>
                </a:cubicBezTo>
                <a:cubicBezTo>
                  <a:pt x="9043612" y="3862140"/>
                  <a:pt x="9043781" y="3862145"/>
                  <a:pt x="9043950" y="3862150"/>
                </a:cubicBezTo>
                <a:lnTo>
                  <a:pt x="9044490" y="3868787"/>
                </a:lnTo>
                <a:cubicBezTo>
                  <a:pt x="9049547" y="3898794"/>
                  <a:pt x="9051997" y="3929436"/>
                  <a:pt x="9051954" y="3960518"/>
                </a:cubicBezTo>
                <a:cubicBezTo>
                  <a:pt x="9053266" y="3966104"/>
                  <a:pt x="9053325" y="3971728"/>
                  <a:pt x="9053325" y="3977366"/>
                </a:cubicBezTo>
                <a:cubicBezTo>
                  <a:pt x="9053325" y="3981158"/>
                  <a:pt x="9053298" y="3984944"/>
                  <a:pt x="9052732" y="3988716"/>
                </a:cubicBezTo>
                <a:lnTo>
                  <a:pt x="9052233" y="3988683"/>
                </a:lnTo>
                <a:lnTo>
                  <a:pt x="9052207" y="3989174"/>
                </a:lnTo>
                <a:lnTo>
                  <a:pt x="9035089" y="3987561"/>
                </a:lnTo>
                <a:cubicBezTo>
                  <a:pt x="9002714" y="3987038"/>
                  <a:pt x="8970834" y="3984080"/>
                  <a:pt x="8939662" y="3978570"/>
                </a:cubicBezTo>
                <a:cubicBezTo>
                  <a:pt x="8934085" y="3978986"/>
                  <a:pt x="8928756" y="3978045"/>
                  <a:pt x="8923445" y="3977042"/>
                </a:cubicBezTo>
                <a:lnTo>
                  <a:pt x="8923329" y="3975903"/>
                </a:lnTo>
                <a:cubicBezTo>
                  <a:pt x="8564478" y="3916971"/>
                  <a:pt x="8283439" y="3638399"/>
                  <a:pt x="8233164" y="3288305"/>
                </a:cubicBezTo>
                <a:cubicBezTo>
                  <a:pt x="8232996" y="3288253"/>
                  <a:pt x="8232828" y="3288248"/>
                  <a:pt x="8232658" y="3288243"/>
                </a:cubicBezTo>
                <a:lnTo>
                  <a:pt x="8232120" y="3281619"/>
                </a:lnTo>
                <a:cubicBezTo>
                  <a:pt x="8227061" y="3251607"/>
                  <a:pt x="8224611" y="3220958"/>
                  <a:pt x="8224653" y="3189869"/>
                </a:cubicBezTo>
                <a:cubicBezTo>
                  <a:pt x="8223341" y="3184286"/>
                  <a:pt x="8223282" y="3178663"/>
                  <a:pt x="8223282" y="3173027"/>
                </a:cubicBezTo>
                <a:lnTo>
                  <a:pt x="8223876" y="3161677"/>
                </a:lnTo>
                <a:lnTo>
                  <a:pt x="8224374" y="3161709"/>
                </a:lnTo>
                <a:close/>
                <a:moveTo>
                  <a:pt x="8210612" y="3161219"/>
                </a:moveTo>
                <a:lnTo>
                  <a:pt x="8210638" y="3161709"/>
                </a:lnTo>
                <a:lnTo>
                  <a:pt x="8211136" y="3161677"/>
                </a:lnTo>
                <a:lnTo>
                  <a:pt x="8211730" y="3173027"/>
                </a:lnTo>
                <a:cubicBezTo>
                  <a:pt x="8211730" y="3178663"/>
                  <a:pt x="8211672" y="3184286"/>
                  <a:pt x="8210360" y="3189869"/>
                </a:cubicBezTo>
                <a:cubicBezTo>
                  <a:pt x="8210402" y="3220958"/>
                  <a:pt x="8207951" y="3251607"/>
                  <a:pt x="8202893" y="3281619"/>
                </a:cubicBezTo>
                <a:lnTo>
                  <a:pt x="8202354" y="3288243"/>
                </a:lnTo>
                <a:cubicBezTo>
                  <a:pt x="8202185" y="3288248"/>
                  <a:pt x="8202016" y="3288253"/>
                  <a:pt x="8201849" y="3288305"/>
                </a:cubicBezTo>
                <a:cubicBezTo>
                  <a:pt x="8151573" y="3638399"/>
                  <a:pt x="7870534" y="3916971"/>
                  <a:pt x="7511683" y="3975903"/>
                </a:cubicBezTo>
                <a:lnTo>
                  <a:pt x="7511567" y="3977042"/>
                </a:lnTo>
                <a:cubicBezTo>
                  <a:pt x="7506256" y="3978045"/>
                  <a:pt x="7500927" y="3978986"/>
                  <a:pt x="7495350" y="3978570"/>
                </a:cubicBezTo>
                <a:cubicBezTo>
                  <a:pt x="7464178" y="3984080"/>
                  <a:pt x="7432298" y="3987038"/>
                  <a:pt x="7399924" y="3987561"/>
                </a:cubicBezTo>
                <a:lnTo>
                  <a:pt x="7382805" y="3989174"/>
                </a:lnTo>
                <a:lnTo>
                  <a:pt x="7382779" y="3988683"/>
                </a:lnTo>
                <a:lnTo>
                  <a:pt x="7382280" y="3988716"/>
                </a:lnTo>
                <a:cubicBezTo>
                  <a:pt x="7381714" y="3984944"/>
                  <a:pt x="7381687" y="3981158"/>
                  <a:pt x="7381687" y="3977366"/>
                </a:cubicBezTo>
                <a:cubicBezTo>
                  <a:pt x="7381687" y="3971728"/>
                  <a:pt x="7381746" y="3966104"/>
                  <a:pt x="7383058" y="3960518"/>
                </a:cubicBezTo>
                <a:cubicBezTo>
                  <a:pt x="7383016" y="3929436"/>
                  <a:pt x="7385465" y="3898794"/>
                  <a:pt x="7390522" y="3868787"/>
                </a:cubicBezTo>
                <a:lnTo>
                  <a:pt x="7391062" y="3862150"/>
                </a:lnTo>
                <a:cubicBezTo>
                  <a:pt x="7391231" y="3862145"/>
                  <a:pt x="7391400" y="3862140"/>
                  <a:pt x="7391568" y="3862087"/>
                </a:cubicBezTo>
                <a:cubicBezTo>
                  <a:pt x="7441844" y="3511992"/>
                  <a:pt x="7722883" y="3233421"/>
                  <a:pt x="8081734" y="3174489"/>
                </a:cubicBezTo>
                <a:lnTo>
                  <a:pt x="8081851" y="3173350"/>
                </a:lnTo>
                <a:cubicBezTo>
                  <a:pt x="8087159" y="3172348"/>
                  <a:pt x="8092487" y="3171407"/>
                  <a:pt x="8098063" y="3171823"/>
                </a:cubicBezTo>
                <a:cubicBezTo>
                  <a:pt x="8129247" y="3166310"/>
                  <a:pt x="8161139" y="3163352"/>
                  <a:pt x="8193525" y="3162829"/>
                </a:cubicBezTo>
                <a:close/>
                <a:moveTo>
                  <a:pt x="6532249" y="3161219"/>
                </a:moveTo>
                <a:lnTo>
                  <a:pt x="6549337" y="3162829"/>
                </a:lnTo>
                <a:cubicBezTo>
                  <a:pt x="6581722" y="3163352"/>
                  <a:pt x="6613615" y="3166310"/>
                  <a:pt x="6644798" y="3171823"/>
                </a:cubicBezTo>
                <a:cubicBezTo>
                  <a:pt x="6650374" y="3171407"/>
                  <a:pt x="6655702" y="3172348"/>
                  <a:pt x="6661011" y="3173350"/>
                </a:cubicBezTo>
                <a:lnTo>
                  <a:pt x="6661128" y="3174489"/>
                </a:lnTo>
                <a:cubicBezTo>
                  <a:pt x="7019978" y="3233421"/>
                  <a:pt x="7301017" y="3511992"/>
                  <a:pt x="7351294" y="3862087"/>
                </a:cubicBezTo>
                <a:cubicBezTo>
                  <a:pt x="7351461" y="3862140"/>
                  <a:pt x="7351631" y="3862145"/>
                  <a:pt x="7351799" y="3862150"/>
                </a:cubicBezTo>
                <a:lnTo>
                  <a:pt x="7352340" y="3868787"/>
                </a:lnTo>
                <a:cubicBezTo>
                  <a:pt x="7357396" y="3898794"/>
                  <a:pt x="7359846" y="3929436"/>
                  <a:pt x="7359804" y="3960518"/>
                </a:cubicBezTo>
                <a:cubicBezTo>
                  <a:pt x="7361116" y="3966104"/>
                  <a:pt x="7361174" y="3971728"/>
                  <a:pt x="7361174" y="3977366"/>
                </a:cubicBezTo>
                <a:cubicBezTo>
                  <a:pt x="7361174" y="3981158"/>
                  <a:pt x="7361147" y="3984944"/>
                  <a:pt x="7360581" y="3988716"/>
                </a:cubicBezTo>
                <a:lnTo>
                  <a:pt x="7360082" y="3988683"/>
                </a:lnTo>
                <a:lnTo>
                  <a:pt x="7360056" y="3989174"/>
                </a:lnTo>
                <a:lnTo>
                  <a:pt x="7342938" y="3987561"/>
                </a:lnTo>
                <a:cubicBezTo>
                  <a:pt x="7310564" y="3987038"/>
                  <a:pt x="7278683" y="3984080"/>
                  <a:pt x="7247511" y="3978570"/>
                </a:cubicBezTo>
                <a:cubicBezTo>
                  <a:pt x="7241934" y="3978986"/>
                  <a:pt x="7236605" y="3978045"/>
                  <a:pt x="7231295" y="3977042"/>
                </a:cubicBezTo>
                <a:lnTo>
                  <a:pt x="7231179" y="3975903"/>
                </a:lnTo>
                <a:cubicBezTo>
                  <a:pt x="6872327" y="3916971"/>
                  <a:pt x="6591288" y="3638399"/>
                  <a:pt x="6541013" y="3288305"/>
                </a:cubicBezTo>
                <a:cubicBezTo>
                  <a:pt x="6540845" y="3288253"/>
                  <a:pt x="6540677" y="3288248"/>
                  <a:pt x="6540507" y="3288243"/>
                </a:cubicBezTo>
                <a:lnTo>
                  <a:pt x="6539969" y="3281619"/>
                </a:lnTo>
                <a:cubicBezTo>
                  <a:pt x="6534910" y="3251607"/>
                  <a:pt x="6532460" y="3220958"/>
                  <a:pt x="6532502" y="3189869"/>
                </a:cubicBezTo>
                <a:cubicBezTo>
                  <a:pt x="6531190" y="3184286"/>
                  <a:pt x="6531131" y="3178663"/>
                  <a:pt x="6531131" y="3173027"/>
                </a:cubicBezTo>
                <a:lnTo>
                  <a:pt x="6531725" y="3161677"/>
                </a:lnTo>
                <a:lnTo>
                  <a:pt x="6532223" y="3161709"/>
                </a:lnTo>
                <a:close/>
                <a:moveTo>
                  <a:pt x="6518461" y="3161219"/>
                </a:moveTo>
                <a:lnTo>
                  <a:pt x="6518487" y="3161709"/>
                </a:lnTo>
                <a:lnTo>
                  <a:pt x="6518985" y="3161677"/>
                </a:lnTo>
                <a:lnTo>
                  <a:pt x="6519579" y="3173027"/>
                </a:lnTo>
                <a:cubicBezTo>
                  <a:pt x="6519579" y="3178663"/>
                  <a:pt x="6519520" y="3184286"/>
                  <a:pt x="6518208" y="3189869"/>
                </a:cubicBezTo>
                <a:cubicBezTo>
                  <a:pt x="6518250" y="3220958"/>
                  <a:pt x="6515800" y="3251607"/>
                  <a:pt x="6510741" y="3281619"/>
                </a:cubicBezTo>
                <a:lnTo>
                  <a:pt x="6510203" y="3288243"/>
                </a:lnTo>
                <a:cubicBezTo>
                  <a:pt x="6510033" y="3288248"/>
                  <a:pt x="6509865" y="3288253"/>
                  <a:pt x="6509697" y="3288305"/>
                </a:cubicBezTo>
                <a:cubicBezTo>
                  <a:pt x="6459422" y="3638399"/>
                  <a:pt x="6178383" y="3916971"/>
                  <a:pt x="5819531" y="3975903"/>
                </a:cubicBezTo>
                <a:lnTo>
                  <a:pt x="5819415" y="3977042"/>
                </a:lnTo>
                <a:cubicBezTo>
                  <a:pt x="5814105" y="3978045"/>
                  <a:pt x="5808776" y="3978986"/>
                  <a:pt x="5803199" y="3978570"/>
                </a:cubicBezTo>
                <a:cubicBezTo>
                  <a:pt x="5772027" y="3984080"/>
                  <a:pt x="5740146" y="3987038"/>
                  <a:pt x="5707772" y="3987561"/>
                </a:cubicBezTo>
                <a:lnTo>
                  <a:pt x="5690654" y="3989174"/>
                </a:lnTo>
                <a:lnTo>
                  <a:pt x="5690628" y="3988683"/>
                </a:lnTo>
                <a:lnTo>
                  <a:pt x="5690129" y="3988716"/>
                </a:lnTo>
                <a:cubicBezTo>
                  <a:pt x="5689563" y="3984944"/>
                  <a:pt x="5689536" y="3981158"/>
                  <a:pt x="5689536" y="3977366"/>
                </a:cubicBezTo>
                <a:cubicBezTo>
                  <a:pt x="5689536" y="3971728"/>
                  <a:pt x="5689594" y="3966104"/>
                  <a:pt x="5690906" y="3960518"/>
                </a:cubicBezTo>
                <a:cubicBezTo>
                  <a:pt x="5690864" y="3929436"/>
                  <a:pt x="5693314" y="3898794"/>
                  <a:pt x="5698370" y="3868787"/>
                </a:cubicBezTo>
                <a:lnTo>
                  <a:pt x="5698911" y="3862150"/>
                </a:lnTo>
                <a:cubicBezTo>
                  <a:pt x="5699079" y="3862145"/>
                  <a:pt x="5699249" y="3862140"/>
                  <a:pt x="5699416" y="3862087"/>
                </a:cubicBezTo>
                <a:cubicBezTo>
                  <a:pt x="5749693" y="3511992"/>
                  <a:pt x="6030732" y="3233421"/>
                  <a:pt x="6389582" y="3174489"/>
                </a:cubicBezTo>
                <a:lnTo>
                  <a:pt x="6389699" y="3173350"/>
                </a:lnTo>
                <a:cubicBezTo>
                  <a:pt x="6395008" y="3172348"/>
                  <a:pt x="6400336" y="3171407"/>
                  <a:pt x="6405912" y="3171823"/>
                </a:cubicBezTo>
                <a:cubicBezTo>
                  <a:pt x="6437095" y="3166310"/>
                  <a:pt x="6468988" y="3163352"/>
                  <a:pt x="6501373" y="3162829"/>
                </a:cubicBezTo>
                <a:close/>
                <a:moveTo>
                  <a:pt x="4840098" y="3161219"/>
                </a:moveTo>
                <a:lnTo>
                  <a:pt x="4857185" y="3162829"/>
                </a:lnTo>
                <a:cubicBezTo>
                  <a:pt x="4889571" y="3163352"/>
                  <a:pt x="4921463" y="3166310"/>
                  <a:pt x="4952647" y="3171823"/>
                </a:cubicBezTo>
                <a:cubicBezTo>
                  <a:pt x="4958223" y="3171407"/>
                  <a:pt x="4963551" y="3172348"/>
                  <a:pt x="4968859" y="3173350"/>
                </a:cubicBezTo>
                <a:lnTo>
                  <a:pt x="4968976" y="3174489"/>
                </a:lnTo>
                <a:cubicBezTo>
                  <a:pt x="5327827" y="3233421"/>
                  <a:pt x="5608866" y="3511992"/>
                  <a:pt x="5659142" y="3862087"/>
                </a:cubicBezTo>
                <a:cubicBezTo>
                  <a:pt x="5659310" y="3862140"/>
                  <a:pt x="5659479" y="3862145"/>
                  <a:pt x="5659648" y="3862150"/>
                </a:cubicBezTo>
                <a:lnTo>
                  <a:pt x="5660188" y="3868787"/>
                </a:lnTo>
                <a:cubicBezTo>
                  <a:pt x="5665245" y="3898794"/>
                  <a:pt x="5667694" y="3929436"/>
                  <a:pt x="5667652" y="3960518"/>
                </a:cubicBezTo>
                <a:cubicBezTo>
                  <a:pt x="5668964" y="3966104"/>
                  <a:pt x="5669023" y="3971728"/>
                  <a:pt x="5669023" y="3977366"/>
                </a:cubicBezTo>
                <a:cubicBezTo>
                  <a:pt x="5669023" y="3981158"/>
                  <a:pt x="5668996" y="3984944"/>
                  <a:pt x="5668430" y="3988716"/>
                </a:cubicBezTo>
                <a:lnTo>
                  <a:pt x="5667931" y="3988683"/>
                </a:lnTo>
                <a:lnTo>
                  <a:pt x="5667905" y="3989174"/>
                </a:lnTo>
                <a:lnTo>
                  <a:pt x="5650786" y="3987561"/>
                </a:lnTo>
                <a:cubicBezTo>
                  <a:pt x="5618412" y="3987038"/>
                  <a:pt x="5586532" y="3984080"/>
                  <a:pt x="5555360" y="3978570"/>
                </a:cubicBezTo>
                <a:cubicBezTo>
                  <a:pt x="5549783" y="3978986"/>
                  <a:pt x="5544454" y="3978045"/>
                  <a:pt x="5539143" y="3977042"/>
                </a:cubicBezTo>
                <a:lnTo>
                  <a:pt x="5539027" y="3975903"/>
                </a:lnTo>
                <a:cubicBezTo>
                  <a:pt x="5180176" y="3916971"/>
                  <a:pt x="4899137" y="3638399"/>
                  <a:pt x="4848861" y="3288305"/>
                </a:cubicBezTo>
                <a:cubicBezTo>
                  <a:pt x="4848694" y="3288253"/>
                  <a:pt x="4848525" y="3288248"/>
                  <a:pt x="4848356" y="3288243"/>
                </a:cubicBezTo>
                <a:lnTo>
                  <a:pt x="4847817" y="3281619"/>
                </a:lnTo>
                <a:cubicBezTo>
                  <a:pt x="4842759" y="3251607"/>
                  <a:pt x="4840308" y="3220958"/>
                  <a:pt x="4840350" y="3189869"/>
                </a:cubicBezTo>
                <a:cubicBezTo>
                  <a:pt x="4839038" y="3184286"/>
                  <a:pt x="4838980" y="3178663"/>
                  <a:pt x="4838980" y="3173027"/>
                </a:cubicBezTo>
                <a:lnTo>
                  <a:pt x="4839574" y="3161677"/>
                </a:lnTo>
                <a:lnTo>
                  <a:pt x="4840072" y="3161709"/>
                </a:lnTo>
                <a:close/>
                <a:moveTo>
                  <a:pt x="4826310" y="3161219"/>
                </a:moveTo>
                <a:lnTo>
                  <a:pt x="4826336" y="3161709"/>
                </a:lnTo>
                <a:lnTo>
                  <a:pt x="4826834" y="3161677"/>
                </a:lnTo>
                <a:lnTo>
                  <a:pt x="4827428" y="3173027"/>
                </a:lnTo>
                <a:cubicBezTo>
                  <a:pt x="4827428" y="3178663"/>
                  <a:pt x="4827369" y="3184286"/>
                  <a:pt x="4826057" y="3189869"/>
                </a:cubicBezTo>
                <a:cubicBezTo>
                  <a:pt x="4826099" y="3220958"/>
                  <a:pt x="4823649" y="3251607"/>
                  <a:pt x="4818590" y="3281619"/>
                </a:cubicBezTo>
                <a:lnTo>
                  <a:pt x="4818052" y="3288243"/>
                </a:lnTo>
                <a:cubicBezTo>
                  <a:pt x="4817882" y="3288248"/>
                  <a:pt x="4817714" y="3288253"/>
                  <a:pt x="4817546" y="3288305"/>
                </a:cubicBezTo>
                <a:cubicBezTo>
                  <a:pt x="4767271" y="3638399"/>
                  <a:pt x="4486232" y="3916971"/>
                  <a:pt x="4127381" y="3975903"/>
                </a:cubicBezTo>
                <a:lnTo>
                  <a:pt x="4127264" y="3977042"/>
                </a:lnTo>
                <a:cubicBezTo>
                  <a:pt x="4121954" y="3978045"/>
                  <a:pt x="4116625" y="3978986"/>
                  <a:pt x="4111048" y="3978570"/>
                </a:cubicBezTo>
                <a:cubicBezTo>
                  <a:pt x="4079876" y="3984080"/>
                  <a:pt x="4047996" y="3987038"/>
                  <a:pt x="4015621" y="3987561"/>
                </a:cubicBezTo>
                <a:lnTo>
                  <a:pt x="3998503" y="3989174"/>
                </a:lnTo>
                <a:lnTo>
                  <a:pt x="3998477" y="3988683"/>
                </a:lnTo>
                <a:lnTo>
                  <a:pt x="3997978" y="3988716"/>
                </a:lnTo>
                <a:cubicBezTo>
                  <a:pt x="3997412" y="3984944"/>
                  <a:pt x="3997385" y="3981158"/>
                  <a:pt x="3997385" y="3977366"/>
                </a:cubicBezTo>
                <a:cubicBezTo>
                  <a:pt x="3997385" y="3971728"/>
                  <a:pt x="3997443" y="3966104"/>
                  <a:pt x="3998755" y="3960518"/>
                </a:cubicBezTo>
                <a:cubicBezTo>
                  <a:pt x="3998713" y="3929436"/>
                  <a:pt x="4001163" y="3898794"/>
                  <a:pt x="4006219" y="3868787"/>
                </a:cubicBezTo>
                <a:lnTo>
                  <a:pt x="4006760" y="3862150"/>
                </a:lnTo>
                <a:cubicBezTo>
                  <a:pt x="4006928" y="3862145"/>
                  <a:pt x="4007098" y="3862140"/>
                  <a:pt x="4007265" y="3862087"/>
                </a:cubicBezTo>
                <a:cubicBezTo>
                  <a:pt x="4057542" y="3511992"/>
                  <a:pt x="4338581" y="3233421"/>
                  <a:pt x="4697431" y="3174489"/>
                </a:cubicBezTo>
                <a:lnTo>
                  <a:pt x="4697548" y="3173350"/>
                </a:lnTo>
                <a:cubicBezTo>
                  <a:pt x="4702857" y="3172348"/>
                  <a:pt x="4708185" y="3171407"/>
                  <a:pt x="4713761" y="3171823"/>
                </a:cubicBezTo>
                <a:cubicBezTo>
                  <a:pt x="4744944" y="3166310"/>
                  <a:pt x="4776837" y="3163352"/>
                  <a:pt x="4809222" y="3162829"/>
                </a:cubicBezTo>
                <a:close/>
                <a:moveTo>
                  <a:pt x="3147947" y="3161219"/>
                </a:moveTo>
                <a:lnTo>
                  <a:pt x="3165034" y="3162829"/>
                </a:lnTo>
                <a:cubicBezTo>
                  <a:pt x="3197420" y="3163352"/>
                  <a:pt x="3229312" y="3166310"/>
                  <a:pt x="3260496" y="3171823"/>
                </a:cubicBezTo>
                <a:cubicBezTo>
                  <a:pt x="3266072" y="3171407"/>
                  <a:pt x="3271400" y="3172348"/>
                  <a:pt x="3276708" y="3173350"/>
                </a:cubicBezTo>
                <a:lnTo>
                  <a:pt x="3276826" y="3174489"/>
                </a:lnTo>
                <a:cubicBezTo>
                  <a:pt x="3635676" y="3233421"/>
                  <a:pt x="3916715" y="3511992"/>
                  <a:pt x="3966991" y="3862087"/>
                </a:cubicBezTo>
                <a:cubicBezTo>
                  <a:pt x="3967159" y="3862140"/>
                  <a:pt x="3967328" y="3862145"/>
                  <a:pt x="3967497" y="3862150"/>
                </a:cubicBezTo>
                <a:lnTo>
                  <a:pt x="3968037" y="3868787"/>
                </a:lnTo>
                <a:cubicBezTo>
                  <a:pt x="3973094" y="3898794"/>
                  <a:pt x="3975543" y="3929436"/>
                  <a:pt x="3975501" y="3960518"/>
                </a:cubicBezTo>
                <a:cubicBezTo>
                  <a:pt x="3976813" y="3966104"/>
                  <a:pt x="3976872" y="3971728"/>
                  <a:pt x="3976872" y="3977366"/>
                </a:cubicBezTo>
                <a:cubicBezTo>
                  <a:pt x="3976872" y="3981158"/>
                  <a:pt x="3976845" y="3984944"/>
                  <a:pt x="3976279" y="3988716"/>
                </a:cubicBezTo>
                <a:lnTo>
                  <a:pt x="3975780" y="3988683"/>
                </a:lnTo>
                <a:lnTo>
                  <a:pt x="3975754" y="3989174"/>
                </a:lnTo>
                <a:lnTo>
                  <a:pt x="3958635" y="3987561"/>
                </a:lnTo>
                <a:cubicBezTo>
                  <a:pt x="3926261" y="3987038"/>
                  <a:pt x="3894381" y="3984080"/>
                  <a:pt x="3863209" y="3978570"/>
                </a:cubicBezTo>
                <a:cubicBezTo>
                  <a:pt x="3857632" y="3978986"/>
                  <a:pt x="3852303" y="3978045"/>
                  <a:pt x="3846992" y="3977042"/>
                </a:cubicBezTo>
                <a:lnTo>
                  <a:pt x="3846876" y="3975903"/>
                </a:lnTo>
                <a:cubicBezTo>
                  <a:pt x="3488025" y="3916971"/>
                  <a:pt x="3206986" y="3638399"/>
                  <a:pt x="3156710" y="3288305"/>
                </a:cubicBezTo>
                <a:cubicBezTo>
                  <a:pt x="3156543" y="3288253"/>
                  <a:pt x="3156374" y="3288248"/>
                  <a:pt x="3156205" y="3288243"/>
                </a:cubicBezTo>
                <a:lnTo>
                  <a:pt x="3155667" y="3281619"/>
                </a:lnTo>
                <a:cubicBezTo>
                  <a:pt x="3150608" y="3251607"/>
                  <a:pt x="3148157" y="3220958"/>
                  <a:pt x="3148199" y="3189869"/>
                </a:cubicBezTo>
                <a:cubicBezTo>
                  <a:pt x="3146887" y="3184286"/>
                  <a:pt x="3146829" y="3178663"/>
                  <a:pt x="3146829" y="3173027"/>
                </a:cubicBezTo>
                <a:lnTo>
                  <a:pt x="3147423" y="3161677"/>
                </a:lnTo>
                <a:lnTo>
                  <a:pt x="3147921" y="3161709"/>
                </a:lnTo>
                <a:close/>
                <a:moveTo>
                  <a:pt x="3134159" y="3161219"/>
                </a:moveTo>
                <a:lnTo>
                  <a:pt x="3134185" y="3161709"/>
                </a:lnTo>
                <a:lnTo>
                  <a:pt x="3134683" y="3161677"/>
                </a:lnTo>
                <a:lnTo>
                  <a:pt x="3135277" y="3173027"/>
                </a:lnTo>
                <a:cubicBezTo>
                  <a:pt x="3135277" y="3178663"/>
                  <a:pt x="3135218" y="3184286"/>
                  <a:pt x="3133906" y="3189869"/>
                </a:cubicBezTo>
                <a:cubicBezTo>
                  <a:pt x="3133948" y="3220958"/>
                  <a:pt x="3131498" y="3251607"/>
                  <a:pt x="3126439" y="3281619"/>
                </a:cubicBezTo>
                <a:lnTo>
                  <a:pt x="3125901" y="3288243"/>
                </a:lnTo>
                <a:cubicBezTo>
                  <a:pt x="3125731" y="3288248"/>
                  <a:pt x="3125563" y="3288253"/>
                  <a:pt x="3125395" y="3288305"/>
                </a:cubicBezTo>
                <a:cubicBezTo>
                  <a:pt x="3075120" y="3638399"/>
                  <a:pt x="2794081" y="3916971"/>
                  <a:pt x="2435230" y="3975903"/>
                </a:cubicBezTo>
                <a:lnTo>
                  <a:pt x="2435113" y="3977042"/>
                </a:lnTo>
                <a:cubicBezTo>
                  <a:pt x="2429803" y="3978045"/>
                  <a:pt x="2424474" y="3978986"/>
                  <a:pt x="2418897" y="3978570"/>
                </a:cubicBezTo>
                <a:cubicBezTo>
                  <a:pt x="2387725" y="3984080"/>
                  <a:pt x="2355845" y="3987038"/>
                  <a:pt x="2323470" y="3987561"/>
                </a:cubicBezTo>
                <a:lnTo>
                  <a:pt x="2306352" y="3989174"/>
                </a:lnTo>
                <a:lnTo>
                  <a:pt x="2306326" y="3988683"/>
                </a:lnTo>
                <a:lnTo>
                  <a:pt x="2305827" y="3988716"/>
                </a:lnTo>
                <a:cubicBezTo>
                  <a:pt x="2305261" y="3984944"/>
                  <a:pt x="2305234" y="3981158"/>
                  <a:pt x="2305234" y="3977366"/>
                </a:cubicBezTo>
                <a:cubicBezTo>
                  <a:pt x="2305234" y="3971728"/>
                  <a:pt x="2305292" y="3966104"/>
                  <a:pt x="2306604" y="3960518"/>
                </a:cubicBezTo>
                <a:cubicBezTo>
                  <a:pt x="2306562" y="3929436"/>
                  <a:pt x="2309012" y="3898794"/>
                  <a:pt x="2314068" y="3868787"/>
                </a:cubicBezTo>
                <a:lnTo>
                  <a:pt x="2314609" y="3862150"/>
                </a:lnTo>
                <a:cubicBezTo>
                  <a:pt x="2314777" y="3862145"/>
                  <a:pt x="2314947" y="3862140"/>
                  <a:pt x="2315114" y="3862087"/>
                </a:cubicBezTo>
                <a:cubicBezTo>
                  <a:pt x="2365391" y="3511992"/>
                  <a:pt x="2646430" y="3233421"/>
                  <a:pt x="3005280" y="3174489"/>
                </a:cubicBezTo>
                <a:lnTo>
                  <a:pt x="3005397" y="3173350"/>
                </a:lnTo>
                <a:cubicBezTo>
                  <a:pt x="3010706" y="3172348"/>
                  <a:pt x="3016034" y="3171407"/>
                  <a:pt x="3021610" y="3171823"/>
                </a:cubicBezTo>
                <a:cubicBezTo>
                  <a:pt x="3052793" y="3166310"/>
                  <a:pt x="3084686" y="3163352"/>
                  <a:pt x="3117071" y="3162829"/>
                </a:cubicBezTo>
                <a:close/>
                <a:moveTo>
                  <a:pt x="1455796" y="3161219"/>
                </a:moveTo>
                <a:lnTo>
                  <a:pt x="1472883" y="3162829"/>
                </a:lnTo>
                <a:cubicBezTo>
                  <a:pt x="1505269" y="3163352"/>
                  <a:pt x="1537161" y="3166310"/>
                  <a:pt x="1568345" y="3171823"/>
                </a:cubicBezTo>
                <a:cubicBezTo>
                  <a:pt x="1573921" y="3171407"/>
                  <a:pt x="1579249" y="3172348"/>
                  <a:pt x="1584557" y="3173350"/>
                </a:cubicBezTo>
                <a:lnTo>
                  <a:pt x="1584675" y="3174489"/>
                </a:lnTo>
                <a:cubicBezTo>
                  <a:pt x="1943525" y="3233421"/>
                  <a:pt x="2224564" y="3511992"/>
                  <a:pt x="2274840" y="3862087"/>
                </a:cubicBezTo>
                <a:cubicBezTo>
                  <a:pt x="2275008" y="3862140"/>
                  <a:pt x="2275177" y="3862145"/>
                  <a:pt x="2275346" y="3862150"/>
                </a:cubicBezTo>
                <a:lnTo>
                  <a:pt x="2275886" y="3868787"/>
                </a:lnTo>
                <a:cubicBezTo>
                  <a:pt x="2280943" y="3898794"/>
                  <a:pt x="2283392" y="3929436"/>
                  <a:pt x="2283350" y="3960518"/>
                </a:cubicBezTo>
                <a:cubicBezTo>
                  <a:pt x="2284662" y="3966104"/>
                  <a:pt x="2284721" y="3971728"/>
                  <a:pt x="2284721" y="3977366"/>
                </a:cubicBezTo>
                <a:cubicBezTo>
                  <a:pt x="2284721" y="3981158"/>
                  <a:pt x="2284694" y="3984944"/>
                  <a:pt x="2284128" y="3988716"/>
                </a:cubicBezTo>
                <a:lnTo>
                  <a:pt x="2283629" y="3988683"/>
                </a:lnTo>
                <a:lnTo>
                  <a:pt x="2283603" y="3989174"/>
                </a:lnTo>
                <a:lnTo>
                  <a:pt x="2266484" y="3987561"/>
                </a:lnTo>
                <a:cubicBezTo>
                  <a:pt x="2234110" y="3987038"/>
                  <a:pt x="2202230" y="3984080"/>
                  <a:pt x="2171058" y="3978570"/>
                </a:cubicBezTo>
                <a:cubicBezTo>
                  <a:pt x="2165481" y="3978986"/>
                  <a:pt x="2160152" y="3978045"/>
                  <a:pt x="2154841" y="3977042"/>
                </a:cubicBezTo>
                <a:lnTo>
                  <a:pt x="2154725" y="3975903"/>
                </a:lnTo>
                <a:cubicBezTo>
                  <a:pt x="1795874" y="3916971"/>
                  <a:pt x="1514835" y="3638399"/>
                  <a:pt x="1464559" y="3288305"/>
                </a:cubicBezTo>
                <a:cubicBezTo>
                  <a:pt x="1464392" y="3288253"/>
                  <a:pt x="1464223" y="3288248"/>
                  <a:pt x="1464054" y="3288243"/>
                </a:cubicBezTo>
                <a:lnTo>
                  <a:pt x="1463515" y="3281619"/>
                </a:lnTo>
                <a:cubicBezTo>
                  <a:pt x="1458457" y="3251607"/>
                  <a:pt x="1456006" y="3220958"/>
                  <a:pt x="1456048" y="3189869"/>
                </a:cubicBezTo>
                <a:cubicBezTo>
                  <a:pt x="1454736" y="3184286"/>
                  <a:pt x="1454678" y="3178663"/>
                  <a:pt x="1454678" y="3173027"/>
                </a:cubicBezTo>
                <a:lnTo>
                  <a:pt x="1455272" y="3161677"/>
                </a:lnTo>
                <a:lnTo>
                  <a:pt x="1455770" y="3161709"/>
                </a:lnTo>
                <a:close/>
                <a:moveTo>
                  <a:pt x="1442008" y="3161219"/>
                </a:moveTo>
                <a:lnTo>
                  <a:pt x="1442034" y="3161709"/>
                </a:lnTo>
                <a:lnTo>
                  <a:pt x="1442532" y="3161677"/>
                </a:lnTo>
                <a:lnTo>
                  <a:pt x="1443126" y="3173027"/>
                </a:lnTo>
                <a:cubicBezTo>
                  <a:pt x="1443126" y="3178663"/>
                  <a:pt x="1443067" y="3184286"/>
                  <a:pt x="1441755" y="3189869"/>
                </a:cubicBezTo>
                <a:cubicBezTo>
                  <a:pt x="1441797" y="3220958"/>
                  <a:pt x="1439347" y="3251607"/>
                  <a:pt x="1434288" y="3281619"/>
                </a:cubicBezTo>
                <a:lnTo>
                  <a:pt x="1433750" y="3288243"/>
                </a:lnTo>
                <a:cubicBezTo>
                  <a:pt x="1433580" y="3288248"/>
                  <a:pt x="1433412" y="3288253"/>
                  <a:pt x="1433244" y="3288305"/>
                </a:cubicBezTo>
                <a:cubicBezTo>
                  <a:pt x="1382969" y="3638399"/>
                  <a:pt x="1101930" y="3916971"/>
                  <a:pt x="743079" y="3975903"/>
                </a:cubicBezTo>
                <a:lnTo>
                  <a:pt x="742962" y="3977042"/>
                </a:lnTo>
                <a:cubicBezTo>
                  <a:pt x="737652" y="3978045"/>
                  <a:pt x="732323" y="3978986"/>
                  <a:pt x="726746" y="3978570"/>
                </a:cubicBezTo>
                <a:cubicBezTo>
                  <a:pt x="695574" y="3984080"/>
                  <a:pt x="663693" y="3987038"/>
                  <a:pt x="631319" y="3987561"/>
                </a:cubicBezTo>
                <a:lnTo>
                  <a:pt x="614201" y="3989174"/>
                </a:lnTo>
                <a:lnTo>
                  <a:pt x="614175" y="3988683"/>
                </a:lnTo>
                <a:lnTo>
                  <a:pt x="613676" y="3988716"/>
                </a:lnTo>
                <a:cubicBezTo>
                  <a:pt x="613110" y="3984944"/>
                  <a:pt x="613083" y="3981158"/>
                  <a:pt x="613083" y="3977366"/>
                </a:cubicBezTo>
                <a:cubicBezTo>
                  <a:pt x="613083" y="3971728"/>
                  <a:pt x="613141" y="3966104"/>
                  <a:pt x="614453" y="3960518"/>
                </a:cubicBezTo>
                <a:cubicBezTo>
                  <a:pt x="614411" y="3929436"/>
                  <a:pt x="616861" y="3898794"/>
                  <a:pt x="621917" y="3868787"/>
                </a:cubicBezTo>
                <a:lnTo>
                  <a:pt x="622458" y="3862150"/>
                </a:lnTo>
                <a:cubicBezTo>
                  <a:pt x="622626" y="3862145"/>
                  <a:pt x="622796" y="3862140"/>
                  <a:pt x="622963" y="3862087"/>
                </a:cubicBezTo>
                <a:cubicBezTo>
                  <a:pt x="673240" y="3511992"/>
                  <a:pt x="954279" y="3233421"/>
                  <a:pt x="1313129" y="3174489"/>
                </a:cubicBezTo>
                <a:lnTo>
                  <a:pt x="1313246" y="3173350"/>
                </a:lnTo>
                <a:cubicBezTo>
                  <a:pt x="1318555" y="3172348"/>
                  <a:pt x="1323883" y="3171407"/>
                  <a:pt x="1329459" y="3171823"/>
                </a:cubicBezTo>
                <a:cubicBezTo>
                  <a:pt x="1360642" y="3166310"/>
                  <a:pt x="1392535" y="3163352"/>
                  <a:pt x="1424920" y="3162829"/>
                </a:cubicBezTo>
                <a:close/>
                <a:moveTo>
                  <a:pt x="10909360" y="2447425"/>
                </a:moveTo>
                <a:cubicBezTo>
                  <a:pt x="10962636" y="2718331"/>
                  <a:pt x="11177479" y="2933128"/>
                  <a:pt x="11452669" y="2992271"/>
                </a:cubicBezTo>
                <a:cubicBezTo>
                  <a:pt x="11399394" y="2721365"/>
                  <a:pt x="11184550" y="2506568"/>
                  <a:pt x="10909360" y="2447425"/>
                </a:cubicBezTo>
                <a:close/>
                <a:moveTo>
                  <a:pt x="10602109" y="2447425"/>
                </a:moveTo>
                <a:cubicBezTo>
                  <a:pt x="10326919" y="2506568"/>
                  <a:pt x="10112075" y="2721365"/>
                  <a:pt x="10058800" y="2992271"/>
                </a:cubicBezTo>
                <a:cubicBezTo>
                  <a:pt x="10333990" y="2933128"/>
                  <a:pt x="10548833" y="2718331"/>
                  <a:pt x="10602109" y="2447425"/>
                </a:cubicBezTo>
                <a:close/>
                <a:moveTo>
                  <a:pt x="9217207" y="2447425"/>
                </a:moveTo>
                <a:cubicBezTo>
                  <a:pt x="9270483" y="2718331"/>
                  <a:pt x="9485326" y="2933128"/>
                  <a:pt x="9760516" y="2992271"/>
                </a:cubicBezTo>
                <a:cubicBezTo>
                  <a:pt x="9707241" y="2721365"/>
                  <a:pt x="9492397" y="2506568"/>
                  <a:pt x="9217207" y="2447425"/>
                </a:cubicBezTo>
                <a:close/>
                <a:moveTo>
                  <a:pt x="8909958" y="2447425"/>
                </a:moveTo>
                <a:cubicBezTo>
                  <a:pt x="8634768" y="2506568"/>
                  <a:pt x="8419924" y="2721365"/>
                  <a:pt x="8366649" y="2992271"/>
                </a:cubicBezTo>
                <a:cubicBezTo>
                  <a:pt x="8641839" y="2933128"/>
                  <a:pt x="8856682" y="2718331"/>
                  <a:pt x="8909958" y="2447425"/>
                </a:cubicBezTo>
                <a:close/>
                <a:moveTo>
                  <a:pt x="7525056" y="2447425"/>
                </a:moveTo>
                <a:cubicBezTo>
                  <a:pt x="7578332" y="2718331"/>
                  <a:pt x="7793175" y="2933128"/>
                  <a:pt x="8068365" y="2992271"/>
                </a:cubicBezTo>
                <a:cubicBezTo>
                  <a:pt x="8015090" y="2721365"/>
                  <a:pt x="7800246" y="2506568"/>
                  <a:pt x="7525056" y="2447425"/>
                </a:cubicBezTo>
                <a:close/>
                <a:moveTo>
                  <a:pt x="7217807" y="2447425"/>
                </a:moveTo>
                <a:cubicBezTo>
                  <a:pt x="6942617" y="2506568"/>
                  <a:pt x="6727773" y="2721365"/>
                  <a:pt x="6674498" y="2992271"/>
                </a:cubicBezTo>
                <a:cubicBezTo>
                  <a:pt x="6949688" y="2933128"/>
                  <a:pt x="7164531" y="2718331"/>
                  <a:pt x="7217807" y="2447425"/>
                </a:cubicBezTo>
                <a:close/>
                <a:moveTo>
                  <a:pt x="5832905" y="2447425"/>
                </a:moveTo>
                <a:cubicBezTo>
                  <a:pt x="5886181" y="2718331"/>
                  <a:pt x="6101024" y="2933128"/>
                  <a:pt x="6376214" y="2992271"/>
                </a:cubicBezTo>
                <a:cubicBezTo>
                  <a:pt x="6322939" y="2721365"/>
                  <a:pt x="6108095" y="2506568"/>
                  <a:pt x="5832905" y="2447425"/>
                </a:cubicBezTo>
                <a:close/>
                <a:moveTo>
                  <a:pt x="5525656" y="2447425"/>
                </a:moveTo>
                <a:cubicBezTo>
                  <a:pt x="5250466" y="2506568"/>
                  <a:pt x="5035622" y="2721365"/>
                  <a:pt x="4982347" y="2992271"/>
                </a:cubicBezTo>
                <a:cubicBezTo>
                  <a:pt x="5257537" y="2933128"/>
                  <a:pt x="5472380" y="2718331"/>
                  <a:pt x="5525656" y="2447425"/>
                </a:cubicBezTo>
                <a:close/>
                <a:moveTo>
                  <a:pt x="4140754" y="2447425"/>
                </a:moveTo>
                <a:cubicBezTo>
                  <a:pt x="4194030" y="2718331"/>
                  <a:pt x="4408873" y="2933128"/>
                  <a:pt x="4684063" y="2992271"/>
                </a:cubicBezTo>
                <a:cubicBezTo>
                  <a:pt x="4630788" y="2721365"/>
                  <a:pt x="4415944" y="2506568"/>
                  <a:pt x="4140754" y="2447425"/>
                </a:cubicBezTo>
                <a:close/>
                <a:moveTo>
                  <a:pt x="3833505" y="2447425"/>
                </a:moveTo>
                <a:cubicBezTo>
                  <a:pt x="3558315" y="2506568"/>
                  <a:pt x="3343471" y="2721365"/>
                  <a:pt x="3290196" y="2992271"/>
                </a:cubicBezTo>
                <a:cubicBezTo>
                  <a:pt x="3565386" y="2933128"/>
                  <a:pt x="3780229" y="2718331"/>
                  <a:pt x="3833505" y="2447425"/>
                </a:cubicBezTo>
                <a:close/>
                <a:moveTo>
                  <a:pt x="2448603" y="2447425"/>
                </a:moveTo>
                <a:cubicBezTo>
                  <a:pt x="2501879" y="2718331"/>
                  <a:pt x="2716722" y="2933128"/>
                  <a:pt x="2991912" y="2992271"/>
                </a:cubicBezTo>
                <a:cubicBezTo>
                  <a:pt x="2938637" y="2721365"/>
                  <a:pt x="2723793" y="2506568"/>
                  <a:pt x="2448603" y="2447425"/>
                </a:cubicBezTo>
                <a:close/>
                <a:moveTo>
                  <a:pt x="2141354" y="2447425"/>
                </a:moveTo>
                <a:cubicBezTo>
                  <a:pt x="1866164" y="2506568"/>
                  <a:pt x="1651320" y="2721365"/>
                  <a:pt x="1598045" y="2992271"/>
                </a:cubicBezTo>
                <a:cubicBezTo>
                  <a:pt x="1873235" y="2933128"/>
                  <a:pt x="2088078" y="2718331"/>
                  <a:pt x="2141354" y="2447425"/>
                </a:cubicBezTo>
                <a:close/>
                <a:moveTo>
                  <a:pt x="756452" y="2447425"/>
                </a:moveTo>
                <a:cubicBezTo>
                  <a:pt x="809728" y="2718331"/>
                  <a:pt x="1024571" y="2933128"/>
                  <a:pt x="1299761" y="2992271"/>
                </a:cubicBezTo>
                <a:cubicBezTo>
                  <a:pt x="1246486" y="2721365"/>
                  <a:pt x="1031642" y="2506568"/>
                  <a:pt x="756452" y="2447425"/>
                </a:cubicBezTo>
                <a:close/>
                <a:moveTo>
                  <a:pt x="12192000" y="2344615"/>
                </a:moveTo>
                <a:lnTo>
                  <a:pt x="12192000" y="2477663"/>
                </a:lnTo>
                <a:cubicBezTo>
                  <a:pt x="11966807" y="2562375"/>
                  <a:pt x="11797421" y="2755980"/>
                  <a:pt x="11750953" y="2992271"/>
                </a:cubicBezTo>
                <a:cubicBezTo>
                  <a:pt x="11935988" y="2952504"/>
                  <a:pt x="12093739" y="2842365"/>
                  <a:pt x="12192000" y="2691161"/>
                </a:cubicBezTo>
                <a:lnTo>
                  <a:pt x="12192000" y="2892735"/>
                </a:lnTo>
                <a:cubicBezTo>
                  <a:pt x="12071770" y="3011736"/>
                  <a:pt x="11914089" y="3094511"/>
                  <a:pt x="11737582" y="3123727"/>
                </a:cubicBezTo>
                <a:lnTo>
                  <a:pt x="11737466" y="3124875"/>
                </a:lnTo>
                <a:cubicBezTo>
                  <a:pt x="11732155" y="3125886"/>
                  <a:pt x="11726826" y="3126834"/>
                  <a:pt x="11721249" y="3126415"/>
                </a:cubicBezTo>
                <a:cubicBezTo>
                  <a:pt x="11690077" y="3131969"/>
                  <a:pt x="11658197" y="3134950"/>
                  <a:pt x="11625822" y="3135477"/>
                </a:cubicBezTo>
                <a:lnTo>
                  <a:pt x="11608704" y="3137103"/>
                </a:lnTo>
                <a:lnTo>
                  <a:pt x="11608678" y="3136608"/>
                </a:lnTo>
                <a:lnTo>
                  <a:pt x="11608179" y="3136641"/>
                </a:lnTo>
                <a:cubicBezTo>
                  <a:pt x="11607613" y="3132839"/>
                  <a:pt x="11607586" y="3129023"/>
                  <a:pt x="11607586" y="3125201"/>
                </a:cubicBezTo>
                <a:cubicBezTo>
                  <a:pt x="11607586" y="3119519"/>
                  <a:pt x="11607645" y="3113850"/>
                  <a:pt x="11608957" y="3108220"/>
                </a:cubicBezTo>
                <a:cubicBezTo>
                  <a:pt x="11608914" y="3076892"/>
                  <a:pt x="11611364" y="3046007"/>
                  <a:pt x="11616421" y="3015763"/>
                </a:cubicBezTo>
                <a:lnTo>
                  <a:pt x="11616961" y="3009073"/>
                </a:lnTo>
                <a:cubicBezTo>
                  <a:pt x="11617130" y="3009068"/>
                  <a:pt x="11617299" y="3009063"/>
                  <a:pt x="11617466" y="3009010"/>
                </a:cubicBezTo>
                <a:cubicBezTo>
                  <a:pt x="11662185" y="2695154"/>
                  <a:pt x="11889463" y="2438329"/>
                  <a:pt x="12192000" y="2344615"/>
                </a:cubicBezTo>
                <a:close/>
                <a:moveTo>
                  <a:pt x="10767111" y="2302594"/>
                </a:moveTo>
                <a:lnTo>
                  <a:pt x="10784198" y="2304217"/>
                </a:lnTo>
                <a:cubicBezTo>
                  <a:pt x="10816584" y="2304744"/>
                  <a:pt x="10848477" y="2307725"/>
                  <a:pt x="10879660" y="2313282"/>
                </a:cubicBezTo>
                <a:cubicBezTo>
                  <a:pt x="10885236" y="2312863"/>
                  <a:pt x="10890564" y="2313811"/>
                  <a:pt x="10895873" y="2314821"/>
                </a:cubicBezTo>
                <a:lnTo>
                  <a:pt x="10895990" y="2315969"/>
                </a:lnTo>
                <a:cubicBezTo>
                  <a:pt x="11254840" y="2375367"/>
                  <a:pt x="11535879" y="2656144"/>
                  <a:pt x="11586156" y="3009010"/>
                </a:cubicBezTo>
                <a:cubicBezTo>
                  <a:pt x="11586323" y="3009063"/>
                  <a:pt x="11586492" y="3009068"/>
                  <a:pt x="11586661" y="3009073"/>
                </a:cubicBezTo>
                <a:lnTo>
                  <a:pt x="11587201" y="3015763"/>
                </a:lnTo>
                <a:cubicBezTo>
                  <a:pt x="11592258" y="3046007"/>
                  <a:pt x="11594708" y="3076892"/>
                  <a:pt x="11594665" y="3108220"/>
                </a:cubicBezTo>
                <a:cubicBezTo>
                  <a:pt x="11595977" y="3113850"/>
                  <a:pt x="11596036" y="3119519"/>
                  <a:pt x="11596036" y="3125201"/>
                </a:cubicBezTo>
                <a:cubicBezTo>
                  <a:pt x="11596036" y="3129023"/>
                  <a:pt x="11596009" y="3132839"/>
                  <a:pt x="11595443" y="3136641"/>
                </a:cubicBezTo>
                <a:lnTo>
                  <a:pt x="11594944" y="3136608"/>
                </a:lnTo>
                <a:lnTo>
                  <a:pt x="11594918" y="3137103"/>
                </a:lnTo>
                <a:lnTo>
                  <a:pt x="11577800" y="3135477"/>
                </a:lnTo>
                <a:cubicBezTo>
                  <a:pt x="11545425" y="3134950"/>
                  <a:pt x="11513545" y="3131969"/>
                  <a:pt x="11482373" y="3126415"/>
                </a:cubicBezTo>
                <a:cubicBezTo>
                  <a:pt x="11476796" y="3126834"/>
                  <a:pt x="11471467" y="3125886"/>
                  <a:pt x="11466156" y="3124875"/>
                </a:cubicBezTo>
                <a:lnTo>
                  <a:pt x="11466040" y="3123727"/>
                </a:lnTo>
                <a:cubicBezTo>
                  <a:pt x="11107189" y="3064328"/>
                  <a:pt x="10826150" y="2783551"/>
                  <a:pt x="10775875" y="2430686"/>
                </a:cubicBezTo>
                <a:cubicBezTo>
                  <a:pt x="10775707" y="2430633"/>
                  <a:pt x="10775539" y="2430628"/>
                  <a:pt x="10775369" y="2430623"/>
                </a:cubicBezTo>
                <a:lnTo>
                  <a:pt x="10774831" y="2423947"/>
                </a:lnTo>
                <a:cubicBezTo>
                  <a:pt x="10769772" y="2393697"/>
                  <a:pt x="10767321" y="2362806"/>
                  <a:pt x="10767364" y="2331471"/>
                </a:cubicBezTo>
                <a:cubicBezTo>
                  <a:pt x="10766052" y="2325843"/>
                  <a:pt x="10765993" y="2320176"/>
                  <a:pt x="10765993" y="2314495"/>
                </a:cubicBezTo>
                <a:lnTo>
                  <a:pt x="10766587" y="2303055"/>
                </a:lnTo>
                <a:lnTo>
                  <a:pt x="10767085" y="2303088"/>
                </a:lnTo>
                <a:close/>
                <a:moveTo>
                  <a:pt x="10744358" y="2302594"/>
                </a:moveTo>
                <a:lnTo>
                  <a:pt x="10744384" y="2303088"/>
                </a:lnTo>
                <a:lnTo>
                  <a:pt x="10744882" y="2303055"/>
                </a:lnTo>
                <a:lnTo>
                  <a:pt x="10745476" y="2314495"/>
                </a:lnTo>
                <a:cubicBezTo>
                  <a:pt x="10745476" y="2320176"/>
                  <a:pt x="10745417" y="2325843"/>
                  <a:pt x="10744105" y="2331471"/>
                </a:cubicBezTo>
                <a:cubicBezTo>
                  <a:pt x="10744148" y="2362806"/>
                  <a:pt x="10741697" y="2393697"/>
                  <a:pt x="10736638" y="2423947"/>
                </a:cubicBezTo>
                <a:lnTo>
                  <a:pt x="10736100" y="2430623"/>
                </a:lnTo>
                <a:cubicBezTo>
                  <a:pt x="10735930" y="2430628"/>
                  <a:pt x="10735762" y="2430633"/>
                  <a:pt x="10735594" y="2430686"/>
                </a:cubicBezTo>
                <a:cubicBezTo>
                  <a:pt x="10685319" y="2783551"/>
                  <a:pt x="10404280" y="3064328"/>
                  <a:pt x="10045429" y="3123727"/>
                </a:cubicBezTo>
                <a:lnTo>
                  <a:pt x="10045313" y="3124875"/>
                </a:lnTo>
                <a:cubicBezTo>
                  <a:pt x="10040002" y="3125886"/>
                  <a:pt x="10034673" y="3126834"/>
                  <a:pt x="10029096" y="3126415"/>
                </a:cubicBezTo>
                <a:cubicBezTo>
                  <a:pt x="9997924" y="3131969"/>
                  <a:pt x="9966044" y="3134950"/>
                  <a:pt x="9933669" y="3135477"/>
                </a:cubicBezTo>
                <a:lnTo>
                  <a:pt x="9916551" y="3137103"/>
                </a:lnTo>
                <a:lnTo>
                  <a:pt x="9916525" y="3136608"/>
                </a:lnTo>
                <a:lnTo>
                  <a:pt x="9916026" y="3136641"/>
                </a:lnTo>
                <a:cubicBezTo>
                  <a:pt x="9915460" y="3132839"/>
                  <a:pt x="9915433" y="3129023"/>
                  <a:pt x="9915433" y="3125201"/>
                </a:cubicBezTo>
                <a:cubicBezTo>
                  <a:pt x="9915433" y="3119519"/>
                  <a:pt x="9915492" y="3113850"/>
                  <a:pt x="9916804" y="3108220"/>
                </a:cubicBezTo>
                <a:cubicBezTo>
                  <a:pt x="9916761" y="3076892"/>
                  <a:pt x="9919211" y="3046007"/>
                  <a:pt x="9924268" y="3015763"/>
                </a:cubicBezTo>
                <a:lnTo>
                  <a:pt x="9924808" y="3009073"/>
                </a:lnTo>
                <a:cubicBezTo>
                  <a:pt x="9924977" y="3009068"/>
                  <a:pt x="9925146" y="3009063"/>
                  <a:pt x="9925314" y="3009010"/>
                </a:cubicBezTo>
                <a:cubicBezTo>
                  <a:pt x="9975590" y="2656144"/>
                  <a:pt x="10256629" y="2375367"/>
                  <a:pt x="10615479" y="2315969"/>
                </a:cubicBezTo>
                <a:lnTo>
                  <a:pt x="10615596" y="2314821"/>
                </a:lnTo>
                <a:cubicBezTo>
                  <a:pt x="10620905" y="2313811"/>
                  <a:pt x="10626233" y="2312863"/>
                  <a:pt x="10631809" y="2313282"/>
                </a:cubicBezTo>
                <a:cubicBezTo>
                  <a:pt x="10662992" y="2307725"/>
                  <a:pt x="10694885" y="2304744"/>
                  <a:pt x="10727271" y="2304217"/>
                </a:cubicBezTo>
                <a:close/>
                <a:moveTo>
                  <a:pt x="9074958" y="2302594"/>
                </a:moveTo>
                <a:lnTo>
                  <a:pt x="9092045" y="2304217"/>
                </a:lnTo>
                <a:cubicBezTo>
                  <a:pt x="9124431" y="2304744"/>
                  <a:pt x="9156324" y="2307725"/>
                  <a:pt x="9187507" y="2313282"/>
                </a:cubicBezTo>
                <a:cubicBezTo>
                  <a:pt x="9193083" y="2312863"/>
                  <a:pt x="9198411" y="2313811"/>
                  <a:pt x="9203720" y="2314821"/>
                </a:cubicBezTo>
                <a:lnTo>
                  <a:pt x="9203837" y="2315969"/>
                </a:lnTo>
                <a:cubicBezTo>
                  <a:pt x="9562687" y="2375367"/>
                  <a:pt x="9843726" y="2656144"/>
                  <a:pt x="9894002" y="3009010"/>
                </a:cubicBezTo>
                <a:cubicBezTo>
                  <a:pt x="9894170" y="3009063"/>
                  <a:pt x="9894339" y="3009068"/>
                  <a:pt x="9894508" y="3009073"/>
                </a:cubicBezTo>
                <a:lnTo>
                  <a:pt x="9895048" y="3015763"/>
                </a:lnTo>
                <a:cubicBezTo>
                  <a:pt x="9900105" y="3046007"/>
                  <a:pt x="9902555" y="3076892"/>
                  <a:pt x="9902512" y="3108220"/>
                </a:cubicBezTo>
                <a:cubicBezTo>
                  <a:pt x="9903824" y="3113850"/>
                  <a:pt x="9903883" y="3119519"/>
                  <a:pt x="9903883" y="3125201"/>
                </a:cubicBezTo>
                <a:cubicBezTo>
                  <a:pt x="9903883" y="3129023"/>
                  <a:pt x="9903856" y="3132839"/>
                  <a:pt x="9903290" y="3136641"/>
                </a:cubicBezTo>
                <a:lnTo>
                  <a:pt x="9902791" y="3136608"/>
                </a:lnTo>
                <a:lnTo>
                  <a:pt x="9902765" y="3137103"/>
                </a:lnTo>
                <a:lnTo>
                  <a:pt x="9885647" y="3135477"/>
                </a:lnTo>
                <a:cubicBezTo>
                  <a:pt x="9853272" y="3134950"/>
                  <a:pt x="9821392" y="3131969"/>
                  <a:pt x="9790220" y="3126415"/>
                </a:cubicBezTo>
                <a:cubicBezTo>
                  <a:pt x="9784643" y="3126834"/>
                  <a:pt x="9779314" y="3125886"/>
                  <a:pt x="9774003" y="3124875"/>
                </a:cubicBezTo>
                <a:lnTo>
                  <a:pt x="9773887" y="3123727"/>
                </a:lnTo>
                <a:cubicBezTo>
                  <a:pt x="9415036" y="3064328"/>
                  <a:pt x="9133997" y="2783551"/>
                  <a:pt x="9083722" y="2430686"/>
                </a:cubicBezTo>
                <a:cubicBezTo>
                  <a:pt x="9083554" y="2430633"/>
                  <a:pt x="9083386" y="2430628"/>
                  <a:pt x="9083216" y="2430623"/>
                </a:cubicBezTo>
                <a:lnTo>
                  <a:pt x="9082678" y="2423947"/>
                </a:lnTo>
                <a:cubicBezTo>
                  <a:pt x="9077619" y="2393697"/>
                  <a:pt x="9075168" y="2362806"/>
                  <a:pt x="9075211" y="2331471"/>
                </a:cubicBezTo>
                <a:cubicBezTo>
                  <a:pt x="9073899" y="2325843"/>
                  <a:pt x="9073840" y="2320176"/>
                  <a:pt x="9073840" y="2314495"/>
                </a:cubicBezTo>
                <a:lnTo>
                  <a:pt x="9074434" y="2303055"/>
                </a:lnTo>
                <a:lnTo>
                  <a:pt x="9074932" y="2303088"/>
                </a:lnTo>
                <a:close/>
                <a:moveTo>
                  <a:pt x="9052207" y="2302594"/>
                </a:moveTo>
                <a:lnTo>
                  <a:pt x="9052233" y="2303088"/>
                </a:lnTo>
                <a:lnTo>
                  <a:pt x="9052731" y="2303055"/>
                </a:lnTo>
                <a:lnTo>
                  <a:pt x="9053325" y="2314495"/>
                </a:lnTo>
                <a:cubicBezTo>
                  <a:pt x="9053325" y="2320176"/>
                  <a:pt x="9053266" y="2325843"/>
                  <a:pt x="9051954" y="2331471"/>
                </a:cubicBezTo>
                <a:cubicBezTo>
                  <a:pt x="9051997" y="2362806"/>
                  <a:pt x="9049546" y="2393697"/>
                  <a:pt x="9044487" y="2423947"/>
                </a:cubicBezTo>
                <a:lnTo>
                  <a:pt x="9043949" y="2430623"/>
                </a:lnTo>
                <a:cubicBezTo>
                  <a:pt x="9043779" y="2430628"/>
                  <a:pt x="9043611" y="2430633"/>
                  <a:pt x="9043443" y="2430686"/>
                </a:cubicBezTo>
                <a:cubicBezTo>
                  <a:pt x="8993168" y="2783551"/>
                  <a:pt x="8712129" y="3064328"/>
                  <a:pt x="8353278" y="3123727"/>
                </a:cubicBezTo>
                <a:lnTo>
                  <a:pt x="8353162" y="3124875"/>
                </a:lnTo>
                <a:cubicBezTo>
                  <a:pt x="8347851" y="3125886"/>
                  <a:pt x="8342522" y="3126834"/>
                  <a:pt x="8336945" y="3126415"/>
                </a:cubicBezTo>
                <a:cubicBezTo>
                  <a:pt x="8305773" y="3131969"/>
                  <a:pt x="8273893" y="3134950"/>
                  <a:pt x="8241519" y="3135477"/>
                </a:cubicBezTo>
                <a:lnTo>
                  <a:pt x="8224400" y="3137103"/>
                </a:lnTo>
                <a:lnTo>
                  <a:pt x="8224374" y="3136608"/>
                </a:lnTo>
                <a:lnTo>
                  <a:pt x="8223875" y="3136641"/>
                </a:lnTo>
                <a:cubicBezTo>
                  <a:pt x="8223309" y="3132839"/>
                  <a:pt x="8223282" y="3129023"/>
                  <a:pt x="8223282" y="3125201"/>
                </a:cubicBezTo>
                <a:cubicBezTo>
                  <a:pt x="8223282" y="3119519"/>
                  <a:pt x="8223341" y="3113850"/>
                  <a:pt x="8224653" y="3108220"/>
                </a:cubicBezTo>
                <a:cubicBezTo>
                  <a:pt x="8224611" y="3076892"/>
                  <a:pt x="8227060" y="3046007"/>
                  <a:pt x="8232117" y="3015763"/>
                </a:cubicBezTo>
                <a:lnTo>
                  <a:pt x="8232657" y="3009073"/>
                </a:lnTo>
                <a:cubicBezTo>
                  <a:pt x="8232826" y="3009068"/>
                  <a:pt x="8232995" y="3009063"/>
                  <a:pt x="8233163" y="3009010"/>
                </a:cubicBezTo>
                <a:cubicBezTo>
                  <a:pt x="8283439" y="2656144"/>
                  <a:pt x="8564478" y="2375367"/>
                  <a:pt x="8923328" y="2315969"/>
                </a:cubicBezTo>
                <a:lnTo>
                  <a:pt x="8923445" y="2314821"/>
                </a:lnTo>
                <a:cubicBezTo>
                  <a:pt x="8928754" y="2313811"/>
                  <a:pt x="8934082" y="2312863"/>
                  <a:pt x="8939658" y="2313282"/>
                </a:cubicBezTo>
                <a:cubicBezTo>
                  <a:pt x="8970841" y="2307725"/>
                  <a:pt x="9002734" y="2304744"/>
                  <a:pt x="9035120" y="2304217"/>
                </a:cubicBezTo>
                <a:close/>
                <a:moveTo>
                  <a:pt x="7382807" y="2302594"/>
                </a:moveTo>
                <a:lnTo>
                  <a:pt x="7399895" y="2304217"/>
                </a:lnTo>
                <a:cubicBezTo>
                  <a:pt x="7432280" y="2304744"/>
                  <a:pt x="7464173" y="2307725"/>
                  <a:pt x="7495356" y="2313282"/>
                </a:cubicBezTo>
                <a:cubicBezTo>
                  <a:pt x="7500932" y="2312863"/>
                  <a:pt x="7506260" y="2313811"/>
                  <a:pt x="7511569" y="2314821"/>
                </a:cubicBezTo>
                <a:lnTo>
                  <a:pt x="7511686" y="2315969"/>
                </a:lnTo>
                <a:cubicBezTo>
                  <a:pt x="7870536" y="2375367"/>
                  <a:pt x="8151575" y="2656144"/>
                  <a:pt x="8201852" y="3009010"/>
                </a:cubicBezTo>
                <a:cubicBezTo>
                  <a:pt x="8202019" y="3009063"/>
                  <a:pt x="8202189" y="3009068"/>
                  <a:pt x="8202357" y="3009073"/>
                </a:cubicBezTo>
                <a:lnTo>
                  <a:pt x="8202898" y="3015763"/>
                </a:lnTo>
                <a:cubicBezTo>
                  <a:pt x="8207954" y="3046007"/>
                  <a:pt x="8210404" y="3076892"/>
                  <a:pt x="8210362" y="3108220"/>
                </a:cubicBezTo>
                <a:cubicBezTo>
                  <a:pt x="8211674" y="3113850"/>
                  <a:pt x="8211732" y="3119519"/>
                  <a:pt x="8211732" y="3125201"/>
                </a:cubicBezTo>
                <a:cubicBezTo>
                  <a:pt x="8211732" y="3129023"/>
                  <a:pt x="8211705" y="3132839"/>
                  <a:pt x="8211139" y="3136641"/>
                </a:cubicBezTo>
                <a:lnTo>
                  <a:pt x="8210640" y="3136608"/>
                </a:lnTo>
                <a:lnTo>
                  <a:pt x="8210614" y="3137103"/>
                </a:lnTo>
                <a:lnTo>
                  <a:pt x="8193496" y="3135477"/>
                </a:lnTo>
                <a:cubicBezTo>
                  <a:pt x="8161122" y="3134950"/>
                  <a:pt x="8129241" y="3131969"/>
                  <a:pt x="8098069" y="3126415"/>
                </a:cubicBezTo>
                <a:cubicBezTo>
                  <a:pt x="8092492" y="3126834"/>
                  <a:pt x="8087163" y="3125886"/>
                  <a:pt x="8081853" y="3124875"/>
                </a:cubicBezTo>
                <a:lnTo>
                  <a:pt x="8081737" y="3123727"/>
                </a:lnTo>
                <a:cubicBezTo>
                  <a:pt x="7722885" y="3064328"/>
                  <a:pt x="7441846" y="2783551"/>
                  <a:pt x="7391571" y="2430686"/>
                </a:cubicBezTo>
                <a:cubicBezTo>
                  <a:pt x="7391403" y="2430633"/>
                  <a:pt x="7391235" y="2430628"/>
                  <a:pt x="7391065" y="2430623"/>
                </a:cubicBezTo>
                <a:lnTo>
                  <a:pt x="7390527" y="2423947"/>
                </a:lnTo>
                <a:cubicBezTo>
                  <a:pt x="7385468" y="2393697"/>
                  <a:pt x="7383018" y="2362806"/>
                  <a:pt x="7383060" y="2331471"/>
                </a:cubicBezTo>
                <a:cubicBezTo>
                  <a:pt x="7381748" y="2325843"/>
                  <a:pt x="7381689" y="2320176"/>
                  <a:pt x="7381689" y="2314495"/>
                </a:cubicBezTo>
                <a:lnTo>
                  <a:pt x="7382283" y="2303055"/>
                </a:lnTo>
                <a:lnTo>
                  <a:pt x="7382781" y="2303088"/>
                </a:lnTo>
                <a:close/>
                <a:moveTo>
                  <a:pt x="7360056" y="2302594"/>
                </a:moveTo>
                <a:lnTo>
                  <a:pt x="7360082" y="2303088"/>
                </a:lnTo>
                <a:lnTo>
                  <a:pt x="7360580" y="2303055"/>
                </a:lnTo>
                <a:lnTo>
                  <a:pt x="7361174" y="2314495"/>
                </a:lnTo>
                <a:cubicBezTo>
                  <a:pt x="7361174" y="2320176"/>
                  <a:pt x="7361116" y="2325843"/>
                  <a:pt x="7359804" y="2331471"/>
                </a:cubicBezTo>
                <a:cubicBezTo>
                  <a:pt x="7359846" y="2362806"/>
                  <a:pt x="7357395" y="2393697"/>
                  <a:pt x="7352337" y="2423947"/>
                </a:cubicBezTo>
                <a:lnTo>
                  <a:pt x="7351798" y="2430623"/>
                </a:lnTo>
                <a:cubicBezTo>
                  <a:pt x="7351629" y="2430628"/>
                  <a:pt x="7351460" y="2430633"/>
                  <a:pt x="7351293" y="2430686"/>
                </a:cubicBezTo>
                <a:cubicBezTo>
                  <a:pt x="7301017" y="2783551"/>
                  <a:pt x="7019978" y="3064328"/>
                  <a:pt x="6661127" y="3123727"/>
                </a:cubicBezTo>
                <a:lnTo>
                  <a:pt x="6661011" y="3124875"/>
                </a:lnTo>
                <a:cubicBezTo>
                  <a:pt x="6655700" y="3125886"/>
                  <a:pt x="6650371" y="3126834"/>
                  <a:pt x="6644794" y="3126415"/>
                </a:cubicBezTo>
                <a:cubicBezTo>
                  <a:pt x="6613622" y="3131969"/>
                  <a:pt x="6581742" y="3134950"/>
                  <a:pt x="6549368" y="3135477"/>
                </a:cubicBezTo>
                <a:lnTo>
                  <a:pt x="6532249" y="3137103"/>
                </a:lnTo>
                <a:lnTo>
                  <a:pt x="6532223" y="3136608"/>
                </a:lnTo>
                <a:lnTo>
                  <a:pt x="6531724" y="3136641"/>
                </a:lnTo>
                <a:cubicBezTo>
                  <a:pt x="6531158" y="3132839"/>
                  <a:pt x="6531131" y="3129023"/>
                  <a:pt x="6531131" y="3125201"/>
                </a:cubicBezTo>
                <a:cubicBezTo>
                  <a:pt x="6531131" y="3119519"/>
                  <a:pt x="6531190" y="3113850"/>
                  <a:pt x="6532502" y="3108220"/>
                </a:cubicBezTo>
                <a:cubicBezTo>
                  <a:pt x="6532460" y="3076892"/>
                  <a:pt x="6534909" y="3046007"/>
                  <a:pt x="6539966" y="3015763"/>
                </a:cubicBezTo>
                <a:lnTo>
                  <a:pt x="6540506" y="3009073"/>
                </a:lnTo>
                <a:cubicBezTo>
                  <a:pt x="6540675" y="3009068"/>
                  <a:pt x="6540844" y="3009063"/>
                  <a:pt x="6541012" y="3009010"/>
                </a:cubicBezTo>
                <a:cubicBezTo>
                  <a:pt x="6591288" y="2656144"/>
                  <a:pt x="6872327" y="2375367"/>
                  <a:pt x="7231178" y="2315969"/>
                </a:cubicBezTo>
                <a:lnTo>
                  <a:pt x="7231295" y="2314821"/>
                </a:lnTo>
                <a:cubicBezTo>
                  <a:pt x="7236603" y="2313811"/>
                  <a:pt x="7241931" y="2312863"/>
                  <a:pt x="7247507" y="2313282"/>
                </a:cubicBezTo>
                <a:cubicBezTo>
                  <a:pt x="7278691" y="2307725"/>
                  <a:pt x="7310583" y="2304744"/>
                  <a:pt x="7342969" y="2304217"/>
                </a:cubicBezTo>
                <a:close/>
                <a:moveTo>
                  <a:pt x="5690656" y="2302594"/>
                </a:moveTo>
                <a:lnTo>
                  <a:pt x="5707743" y="2304217"/>
                </a:lnTo>
                <a:cubicBezTo>
                  <a:pt x="5740129" y="2304744"/>
                  <a:pt x="5772021" y="2307725"/>
                  <a:pt x="5803205" y="2313282"/>
                </a:cubicBezTo>
                <a:cubicBezTo>
                  <a:pt x="5808781" y="2312863"/>
                  <a:pt x="5814109" y="2313811"/>
                  <a:pt x="5819417" y="2314821"/>
                </a:cubicBezTo>
                <a:lnTo>
                  <a:pt x="5819534" y="2315969"/>
                </a:lnTo>
                <a:cubicBezTo>
                  <a:pt x="6178385" y="2375367"/>
                  <a:pt x="6459424" y="2656144"/>
                  <a:pt x="6509700" y="3009010"/>
                </a:cubicBezTo>
                <a:cubicBezTo>
                  <a:pt x="6509868" y="3009063"/>
                  <a:pt x="6510037" y="3009068"/>
                  <a:pt x="6510206" y="3009073"/>
                </a:cubicBezTo>
                <a:lnTo>
                  <a:pt x="6510746" y="3015763"/>
                </a:lnTo>
                <a:cubicBezTo>
                  <a:pt x="6515803" y="3046007"/>
                  <a:pt x="6518252" y="3076892"/>
                  <a:pt x="6518210" y="3108220"/>
                </a:cubicBezTo>
                <a:cubicBezTo>
                  <a:pt x="6519522" y="3113850"/>
                  <a:pt x="6519581" y="3119519"/>
                  <a:pt x="6519581" y="3125201"/>
                </a:cubicBezTo>
                <a:cubicBezTo>
                  <a:pt x="6519581" y="3129023"/>
                  <a:pt x="6519554" y="3132839"/>
                  <a:pt x="6518988" y="3136641"/>
                </a:cubicBezTo>
                <a:lnTo>
                  <a:pt x="6518489" y="3136608"/>
                </a:lnTo>
                <a:lnTo>
                  <a:pt x="6518463" y="3137103"/>
                </a:lnTo>
                <a:lnTo>
                  <a:pt x="6501344" y="3135477"/>
                </a:lnTo>
                <a:cubicBezTo>
                  <a:pt x="6468970" y="3134950"/>
                  <a:pt x="6437090" y="3131969"/>
                  <a:pt x="6405918" y="3126415"/>
                </a:cubicBezTo>
                <a:cubicBezTo>
                  <a:pt x="6400341" y="3126834"/>
                  <a:pt x="6395012" y="3125886"/>
                  <a:pt x="6389701" y="3124875"/>
                </a:cubicBezTo>
                <a:lnTo>
                  <a:pt x="6389585" y="3123727"/>
                </a:lnTo>
                <a:cubicBezTo>
                  <a:pt x="6030734" y="3064328"/>
                  <a:pt x="5749695" y="2783551"/>
                  <a:pt x="5699419" y="2430686"/>
                </a:cubicBezTo>
                <a:cubicBezTo>
                  <a:pt x="5699252" y="2430633"/>
                  <a:pt x="5699083" y="2430628"/>
                  <a:pt x="5698914" y="2430623"/>
                </a:cubicBezTo>
                <a:lnTo>
                  <a:pt x="5698375" y="2423947"/>
                </a:lnTo>
                <a:cubicBezTo>
                  <a:pt x="5693317" y="2393697"/>
                  <a:pt x="5690866" y="2362806"/>
                  <a:pt x="5690908" y="2331471"/>
                </a:cubicBezTo>
                <a:cubicBezTo>
                  <a:pt x="5689596" y="2325843"/>
                  <a:pt x="5689538" y="2320176"/>
                  <a:pt x="5689538" y="2314495"/>
                </a:cubicBezTo>
                <a:lnTo>
                  <a:pt x="5690132" y="2303055"/>
                </a:lnTo>
                <a:lnTo>
                  <a:pt x="5690630" y="2303088"/>
                </a:lnTo>
                <a:close/>
                <a:moveTo>
                  <a:pt x="5667905" y="2302594"/>
                </a:moveTo>
                <a:lnTo>
                  <a:pt x="5667931" y="2303088"/>
                </a:lnTo>
                <a:lnTo>
                  <a:pt x="5668429" y="2303055"/>
                </a:lnTo>
                <a:lnTo>
                  <a:pt x="5669023" y="2314495"/>
                </a:lnTo>
                <a:cubicBezTo>
                  <a:pt x="5669023" y="2320176"/>
                  <a:pt x="5668964" y="2325843"/>
                  <a:pt x="5667652" y="2331471"/>
                </a:cubicBezTo>
                <a:cubicBezTo>
                  <a:pt x="5667694" y="2362806"/>
                  <a:pt x="5665244" y="2393697"/>
                  <a:pt x="5660185" y="2423947"/>
                </a:cubicBezTo>
                <a:lnTo>
                  <a:pt x="5659647" y="2430623"/>
                </a:lnTo>
                <a:cubicBezTo>
                  <a:pt x="5659477" y="2430628"/>
                  <a:pt x="5659309" y="2430633"/>
                  <a:pt x="5659141" y="2430686"/>
                </a:cubicBezTo>
                <a:cubicBezTo>
                  <a:pt x="5608866" y="2783551"/>
                  <a:pt x="5327827" y="3064328"/>
                  <a:pt x="4968975" y="3123727"/>
                </a:cubicBezTo>
                <a:lnTo>
                  <a:pt x="4968859" y="3124875"/>
                </a:lnTo>
                <a:cubicBezTo>
                  <a:pt x="4963549" y="3125886"/>
                  <a:pt x="4958220" y="3126834"/>
                  <a:pt x="4952643" y="3126415"/>
                </a:cubicBezTo>
                <a:cubicBezTo>
                  <a:pt x="4921471" y="3131969"/>
                  <a:pt x="4889590" y="3134950"/>
                  <a:pt x="4857216" y="3135477"/>
                </a:cubicBezTo>
                <a:lnTo>
                  <a:pt x="4840098" y="3137103"/>
                </a:lnTo>
                <a:lnTo>
                  <a:pt x="4840072" y="3136608"/>
                </a:lnTo>
                <a:lnTo>
                  <a:pt x="4839573" y="3136641"/>
                </a:lnTo>
                <a:cubicBezTo>
                  <a:pt x="4839007" y="3132839"/>
                  <a:pt x="4838980" y="3129023"/>
                  <a:pt x="4838980" y="3125201"/>
                </a:cubicBezTo>
                <a:cubicBezTo>
                  <a:pt x="4838980" y="3119519"/>
                  <a:pt x="4839038" y="3113850"/>
                  <a:pt x="4840350" y="3108220"/>
                </a:cubicBezTo>
                <a:cubicBezTo>
                  <a:pt x="4840308" y="3076892"/>
                  <a:pt x="4842758" y="3046007"/>
                  <a:pt x="4847814" y="3015763"/>
                </a:cubicBezTo>
                <a:lnTo>
                  <a:pt x="4848355" y="3009073"/>
                </a:lnTo>
                <a:cubicBezTo>
                  <a:pt x="4848523" y="3009068"/>
                  <a:pt x="4848693" y="3009063"/>
                  <a:pt x="4848860" y="3009010"/>
                </a:cubicBezTo>
                <a:cubicBezTo>
                  <a:pt x="4899137" y="2656144"/>
                  <a:pt x="5180176" y="2375367"/>
                  <a:pt x="5539026" y="2315969"/>
                </a:cubicBezTo>
                <a:lnTo>
                  <a:pt x="5539143" y="2314821"/>
                </a:lnTo>
                <a:cubicBezTo>
                  <a:pt x="5544452" y="2313811"/>
                  <a:pt x="5549780" y="2312863"/>
                  <a:pt x="5555356" y="2313282"/>
                </a:cubicBezTo>
                <a:cubicBezTo>
                  <a:pt x="5586539" y="2307725"/>
                  <a:pt x="5618432" y="2304744"/>
                  <a:pt x="5650817" y="2304217"/>
                </a:cubicBezTo>
                <a:close/>
                <a:moveTo>
                  <a:pt x="3998505" y="2302594"/>
                </a:moveTo>
                <a:lnTo>
                  <a:pt x="4015592" y="2304217"/>
                </a:lnTo>
                <a:cubicBezTo>
                  <a:pt x="4047978" y="2304744"/>
                  <a:pt x="4079870" y="2307725"/>
                  <a:pt x="4111054" y="2313282"/>
                </a:cubicBezTo>
                <a:cubicBezTo>
                  <a:pt x="4116630" y="2312863"/>
                  <a:pt x="4121958" y="2313811"/>
                  <a:pt x="4127266" y="2314821"/>
                </a:cubicBezTo>
                <a:lnTo>
                  <a:pt x="4127384" y="2315969"/>
                </a:lnTo>
                <a:cubicBezTo>
                  <a:pt x="4486234" y="2375367"/>
                  <a:pt x="4767273" y="2656144"/>
                  <a:pt x="4817549" y="3009010"/>
                </a:cubicBezTo>
                <a:cubicBezTo>
                  <a:pt x="4817717" y="3009063"/>
                  <a:pt x="4817886" y="3009068"/>
                  <a:pt x="4818055" y="3009073"/>
                </a:cubicBezTo>
                <a:lnTo>
                  <a:pt x="4818595" y="3015763"/>
                </a:lnTo>
                <a:cubicBezTo>
                  <a:pt x="4823652" y="3046007"/>
                  <a:pt x="4826101" y="3076892"/>
                  <a:pt x="4826059" y="3108220"/>
                </a:cubicBezTo>
                <a:cubicBezTo>
                  <a:pt x="4827371" y="3113850"/>
                  <a:pt x="4827430" y="3119519"/>
                  <a:pt x="4827430" y="3125201"/>
                </a:cubicBezTo>
                <a:cubicBezTo>
                  <a:pt x="4827430" y="3129023"/>
                  <a:pt x="4827403" y="3132839"/>
                  <a:pt x="4826837" y="3136641"/>
                </a:cubicBezTo>
                <a:lnTo>
                  <a:pt x="4826338" y="3136608"/>
                </a:lnTo>
                <a:lnTo>
                  <a:pt x="4826312" y="3137103"/>
                </a:lnTo>
                <a:lnTo>
                  <a:pt x="4809193" y="3135477"/>
                </a:lnTo>
                <a:cubicBezTo>
                  <a:pt x="4776819" y="3134950"/>
                  <a:pt x="4744939" y="3131969"/>
                  <a:pt x="4713767" y="3126415"/>
                </a:cubicBezTo>
                <a:cubicBezTo>
                  <a:pt x="4708190" y="3126834"/>
                  <a:pt x="4702861" y="3125886"/>
                  <a:pt x="4697550" y="3124875"/>
                </a:cubicBezTo>
                <a:lnTo>
                  <a:pt x="4697434" y="3123727"/>
                </a:lnTo>
                <a:cubicBezTo>
                  <a:pt x="4338583" y="3064328"/>
                  <a:pt x="4057544" y="2783551"/>
                  <a:pt x="4007268" y="2430686"/>
                </a:cubicBezTo>
                <a:cubicBezTo>
                  <a:pt x="4007101" y="2430633"/>
                  <a:pt x="4006932" y="2430628"/>
                  <a:pt x="4006763" y="2430623"/>
                </a:cubicBezTo>
                <a:lnTo>
                  <a:pt x="4006225" y="2423947"/>
                </a:lnTo>
                <a:cubicBezTo>
                  <a:pt x="4001166" y="2393697"/>
                  <a:pt x="3998715" y="2362806"/>
                  <a:pt x="3998757" y="2331471"/>
                </a:cubicBezTo>
                <a:cubicBezTo>
                  <a:pt x="3997445" y="2325843"/>
                  <a:pt x="3997387" y="2320176"/>
                  <a:pt x="3997387" y="2314495"/>
                </a:cubicBezTo>
                <a:lnTo>
                  <a:pt x="3997981" y="2303055"/>
                </a:lnTo>
                <a:lnTo>
                  <a:pt x="3998479" y="2303088"/>
                </a:lnTo>
                <a:close/>
                <a:moveTo>
                  <a:pt x="3975754" y="2302594"/>
                </a:moveTo>
                <a:lnTo>
                  <a:pt x="3975780" y="2303088"/>
                </a:lnTo>
                <a:lnTo>
                  <a:pt x="3976278" y="2303055"/>
                </a:lnTo>
                <a:lnTo>
                  <a:pt x="3976872" y="2314495"/>
                </a:lnTo>
                <a:cubicBezTo>
                  <a:pt x="3976872" y="2320176"/>
                  <a:pt x="3976813" y="2325843"/>
                  <a:pt x="3975501" y="2331471"/>
                </a:cubicBezTo>
                <a:cubicBezTo>
                  <a:pt x="3975543" y="2362806"/>
                  <a:pt x="3973093" y="2393697"/>
                  <a:pt x="3968034" y="2423947"/>
                </a:cubicBezTo>
                <a:lnTo>
                  <a:pt x="3967496" y="2430623"/>
                </a:lnTo>
                <a:cubicBezTo>
                  <a:pt x="3967326" y="2430628"/>
                  <a:pt x="3967158" y="2430633"/>
                  <a:pt x="3966990" y="2430686"/>
                </a:cubicBezTo>
                <a:cubicBezTo>
                  <a:pt x="3916715" y="2783551"/>
                  <a:pt x="3635676" y="3064328"/>
                  <a:pt x="3276825" y="3123727"/>
                </a:cubicBezTo>
                <a:lnTo>
                  <a:pt x="3276708" y="3124875"/>
                </a:lnTo>
                <a:cubicBezTo>
                  <a:pt x="3271398" y="3125886"/>
                  <a:pt x="3266069" y="3126834"/>
                  <a:pt x="3260492" y="3126415"/>
                </a:cubicBezTo>
                <a:cubicBezTo>
                  <a:pt x="3229320" y="3131969"/>
                  <a:pt x="3197440" y="3134950"/>
                  <a:pt x="3165065" y="3135477"/>
                </a:cubicBezTo>
                <a:lnTo>
                  <a:pt x="3147947" y="3137103"/>
                </a:lnTo>
                <a:lnTo>
                  <a:pt x="3147921" y="3136608"/>
                </a:lnTo>
                <a:lnTo>
                  <a:pt x="3147422" y="3136641"/>
                </a:lnTo>
                <a:cubicBezTo>
                  <a:pt x="3146856" y="3132839"/>
                  <a:pt x="3146829" y="3129023"/>
                  <a:pt x="3146829" y="3125201"/>
                </a:cubicBezTo>
                <a:cubicBezTo>
                  <a:pt x="3146829" y="3119519"/>
                  <a:pt x="3146887" y="3113850"/>
                  <a:pt x="3148199" y="3108220"/>
                </a:cubicBezTo>
                <a:cubicBezTo>
                  <a:pt x="3148157" y="3076892"/>
                  <a:pt x="3150607" y="3046007"/>
                  <a:pt x="3155663" y="3015763"/>
                </a:cubicBezTo>
                <a:lnTo>
                  <a:pt x="3156204" y="3009073"/>
                </a:lnTo>
                <a:cubicBezTo>
                  <a:pt x="3156372" y="3009068"/>
                  <a:pt x="3156542" y="3009063"/>
                  <a:pt x="3156709" y="3009010"/>
                </a:cubicBezTo>
                <a:cubicBezTo>
                  <a:pt x="3206986" y="2656144"/>
                  <a:pt x="3488025" y="2375367"/>
                  <a:pt x="3846875" y="2315969"/>
                </a:cubicBezTo>
                <a:lnTo>
                  <a:pt x="3846992" y="2314821"/>
                </a:lnTo>
                <a:cubicBezTo>
                  <a:pt x="3852301" y="2313811"/>
                  <a:pt x="3857629" y="2312863"/>
                  <a:pt x="3863205" y="2313282"/>
                </a:cubicBezTo>
                <a:cubicBezTo>
                  <a:pt x="3894388" y="2307725"/>
                  <a:pt x="3926281" y="2304744"/>
                  <a:pt x="3958666" y="2304217"/>
                </a:cubicBezTo>
                <a:close/>
                <a:moveTo>
                  <a:pt x="2306354" y="2302594"/>
                </a:moveTo>
                <a:lnTo>
                  <a:pt x="2323441" y="2304217"/>
                </a:lnTo>
                <a:cubicBezTo>
                  <a:pt x="2355827" y="2304744"/>
                  <a:pt x="2387719" y="2307725"/>
                  <a:pt x="2418903" y="2313282"/>
                </a:cubicBezTo>
                <a:cubicBezTo>
                  <a:pt x="2424479" y="2312863"/>
                  <a:pt x="2429807" y="2313811"/>
                  <a:pt x="2435115" y="2314821"/>
                </a:cubicBezTo>
                <a:lnTo>
                  <a:pt x="2435233" y="2315969"/>
                </a:lnTo>
                <a:cubicBezTo>
                  <a:pt x="2794083" y="2375367"/>
                  <a:pt x="3075122" y="2656144"/>
                  <a:pt x="3125398" y="3009010"/>
                </a:cubicBezTo>
                <a:cubicBezTo>
                  <a:pt x="3125566" y="3009063"/>
                  <a:pt x="3125735" y="3009068"/>
                  <a:pt x="3125904" y="3009073"/>
                </a:cubicBezTo>
                <a:lnTo>
                  <a:pt x="3126444" y="3015763"/>
                </a:lnTo>
                <a:cubicBezTo>
                  <a:pt x="3131501" y="3046007"/>
                  <a:pt x="3133950" y="3076892"/>
                  <a:pt x="3133908" y="3108220"/>
                </a:cubicBezTo>
                <a:cubicBezTo>
                  <a:pt x="3135220" y="3113850"/>
                  <a:pt x="3135279" y="3119519"/>
                  <a:pt x="3135279" y="3125201"/>
                </a:cubicBezTo>
                <a:cubicBezTo>
                  <a:pt x="3135279" y="3129023"/>
                  <a:pt x="3135252" y="3132839"/>
                  <a:pt x="3134686" y="3136641"/>
                </a:cubicBezTo>
                <a:lnTo>
                  <a:pt x="3134187" y="3136608"/>
                </a:lnTo>
                <a:lnTo>
                  <a:pt x="3134161" y="3137103"/>
                </a:lnTo>
                <a:lnTo>
                  <a:pt x="3117042" y="3135477"/>
                </a:lnTo>
                <a:cubicBezTo>
                  <a:pt x="3084668" y="3134950"/>
                  <a:pt x="3052788" y="3131969"/>
                  <a:pt x="3021616" y="3126415"/>
                </a:cubicBezTo>
                <a:cubicBezTo>
                  <a:pt x="3016039" y="3126834"/>
                  <a:pt x="3010710" y="3125886"/>
                  <a:pt x="3005399" y="3124875"/>
                </a:cubicBezTo>
                <a:lnTo>
                  <a:pt x="3005283" y="3123727"/>
                </a:lnTo>
                <a:cubicBezTo>
                  <a:pt x="2646432" y="3064328"/>
                  <a:pt x="2365393" y="2783551"/>
                  <a:pt x="2315117" y="2430686"/>
                </a:cubicBezTo>
                <a:cubicBezTo>
                  <a:pt x="2314950" y="2430633"/>
                  <a:pt x="2314781" y="2430628"/>
                  <a:pt x="2314612" y="2430623"/>
                </a:cubicBezTo>
                <a:lnTo>
                  <a:pt x="2314074" y="2423947"/>
                </a:lnTo>
                <a:cubicBezTo>
                  <a:pt x="2309015" y="2393697"/>
                  <a:pt x="2306564" y="2362806"/>
                  <a:pt x="2306606" y="2331471"/>
                </a:cubicBezTo>
                <a:cubicBezTo>
                  <a:pt x="2305294" y="2325843"/>
                  <a:pt x="2305236" y="2320176"/>
                  <a:pt x="2305236" y="2314495"/>
                </a:cubicBezTo>
                <a:lnTo>
                  <a:pt x="2305830" y="2303055"/>
                </a:lnTo>
                <a:lnTo>
                  <a:pt x="2306328" y="2303088"/>
                </a:lnTo>
                <a:close/>
                <a:moveTo>
                  <a:pt x="2283603" y="2302594"/>
                </a:moveTo>
                <a:lnTo>
                  <a:pt x="2283629" y="2303088"/>
                </a:lnTo>
                <a:lnTo>
                  <a:pt x="2284127" y="2303055"/>
                </a:lnTo>
                <a:lnTo>
                  <a:pt x="2284721" y="2314495"/>
                </a:lnTo>
                <a:cubicBezTo>
                  <a:pt x="2284721" y="2320176"/>
                  <a:pt x="2284662" y="2325843"/>
                  <a:pt x="2283350" y="2331471"/>
                </a:cubicBezTo>
                <a:cubicBezTo>
                  <a:pt x="2283392" y="2362806"/>
                  <a:pt x="2280942" y="2393697"/>
                  <a:pt x="2275883" y="2423947"/>
                </a:cubicBezTo>
                <a:lnTo>
                  <a:pt x="2275345" y="2430623"/>
                </a:lnTo>
                <a:cubicBezTo>
                  <a:pt x="2275175" y="2430628"/>
                  <a:pt x="2275007" y="2430633"/>
                  <a:pt x="2274839" y="2430686"/>
                </a:cubicBezTo>
                <a:cubicBezTo>
                  <a:pt x="2224564" y="2783551"/>
                  <a:pt x="1943525" y="3064328"/>
                  <a:pt x="1584673" y="3123727"/>
                </a:cubicBezTo>
                <a:lnTo>
                  <a:pt x="1584557" y="3124875"/>
                </a:lnTo>
                <a:cubicBezTo>
                  <a:pt x="1579247" y="3125886"/>
                  <a:pt x="1573918" y="3126834"/>
                  <a:pt x="1568341" y="3126415"/>
                </a:cubicBezTo>
                <a:cubicBezTo>
                  <a:pt x="1537169" y="3131969"/>
                  <a:pt x="1505289" y="3134950"/>
                  <a:pt x="1472914" y="3135477"/>
                </a:cubicBezTo>
                <a:lnTo>
                  <a:pt x="1455796" y="3137103"/>
                </a:lnTo>
                <a:lnTo>
                  <a:pt x="1455770" y="3136608"/>
                </a:lnTo>
                <a:lnTo>
                  <a:pt x="1455271" y="3136641"/>
                </a:lnTo>
                <a:cubicBezTo>
                  <a:pt x="1454705" y="3132839"/>
                  <a:pt x="1454678" y="3129023"/>
                  <a:pt x="1454678" y="3125201"/>
                </a:cubicBezTo>
                <a:cubicBezTo>
                  <a:pt x="1454678" y="3119519"/>
                  <a:pt x="1454736" y="3113850"/>
                  <a:pt x="1456048" y="3108220"/>
                </a:cubicBezTo>
                <a:cubicBezTo>
                  <a:pt x="1456006" y="3076892"/>
                  <a:pt x="1458456" y="3046007"/>
                  <a:pt x="1463513" y="3015763"/>
                </a:cubicBezTo>
                <a:lnTo>
                  <a:pt x="1464053" y="3009073"/>
                </a:lnTo>
                <a:cubicBezTo>
                  <a:pt x="1464221" y="3009068"/>
                  <a:pt x="1464391" y="3009063"/>
                  <a:pt x="1464558" y="3009010"/>
                </a:cubicBezTo>
                <a:cubicBezTo>
                  <a:pt x="1514835" y="2656144"/>
                  <a:pt x="1795874" y="2375367"/>
                  <a:pt x="2154724" y="2315969"/>
                </a:cubicBezTo>
                <a:lnTo>
                  <a:pt x="2154841" y="2314821"/>
                </a:lnTo>
                <a:cubicBezTo>
                  <a:pt x="2160150" y="2313811"/>
                  <a:pt x="2165478" y="2312863"/>
                  <a:pt x="2171054" y="2313282"/>
                </a:cubicBezTo>
                <a:cubicBezTo>
                  <a:pt x="2202237" y="2307725"/>
                  <a:pt x="2234130" y="2304744"/>
                  <a:pt x="2266515" y="2304217"/>
                </a:cubicBezTo>
                <a:close/>
                <a:moveTo>
                  <a:pt x="614203" y="2302594"/>
                </a:moveTo>
                <a:lnTo>
                  <a:pt x="631290" y="2304217"/>
                </a:lnTo>
                <a:cubicBezTo>
                  <a:pt x="663676" y="2304744"/>
                  <a:pt x="695568" y="2307725"/>
                  <a:pt x="726752" y="2313282"/>
                </a:cubicBezTo>
                <a:cubicBezTo>
                  <a:pt x="732328" y="2312863"/>
                  <a:pt x="737656" y="2313811"/>
                  <a:pt x="742964" y="2314821"/>
                </a:cubicBezTo>
                <a:lnTo>
                  <a:pt x="743081" y="2315969"/>
                </a:lnTo>
                <a:cubicBezTo>
                  <a:pt x="1101932" y="2375367"/>
                  <a:pt x="1382971" y="2656144"/>
                  <a:pt x="1433247" y="3009010"/>
                </a:cubicBezTo>
                <a:cubicBezTo>
                  <a:pt x="1433415" y="3009063"/>
                  <a:pt x="1433584" y="3009068"/>
                  <a:pt x="1433753" y="3009073"/>
                </a:cubicBezTo>
                <a:lnTo>
                  <a:pt x="1434293" y="3015763"/>
                </a:lnTo>
                <a:cubicBezTo>
                  <a:pt x="1439350" y="3046007"/>
                  <a:pt x="1441799" y="3076892"/>
                  <a:pt x="1441757" y="3108220"/>
                </a:cubicBezTo>
                <a:cubicBezTo>
                  <a:pt x="1443069" y="3113850"/>
                  <a:pt x="1443128" y="3119519"/>
                  <a:pt x="1443128" y="3125201"/>
                </a:cubicBezTo>
                <a:cubicBezTo>
                  <a:pt x="1443128" y="3129023"/>
                  <a:pt x="1443101" y="3132839"/>
                  <a:pt x="1442535" y="3136641"/>
                </a:cubicBezTo>
                <a:lnTo>
                  <a:pt x="1442036" y="3136608"/>
                </a:lnTo>
                <a:lnTo>
                  <a:pt x="1442010" y="3137103"/>
                </a:lnTo>
                <a:lnTo>
                  <a:pt x="1424891" y="3135477"/>
                </a:lnTo>
                <a:cubicBezTo>
                  <a:pt x="1392517" y="3134950"/>
                  <a:pt x="1360637" y="3131969"/>
                  <a:pt x="1329465" y="3126415"/>
                </a:cubicBezTo>
                <a:cubicBezTo>
                  <a:pt x="1323888" y="3126834"/>
                  <a:pt x="1318559" y="3125886"/>
                  <a:pt x="1313248" y="3124875"/>
                </a:cubicBezTo>
                <a:lnTo>
                  <a:pt x="1313132" y="3123727"/>
                </a:lnTo>
                <a:cubicBezTo>
                  <a:pt x="954281" y="3064328"/>
                  <a:pt x="673242" y="2783551"/>
                  <a:pt x="622966" y="2430686"/>
                </a:cubicBezTo>
                <a:cubicBezTo>
                  <a:pt x="622799" y="2430633"/>
                  <a:pt x="622630" y="2430628"/>
                  <a:pt x="622461" y="2430623"/>
                </a:cubicBezTo>
                <a:lnTo>
                  <a:pt x="621923" y="2423947"/>
                </a:lnTo>
                <a:cubicBezTo>
                  <a:pt x="616864" y="2393697"/>
                  <a:pt x="614413" y="2362806"/>
                  <a:pt x="614455" y="2331471"/>
                </a:cubicBezTo>
                <a:cubicBezTo>
                  <a:pt x="613143" y="2325843"/>
                  <a:pt x="613085" y="2320176"/>
                  <a:pt x="613085" y="2314495"/>
                </a:cubicBezTo>
                <a:lnTo>
                  <a:pt x="613679" y="2303055"/>
                </a:lnTo>
                <a:lnTo>
                  <a:pt x="614177" y="2303088"/>
                </a:lnTo>
                <a:close/>
                <a:moveTo>
                  <a:pt x="591452" y="2302594"/>
                </a:moveTo>
                <a:lnTo>
                  <a:pt x="591478" y="2303088"/>
                </a:lnTo>
                <a:lnTo>
                  <a:pt x="591976" y="2303055"/>
                </a:lnTo>
                <a:lnTo>
                  <a:pt x="592570" y="2314495"/>
                </a:lnTo>
                <a:cubicBezTo>
                  <a:pt x="592570" y="2320176"/>
                  <a:pt x="592511" y="2325843"/>
                  <a:pt x="591199" y="2331471"/>
                </a:cubicBezTo>
                <a:cubicBezTo>
                  <a:pt x="591242" y="2362806"/>
                  <a:pt x="588791" y="2393697"/>
                  <a:pt x="583732" y="2423947"/>
                </a:cubicBezTo>
                <a:lnTo>
                  <a:pt x="583194" y="2430623"/>
                </a:lnTo>
                <a:cubicBezTo>
                  <a:pt x="583024" y="2430628"/>
                  <a:pt x="582856" y="2430633"/>
                  <a:pt x="582689" y="2430686"/>
                </a:cubicBezTo>
                <a:cubicBezTo>
                  <a:pt x="537576" y="2747315"/>
                  <a:pt x="306662" y="3005901"/>
                  <a:pt x="0" y="3097101"/>
                </a:cubicBezTo>
                <a:lnTo>
                  <a:pt x="0" y="2964763"/>
                </a:lnTo>
                <a:cubicBezTo>
                  <a:pt x="229298" y="2881926"/>
                  <a:pt x="402181" y="2686530"/>
                  <a:pt x="449203" y="2447425"/>
                </a:cubicBezTo>
                <a:cubicBezTo>
                  <a:pt x="258971" y="2488309"/>
                  <a:pt x="97576" y="2603574"/>
                  <a:pt x="0" y="2761314"/>
                </a:cubicBezTo>
                <a:lnTo>
                  <a:pt x="0" y="2554520"/>
                </a:lnTo>
                <a:cubicBezTo>
                  <a:pt x="121484" y="2431613"/>
                  <a:pt x="282199" y="2345825"/>
                  <a:pt x="462573" y="2315969"/>
                </a:cubicBezTo>
                <a:lnTo>
                  <a:pt x="462690" y="2314821"/>
                </a:lnTo>
                <a:cubicBezTo>
                  <a:pt x="467999" y="2313811"/>
                  <a:pt x="473327" y="2312863"/>
                  <a:pt x="478903" y="2313282"/>
                </a:cubicBezTo>
                <a:cubicBezTo>
                  <a:pt x="510086" y="2307725"/>
                  <a:pt x="541979" y="2304744"/>
                  <a:pt x="574365" y="2304217"/>
                </a:cubicBezTo>
                <a:close/>
                <a:moveTo>
                  <a:pt x="11452667" y="1608087"/>
                </a:moveTo>
                <a:cubicBezTo>
                  <a:pt x="11177477" y="1666766"/>
                  <a:pt x="10962633" y="1879876"/>
                  <a:pt x="10909358" y="2148655"/>
                </a:cubicBezTo>
                <a:cubicBezTo>
                  <a:pt x="11184548" y="2089976"/>
                  <a:pt x="11399391" y="1876866"/>
                  <a:pt x="11452667" y="1608087"/>
                </a:cubicBezTo>
                <a:close/>
                <a:moveTo>
                  <a:pt x="10058800" y="1608087"/>
                </a:moveTo>
                <a:cubicBezTo>
                  <a:pt x="10112076" y="1876866"/>
                  <a:pt x="10326919" y="2089976"/>
                  <a:pt x="10602109" y="2148655"/>
                </a:cubicBezTo>
                <a:cubicBezTo>
                  <a:pt x="10548834" y="1879876"/>
                  <a:pt x="10333990" y="1666766"/>
                  <a:pt x="10058800" y="1608087"/>
                </a:cubicBezTo>
                <a:close/>
                <a:moveTo>
                  <a:pt x="9760514" y="1608087"/>
                </a:moveTo>
                <a:cubicBezTo>
                  <a:pt x="9485324" y="1666766"/>
                  <a:pt x="9270480" y="1879876"/>
                  <a:pt x="9217205" y="2148655"/>
                </a:cubicBezTo>
                <a:cubicBezTo>
                  <a:pt x="9492395" y="2089976"/>
                  <a:pt x="9707238" y="1876866"/>
                  <a:pt x="9760514" y="1608087"/>
                </a:cubicBezTo>
                <a:close/>
                <a:moveTo>
                  <a:pt x="8366649" y="1608087"/>
                </a:moveTo>
                <a:cubicBezTo>
                  <a:pt x="8419925" y="1876866"/>
                  <a:pt x="8634768" y="2089976"/>
                  <a:pt x="8909958" y="2148655"/>
                </a:cubicBezTo>
                <a:cubicBezTo>
                  <a:pt x="8856683" y="1879876"/>
                  <a:pt x="8641839" y="1666766"/>
                  <a:pt x="8366649" y="1608087"/>
                </a:cubicBezTo>
                <a:close/>
                <a:moveTo>
                  <a:pt x="8068363" y="1608087"/>
                </a:moveTo>
                <a:cubicBezTo>
                  <a:pt x="7793173" y="1666766"/>
                  <a:pt x="7578329" y="1879876"/>
                  <a:pt x="7525054" y="2148655"/>
                </a:cubicBezTo>
                <a:cubicBezTo>
                  <a:pt x="7800244" y="2089976"/>
                  <a:pt x="8015087" y="1876866"/>
                  <a:pt x="8068363" y="1608087"/>
                </a:cubicBezTo>
                <a:close/>
                <a:moveTo>
                  <a:pt x="6674498" y="1608087"/>
                </a:moveTo>
                <a:cubicBezTo>
                  <a:pt x="6727774" y="1876866"/>
                  <a:pt x="6942617" y="2089976"/>
                  <a:pt x="7217807" y="2148655"/>
                </a:cubicBezTo>
                <a:cubicBezTo>
                  <a:pt x="7164532" y="1879876"/>
                  <a:pt x="6949688" y="1666766"/>
                  <a:pt x="6674498" y="1608087"/>
                </a:cubicBezTo>
                <a:close/>
                <a:moveTo>
                  <a:pt x="6376212" y="1608087"/>
                </a:moveTo>
                <a:cubicBezTo>
                  <a:pt x="6101022" y="1666766"/>
                  <a:pt x="5886178" y="1879876"/>
                  <a:pt x="5832903" y="2148655"/>
                </a:cubicBezTo>
                <a:cubicBezTo>
                  <a:pt x="6108093" y="2089976"/>
                  <a:pt x="6322936" y="1876866"/>
                  <a:pt x="6376212" y="1608087"/>
                </a:cubicBezTo>
                <a:close/>
                <a:moveTo>
                  <a:pt x="4982347" y="1608087"/>
                </a:moveTo>
                <a:cubicBezTo>
                  <a:pt x="5035623" y="1876866"/>
                  <a:pt x="5250466" y="2089976"/>
                  <a:pt x="5525656" y="2148655"/>
                </a:cubicBezTo>
                <a:cubicBezTo>
                  <a:pt x="5472381" y="1879876"/>
                  <a:pt x="5257537" y="1666766"/>
                  <a:pt x="4982347" y="1608087"/>
                </a:cubicBezTo>
                <a:close/>
                <a:moveTo>
                  <a:pt x="4684061" y="1608087"/>
                </a:moveTo>
                <a:cubicBezTo>
                  <a:pt x="4408871" y="1666766"/>
                  <a:pt x="4194027" y="1879876"/>
                  <a:pt x="4140752" y="2148655"/>
                </a:cubicBezTo>
                <a:cubicBezTo>
                  <a:pt x="4415942" y="2089976"/>
                  <a:pt x="4630785" y="1876866"/>
                  <a:pt x="4684061" y="1608087"/>
                </a:cubicBezTo>
                <a:close/>
                <a:moveTo>
                  <a:pt x="3290196" y="1608087"/>
                </a:moveTo>
                <a:cubicBezTo>
                  <a:pt x="3343472" y="1876866"/>
                  <a:pt x="3558315" y="2089976"/>
                  <a:pt x="3833505" y="2148655"/>
                </a:cubicBezTo>
                <a:cubicBezTo>
                  <a:pt x="3780230" y="1879876"/>
                  <a:pt x="3565386" y="1666766"/>
                  <a:pt x="3290196" y="1608087"/>
                </a:cubicBezTo>
                <a:close/>
                <a:moveTo>
                  <a:pt x="2991910" y="1608087"/>
                </a:moveTo>
                <a:cubicBezTo>
                  <a:pt x="2716720" y="1666766"/>
                  <a:pt x="2501876" y="1879876"/>
                  <a:pt x="2448601" y="2148655"/>
                </a:cubicBezTo>
                <a:cubicBezTo>
                  <a:pt x="2723791" y="2089976"/>
                  <a:pt x="2938634" y="1876866"/>
                  <a:pt x="2991910" y="1608087"/>
                </a:cubicBezTo>
                <a:close/>
                <a:moveTo>
                  <a:pt x="1598045" y="1608087"/>
                </a:moveTo>
                <a:cubicBezTo>
                  <a:pt x="1651321" y="1876866"/>
                  <a:pt x="1866164" y="2089976"/>
                  <a:pt x="2141354" y="2148655"/>
                </a:cubicBezTo>
                <a:cubicBezTo>
                  <a:pt x="2088079" y="1879876"/>
                  <a:pt x="1873235" y="1666766"/>
                  <a:pt x="1598045" y="1608087"/>
                </a:cubicBezTo>
                <a:close/>
                <a:moveTo>
                  <a:pt x="1299759" y="1608087"/>
                </a:moveTo>
                <a:cubicBezTo>
                  <a:pt x="1024569" y="1666766"/>
                  <a:pt x="809725" y="1879876"/>
                  <a:pt x="756450" y="2148655"/>
                </a:cubicBezTo>
                <a:cubicBezTo>
                  <a:pt x="1031640" y="2089976"/>
                  <a:pt x="1246483" y="1876866"/>
                  <a:pt x="1299759" y="1608087"/>
                </a:cubicBezTo>
                <a:close/>
                <a:moveTo>
                  <a:pt x="0" y="1504081"/>
                </a:moveTo>
                <a:cubicBezTo>
                  <a:pt x="306658" y="1594561"/>
                  <a:pt x="537576" y="1851117"/>
                  <a:pt x="582690" y="2165262"/>
                </a:cubicBezTo>
                <a:cubicBezTo>
                  <a:pt x="582857" y="2165315"/>
                  <a:pt x="583026" y="2165320"/>
                  <a:pt x="583195" y="2165325"/>
                </a:cubicBezTo>
                <a:lnTo>
                  <a:pt x="583735" y="2171962"/>
                </a:lnTo>
                <a:cubicBezTo>
                  <a:pt x="588792" y="2201969"/>
                  <a:pt x="591242" y="2232611"/>
                  <a:pt x="591199" y="2263693"/>
                </a:cubicBezTo>
                <a:cubicBezTo>
                  <a:pt x="592511" y="2269279"/>
                  <a:pt x="592570" y="2274903"/>
                  <a:pt x="592570" y="2280541"/>
                </a:cubicBezTo>
                <a:cubicBezTo>
                  <a:pt x="592570" y="2284333"/>
                  <a:pt x="592543" y="2288119"/>
                  <a:pt x="591977" y="2291891"/>
                </a:cubicBezTo>
                <a:lnTo>
                  <a:pt x="591478" y="2291858"/>
                </a:lnTo>
                <a:lnTo>
                  <a:pt x="591452" y="2292349"/>
                </a:lnTo>
                <a:lnTo>
                  <a:pt x="574334" y="2290736"/>
                </a:lnTo>
                <a:cubicBezTo>
                  <a:pt x="541959" y="2290213"/>
                  <a:pt x="510079" y="2287255"/>
                  <a:pt x="478907" y="2281745"/>
                </a:cubicBezTo>
                <a:cubicBezTo>
                  <a:pt x="473330" y="2282161"/>
                  <a:pt x="468001" y="2281220"/>
                  <a:pt x="462690" y="2280217"/>
                </a:cubicBezTo>
                <a:lnTo>
                  <a:pt x="462574" y="2279078"/>
                </a:lnTo>
                <a:cubicBezTo>
                  <a:pt x="282200" y="2249456"/>
                  <a:pt x="121485" y="2164343"/>
                  <a:pt x="0" y="2042401"/>
                </a:cubicBezTo>
                <a:lnTo>
                  <a:pt x="0" y="1837231"/>
                </a:lnTo>
                <a:cubicBezTo>
                  <a:pt x="97584" y="1993737"/>
                  <a:pt x="258975" y="2108093"/>
                  <a:pt x="449203" y="2148655"/>
                </a:cubicBezTo>
                <a:cubicBezTo>
                  <a:pt x="402182" y="1911427"/>
                  <a:pt x="229297" y="1717565"/>
                  <a:pt x="0" y="1635380"/>
                </a:cubicBezTo>
                <a:close/>
                <a:moveTo>
                  <a:pt x="11608704" y="1464394"/>
                </a:moveTo>
                <a:lnTo>
                  <a:pt x="11625791" y="1466004"/>
                </a:lnTo>
                <a:cubicBezTo>
                  <a:pt x="11658177" y="1466527"/>
                  <a:pt x="11690070" y="1469485"/>
                  <a:pt x="11721253" y="1474998"/>
                </a:cubicBezTo>
                <a:cubicBezTo>
                  <a:pt x="11726829" y="1474582"/>
                  <a:pt x="11732157" y="1475523"/>
                  <a:pt x="11737466" y="1476525"/>
                </a:cubicBezTo>
                <a:lnTo>
                  <a:pt x="11737583" y="1477664"/>
                </a:lnTo>
                <a:cubicBezTo>
                  <a:pt x="11914088" y="1506650"/>
                  <a:pt x="12071767" y="1588774"/>
                  <a:pt x="12192000" y="1706842"/>
                </a:cubicBezTo>
                <a:lnTo>
                  <a:pt x="12192000" y="1906833"/>
                </a:lnTo>
                <a:cubicBezTo>
                  <a:pt x="12093732" y="1756811"/>
                  <a:pt x="11935983" y="1647542"/>
                  <a:pt x="11750953" y="1608088"/>
                </a:cubicBezTo>
                <a:cubicBezTo>
                  <a:pt x="11797422" y="1842524"/>
                  <a:pt x="11966808" y="2034608"/>
                  <a:pt x="12192000" y="2118654"/>
                </a:cubicBezTo>
                <a:lnTo>
                  <a:pt x="12192000" y="2250657"/>
                </a:lnTo>
                <a:cubicBezTo>
                  <a:pt x="11889465" y="2157681"/>
                  <a:pt x="11662185" y="1902872"/>
                  <a:pt x="11617468" y="1591480"/>
                </a:cubicBezTo>
                <a:cubicBezTo>
                  <a:pt x="11617300" y="1591427"/>
                  <a:pt x="11617132" y="1591423"/>
                  <a:pt x="11616962" y="1591418"/>
                </a:cubicBezTo>
                <a:lnTo>
                  <a:pt x="11616424" y="1584794"/>
                </a:lnTo>
                <a:cubicBezTo>
                  <a:pt x="11611365" y="1554782"/>
                  <a:pt x="11608914" y="1524133"/>
                  <a:pt x="11608957" y="1493044"/>
                </a:cubicBezTo>
                <a:cubicBezTo>
                  <a:pt x="11607645" y="1487460"/>
                  <a:pt x="11607586" y="1481838"/>
                  <a:pt x="11607586" y="1476202"/>
                </a:cubicBezTo>
                <a:lnTo>
                  <a:pt x="11608180" y="1464851"/>
                </a:lnTo>
                <a:lnTo>
                  <a:pt x="11608678" y="1464884"/>
                </a:lnTo>
                <a:close/>
                <a:moveTo>
                  <a:pt x="11594916" y="1464394"/>
                </a:moveTo>
                <a:lnTo>
                  <a:pt x="11594942" y="1464884"/>
                </a:lnTo>
                <a:lnTo>
                  <a:pt x="11595440" y="1464852"/>
                </a:lnTo>
                <a:lnTo>
                  <a:pt x="11596034" y="1476202"/>
                </a:lnTo>
                <a:cubicBezTo>
                  <a:pt x="11596034" y="1481838"/>
                  <a:pt x="11595975" y="1487460"/>
                  <a:pt x="11594663" y="1493044"/>
                </a:cubicBezTo>
                <a:cubicBezTo>
                  <a:pt x="11594706" y="1524133"/>
                  <a:pt x="11592255" y="1554782"/>
                  <a:pt x="11587196" y="1584794"/>
                </a:cubicBezTo>
                <a:lnTo>
                  <a:pt x="11586658" y="1591418"/>
                </a:lnTo>
                <a:cubicBezTo>
                  <a:pt x="11586488" y="1591423"/>
                  <a:pt x="11586320" y="1591427"/>
                  <a:pt x="11586152" y="1591480"/>
                </a:cubicBezTo>
                <a:cubicBezTo>
                  <a:pt x="11535877" y="1941574"/>
                  <a:pt x="11254838" y="2220146"/>
                  <a:pt x="10895987" y="2279078"/>
                </a:cubicBezTo>
                <a:lnTo>
                  <a:pt x="10895871" y="2280217"/>
                </a:lnTo>
                <a:cubicBezTo>
                  <a:pt x="10890560" y="2281220"/>
                  <a:pt x="10885231" y="2282161"/>
                  <a:pt x="10879654" y="2281745"/>
                </a:cubicBezTo>
                <a:cubicBezTo>
                  <a:pt x="10848482" y="2287255"/>
                  <a:pt x="10816602" y="2290213"/>
                  <a:pt x="10784227" y="2290736"/>
                </a:cubicBezTo>
                <a:lnTo>
                  <a:pt x="10767109" y="2292349"/>
                </a:lnTo>
                <a:lnTo>
                  <a:pt x="10767083" y="2291858"/>
                </a:lnTo>
                <a:lnTo>
                  <a:pt x="10766584" y="2291891"/>
                </a:lnTo>
                <a:cubicBezTo>
                  <a:pt x="10766018" y="2288119"/>
                  <a:pt x="10765991" y="2284333"/>
                  <a:pt x="10765991" y="2280541"/>
                </a:cubicBezTo>
                <a:cubicBezTo>
                  <a:pt x="10765991" y="2274903"/>
                  <a:pt x="10766050" y="2269279"/>
                  <a:pt x="10767362" y="2263693"/>
                </a:cubicBezTo>
                <a:cubicBezTo>
                  <a:pt x="10767319" y="2232611"/>
                  <a:pt x="10769769" y="2201969"/>
                  <a:pt x="10774826" y="2171962"/>
                </a:cubicBezTo>
                <a:lnTo>
                  <a:pt x="10775366" y="2165325"/>
                </a:lnTo>
                <a:cubicBezTo>
                  <a:pt x="10775535" y="2165320"/>
                  <a:pt x="10775704" y="2165315"/>
                  <a:pt x="10775872" y="2165262"/>
                </a:cubicBezTo>
                <a:cubicBezTo>
                  <a:pt x="10826148" y="1815167"/>
                  <a:pt x="11107187" y="1536596"/>
                  <a:pt x="11466037" y="1477664"/>
                </a:cubicBezTo>
                <a:lnTo>
                  <a:pt x="11466154" y="1476525"/>
                </a:lnTo>
                <a:cubicBezTo>
                  <a:pt x="11471463" y="1475523"/>
                  <a:pt x="11476791" y="1474582"/>
                  <a:pt x="11482367" y="1474998"/>
                </a:cubicBezTo>
                <a:cubicBezTo>
                  <a:pt x="11513550" y="1469485"/>
                  <a:pt x="11545443" y="1466527"/>
                  <a:pt x="11577829" y="1466004"/>
                </a:cubicBezTo>
                <a:close/>
                <a:moveTo>
                  <a:pt x="9916551" y="1464394"/>
                </a:moveTo>
                <a:lnTo>
                  <a:pt x="9933638" y="1466004"/>
                </a:lnTo>
                <a:cubicBezTo>
                  <a:pt x="9966024" y="1466527"/>
                  <a:pt x="9997917" y="1469485"/>
                  <a:pt x="10029100" y="1474998"/>
                </a:cubicBezTo>
                <a:cubicBezTo>
                  <a:pt x="10034676" y="1474582"/>
                  <a:pt x="10040004" y="1475523"/>
                  <a:pt x="10045313" y="1476525"/>
                </a:cubicBezTo>
                <a:lnTo>
                  <a:pt x="10045430" y="1477664"/>
                </a:lnTo>
                <a:cubicBezTo>
                  <a:pt x="10404280" y="1536596"/>
                  <a:pt x="10685319" y="1815167"/>
                  <a:pt x="10735596" y="2165262"/>
                </a:cubicBezTo>
                <a:cubicBezTo>
                  <a:pt x="10735763" y="2165315"/>
                  <a:pt x="10735932" y="2165320"/>
                  <a:pt x="10736101" y="2165325"/>
                </a:cubicBezTo>
                <a:lnTo>
                  <a:pt x="10736641" y="2171962"/>
                </a:lnTo>
                <a:cubicBezTo>
                  <a:pt x="10741698" y="2201969"/>
                  <a:pt x="10744148" y="2232611"/>
                  <a:pt x="10744105" y="2263693"/>
                </a:cubicBezTo>
                <a:cubicBezTo>
                  <a:pt x="10745417" y="2269279"/>
                  <a:pt x="10745476" y="2274903"/>
                  <a:pt x="10745476" y="2280541"/>
                </a:cubicBezTo>
                <a:cubicBezTo>
                  <a:pt x="10745476" y="2284333"/>
                  <a:pt x="10745449" y="2288119"/>
                  <a:pt x="10744883" y="2291891"/>
                </a:cubicBezTo>
                <a:lnTo>
                  <a:pt x="10744384" y="2291858"/>
                </a:lnTo>
                <a:lnTo>
                  <a:pt x="10744358" y="2292349"/>
                </a:lnTo>
                <a:lnTo>
                  <a:pt x="10727240" y="2290736"/>
                </a:lnTo>
                <a:cubicBezTo>
                  <a:pt x="10694865" y="2290213"/>
                  <a:pt x="10662985" y="2287255"/>
                  <a:pt x="10631813" y="2281745"/>
                </a:cubicBezTo>
                <a:cubicBezTo>
                  <a:pt x="10626236" y="2282161"/>
                  <a:pt x="10620907" y="2281220"/>
                  <a:pt x="10615596" y="2280217"/>
                </a:cubicBezTo>
                <a:lnTo>
                  <a:pt x="10615480" y="2279078"/>
                </a:lnTo>
                <a:cubicBezTo>
                  <a:pt x="10256629" y="2220146"/>
                  <a:pt x="9975590" y="1941574"/>
                  <a:pt x="9925315" y="1591480"/>
                </a:cubicBezTo>
                <a:cubicBezTo>
                  <a:pt x="9925147" y="1591427"/>
                  <a:pt x="9924979" y="1591423"/>
                  <a:pt x="9924809" y="1591418"/>
                </a:cubicBezTo>
                <a:lnTo>
                  <a:pt x="9924271" y="1584794"/>
                </a:lnTo>
                <a:cubicBezTo>
                  <a:pt x="9919212" y="1554782"/>
                  <a:pt x="9916761" y="1524133"/>
                  <a:pt x="9916804" y="1493044"/>
                </a:cubicBezTo>
                <a:cubicBezTo>
                  <a:pt x="9915492" y="1487460"/>
                  <a:pt x="9915433" y="1481838"/>
                  <a:pt x="9915433" y="1476202"/>
                </a:cubicBezTo>
                <a:lnTo>
                  <a:pt x="9916027" y="1464852"/>
                </a:lnTo>
                <a:lnTo>
                  <a:pt x="9916525" y="1464884"/>
                </a:lnTo>
                <a:close/>
                <a:moveTo>
                  <a:pt x="9902763" y="1464394"/>
                </a:moveTo>
                <a:lnTo>
                  <a:pt x="9902789" y="1464884"/>
                </a:lnTo>
                <a:lnTo>
                  <a:pt x="9903287" y="1464852"/>
                </a:lnTo>
                <a:lnTo>
                  <a:pt x="9903881" y="1476202"/>
                </a:lnTo>
                <a:cubicBezTo>
                  <a:pt x="9903881" y="1481838"/>
                  <a:pt x="9903822" y="1487460"/>
                  <a:pt x="9902510" y="1493044"/>
                </a:cubicBezTo>
                <a:cubicBezTo>
                  <a:pt x="9902553" y="1524133"/>
                  <a:pt x="9900102" y="1554782"/>
                  <a:pt x="9895043" y="1584794"/>
                </a:cubicBezTo>
                <a:lnTo>
                  <a:pt x="9894505" y="1591418"/>
                </a:lnTo>
                <a:cubicBezTo>
                  <a:pt x="9894335" y="1591423"/>
                  <a:pt x="9894167" y="1591427"/>
                  <a:pt x="9893999" y="1591480"/>
                </a:cubicBezTo>
                <a:cubicBezTo>
                  <a:pt x="9843724" y="1941574"/>
                  <a:pt x="9562685" y="2220146"/>
                  <a:pt x="9203834" y="2279078"/>
                </a:cubicBezTo>
                <a:lnTo>
                  <a:pt x="9203718" y="2280217"/>
                </a:lnTo>
                <a:cubicBezTo>
                  <a:pt x="9198407" y="2281220"/>
                  <a:pt x="9193078" y="2282161"/>
                  <a:pt x="9187501" y="2281745"/>
                </a:cubicBezTo>
                <a:cubicBezTo>
                  <a:pt x="9156329" y="2287255"/>
                  <a:pt x="9124449" y="2290213"/>
                  <a:pt x="9092074" y="2290736"/>
                </a:cubicBezTo>
                <a:lnTo>
                  <a:pt x="9074956" y="2292349"/>
                </a:lnTo>
                <a:lnTo>
                  <a:pt x="9074930" y="2291858"/>
                </a:lnTo>
                <a:lnTo>
                  <a:pt x="9074431" y="2291891"/>
                </a:lnTo>
                <a:cubicBezTo>
                  <a:pt x="9073865" y="2288119"/>
                  <a:pt x="9073838" y="2284333"/>
                  <a:pt x="9073838" y="2280541"/>
                </a:cubicBezTo>
                <a:cubicBezTo>
                  <a:pt x="9073838" y="2274903"/>
                  <a:pt x="9073897" y="2269279"/>
                  <a:pt x="9075209" y="2263693"/>
                </a:cubicBezTo>
                <a:cubicBezTo>
                  <a:pt x="9075166" y="2232611"/>
                  <a:pt x="9077616" y="2201969"/>
                  <a:pt x="9082673" y="2171962"/>
                </a:cubicBezTo>
                <a:lnTo>
                  <a:pt x="9083213" y="2165325"/>
                </a:lnTo>
                <a:cubicBezTo>
                  <a:pt x="9083382" y="2165320"/>
                  <a:pt x="9083551" y="2165315"/>
                  <a:pt x="9083718" y="2165262"/>
                </a:cubicBezTo>
                <a:cubicBezTo>
                  <a:pt x="9133995" y="1815167"/>
                  <a:pt x="9415034" y="1536596"/>
                  <a:pt x="9773884" y="1477664"/>
                </a:cubicBezTo>
                <a:lnTo>
                  <a:pt x="9774001" y="1476525"/>
                </a:lnTo>
                <a:cubicBezTo>
                  <a:pt x="9779310" y="1475523"/>
                  <a:pt x="9784638" y="1474582"/>
                  <a:pt x="9790214" y="1474998"/>
                </a:cubicBezTo>
                <a:cubicBezTo>
                  <a:pt x="9821397" y="1469485"/>
                  <a:pt x="9853290" y="1466527"/>
                  <a:pt x="9885676" y="1466004"/>
                </a:cubicBezTo>
                <a:close/>
                <a:moveTo>
                  <a:pt x="8224400" y="1464394"/>
                </a:moveTo>
                <a:lnTo>
                  <a:pt x="8241488" y="1466004"/>
                </a:lnTo>
                <a:cubicBezTo>
                  <a:pt x="8273873" y="1466527"/>
                  <a:pt x="8305766" y="1469485"/>
                  <a:pt x="8336949" y="1474998"/>
                </a:cubicBezTo>
                <a:cubicBezTo>
                  <a:pt x="8342525" y="1474582"/>
                  <a:pt x="8347853" y="1475523"/>
                  <a:pt x="8353162" y="1476525"/>
                </a:cubicBezTo>
                <a:lnTo>
                  <a:pt x="8353279" y="1477664"/>
                </a:lnTo>
                <a:cubicBezTo>
                  <a:pt x="8712129" y="1536596"/>
                  <a:pt x="8993168" y="1815167"/>
                  <a:pt x="9043444" y="2165262"/>
                </a:cubicBezTo>
                <a:cubicBezTo>
                  <a:pt x="9043612" y="2165315"/>
                  <a:pt x="9043781" y="2165320"/>
                  <a:pt x="9043950" y="2165325"/>
                </a:cubicBezTo>
                <a:lnTo>
                  <a:pt x="9044490" y="2171962"/>
                </a:lnTo>
                <a:cubicBezTo>
                  <a:pt x="9049547" y="2201969"/>
                  <a:pt x="9051997" y="2232611"/>
                  <a:pt x="9051954" y="2263693"/>
                </a:cubicBezTo>
                <a:cubicBezTo>
                  <a:pt x="9053266" y="2269279"/>
                  <a:pt x="9053325" y="2274903"/>
                  <a:pt x="9053325" y="2280541"/>
                </a:cubicBezTo>
                <a:cubicBezTo>
                  <a:pt x="9053325" y="2284333"/>
                  <a:pt x="9053298" y="2288119"/>
                  <a:pt x="9052732" y="2291891"/>
                </a:cubicBezTo>
                <a:lnTo>
                  <a:pt x="9052233" y="2291858"/>
                </a:lnTo>
                <a:lnTo>
                  <a:pt x="9052207" y="2292349"/>
                </a:lnTo>
                <a:lnTo>
                  <a:pt x="9035089" y="2290736"/>
                </a:lnTo>
                <a:cubicBezTo>
                  <a:pt x="9002714" y="2290213"/>
                  <a:pt x="8970834" y="2287255"/>
                  <a:pt x="8939662" y="2281745"/>
                </a:cubicBezTo>
                <a:cubicBezTo>
                  <a:pt x="8934085" y="2282161"/>
                  <a:pt x="8928756" y="2281220"/>
                  <a:pt x="8923445" y="2280217"/>
                </a:cubicBezTo>
                <a:lnTo>
                  <a:pt x="8923329" y="2279078"/>
                </a:lnTo>
                <a:cubicBezTo>
                  <a:pt x="8564478" y="2220146"/>
                  <a:pt x="8283439" y="1941574"/>
                  <a:pt x="8233164" y="1591480"/>
                </a:cubicBezTo>
                <a:cubicBezTo>
                  <a:pt x="8232996" y="1591427"/>
                  <a:pt x="8232828" y="1591423"/>
                  <a:pt x="8232658" y="1591418"/>
                </a:cubicBezTo>
                <a:lnTo>
                  <a:pt x="8232120" y="1584794"/>
                </a:lnTo>
                <a:cubicBezTo>
                  <a:pt x="8227061" y="1554782"/>
                  <a:pt x="8224611" y="1524133"/>
                  <a:pt x="8224653" y="1493044"/>
                </a:cubicBezTo>
                <a:cubicBezTo>
                  <a:pt x="8223341" y="1487460"/>
                  <a:pt x="8223282" y="1481838"/>
                  <a:pt x="8223282" y="1476202"/>
                </a:cubicBezTo>
                <a:lnTo>
                  <a:pt x="8223876" y="1464852"/>
                </a:lnTo>
                <a:lnTo>
                  <a:pt x="8224374" y="1464884"/>
                </a:lnTo>
                <a:close/>
                <a:moveTo>
                  <a:pt x="8210612" y="1464394"/>
                </a:moveTo>
                <a:lnTo>
                  <a:pt x="8210638" y="1464884"/>
                </a:lnTo>
                <a:lnTo>
                  <a:pt x="8211136" y="1464852"/>
                </a:lnTo>
                <a:lnTo>
                  <a:pt x="8211730" y="1476202"/>
                </a:lnTo>
                <a:cubicBezTo>
                  <a:pt x="8211730" y="1481838"/>
                  <a:pt x="8211672" y="1487460"/>
                  <a:pt x="8210360" y="1493044"/>
                </a:cubicBezTo>
                <a:cubicBezTo>
                  <a:pt x="8210402" y="1524133"/>
                  <a:pt x="8207951" y="1554782"/>
                  <a:pt x="8202893" y="1584794"/>
                </a:cubicBezTo>
                <a:lnTo>
                  <a:pt x="8202354" y="1591418"/>
                </a:lnTo>
                <a:cubicBezTo>
                  <a:pt x="8202185" y="1591423"/>
                  <a:pt x="8202016" y="1591427"/>
                  <a:pt x="8201849" y="1591480"/>
                </a:cubicBezTo>
                <a:cubicBezTo>
                  <a:pt x="8151573" y="1941574"/>
                  <a:pt x="7870534" y="2220146"/>
                  <a:pt x="7511683" y="2279078"/>
                </a:cubicBezTo>
                <a:lnTo>
                  <a:pt x="7511567" y="2280217"/>
                </a:lnTo>
                <a:cubicBezTo>
                  <a:pt x="7506256" y="2281220"/>
                  <a:pt x="7500927" y="2282161"/>
                  <a:pt x="7495350" y="2281745"/>
                </a:cubicBezTo>
                <a:cubicBezTo>
                  <a:pt x="7464178" y="2287255"/>
                  <a:pt x="7432298" y="2290213"/>
                  <a:pt x="7399924" y="2290736"/>
                </a:cubicBezTo>
                <a:lnTo>
                  <a:pt x="7382805" y="2292349"/>
                </a:lnTo>
                <a:lnTo>
                  <a:pt x="7382779" y="2291858"/>
                </a:lnTo>
                <a:lnTo>
                  <a:pt x="7382280" y="2291891"/>
                </a:lnTo>
                <a:cubicBezTo>
                  <a:pt x="7381714" y="2288119"/>
                  <a:pt x="7381687" y="2284333"/>
                  <a:pt x="7381687" y="2280541"/>
                </a:cubicBezTo>
                <a:cubicBezTo>
                  <a:pt x="7381687" y="2274903"/>
                  <a:pt x="7381746" y="2269279"/>
                  <a:pt x="7383058" y="2263693"/>
                </a:cubicBezTo>
                <a:cubicBezTo>
                  <a:pt x="7383016" y="2232611"/>
                  <a:pt x="7385465" y="2201969"/>
                  <a:pt x="7390522" y="2171962"/>
                </a:cubicBezTo>
                <a:lnTo>
                  <a:pt x="7391062" y="2165325"/>
                </a:lnTo>
                <a:cubicBezTo>
                  <a:pt x="7391231" y="2165320"/>
                  <a:pt x="7391400" y="2165315"/>
                  <a:pt x="7391568" y="2165262"/>
                </a:cubicBezTo>
                <a:cubicBezTo>
                  <a:pt x="7441844" y="1815167"/>
                  <a:pt x="7722883" y="1536596"/>
                  <a:pt x="8081734" y="1477664"/>
                </a:cubicBezTo>
                <a:lnTo>
                  <a:pt x="8081851" y="1476525"/>
                </a:lnTo>
                <a:cubicBezTo>
                  <a:pt x="8087159" y="1475523"/>
                  <a:pt x="8092487" y="1474582"/>
                  <a:pt x="8098063" y="1474998"/>
                </a:cubicBezTo>
                <a:cubicBezTo>
                  <a:pt x="8129247" y="1469485"/>
                  <a:pt x="8161139" y="1466527"/>
                  <a:pt x="8193525" y="1466004"/>
                </a:cubicBezTo>
                <a:close/>
                <a:moveTo>
                  <a:pt x="6532249" y="1464394"/>
                </a:moveTo>
                <a:lnTo>
                  <a:pt x="6549337" y="1466004"/>
                </a:lnTo>
                <a:cubicBezTo>
                  <a:pt x="6581722" y="1466527"/>
                  <a:pt x="6613615" y="1469485"/>
                  <a:pt x="6644798" y="1474998"/>
                </a:cubicBezTo>
                <a:cubicBezTo>
                  <a:pt x="6650374" y="1474582"/>
                  <a:pt x="6655702" y="1475523"/>
                  <a:pt x="6661011" y="1476525"/>
                </a:cubicBezTo>
                <a:lnTo>
                  <a:pt x="6661128" y="1477664"/>
                </a:lnTo>
                <a:cubicBezTo>
                  <a:pt x="7019978" y="1536596"/>
                  <a:pt x="7301017" y="1815167"/>
                  <a:pt x="7351294" y="2165262"/>
                </a:cubicBezTo>
                <a:cubicBezTo>
                  <a:pt x="7351461" y="2165315"/>
                  <a:pt x="7351631" y="2165320"/>
                  <a:pt x="7351799" y="2165325"/>
                </a:cubicBezTo>
                <a:lnTo>
                  <a:pt x="7352340" y="2171962"/>
                </a:lnTo>
                <a:cubicBezTo>
                  <a:pt x="7357396" y="2201969"/>
                  <a:pt x="7359846" y="2232611"/>
                  <a:pt x="7359804" y="2263693"/>
                </a:cubicBezTo>
                <a:cubicBezTo>
                  <a:pt x="7361116" y="2269279"/>
                  <a:pt x="7361174" y="2274903"/>
                  <a:pt x="7361174" y="2280541"/>
                </a:cubicBezTo>
                <a:cubicBezTo>
                  <a:pt x="7361174" y="2284333"/>
                  <a:pt x="7361147" y="2288119"/>
                  <a:pt x="7360581" y="2291891"/>
                </a:cubicBezTo>
                <a:lnTo>
                  <a:pt x="7360082" y="2291858"/>
                </a:lnTo>
                <a:lnTo>
                  <a:pt x="7360056" y="2292349"/>
                </a:lnTo>
                <a:lnTo>
                  <a:pt x="7342938" y="2290736"/>
                </a:lnTo>
                <a:cubicBezTo>
                  <a:pt x="7310564" y="2290213"/>
                  <a:pt x="7278683" y="2287255"/>
                  <a:pt x="7247511" y="2281745"/>
                </a:cubicBezTo>
                <a:cubicBezTo>
                  <a:pt x="7241934" y="2282161"/>
                  <a:pt x="7236605" y="2281220"/>
                  <a:pt x="7231295" y="2280217"/>
                </a:cubicBezTo>
                <a:lnTo>
                  <a:pt x="7231179" y="2279078"/>
                </a:lnTo>
                <a:cubicBezTo>
                  <a:pt x="6872327" y="2220146"/>
                  <a:pt x="6591288" y="1941574"/>
                  <a:pt x="6541013" y="1591480"/>
                </a:cubicBezTo>
                <a:cubicBezTo>
                  <a:pt x="6540845" y="1591427"/>
                  <a:pt x="6540677" y="1591423"/>
                  <a:pt x="6540507" y="1591418"/>
                </a:cubicBezTo>
                <a:lnTo>
                  <a:pt x="6539969" y="1584794"/>
                </a:lnTo>
                <a:cubicBezTo>
                  <a:pt x="6534910" y="1554782"/>
                  <a:pt x="6532460" y="1524133"/>
                  <a:pt x="6532502" y="1493044"/>
                </a:cubicBezTo>
                <a:cubicBezTo>
                  <a:pt x="6531190" y="1487460"/>
                  <a:pt x="6531131" y="1481838"/>
                  <a:pt x="6531131" y="1476202"/>
                </a:cubicBezTo>
                <a:lnTo>
                  <a:pt x="6531725" y="1464852"/>
                </a:lnTo>
                <a:lnTo>
                  <a:pt x="6532223" y="1464884"/>
                </a:lnTo>
                <a:close/>
                <a:moveTo>
                  <a:pt x="6518461" y="1464394"/>
                </a:moveTo>
                <a:lnTo>
                  <a:pt x="6518487" y="1464884"/>
                </a:lnTo>
                <a:lnTo>
                  <a:pt x="6518985" y="1464852"/>
                </a:lnTo>
                <a:lnTo>
                  <a:pt x="6519579" y="1476202"/>
                </a:lnTo>
                <a:cubicBezTo>
                  <a:pt x="6519579" y="1481838"/>
                  <a:pt x="6519520" y="1487460"/>
                  <a:pt x="6518208" y="1493044"/>
                </a:cubicBezTo>
                <a:cubicBezTo>
                  <a:pt x="6518250" y="1524133"/>
                  <a:pt x="6515800" y="1554782"/>
                  <a:pt x="6510741" y="1584794"/>
                </a:cubicBezTo>
                <a:lnTo>
                  <a:pt x="6510203" y="1591418"/>
                </a:lnTo>
                <a:cubicBezTo>
                  <a:pt x="6510033" y="1591423"/>
                  <a:pt x="6509865" y="1591427"/>
                  <a:pt x="6509697" y="1591480"/>
                </a:cubicBezTo>
                <a:cubicBezTo>
                  <a:pt x="6459422" y="1941574"/>
                  <a:pt x="6178383" y="2220146"/>
                  <a:pt x="5819531" y="2279078"/>
                </a:cubicBezTo>
                <a:lnTo>
                  <a:pt x="5819415" y="2280217"/>
                </a:lnTo>
                <a:cubicBezTo>
                  <a:pt x="5814105" y="2281220"/>
                  <a:pt x="5808776" y="2282161"/>
                  <a:pt x="5803199" y="2281745"/>
                </a:cubicBezTo>
                <a:cubicBezTo>
                  <a:pt x="5772027" y="2287255"/>
                  <a:pt x="5740146" y="2290213"/>
                  <a:pt x="5707772" y="2290736"/>
                </a:cubicBezTo>
                <a:lnTo>
                  <a:pt x="5690654" y="2292349"/>
                </a:lnTo>
                <a:lnTo>
                  <a:pt x="5690628" y="2291858"/>
                </a:lnTo>
                <a:lnTo>
                  <a:pt x="5690129" y="2291891"/>
                </a:lnTo>
                <a:cubicBezTo>
                  <a:pt x="5689563" y="2288119"/>
                  <a:pt x="5689536" y="2284333"/>
                  <a:pt x="5689536" y="2280541"/>
                </a:cubicBezTo>
                <a:cubicBezTo>
                  <a:pt x="5689536" y="2274903"/>
                  <a:pt x="5689594" y="2269279"/>
                  <a:pt x="5690906" y="2263693"/>
                </a:cubicBezTo>
                <a:cubicBezTo>
                  <a:pt x="5690864" y="2232611"/>
                  <a:pt x="5693314" y="2201969"/>
                  <a:pt x="5698370" y="2171962"/>
                </a:cubicBezTo>
                <a:lnTo>
                  <a:pt x="5698911" y="2165325"/>
                </a:lnTo>
                <a:cubicBezTo>
                  <a:pt x="5699079" y="2165320"/>
                  <a:pt x="5699249" y="2165315"/>
                  <a:pt x="5699416" y="2165262"/>
                </a:cubicBezTo>
                <a:cubicBezTo>
                  <a:pt x="5749693" y="1815167"/>
                  <a:pt x="6030732" y="1536596"/>
                  <a:pt x="6389582" y="1477664"/>
                </a:cubicBezTo>
                <a:lnTo>
                  <a:pt x="6389699" y="1476525"/>
                </a:lnTo>
                <a:cubicBezTo>
                  <a:pt x="6395008" y="1475523"/>
                  <a:pt x="6400336" y="1474582"/>
                  <a:pt x="6405912" y="1474998"/>
                </a:cubicBezTo>
                <a:cubicBezTo>
                  <a:pt x="6437095" y="1469485"/>
                  <a:pt x="6468988" y="1466527"/>
                  <a:pt x="6501373" y="1466004"/>
                </a:cubicBezTo>
                <a:close/>
                <a:moveTo>
                  <a:pt x="4840098" y="1464394"/>
                </a:moveTo>
                <a:lnTo>
                  <a:pt x="4857185" y="1466004"/>
                </a:lnTo>
                <a:cubicBezTo>
                  <a:pt x="4889571" y="1466527"/>
                  <a:pt x="4921463" y="1469485"/>
                  <a:pt x="4952647" y="1474998"/>
                </a:cubicBezTo>
                <a:cubicBezTo>
                  <a:pt x="4958223" y="1474582"/>
                  <a:pt x="4963551" y="1475523"/>
                  <a:pt x="4968859" y="1476525"/>
                </a:cubicBezTo>
                <a:lnTo>
                  <a:pt x="4968976" y="1477664"/>
                </a:lnTo>
                <a:cubicBezTo>
                  <a:pt x="5327827" y="1536596"/>
                  <a:pt x="5608866" y="1815167"/>
                  <a:pt x="5659142" y="2165262"/>
                </a:cubicBezTo>
                <a:cubicBezTo>
                  <a:pt x="5659310" y="2165315"/>
                  <a:pt x="5659479" y="2165320"/>
                  <a:pt x="5659648" y="2165325"/>
                </a:cubicBezTo>
                <a:lnTo>
                  <a:pt x="5660188" y="2171962"/>
                </a:lnTo>
                <a:cubicBezTo>
                  <a:pt x="5665245" y="2201969"/>
                  <a:pt x="5667694" y="2232611"/>
                  <a:pt x="5667652" y="2263693"/>
                </a:cubicBezTo>
                <a:cubicBezTo>
                  <a:pt x="5668964" y="2269279"/>
                  <a:pt x="5669023" y="2274903"/>
                  <a:pt x="5669023" y="2280541"/>
                </a:cubicBezTo>
                <a:cubicBezTo>
                  <a:pt x="5669023" y="2284333"/>
                  <a:pt x="5668996" y="2288119"/>
                  <a:pt x="5668430" y="2291891"/>
                </a:cubicBezTo>
                <a:lnTo>
                  <a:pt x="5667931" y="2291858"/>
                </a:lnTo>
                <a:lnTo>
                  <a:pt x="5667905" y="2292349"/>
                </a:lnTo>
                <a:lnTo>
                  <a:pt x="5650786" y="2290736"/>
                </a:lnTo>
                <a:cubicBezTo>
                  <a:pt x="5618412" y="2290213"/>
                  <a:pt x="5586532" y="2287255"/>
                  <a:pt x="5555360" y="2281745"/>
                </a:cubicBezTo>
                <a:cubicBezTo>
                  <a:pt x="5549783" y="2282161"/>
                  <a:pt x="5544454" y="2281220"/>
                  <a:pt x="5539143" y="2280217"/>
                </a:cubicBezTo>
                <a:lnTo>
                  <a:pt x="5539027" y="2279078"/>
                </a:lnTo>
                <a:cubicBezTo>
                  <a:pt x="5180176" y="2220146"/>
                  <a:pt x="4899137" y="1941574"/>
                  <a:pt x="4848861" y="1591480"/>
                </a:cubicBezTo>
                <a:cubicBezTo>
                  <a:pt x="4848694" y="1591427"/>
                  <a:pt x="4848525" y="1591423"/>
                  <a:pt x="4848356" y="1591418"/>
                </a:cubicBezTo>
                <a:lnTo>
                  <a:pt x="4847817" y="1584794"/>
                </a:lnTo>
                <a:cubicBezTo>
                  <a:pt x="4842759" y="1554782"/>
                  <a:pt x="4840308" y="1524133"/>
                  <a:pt x="4840350" y="1493044"/>
                </a:cubicBezTo>
                <a:cubicBezTo>
                  <a:pt x="4839038" y="1487460"/>
                  <a:pt x="4838980" y="1481838"/>
                  <a:pt x="4838980" y="1476202"/>
                </a:cubicBezTo>
                <a:lnTo>
                  <a:pt x="4839574" y="1464852"/>
                </a:lnTo>
                <a:lnTo>
                  <a:pt x="4840072" y="1464884"/>
                </a:lnTo>
                <a:close/>
                <a:moveTo>
                  <a:pt x="4826310" y="1464394"/>
                </a:moveTo>
                <a:lnTo>
                  <a:pt x="4826336" y="1464884"/>
                </a:lnTo>
                <a:lnTo>
                  <a:pt x="4826834" y="1464852"/>
                </a:lnTo>
                <a:lnTo>
                  <a:pt x="4827428" y="1476202"/>
                </a:lnTo>
                <a:cubicBezTo>
                  <a:pt x="4827428" y="1481838"/>
                  <a:pt x="4827369" y="1487460"/>
                  <a:pt x="4826057" y="1493044"/>
                </a:cubicBezTo>
                <a:cubicBezTo>
                  <a:pt x="4826099" y="1524133"/>
                  <a:pt x="4823649" y="1554782"/>
                  <a:pt x="4818590" y="1584794"/>
                </a:cubicBezTo>
                <a:lnTo>
                  <a:pt x="4818052" y="1591418"/>
                </a:lnTo>
                <a:cubicBezTo>
                  <a:pt x="4817882" y="1591423"/>
                  <a:pt x="4817714" y="1591427"/>
                  <a:pt x="4817546" y="1591480"/>
                </a:cubicBezTo>
                <a:cubicBezTo>
                  <a:pt x="4767271" y="1941574"/>
                  <a:pt x="4486232" y="2220146"/>
                  <a:pt x="4127381" y="2279078"/>
                </a:cubicBezTo>
                <a:lnTo>
                  <a:pt x="4127264" y="2280217"/>
                </a:lnTo>
                <a:cubicBezTo>
                  <a:pt x="4121954" y="2281220"/>
                  <a:pt x="4116625" y="2282161"/>
                  <a:pt x="4111048" y="2281745"/>
                </a:cubicBezTo>
                <a:cubicBezTo>
                  <a:pt x="4079876" y="2287255"/>
                  <a:pt x="4047996" y="2290213"/>
                  <a:pt x="4015621" y="2290736"/>
                </a:cubicBezTo>
                <a:lnTo>
                  <a:pt x="3998503" y="2292349"/>
                </a:lnTo>
                <a:lnTo>
                  <a:pt x="3998477" y="2291858"/>
                </a:lnTo>
                <a:lnTo>
                  <a:pt x="3997978" y="2291891"/>
                </a:lnTo>
                <a:cubicBezTo>
                  <a:pt x="3997412" y="2288119"/>
                  <a:pt x="3997385" y="2284333"/>
                  <a:pt x="3997385" y="2280541"/>
                </a:cubicBezTo>
                <a:cubicBezTo>
                  <a:pt x="3997385" y="2274903"/>
                  <a:pt x="3997443" y="2269279"/>
                  <a:pt x="3998755" y="2263693"/>
                </a:cubicBezTo>
                <a:cubicBezTo>
                  <a:pt x="3998713" y="2232611"/>
                  <a:pt x="4001163" y="2201969"/>
                  <a:pt x="4006219" y="2171962"/>
                </a:cubicBezTo>
                <a:lnTo>
                  <a:pt x="4006760" y="2165325"/>
                </a:lnTo>
                <a:cubicBezTo>
                  <a:pt x="4006928" y="2165320"/>
                  <a:pt x="4007098" y="2165315"/>
                  <a:pt x="4007265" y="2165262"/>
                </a:cubicBezTo>
                <a:cubicBezTo>
                  <a:pt x="4057542" y="1815167"/>
                  <a:pt x="4338581" y="1536596"/>
                  <a:pt x="4697431" y="1477664"/>
                </a:cubicBezTo>
                <a:lnTo>
                  <a:pt x="4697548" y="1476525"/>
                </a:lnTo>
                <a:cubicBezTo>
                  <a:pt x="4702857" y="1475523"/>
                  <a:pt x="4708185" y="1474582"/>
                  <a:pt x="4713761" y="1474998"/>
                </a:cubicBezTo>
                <a:cubicBezTo>
                  <a:pt x="4744944" y="1469485"/>
                  <a:pt x="4776837" y="1466527"/>
                  <a:pt x="4809222" y="1466004"/>
                </a:cubicBezTo>
                <a:close/>
                <a:moveTo>
                  <a:pt x="3147947" y="1464394"/>
                </a:moveTo>
                <a:lnTo>
                  <a:pt x="3165034" y="1466004"/>
                </a:lnTo>
                <a:cubicBezTo>
                  <a:pt x="3197420" y="1466527"/>
                  <a:pt x="3229312" y="1469485"/>
                  <a:pt x="3260496" y="1474998"/>
                </a:cubicBezTo>
                <a:cubicBezTo>
                  <a:pt x="3266072" y="1474582"/>
                  <a:pt x="3271400" y="1475523"/>
                  <a:pt x="3276708" y="1476525"/>
                </a:cubicBezTo>
                <a:lnTo>
                  <a:pt x="3276826" y="1477664"/>
                </a:lnTo>
                <a:cubicBezTo>
                  <a:pt x="3635676" y="1536596"/>
                  <a:pt x="3916715" y="1815167"/>
                  <a:pt x="3966991" y="2165262"/>
                </a:cubicBezTo>
                <a:cubicBezTo>
                  <a:pt x="3967159" y="2165315"/>
                  <a:pt x="3967328" y="2165320"/>
                  <a:pt x="3967497" y="2165325"/>
                </a:cubicBezTo>
                <a:lnTo>
                  <a:pt x="3968037" y="2171962"/>
                </a:lnTo>
                <a:cubicBezTo>
                  <a:pt x="3973094" y="2201969"/>
                  <a:pt x="3975543" y="2232611"/>
                  <a:pt x="3975501" y="2263693"/>
                </a:cubicBezTo>
                <a:cubicBezTo>
                  <a:pt x="3976813" y="2269279"/>
                  <a:pt x="3976872" y="2274903"/>
                  <a:pt x="3976872" y="2280541"/>
                </a:cubicBezTo>
                <a:cubicBezTo>
                  <a:pt x="3976872" y="2284333"/>
                  <a:pt x="3976845" y="2288119"/>
                  <a:pt x="3976279" y="2291891"/>
                </a:cubicBezTo>
                <a:lnTo>
                  <a:pt x="3975780" y="2291858"/>
                </a:lnTo>
                <a:lnTo>
                  <a:pt x="3975754" y="2292349"/>
                </a:lnTo>
                <a:lnTo>
                  <a:pt x="3958635" y="2290736"/>
                </a:lnTo>
                <a:cubicBezTo>
                  <a:pt x="3926261" y="2290213"/>
                  <a:pt x="3894381" y="2287255"/>
                  <a:pt x="3863209" y="2281745"/>
                </a:cubicBezTo>
                <a:cubicBezTo>
                  <a:pt x="3857632" y="2282161"/>
                  <a:pt x="3852303" y="2281220"/>
                  <a:pt x="3846992" y="2280217"/>
                </a:cubicBezTo>
                <a:lnTo>
                  <a:pt x="3846876" y="2279078"/>
                </a:lnTo>
                <a:cubicBezTo>
                  <a:pt x="3488025" y="2220146"/>
                  <a:pt x="3206986" y="1941574"/>
                  <a:pt x="3156710" y="1591480"/>
                </a:cubicBezTo>
                <a:cubicBezTo>
                  <a:pt x="3156543" y="1591427"/>
                  <a:pt x="3156374" y="1591423"/>
                  <a:pt x="3156205" y="1591418"/>
                </a:cubicBezTo>
                <a:lnTo>
                  <a:pt x="3155667" y="1584794"/>
                </a:lnTo>
                <a:cubicBezTo>
                  <a:pt x="3150608" y="1554782"/>
                  <a:pt x="3148157" y="1524133"/>
                  <a:pt x="3148199" y="1493044"/>
                </a:cubicBezTo>
                <a:cubicBezTo>
                  <a:pt x="3146887" y="1487460"/>
                  <a:pt x="3146829" y="1481838"/>
                  <a:pt x="3146829" y="1476202"/>
                </a:cubicBezTo>
                <a:lnTo>
                  <a:pt x="3147423" y="1464852"/>
                </a:lnTo>
                <a:lnTo>
                  <a:pt x="3147921" y="1464884"/>
                </a:lnTo>
                <a:close/>
                <a:moveTo>
                  <a:pt x="3134159" y="1464394"/>
                </a:moveTo>
                <a:lnTo>
                  <a:pt x="3134185" y="1464884"/>
                </a:lnTo>
                <a:lnTo>
                  <a:pt x="3134683" y="1464852"/>
                </a:lnTo>
                <a:lnTo>
                  <a:pt x="3135277" y="1476202"/>
                </a:lnTo>
                <a:cubicBezTo>
                  <a:pt x="3135277" y="1481838"/>
                  <a:pt x="3135218" y="1487460"/>
                  <a:pt x="3133906" y="1493044"/>
                </a:cubicBezTo>
                <a:cubicBezTo>
                  <a:pt x="3133948" y="1524133"/>
                  <a:pt x="3131498" y="1554782"/>
                  <a:pt x="3126439" y="1584794"/>
                </a:cubicBezTo>
                <a:lnTo>
                  <a:pt x="3125901" y="1591418"/>
                </a:lnTo>
                <a:cubicBezTo>
                  <a:pt x="3125731" y="1591423"/>
                  <a:pt x="3125563" y="1591427"/>
                  <a:pt x="3125395" y="1591480"/>
                </a:cubicBezTo>
                <a:cubicBezTo>
                  <a:pt x="3075120" y="1941574"/>
                  <a:pt x="2794081" y="2220146"/>
                  <a:pt x="2435230" y="2279078"/>
                </a:cubicBezTo>
                <a:lnTo>
                  <a:pt x="2435113" y="2280217"/>
                </a:lnTo>
                <a:cubicBezTo>
                  <a:pt x="2429803" y="2281220"/>
                  <a:pt x="2424474" y="2282161"/>
                  <a:pt x="2418897" y="2281745"/>
                </a:cubicBezTo>
                <a:cubicBezTo>
                  <a:pt x="2387725" y="2287255"/>
                  <a:pt x="2355845" y="2290213"/>
                  <a:pt x="2323470" y="2290736"/>
                </a:cubicBezTo>
                <a:lnTo>
                  <a:pt x="2306352" y="2292349"/>
                </a:lnTo>
                <a:lnTo>
                  <a:pt x="2306326" y="2291858"/>
                </a:lnTo>
                <a:lnTo>
                  <a:pt x="2305827" y="2291891"/>
                </a:lnTo>
                <a:cubicBezTo>
                  <a:pt x="2305261" y="2288119"/>
                  <a:pt x="2305234" y="2284333"/>
                  <a:pt x="2305234" y="2280541"/>
                </a:cubicBezTo>
                <a:cubicBezTo>
                  <a:pt x="2305234" y="2274903"/>
                  <a:pt x="2305292" y="2269279"/>
                  <a:pt x="2306604" y="2263693"/>
                </a:cubicBezTo>
                <a:cubicBezTo>
                  <a:pt x="2306562" y="2232611"/>
                  <a:pt x="2309012" y="2201969"/>
                  <a:pt x="2314068" y="2171962"/>
                </a:cubicBezTo>
                <a:lnTo>
                  <a:pt x="2314609" y="2165325"/>
                </a:lnTo>
                <a:cubicBezTo>
                  <a:pt x="2314777" y="2165320"/>
                  <a:pt x="2314947" y="2165315"/>
                  <a:pt x="2315114" y="2165262"/>
                </a:cubicBezTo>
                <a:cubicBezTo>
                  <a:pt x="2365391" y="1815167"/>
                  <a:pt x="2646430" y="1536596"/>
                  <a:pt x="3005280" y="1477664"/>
                </a:cubicBezTo>
                <a:lnTo>
                  <a:pt x="3005397" y="1476525"/>
                </a:lnTo>
                <a:cubicBezTo>
                  <a:pt x="3010706" y="1475523"/>
                  <a:pt x="3016034" y="1474582"/>
                  <a:pt x="3021610" y="1474998"/>
                </a:cubicBezTo>
                <a:cubicBezTo>
                  <a:pt x="3052793" y="1469485"/>
                  <a:pt x="3084686" y="1466527"/>
                  <a:pt x="3117071" y="1466004"/>
                </a:cubicBezTo>
                <a:close/>
                <a:moveTo>
                  <a:pt x="1455796" y="1464394"/>
                </a:moveTo>
                <a:lnTo>
                  <a:pt x="1472883" y="1466004"/>
                </a:lnTo>
                <a:cubicBezTo>
                  <a:pt x="1505269" y="1466527"/>
                  <a:pt x="1537161" y="1469485"/>
                  <a:pt x="1568345" y="1474998"/>
                </a:cubicBezTo>
                <a:cubicBezTo>
                  <a:pt x="1573921" y="1474582"/>
                  <a:pt x="1579249" y="1475523"/>
                  <a:pt x="1584557" y="1476525"/>
                </a:cubicBezTo>
                <a:lnTo>
                  <a:pt x="1584675" y="1477664"/>
                </a:lnTo>
                <a:cubicBezTo>
                  <a:pt x="1943525" y="1536596"/>
                  <a:pt x="2224564" y="1815167"/>
                  <a:pt x="2274840" y="2165262"/>
                </a:cubicBezTo>
                <a:cubicBezTo>
                  <a:pt x="2275008" y="2165315"/>
                  <a:pt x="2275177" y="2165320"/>
                  <a:pt x="2275346" y="2165325"/>
                </a:cubicBezTo>
                <a:lnTo>
                  <a:pt x="2275886" y="2171962"/>
                </a:lnTo>
                <a:cubicBezTo>
                  <a:pt x="2280943" y="2201969"/>
                  <a:pt x="2283392" y="2232611"/>
                  <a:pt x="2283350" y="2263693"/>
                </a:cubicBezTo>
                <a:cubicBezTo>
                  <a:pt x="2284662" y="2269279"/>
                  <a:pt x="2284721" y="2274903"/>
                  <a:pt x="2284721" y="2280541"/>
                </a:cubicBezTo>
                <a:cubicBezTo>
                  <a:pt x="2284721" y="2284333"/>
                  <a:pt x="2284694" y="2288119"/>
                  <a:pt x="2284128" y="2291891"/>
                </a:cubicBezTo>
                <a:lnTo>
                  <a:pt x="2283629" y="2291858"/>
                </a:lnTo>
                <a:lnTo>
                  <a:pt x="2283603" y="2292349"/>
                </a:lnTo>
                <a:lnTo>
                  <a:pt x="2266484" y="2290736"/>
                </a:lnTo>
                <a:cubicBezTo>
                  <a:pt x="2234110" y="2290213"/>
                  <a:pt x="2202230" y="2287255"/>
                  <a:pt x="2171058" y="2281745"/>
                </a:cubicBezTo>
                <a:cubicBezTo>
                  <a:pt x="2165481" y="2282161"/>
                  <a:pt x="2160152" y="2281220"/>
                  <a:pt x="2154841" y="2280217"/>
                </a:cubicBezTo>
                <a:lnTo>
                  <a:pt x="2154725" y="2279078"/>
                </a:lnTo>
                <a:cubicBezTo>
                  <a:pt x="1795874" y="2220146"/>
                  <a:pt x="1514835" y="1941574"/>
                  <a:pt x="1464559" y="1591480"/>
                </a:cubicBezTo>
                <a:cubicBezTo>
                  <a:pt x="1464392" y="1591427"/>
                  <a:pt x="1464223" y="1591423"/>
                  <a:pt x="1464054" y="1591418"/>
                </a:cubicBezTo>
                <a:lnTo>
                  <a:pt x="1463515" y="1584794"/>
                </a:lnTo>
                <a:cubicBezTo>
                  <a:pt x="1458457" y="1554782"/>
                  <a:pt x="1456006" y="1524133"/>
                  <a:pt x="1456048" y="1493044"/>
                </a:cubicBezTo>
                <a:cubicBezTo>
                  <a:pt x="1454736" y="1487460"/>
                  <a:pt x="1454678" y="1481838"/>
                  <a:pt x="1454678" y="1476202"/>
                </a:cubicBezTo>
                <a:lnTo>
                  <a:pt x="1455272" y="1464852"/>
                </a:lnTo>
                <a:lnTo>
                  <a:pt x="1455770" y="1464884"/>
                </a:lnTo>
                <a:close/>
                <a:moveTo>
                  <a:pt x="1442008" y="1464394"/>
                </a:moveTo>
                <a:lnTo>
                  <a:pt x="1442034" y="1464884"/>
                </a:lnTo>
                <a:lnTo>
                  <a:pt x="1442532" y="1464852"/>
                </a:lnTo>
                <a:lnTo>
                  <a:pt x="1443126" y="1476202"/>
                </a:lnTo>
                <a:cubicBezTo>
                  <a:pt x="1443126" y="1481838"/>
                  <a:pt x="1443067" y="1487460"/>
                  <a:pt x="1441755" y="1493044"/>
                </a:cubicBezTo>
                <a:cubicBezTo>
                  <a:pt x="1441797" y="1524133"/>
                  <a:pt x="1439347" y="1554782"/>
                  <a:pt x="1434288" y="1584794"/>
                </a:cubicBezTo>
                <a:lnTo>
                  <a:pt x="1433750" y="1591418"/>
                </a:lnTo>
                <a:cubicBezTo>
                  <a:pt x="1433580" y="1591423"/>
                  <a:pt x="1433412" y="1591427"/>
                  <a:pt x="1433244" y="1591480"/>
                </a:cubicBezTo>
                <a:cubicBezTo>
                  <a:pt x="1382969" y="1941574"/>
                  <a:pt x="1101930" y="2220146"/>
                  <a:pt x="743079" y="2279078"/>
                </a:cubicBezTo>
                <a:lnTo>
                  <a:pt x="742962" y="2280217"/>
                </a:lnTo>
                <a:cubicBezTo>
                  <a:pt x="737652" y="2281220"/>
                  <a:pt x="732323" y="2282161"/>
                  <a:pt x="726746" y="2281745"/>
                </a:cubicBezTo>
                <a:cubicBezTo>
                  <a:pt x="695574" y="2287255"/>
                  <a:pt x="663693" y="2290213"/>
                  <a:pt x="631319" y="2290736"/>
                </a:cubicBezTo>
                <a:lnTo>
                  <a:pt x="614201" y="2292349"/>
                </a:lnTo>
                <a:lnTo>
                  <a:pt x="614175" y="2291858"/>
                </a:lnTo>
                <a:lnTo>
                  <a:pt x="613676" y="2291891"/>
                </a:lnTo>
                <a:cubicBezTo>
                  <a:pt x="613110" y="2288119"/>
                  <a:pt x="613083" y="2284333"/>
                  <a:pt x="613083" y="2280541"/>
                </a:cubicBezTo>
                <a:cubicBezTo>
                  <a:pt x="613083" y="2274903"/>
                  <a:pt x="613141" y="2269279"/>
                  <a:pt x="614453" y="2263693"/>
                </a:cubicBezTo>
                <a:cubicBezTo>
                  <a:pt x="614411" y="2232611"/>
                  <a:pt x="616861" y="2201969"/>
                  <a:pt x="621917" y="2171962"/>
                </a:cubicBezTo>
                <a:lnTo>
                  <a:pt x="622458" y="2165325"/>
                </a:lnTo>
                <a:cubicBezTo>
                  <a:pt x="622626" y="2165320"/>
                  <a:pt x="622796" y="2165315"/>
                  <a:pt x="622963" y="2165262"/>
                </a:cubicBezTo>
                <a:cubicBezTo>
                  <a:pt x="673240" y="1815167"/>
                  <a:pt x="954279" y="1536596"/>
                  <a:pt x="1313129" y="1477664"/>
                </a:cubicBezTo>
                <a:lnTo>
                  <a:pt x="1313246" y="1476525"/>
                </a:lnTo>
                <a:cubicBezTo>
                  <a:pt x="1318555" y="1475523"/>
                  <a:pt x="1323883" y="1474582"/>
                  <a:pt x="1329459" y="1474998"/>
                </a:cubicBezTo>
                <a:cubicBezTo>
                  <a:pt x="1360642" y="1469485"/>
                  <a:pt x="1392535" y="1466527"/>
                  <a:pt x="1424920" y="1466004"/>
                </a:cubicBezTo>
                <a:close/>
                <a:moveTo>
                  <a:pt x="10909360" y="750600"/>
                </a:moveTo>
                <a:cubicBezTo>
                  <a:pt x="10962636" y="1021506"/>
                  <a:pt x="11177479" y="1236303"/>
                  <a:pt x="11452669" y="1295446"/>
                </a:cubicBezTo>
                <a:cubicBezTo>
                  <a:pt x="11399394" y="1024540"/>
                  <a:pt x="11184550" y="809743"/>
                  <a:pt x="10909360" y="750600"/>
                </a:cubicBezTo>
                <a:close/>
                <a:moveTo>
                  <a:pt x="10602109" y="750600"/>
                </a:moveTo>
                <a:cubicBezTo>
                  <a:pt x="10326919" y="809743"/>
                  <a:pt x="10112075" y="1024540"/>
                  <a:pt x="10058800" y="1295446"/>
                </a:cubicBezTo>
                <a:cubicBezTo>
                  <a:pt x="10333990" y="1236303"/>
                  <a:pt x="10548833" y="1021506"/>
                  <a:pt x="10602109" y="750600"/>
                </a:cubicBezTo>
                <a:close/>
                <a:moveTo>
                  <a:pt x="9217207" y="750600"/>
                </a:moveTo>
                <a:cubicBezTo>
                  <a:pt x="9270483" y="1021506"/>
                  <a:pt x="9485326" y="1236303"/>
                  <a:pt x="9760516" y="1295446"/>
                </a:cubicBezTo>
                <a:cubicBezTo>
                  <a:pt x="9707241" y="1024540"/>
                  <a:pt x="9492397" y="809743"/>
                  <a:pt x="9217207" y="750600"/>
                </a:cubicBezTo>
                <a:close/>
                <a:moveTo>
                  <a:pt x="8909958" y="750600"/>
                </a:moveTo>
                <a:cubicBezTo>
                  <a:pt x="8634768" y="809743"/>
                  <a:pt x="8419924" y="1024540"/>
                  <a:pt x="8366649" y="1295446"/>
                </a:cubicBezTo>
                <a:cubicBezTo>
                  <a:pt x="8641839" y="1236303"/>
                  <a:pt x="8856682" y="1021506"/>
                  <a:pt x="8909958" y="750600"/>
                </a:cubicBezTo>
                <a:close/>
                <a:moveTo>
                  <a:pt x="7525056" y="750600"/>
                </a:moveTo>
                <a:cubicBezTo>
                  <a:pt x="7578332" y="1021506"/>
                  <a:pt x="7793175" y="1236303"/>
                  <a:pt x="8068365" y="1295446"/>
                </a:cubicBezTo>
                <a:cubicBezTo>
                  <a:pt x="8015090" y="1024540"/>
                  <a:pt x="7800246" y="809743"/>
                  <a:pt x="7525056" y="750600"/>
                </a:cubicBezTo>
                <a:close/>
                <a:moveTo>
                  <a:pt x="7217807" y="750600"/>
                </a:moveTo>
                <a:cubicBezTo>
                  <a:pt x="6942617" y="809743"/>
                  <a:pt x="6727773" y="1024540"/>
                  <a:pt x="6674498" y="1295446"/>
                </a:cubicBezTo>
                <a:cubicBezTo>
                  <a:pt x="6949688" y="1236303"/>
                  <a:pt x="7164531" y="1021506"/>
                  <a:pt x="7217807" y="750600"/>
                </a:cubicBezTo>
                <a:close/>
                <a:moveTo>
                  <a:pt x="5832905" y="750600"/>
                </a:moveTo>
                <a:cubicBezTo>
                  <a:pt x="5886181" y="1021506"/>
                  <a:pt x="6101024" y="1236303"/>
                  <a:pt x="6376214" y="1295446"/>
                </a:cubicBezTo>
                <a:cubicBezTo>
                  <a:pt x="6322939" y="1024540"/>
                  <a:pt x="6108095" y="809743"/>
                  <a:pt x="5832905" y="750600"/>
                </a:cubicBezTo>
                <a:close/>
                <a:moveTo>
                  <a:pt x="5525656" y="750600"/>
                </a:moveTo>
                <a:cubicBezTo>
                  <a:pt x="5250466" y="809743"/>
                  <a:pt x="5035622" y="1024540"/>
                  <a:pt x="4982347" y="1295446"/>
                </a:cubicBezTo>
                <a:cubicBezTo>
                  <a:pt x="5257537" y="1236303"/>
                  <a:pt x="5472380" y="1021506"/>
                  <a:pt x="5525656" y="750600"/>
                </a:cubicBezTo>
                <a:close/>
                <a:moveTo>
                  <a:pt x="4140754" y="750600"/>
                </a:moveTo>
                <a:cubicBezTo>
                  <a:pt x="4194030" y="1021506"/>
                  <a:pt x="4408873" y="1236303"/>
                  <a:pt x="4684063" y="1295446"/>
                </a:cubicBezTo>
                <a:cubicBezTo>
                  <a:pt x="4630788" y="1024540"/>
                  <a:pt x="4415944" y="809743"/>
                  <a:pt x="4140754" y="750600"/>
                </a:cubicBezTo>
                <a:close/>
                <a:moveTo>
                  <a:pt x="3833505" y="750600"/>
                </a:moveTo>
                <a:cubicBezTo>
                  <a:pt x="3558315" y="809743"/>
                  <a:pt x="3343471" y="1024540"/>
                  <a:pt x="3290196" y="1295446"/>
                </a:cubicBezTo>
                <a:cubicBezTo>
                  <a:pt x="3565386" y="1236303"/>
                  <a:pt x="3780229" y="1021506"/>
                  <a:pt x="3833505" y="750600"/>
                </a:cubicBezTo>
                <a:close/>
                <a:moveTo>
                  <a:pt x="2448603" y="750600"/>
                </a:moveTo>
                <a:cubicBezTo>
                  <a:pt x="2501879" y="1021506"/>
                  <a:pt x="2716722" y="1236303"/>
                  <a:pt x="2991912" y="1295446"/>
                </a:cubicBezTo>
                <a:cubicBezTo>
                  <a:pt x="2938637" y="1024540"/>
                  <a:pt x="2723793" y="809743"/>
                  <a:pt x="2448603" y="750600"/>
                </a:cubicBezTo>
                <a:close/>
                <a:moveTo>
                  <a:pt x="2141354" y="750600"/>
                </a:moveTo>
                <a:cubicBezTo>
                  <a:pt x="1866164" y="809743"/>
                  <a:pt x="1651320" y="1024540"/>
                  <a:pt x="1598045" y="1295446"/>
                </a:cubicBezTo>
                <a:cubicBezTo>
                  <a:pt x="1873235" y="1236303"/>
                  <a:pt x="2088078" y="1021506"/>
                  <a:pt x="2141354" y="750600"/>
                </a:cubicBezTo>
                <a:close/>
                <a:moveTo>
                  <a:pt x="756452" y="750600"/>
                </a:moveTo>
                <a:cubicBezTo>
                  <a:pt x="809728" y="1021506"/>
                  <a:pt x="1024571" y="1236303"/>
                  <a:pt x="1299761" y="1295446"/>
                </a:cubicBezTo>
                <a:cubicBezTo>
                  <a:pt x="1246486" y="1024540"/>
                  <a:pt x="1031642" y="809743"/>
                  <a:pt x="756452" y="750600"/>
                </a:cubicBezTo>
                <a:close/>
                <a:moveTo>
                  <a:pt x="12192000" y="647790"/>
                </a:moveTo>
                <a:lnTo>
                  <a:pt x="12192000" y="780838"/>
                </a:lnTo>
                <a:cubicBezTo>
                  <a:pt x="11966807" y="865550"/>
                  <a:pt x="11797421" y="1059155"/>
                  <a:pt x="11750953" y="1295446"/>
                </a:cubicBezTo>
                <a:cubicBezTo>
                  <a:pt x="11935988" y="1255679"/>
                  <a:pt x="12093739" y="1145540"/>
                  <a:pt x="12192000" y="994335"/>
                </a:cubicBezTo>
                <a:lnTo>
                  <a:pt x="12192000" y="1195909"/>
                </a:lnTo>
                <a:cubicBezTo>
                  <a:pt x="12071770" y="1314911"/>
                  <a:pt x="11914089" y="1397686"/>
                  <a:pt x="11737582" y="1426902"/>
                </a:cubicBezTo>
                <a:lnTo>
                  <a:pt x="11737466" y="1428050"/>
                </a:lnTo>
                <a:cubicBezTo>
                  <a:pt x="11732155" y="1429061"/>
                  <a:pt x="11726826" y="1430009"/>
                  <a:pt x="11721249" y="1429590"/>
                </a:cubicBezTo>
                <a:cubicBezTo>
                  <a:pt x="11690077" y="1435144"/>
                  <a:pt x="11658197" y="1438125"/>
                  <a:pt x="11625822" y="1438652"/>
                </a:cubicBezTo>
                <a:lnTo>
                  <a:pt x="11608704" y="1440278"/>
                </a:lnTo>
                <a:lnTo>
                  <a:pt x="11608678" y="1439783"/>
                </a:lnTo>
                <a:lnTo>
                  <a:pt x="11608179" y="1439816"/>
                </a:lnTo>
                <a:cubicBezTo>
                  <a:pt x="11607613" y="1436014"/>
                  <a:pt x="11607586" y="1432198"/>
                  <a:pt x="11607586" y="1428376"/>
                </a:cubicBezTo>
                <a:cubicBezTo>
                  <a:pt x="11607586" y="1422694"/>
                  <a:pt x="11607645" y="1417025"/>
                  <a:pt x="11608957" y="1411395"/>
                </a:cubicBezTo>
                <a:cubicBezTo>
                  <a:pt x="11608914" y="1380067"/>
                  <a:pt x="11611364" y="1349182"/>
                  <a:pt x="11616421" y="1318938"/>
                </a:cubicBezTo>
                <a:lnTo>
                  <a:pt x="11616961" y="1312248"/>
                </a:lnTo>
                <a:cubicBezTo>
                  <a:pt x="11617130" y="1312243"/>
                  <a:pt x="11617299" y="1312238"/>
                  <a:pt x="11617466" y="1312185"/>
                </a:cubicBezTo>
                <a:cubicBezTo>
                  <a:pt x="11662185" y="998329"/>
                  <a:pt x="11889463" y="741504"/>
                  <a:pt x="12192000" y="647790"/>
                </a:cubicBezTo>
                <a:close/>
                <a:moveTo>
                  <a:pt x="10767111" y="605769"/>
                </a:moveTo>
                <a:lnTo>
                  <a:pt x="10784198" y="607392"/>
                </a:lnTo>
                <a:cubicBezTo>
                  <a:pt x="10816584" y="607919"/>
                  <a:pt x="10848477" y="610900"/>
                  <a:pt x="10879660" y="616457"/>
                </a:cubicBezTo>
                <a:cubicBezTo>
                  <a:pt x="10885236" y="616038"/>
                  <a:pt x="10890564" y="616986"/>
                  <a:pt x="10895873" y="617996"/>
                </a:cubicBezTo>
                <a:lnTo>
                  <a:pt x="10895990" y="619144"/>
                </a:lnTo>
                <a:cubicBezTo>
                  <a:pt x="11254840" y="678542"/>
                  <a:pt x="11535879" y="959319"/>
                  <a:pt x="11586156" y="1312185"/>
                </a:cubicBezTo>
                <a:cubicBezTo>
                  <a:pt x="11586323" y="1312238"/>
                  <a:pt x="11586492" y="1312243"/>
                  <a:pt x="11586661" y="1312248"/>
                </a:cubicBezTo>
                <a:lnTo>
                  <a:pt x="11587201" y="1318938"/>
                </a:lnTo>
                <a:cubicBezTo>
                  <a:pt x="11592258" y="1349182"/>
                  <a:pt x="11594708" y="1380067"/>
                  <a:pt x="11594665" y="1411395"/>
                </a:cubicBezTo>
                <a:cubicBezTo>
                  <a:pt x="11595977" y="1417025"/>
                  <a:pt x="11596036" y="1422694"/>
                  <a:pt x="11596036" y="1428376"/>
                </a:cubicBezTo>
                <a:cubicBezTo>
                  <a:pt x="11596036" y="1432198"/>
                  <a:pt x="11596009" y="1436014"/>
                  <a:pt x="11595443" y="1439816"/>
                </a:cubicBezTo>
                <a:lnTo>
                  <a:pt x="11594944" y="1439783"/>
                </a:lnTo>
                <a:lnTo>
                  <a:pt x="11594918" y="1440278"/>
                </a:lnTo>
                <a:lnTo>
                  <a:pt x="11577800" y="1438652"/>
                </a:lnTo>
                <a:cubicBezTo>
                  <a:pt x="11545425" y="1438125"/>
                  <a:pt x="11513545" y="1435144"/>
                  <a:pt x="11482373" y="1429590"/>
                </a:cubicBezTo>
                <a:cubicBezTo>
                  <a:pt x="11476796" y="1430009"/>
                  <a:pt x="11471467" y="1429061"/>
                  <a:pt x="11466156" y="1428050"/>
                </a:cubicBezTo>
                <a:lnTo>
                  <a:pt x="11466040" y="1426902"/>
                </a:lnTo>
                <a:cubicBezTo>
                  <a:pt x="11107189" y="1367503"/>
                  <a:pt x="10826150" y="1086726"/>
                  <a:pt x="10775875" y="733861"/>
                </a:cubicBezTo>
                <a:cubicBezTo>
                  <a:pt x="10775707" y="733808"/>
                  <a:pt x="10775539" y="733803"/>
                  <a:pt x="10775369" y="733798"/>
                </a:cubicBezTo>
                <a:lnTo>
                  <a:pt x="10774831" y="727122"/>
                </a:lnTo>
                <a:cubicBezTo>
                  <a:pt x="10769772" y="696872"/>
                  <a:pt x="10767321" y="665981"/>
                  <a:pt x="10767364" y="634646"/>
                </a:cubicBezTo>
                <a:cubicBezTo>
                  <a:pt x="10766052" y="629018"/>
                  <a:pt x="10765993" y="623351"/>
                  <a:pt x="10765993" y="617670"/>
                </a:cubicBezTo>
                <a:lnTo>
                  <a:pt x="10766587" y="606230"/>
                </a:lnTo>
                <a:lnTo>
                  <a:pt x="10767085" y="606263"/>
                </a:lnTo>
                <a:close/>
                <a:moveTo>
                  <a:pt x="10744358" y="605769"/>
                </a:moveTo>
                <a:lnTo>
                  <a:pt x="10744384" y="606263"/>
                </a:lnTo>
                <a:lnTo>
                  <a:pt x="10744882" y="606230"/>
                </a:lnTo>
                <a:lnTo>
                  <a:pt x="10745476" y="617670"/>
                </a:lnTo>
                <a:cubicBezTo>
                  <a:pt x="10745476" y="623351"/>
                  <a:pt x="10745417" y="629018"/>
                  <a:pt x="10744105" y="634646"/>
                </a:cubicBezTo>
                <a:cubicBezTo>
                  <a:pt x="10744148" y="665981"/>
                  <a:pt x="10741697" y="696872"/>
                  <a:pt x="10736638" y="727122"/>
                </a:cubicBezTo>
                <a:lnTo>
                  <a:pt x="10736100" y="733798"/>
                </a:lnTo>
                <a:cubicBezTo>
                  <a:pt x="10735930" y="733803"/>
                  <a:pt x="10735762" y="733808"/>
                  <a:pt x="10735594" y="733861"/>
                </a:cubicBezTo>
                <a:cubicBezTo>
                  <a:pt x="10685319" y="1086726"/>
                  <a:pt x="10404280" y="1367503"/>
                  <a:pt x="10045429" y="1426902"/>
                </a:cubicBezTo>
                <a:lnTo>
                  <a:pt x="10045313" y="1428050"/>
                </a:lnTo>
                <a:cubicBezTo>
                  <a:pt x="10040002" y="1429061"/>
                  <a:pt x="10034673" y="1430009"/>
                  <a:pt x="10029096" y="1429590"/>
                </a:cubicBezTo>
                <a:cubicBezTo>
                  <a:pt x="9997924" y="1435144"/>
                  <a:pt x="9966044" y="1438125"/>
                  <a:pt x="9933669" y="1438652"/>
                </a:cubicBezTo>
                <a:lnTo>
                  <a:pt x="9916551" y="1440278"/>
                </a:lnTo>
                <a:lnTo>
                  <a:pt x="9916525" y="1439783"/>
                </a:lnTo>
                <a:lnTo>
                  <a:pt x="9916026" y="1439816"/>
                </a:lnTo>
                <a:cubicBezTo>
                  <a:pt x="9915460" y="1436014"/>
                  <a:pt x="9915433" y="1432198"/>
                  <a:pt x="9915433" y="1428376"/>
                </a:cubicBezTo>
                <a:cubicBezTo>
                  <a:pt x="9915433" y="1422694"/>
                  <a:pt x="9915492" y="1417025"/>
                  <a:pt x="9916804" y="1411395"/>
                </a:cubicBezTo>
                <a:cubicBezTo>
                  <a:pt x="9916761" y="1380067"/>
                  <a:pt x="9919211" y="1349182"/>
                  <a:pt x="9924268" y="1318938"/>
                </a:cubicBezTo>
                <a:lnTo>
                  <a:pt x="9924808" y="1312248"/>
                </a:lnTo>
                <a:cubicBezTo>
                  <a:pt x="9924977" y="1312243"/>
                  <a:pt x="9925146" y="1312238"/>
                  <a:pt x="9925314" y="1312185"/>
                </a:cubicBezTo>
                <a:cubicBezTo>
                  <a:pt x="9975590" y="959319"/>
                  <a:pt x="10256629" y="678542"/>
                  <a:pt x="10615479" y="619144"/>
                </a:cubicBezTo>
                <a:lnTo>
                  <a:pt x="10615596" y="617996"/>
                </a:lnTo>
                <a:cubicBezTo>
                  <a:pt x="10620905" y="616986"/>
                  <a:pt x="10626233" y="616038"/>
                  <a:pt x="10631809" y="616457"/>
                </a:cubicBezTo>
                <a:cubicBezTo>
                  <a:pt x="10662992" y="610900"/>
                  <a:pt x="10694885" y="607919"/>
                  <a:pt x="10727271" y="607392"/>
                </a:cubicBezTo>
                <a:close/>
                <a:moveTo>
                  <a:pt x="9074958" y="605769"/>
                </a:moveTo>
                <a:lnTo>
                  <a:pt x="9092045" y="607392"/>
                </a:lnTo>
                <a:cubicBezTo>
                  <a:pt x="9124431" y="607919"/>
                  <a:pt x="9156324" y="610900"/>
                  <a:pt x="9187507" y="616457"/>
                </a:cubicBezTo>
                <a:cubicBezTo>
                  <a:pt x="9193083" y="616038"/>
                  <a:pt x="9198411" y="616986"/>
                  <a:pt x="9203720" y="617996"/>
                </a:cubicBezTo>
                <a:lnTo>
                  <a:pt x="9203837" y="619144"/>
                </a:lnTo>
                <a:cubicBezTo>
                  <a:pt x="9562687" y="678542"/>
                  <a:pt x="9843726" y="959319"/>
                  <a:pt x="9894002" y="1312185"/>
                </a:cubicBezTo>
                <a:cubicBezTo>
                  <a:pt x="9894170" y="1312238"/>
                  <a:pt x="9894339" y="1312243"/>
                  <a:pt x="9894508" y="1312248"/>
                </a:cubicBezTo>
                <a:lnTo>
                  <a:pt x="9895048" y="1318938"/>
                </a:lnTo>
                <a:cubicBezTo>
                  <a:pt x="9900105" y="1349182"/>
                  <a:pt x="9902555" y="1380067"/>
                  <a:pt x="9902512" y="1411395"/>
                </a:cubicBezTo>
                <a:cubicBezTo>
                  <a:pt x="9903824" y="1417025"/>
                  <a:pt x="9903883" y="1422694"/>
                  <a:pt x="9903883" y="1428376"/>
                </a:cubicBezTo>
                <a:cubicBezTo>
                  <a:pt x="9903883" y="1432198"/>
                  <a:pt x="9903856" y="1436014"/>
                  <a:pt x="9903290" y="1439816"/>
                </a:cubicBezTo>
                <a:lnTo>
                  <a:pt x="9902791" y="1439783"/>
                </a:lnTo>
                <a:lnTo>
                  <a:pt x="9902765" y="1440278"/>
                </a:lnTo>
                <a:lnTo>
                  <a:pt x="9885647" y="1438652"/>
                </a:lnTo>
                <a:cubicBezTo>
                  <a:pt x="9853272" y="1438125"/>
                  <a:pt x="9821392" y="1435144"/>
                  <a:pt x="9790220" y="1429590"/>
                </a:cubicBezTo>
                <a:cubicBezTo>
                  <a:pt x="9784643" y="1430009"/>
                  <a:pt x="9779314" y="1429061"/>
                  <a:pt x="9774003" y="1428050"/>
                </a:cubicBezTo>
                <a:lnTo>
                  <a:pt x="9773887" y="1426902"/>
                </a:lnTo>
                <a:cubicBezTo>
                  <a:pt x="9415036" y="1367503"/>
                  <a:pt x="9133997" y="1086726"/>
                  <a:pt x="9083722" y="733861"/>
                </a:cubicBezTo>
                <a:cubicBezTo>
                  <a:pt x="9083554" y="733808"/>
                  <a:pt x="9083386" y="733803"/>
                  <a:pt x="9083216" y="733798"/>
                </a:cubicBezTo>
                <a:lnTo>
                  <a:pt x="9082678" y="727122"/>
                </a:lnTo>
                <a:cubicBezTo>
                  <a:pt x="9077619" y="696872"/>
                  <a:pt x="9075168" y="665981"/>
                  <a:pt x="9075211" y="634646"/>
                </a:cubicBezTo>
                <a:cubicBezTo>
                  <a:pt x="9073899" y="629018"/>
                  <a:pt x="9073840" y="623351"/>
                  <a:pt x="9073840" y="617670"/>
                </a:cubicBezTo>
                <a:lnTo>
                  <a:pt x="9074434" y="606230"/>
                </a:lnTo>
                <a:lnTo>
                  <a:pt x="9074932" y="606263"/>
                </a:lnTo>
                <a:close/>
                <a:moveTo>
                  <a:pt x="9052207" y="605769"/>
                </a:moveTo>
                <a:lnTo>
                  <a:pt x="9052233" y="606263"/>
                </a:lnTo>
                <a:lnTo>
                  <a:pt x="9052731" y="606230"/>
                </a:lnTo>
                <a:lnTo>
                  <a:pt x="9053325" y="617670"/>
                </a:lnTo>
                <a:cubicBezTo>
                  <a:pt x="9053325" y="623351"/>
                  <a:pt x="9053266" y="629018"/>
                  <a:pt x="9051954" y="634646"/>
                </a:cubicBezTo>
                <a:cubicBezTo>
                  <a:pt x="9051997" y="665981"/>
                  <a:pt x="9049546" y="696872"/>
                  <a:pt x="9044487" y="727122"/>
                </a:cubicBezTo>
                <a:lnTo>
                  <a:pt x="9043949" y="733798"/>
                </a:lnTo>
                <a:cubicBezTo>
                  <a:pt x="9043779" y="733803"/>
                  <a:pt x="9043611" y="733808"/>
                  <a:pt x="9043443" y="733861"/>
                </a:cubicBezTo>
                <a:cubicBezTo>
                  <a:pt x="8993168" y="1086726"/>
                  <a:pt x="8712129" y="1367503"/>
                  <a:pt x="8353278" y="1426902"/>
                </a:cubicBezTo>
                <a:lnTo>
                  <a:pt x="8353162" y="1428050"/>
                </a:lnTo>
                <a:cubicBezTo>
                  <a:pt x="8347851" y="1429061"/>
                  <a:pt x="8342522" y="1430009"/>
                  <a:pt x="8336945" y="1429590"/>
                </a:cubicBezTo>
                <a:cubicBezTo>
                  <a:pt x="8305773" y="1435144"/>
                  <a:pt x="8273893" y="1438125"/>
                  <a:pt x="8241519" y="1438652"/>
                </a:cubicBezTo>
                <a:lnTo>
                  <a:pt x="8224400" y="1440278"/>
                </a:lnTo>
                <a:lnTo>
                  <a:pt x="8224374" y="1439783"/>
                </a:lnTo>
                <a:lnTo>
                  <a:pt x="8223875" y="1439816"/>
                </a:lnTo>
                <a:cubicBezTo>
                  <a:pt x="8223309" y="1436014"/>
                  <a:pt x="8223282" y="1432198"/>
                  <a:pt x="8223282" y="1428376"/>
                </a:cubicBezTo>
                <a:cubicBezTo>
                  <a:pt x="8223282" y="1422694"/>
                  <a:pt x="8223341" y="1417025"/>
                  <a:pt x="8224653" y="1411395"/>
                </a:cubicBezTo>
                <a:cubicBezTo>
                  <a:pt x="8224611" y="1380067"/>
                  <a:pt x="8227060" y="1349182"/>
                  <a:pt x="8232117" y="1318938"/>
                </a:cubicBezTo>
                <a:lnTo>
                  <a:pt x="8232657" y="1312248"/>
                </a:lnTo>
                <a:cubicBezTo>
                  <a:pt x="8232826" y="1312243"/>
                  <a:pt x="8232995" y="1312238"/>
                  <a:pt x="8233163" y="1312185"/>
                </a:cubicBezTo>
                <a:cubicBezTo>
                  <a:pt x="8283439" y="959319"/>
                  <a:pt x="8564478" y="678542"/>
                  <a:pt x="8923328" y="619144"/>
                </a:cubicBezTo>
                <a:lnTo>
                  <a:pt x="8923445" y="617996"/>
                </a:lnTo>
                <a:cubicBezTo>
                  <a:pt x="8928754" y="616986"/>
                  <a:pt x="8934082" y="616038"/>
                  <a:pt x="8939658" y="616457"/>
                </a:cubicBezTo>
                <a:cubicBezTo>
                  <a:pt x="8970841" y="610900"/>
                  <a:pt x="9002734" y="607919"/>
                  <a:pt x="9035120" y="607392"/>
                </a:cubicBezTo>
                <a:close/>
                <a:moveTo>
                  <a:pt x="7382807" y="605769"/>
                </a:moveTo>
                <a:lnTo>
                  <a:pt x="7399895" y="607392"/>
                </a:lnTo>
                <a:cubicBezTo>
                  <a:pt x="7432280" y="607919"/>
                  <a:pt x="7464173" y="610900"/>
                  <a:pt x="7495356" y="616457"/>
                </a:cubicBezTo>
                <a:cubicBezTo>
                  <a:pt x="7500932" y="616038"/>
                  <a:pt x="7506260" y="616986"/>
                  <a:pt x="7511569" y="617996"/>
                </a:cubicBezTo>
                <a:lnTo>
                  <a:pt x="7511686" y="619144"/>
                </a:lnTo>
                <a:cubicBezTo>
                  <a:pt x="7870536" y="678542"/>
                  <a:pt x="8151575" y="959319"/>
                  <a:pt x="8201852" y="1312185"/>
                </a:cubicBezTo>
                <a:cubicBezTo>
                  <a:pt x="8202019" y="1312238"/>
                  <a:pt x="8202189" y="1312243"/>
                  <a:pt x="8202357" y="1312248"/>
                </a:cubicBezTo>
                <a:lnTo>
                  <a:pt x="8202898" y="1318938"/>
                </a:lnTo>
                <a:cubicBezTo>
                  <a:pt x="8207954" y="1349182"/>
                  <a:pt x="8210404" y="1380067"/>
                  <a:pt x="8210362" y="1411395"/>
                </a:cubicBezTo>
                <a:cubicBezTo>
                  <a:pt x="8211674" y="1417025"/>
                  <a:pt x="8211732" y="1422694"/>
                  <a:pt x="8211732" y="1428376"/>
                </a:cubicBezTo>
                <a:cubicBezTo>
                  <a:pt x="8211732" y="1432198"/>
                  <a:pt x="8211705" y="1436014"/>
                  <a:pt x="8211139" y="1439816"/>
                </a:cubicBezTo>
                <a:lnTo>
                  <a:pt x="8210640" y="1439783"/>
                </a:lnTo>
                <a:lnTo>
                  <a:pt x="8210614" y="1440278"/>
                </a:lnTo>
                <a:lnTo>
                  <a:pt x="8193496" y="1438652"/>
                </a:lnTo>
                <a:cubicBezTo>
                  <a:pt x="8161122" y="1438125"/>
                  <a:pt x="8129241" y="1435144"/>
                  <a:pt x="8098069" y="1429590"/>
                </a:cubicBezTo>
                <a:cubicBezTo>
                  <a:pt x="8092492" y="1430009"/>
                  <a:pt x="8087163" y="1429061"/>
                  <a:pt x="8081853" y="1428050"/>
                </a:cubicBezTo>
                <a:lnTo>
                  <a:pt x="8081737" y="1426902"/>
                </a:lnTo>
                <a:cubicBezTo>
                  <a:pt x="7722885" y="1367503"/>
                  <a:pt x="7441846" y="1086726"/>
                  <a:pt x="7391571" y="733861"/>
                </a:cubicBezTo>
                <a:cubicBezTo>
                  <a:pt x="7391403" y="733808"/>
                  <a:pt x="7391235" y="733803"/>
                  <a:pt x="7391065" y="733798"/>
                </a:cubicBezTo>
                <a:lnTo>
                  <a:pt x="7390527" y="727122"/>
                </a:lnTo>
                <a:cubicBezTo>
                  <a:pt x="7385468" y="696872"/>
                  <a:pt x="7383018" y="665981"/>
                  <a:pt x="7383060" y="634646"/>
                </a:cubicBezTo>
                <a:cubicBezTo>
                  <a:pt x="7381748" y="629018"/>
                  <a:pt x="7381689" y="623351"/>
                  <a:pt x="7381689" y="617670"/>
                </a:cubicBezTo>
                <a:lnTo>
                  <a:pt x="7382283" y="606230"/>
                </a:lnTo>
                <a:lnTo>
                  <a:pt x="7382781" y="606263"/>
                </a:lnTo>
                <a:close/>
                <a:moveTo>
                  <a:pt x="5690656" y="605769"/>
                </a:moveTo>
                <a:lnTo>
                  <a:pt x="5707743" y="607392"/>
                </a:lnTo>
                <a:cubicBezTo>
                  <a:pt x="5740129" y="607919"/>
                  <a:pt x="5772021" y="610900"/>
                  <a:pt x="5803205" y="616457"/>
                </a:cubicBezTo>
                <a:cubicBezTo>
                  <a:pt x="5808781" y="616038"/>
                  <a:pt x="5814109" y="616986"/>
                  <a:pt x="5819417" y="617996"/>
                </a:cubicBezTo>
                <a:lnTo>
                  <a:pt x="5819534" y="619144"/>
                </a:lnTo>
                <a:cubicBezTo>
                  <a:pt x="6178385" y="678542"/>
                  <a:pt x="6459424" y="959319"/>
                  <a:pt x="6509700" y="1312185"/>
                </a:cubicBezTo>
                <a:cubicBezTo>
                  <a:pt x="6509868" y="1312238"/>
                  <a:pt x="6510037" y="1312243"/>
                  <a:pt x="6510206" y="1312248"/>
                </a:cubicBezTo>
                <a:lnTo>
                  <a:pt x="6510746" y="1318938"/>
                </a:lnTo>
                <a:cubicBezTo>
                  <a:pt x="6515803" y="1349182"/>
                  <a:pt x="6518252" y="1380067"/>
                  <a:pt x="6518210" y="1411395"/>
                </a:cubicBezTo>
                <a:cubicBezTo>
                  <a:pt x="6519522" y="1417025"/>
                  <a:pt x="6519581" y="1422694"/>
                  <a:pt x="6519581" y="1428376"/>
                </a:cubicBezTo>
                <a:cubicBezTo>
                  <a:pt x="6519581" y="1432198"/>
                  <a:pt x="6519554" y="1436014"/>
                  <a:pt x="6518988" y="1439816"/>
                </a:cubicBezTo>
                <a:lnTo>
                  <a:pt x="6518489" y="1439783"/>
                </a:lnTo>
                <a:lnTo>
                  <a:pt x="6518463" y="1440278"/>
                </a:lnTo>
                <a:lnTo>
                  <a:pt x="6501344" y="1438652"/>
                </a:lnTo>
                <a:cubicBezTo>
                  <a:pt x="6468970" y="1438125"/>
                  <a:pt x="6437090" y="1435144"/>
                  <a:pt x="6405918" y="1429590"/>
                </a:cubicBezTo>
                <a:cubicBezTo>
                  <a:pt x="6400341" y="1430009"/>
                  <a:pt x="6395012" y="1429061"/>
                  <a:pt x="6389701" y="1428050"/>
                </a:cubicBezTo>
                <a:lnTo>
                  <a:pt x="6389585" y="1426902"/>
                </a:lnTo>
                <a:cubicBezTo>
                  <a:pt x="6030734" y="1367503"/>
                  <a:pt x="5749695" y="1086726"/>
                  <a:pt x="5699419" y="733861"/>
                </a:cubicBezTo>
                <a:cubicBezTo>
                  <a:pt x="5699252" y="733808"/>
                  <a:pt x="5699083" y="733803"/>
                  <a:pt x="5698914" y="733798"/>
                </a:cubicBezTo>
                <a:lnTo>
                  <a:pt x="5698375" y="727122"/>
                </a:lnTo>
                <a:cubicBezTo>
                  <a:pt x="5693317" y="696872"/>
                  <a:pt x="5690866" y="665981"/>
                  <a:pt x="5690908" y="634646"/>
                </a:cubicBezTo>
                <a:cubicBezTo>
                  <a:pt x="5689596" y="629018"/>
                  <a:pt x="5689538" y="623351"/>
                  <a:pt x="5689538" y="617670"/>
                </a:cubicBezTo>
                <a:lnTo>
                  <a:pt x="5690132" y="606230"/>
                </a:lnTo>
                <a:lnTo>
                  <a:pt x="5690630" y="606263"/>
                </a:lnTo>
                <a:close/>
                <a:moveTo>
                  <a:pt x="5667905" y="605769"/>
                </a:moveTo>
                <a:lnTo>
                  <a:pt x="5667931" y="606263"/>
                </a:lnTo>
                <a:lnTo>
                  <a:pt x="5668429" y="606230"/>
                </a:lnTo>
                <a:lnTo>
                  <a:pt x="5669023" y="617670"/>
                </a:lnTo>
                <a:cubicBezTo>
                  <a:pt x="5669023" y="623351"/>
                  <a:pt x="5668964" y="629018"/>
                  <a:pt x="5667652" y="634646"/>
                </a:cubicBezTo>
                <a:cubicBezTo>
                  <a:pt x="5667694" y="665981"/>
                  <a:pt x="5665244" y="696872"/>
                  <a:pt x="5660185" y="727122"/>
                </a:cubicBezTo>
                <a:lnTo>
                  <a:pt x="5659647" y="733798"/>
                </a:lnTo>
                <a:cubicBezTo>
                  <a:pt x="5659477" y="733803"/>
                  <a:pt x="5659309" y="733808"/>
                  <a:pt x="5659141" y="733861"/>
                </a:cubicBezTo>
                <a:cubicBezTo>
                  <a:pt x="5608866" y="1086726"/>
                  <a:pt x="5327827" y="1367503"/>
                  <a:pt x="4968975" y="1426902"/>
                </a:cubicBezTo>
                <a:lnTo>
                  <a:pt x="4968859" y="1428050"/>
                </a:lnTo>
                <a:cubicBezTo>
                  <a:pt x="4963549" y="1429061"/>
                  <a:pt x="4958220" y="1430009"/>
                  <a:pt x="4952643" y="1429590"/>
                </a:cubicBezTo>
                <a:cubicBezTo>
                  <a:pt x="4921471" y="1435144"/>
                  <a:pt x="4889590" y="1438125"/>
                  <a:pt x="4857216" y="1438652"/>
                </a:cubicBezTo>
                <a:lnTo>
                  <a:pt x="4840098" y="1440278"/>
                </a:lnTo>
                <a:lnTo>
                  <a:pt x="4840072" y="1439783"/>
                </a:lnTo>
                <a:lnTo>
                  <a:pt x="4839573" y="1439816"/>
                </a:lnTo>
                <a:cubicBezTo>
                  <a:pt x="4839007" y="1436014"/>
                  <a:pt x="4838980" y="1432198"/>
                  <a:pt x="4838980" y="1428376"/>
                </a:cubicBezTo>
                <a:cubicBezTo>
                  <a:pt x="4838980" y="1422694"/>
                  <a:pt x="4839038" y="1417025"/>
                  <a:pt x="4840350" y="1411395"/>
                </a:cubicBezTo>
                <a:cubicBezTo>
                  <a:pt x="4840308" y="1380067"/>
                  <a:pt x="4842758" y="1349182"/>
                  <a:pt x="4847814" y="1318938"/>
                </a:cubicBezTo>
                <a:lnTo>
                  <a:pt x="4848355" y="1312248"/>
                </a:lnTo>
                <a:cubicBezTo>
                  <a:pt x="4848523" y="1312243"/>
                  <a:pt x="4848693" y="1312238"/>
                  <a:pt x="4848860" y="1312185"/>
                </a:cubicBezTo>
                <a:cubicBezTo>
                  <a:pt x="4899137" y="959319"/>
                  <a:pt x="5180176" y="678542"/>
                  <a:pt x="5539026" y="619144"/>
                </a:cubicBezTo>
                <a:lnTo>
                  <a:pt x="5539143" y="617996"/>
                </a:lnTo>
                <a:cubicBezTo>
                  <a:pt x="5544452" y="616986"/>
                  <a:pt x="5549780" y="616038"/>
                  <a:pt x="5555356" y="616457"/>
                </a:cubicBezTo>
                <a:cubicBezTo>
                  <a:pt x="5586539" y="610900"/>
                  <a:pt x="5618432" y="607919"/>
                  <a:pt x="5650817" y="607392"/>
                </a:cubicBezTo>
                <a:close/>
                <a:moveTo>
                  <a:pt x="3998505" y="605769"/>
                </a:moveTo>
                <a:lnTo>
                  <a:pt x="4015592" y="607392"/>
                </a:lnTo>
                <a:cubicBezTo>
                  <a:pt x="4047978" y="607919"/>
                  <a:pt x="4079870" y="610900"/>
                  <a:pt x="4111054" y="616457"/>
                </a:cubicBezTo>
                <a:cubicBezTo>
                  <a:pt x="4116630" y="616038"/>
                  <a:pt x="4121958" y="616986"/>
                  <a:pt x="4127266" y="617996"/>
                </a:cubicBezTo>
                <a:lnTo>
                  <a:pt x="4127384" y="619144"/>
                </a:lnTo>
                <a:cubicBezTo>
                  <a:pt x="4486234" y="678542"/>
                  <a:pt x="4767273" y="959319"/>
                  <a:pt x="4817549" y="1312185"/>
                </a:cubicBezTo>
                <a:cubicBezTo>
                  <a:pt x="4817717" y="1312238"/>
                  <a:pt x="4817886" y="1312243"/>
                  <a:pt x="4818055" y="1312248"/>
                </a:cubicBezTo>
                <a:lnTo>
                  <a:pt x="4818595" y="1318938"/>
                </a:lnTo>
                <a:cubicBezTo>
                  <a:pt x="4823652" y="1349182"/>
                  <a:pt x="4826101" y="1380067"/>
                  <a:pt x="4826059" y="1411395"/>
                </a:cubicBezTo>
                <a:cubicBezTo>
                  <a:pt x="4827371" y="1417025"/>
                  <a:pt x="4827430" y="1422694"/>
                  <a:pt x="4827430" y="1428376"/>
                </a:cubicBezTo>
                <a:cubicBezTo>
                  <a:pt x="4827430" y="1432198"/>
                  <a:pt x="4827403" y="1436014"/>
                  <a:pt x="4826837" y="1439816"/>
                </a:cubicBezTo>
                <a:lnTo>
                  <a:pt x="4826338" y="1439783"/>
                </a:lnTo>
                <a:lnTo>
                  <a:pt x="4826312" y="1440278"/>
                </a:lnTo>
                <a:lnTo>
                  <a:pt x="4809193" y="1438652"/>
                </a:lnTo>
                <a:cubicBezTo>
                  <a:pt x="4776819" y="1438125"/>
                  <a:pt x="4744939" y="1435144"/>
                  <a:pt x="4713767" y="1429590"/>
                </a:cubicBezTo>
                <a:cubicBezTo>
                  <a:pt x="4708190" y="1430009"/>
                  <a:pt x="4702861" y="1429061"/>
                  <a:pt x="4697550" y="1428050"/>
                </a:cubicBezTo>
                <a:lnTo>
                  <a:pt x="4697434" y="1426902"/>
                </a:lnTo>
                <a:cubicBezTo>
                  <a:pt x="4338583" y="1367503"/>
                  <a:pt x="4057544" y="1086726"/>
                  <a:pt x="4007268" y="733861"/>
                </a:cubicBezTo>
                <a:cubicBezTo>
                  <a:pt x="4007101" y="733808"/>
                  <a:pt x="4006932" y="733803"/>
                  <a:pt x="4006763" y="733798"/>
                </a:cubicBezTo>
                <a:lnTo>
                  <a:pt x="4006225" y="727122"/>
                </a:lnTo>
                <a:cubicBezTo>
                  <a:pt x="4001166" y="696872"/>
                  <a:pt x="3998715" y="665981"/>
                  <a:pt x="3998757" y="634646"/>
                </a:cubicBezTo>
                <a:cubicBezTo>
                  <a:pt x="3997445" y="629018"/>
                  <a:pt x="3997387" y="623351"/>
                  <a:pt x="3997387" y="617670"/>
                </a:cubicBezTo>
                <a:lnTo>
                  <a:pt x="3997981" y="606230"/>
                </a:lnTo>
                <a:lnTo>
                  <a:pt x="3998479" y="606263"/>
                </a:lnTo>
                <a:close/>
                <a:moveTo>
                  <a:pt x="3975754" y="605769"/>
                </a:moveTo>
                <a:lnTo>
                  <a:pt x="3975780" y="606263"/>
                </a:lnTo>
                <a:lnTo>
                  <a:pt x="3976278" y="606230"/>
                </a:lnTo>
                <a:lnTo>
                  <a:pt x="3976872" y="617670"/>
                </a:lnTo>
                <a:cubicBezTo>
                  <a:pt x="3976872" y="623351"/>
                  <a:pt x="3976813" y="629018"/>
                  <a:pt x="3975501" y="634646"/>
                </a:cubicBezTo>
                <a:cubicBezTo>
                  <a:pt x="3975543" y="665981"/>
                  <a:pt x="3973093" y="696872"/>
                  <a:pt x="3968034" y="727122"/>
                </a:cubicBezTo>
                <a:lnTo>
                  <a:pt x="3967496" y="733798"/>
                </a:lnTo>
                <a:cubicBezTo>
                  <a:pt x="3967326" y="733803"/>
                  <a:pt x="3967158" y="733808"/>
                  <a:pt x="3966990" y="733861"/>
                </a:cubicBezTo>
                <a:cubicBezTo>
                  <a:pt x="3916715" y="1086726"/>
                  <a:pt x="3635676" y="1367503"/>
                  <a:pt x="3276825" y="1426902"/>
                </a:cubicBezTo>
                <a:lnTo>
                  <a:pt x="3276708" y="1428050"/>
                </a:lnTo>
                <a:cubicBezTo>
                  <a:pt x="3271398" y="1429061"/>
                  <a:pt x="3266069" y="1430009"/>
                  <a:pt x="3260492" y="1429590"/>
                </a:cubicBezTo>
                <a:cubicBezTo>
                  <a:pt x="3229320" y="1435144"/>
                  <a:pt x="3197440" y="1438125"/>
                  <a:pt x="3165065" y="1438652"/>
                </a:cubicBezTo>
                <a:lnTo>
                  <a:pt x="3147947" y="1440278"/>
                </a:lnTo>
                <a:lnTo>
                  <a:pt x="3147921" y="1439783"/>
                </a:lnTo>
                <a:lnTo>
                  <a:pt x="3147422" y="1439816"/>
                </a:lnTo>
                <a:cubicBezTo>
                  <a:pt x="3146856" y="1436014"/>
                  <a:pt x="3146829" y="1432198"/>
                  <a:pt x="3146829" y="1428376"/>
                </a:cubicBezTo>
                <a:cubicBezTo>
                  <a:pt x="3146829" y="1422694"/>
                  <a:pt x="3146887" y="1417025"/>
                  <a:pt x="3148199" y="1411395"/>
                </a:cubicBezTo>
                <a:cubicBezTo>
                  <a:pt x="3148157" y="1380067"/>
                  <a:pt x="3150607" y="1349182"/>
                  <a:pt x="3155663" y="1318938"/>
                </a:cubicBezTo>
                <a:lnTo>
                  <a:pt x="3156204" y="1312248"/>
                </a:lnTo>
                <a:cubicBezTo>
                  <a:pt x="3156372" y="1312243"/>
                  <a:pt x="3156542" y="1312238"/>
                  <a:pt x="3156709" y="1312185"/>
                </a:cubicBezTo>
                <a:cubicBezTo>
                  <a:pt x="3206986" y="959319"/>
                  <a:pt x="3488025" y="678542"/>
                  <a:pt x="3846875" y="619144"/>
                </a:cubicBezTo>
                <a:lnTo>
                  <a:pt x="3846992" y="617996"/>
                </a:lnTo>
                <a:cubicBezTo>
                  <a:pt x="3852301" y="616986"/>
                  <a:pt x="3857629" y="616038"/>
                  <a:pt x="3863205" y="616457"/>
                </a:cubicBezTo>
                <a:cubicBezTo>
                  <a:pt x="3894388" y="610900"/>
                  <a:pt x="3926281" y="607919"/>
                  <a:pt x="3958666" y="607392"/>
                </a:cubicBezTo>
                <a:close/>
                <a:moveTo>
                  <a:pt x="2306354" y="605769"/>
                </a:moveTo>
                <a:lnTo>
                  <a:pt x="2323441" y="607392"/>
                </a:lnTo>
                <a:cubicBezTo>
                  <a:pt x="2355827" y="607919"/>
                  <a:pt x="2387719" y="610900"/>
                  <a:pt x="2418903" y="616457"/>
                </a:cubicBezTo>
                <a:cubicBezTo>
                  <a:pt x="2424479" y="616038"/>
                  <a:pt x="2429807" y="616986"/>
                  <a:pt x="2435115" y="617996"/>
                </a:cubicBezTo>
                <a:lnTo>
                  <a:pt x="2435233" y="619144"/>
                </a:lnTo>
                <a:cubicBezTo>
                  <a:pt x="2794083" y="678542"/>
                  <a:pt x="3075122" y="959319"/>
                  <a:pt x="3125398" y="1312185"/>
                </a:cubicBezTo>
                <a:cubicBezTo>
                  <a:pt x="3125566" y="1312238"/>
                  <a:pt x="3125735" y="1312243"/>
                  <a:pt x="3125904" y="1312248"/>
                </a:cubicBezTo>
                <a:lnTo>
                  <a:pt x="3126444" y="1318938"/>
                </a:lnTo>
                <a:cubicBezTo>
                  <a:pt x="3131501" y="1349182"/>
                  <a:pt x="3133950" y="1380067"/>
                  <a:pt x="3133908" y="1411395"/>
                </a:cubicBezTo>
                <a:cubicBezTo>
                  <a:pt x="3135220" y="1417025"/>
                  <a:pt x="3135279" y="1422694"/>
                  <a:pt x="3135279" y="1428376"/>
                </a:cubicBezTo>
                <a:cubicBezTo>
                  <a:pt x="3135279" y="1432198"/>
                  <a:pt x="3135252" y="1436014"/>
                  <a:pt x="3134686" y="1439816"/>
                </a:cubicBezTo>
                <a:lnTo>
                  <a:pt x="3134187" y="1439783"/>
                </a:lnTo>
                <a:lnTo>
                  <a:pt x="3134161" y="1440278"/>
                </a:lnTo>
                <a:lnTo>
                  <a:pt x="3117042" y="1438652"/>
                </a:lnTo>
                <a:cubicBezTo>
                  <a:pt x="3084668" y="1438125"/>
                  <a:pt x="3052788" y="1435144"/>
                  <a:pt x="3021616" y="1429590"/>
                </a:cubicBezTo>
                <a:cubicBezTo>
                  <a:pt x="3016039" y="1430009"/>
                  <a:pt x="3010710" y="1429061"/>
                  <a:pt x="3005399" y="1428050"/>
                </a:cubicBezTo>
                <a:lnTo>
                  <a:pt x="3005283" y="1426902"/>
                </a:lnTo>
                <a:cubicBezTo>
                  <a:pt x="2646432" y="1367503"/>
                  <a:pt x="2365393" y="1086726"/>
                  <a:pt x="2315117" y="733861"/>
                </a:cubicBezTo>
                <a:cubicBezTo>
                  <a:pt x="2314950" y="733808"/>
                  <a:pt x="2314781" y="733803"/>
                  <a:pt x="2314612" y="733798"/>
                </a:cubicBezTo>
                <a:lnTo>
                  <a:pt x="2314074" y="727122"/>
                </a:lnTo>
                <a:cubicBezTo>
                  <a:pt x="2309015" y="696872"/>
                  <a:pt x="2306564" y="665981"/>
                  <a:pt x="2306606" y="634646"/>
                </a:cubicBezTo>
                <a:cubicBezTo>
                  <a:pt x="2305294" y="629018"/>
                  <a:pt x="2305236" y="623351"/>
                  <a:pt x="2305236" y="617670"/>
                </a:cubicBezTo>
                <a:lnTo>
                  <a:pt x="2305830" y="606230"/>
                </a:lnTo>
                <a:lnTo>
                  <a:pt x="2306328" y="606263"/>
                </a:lnTo>
                <a:close/>
                <a:moveTo>
                  <a:pt x="2283603" y="605769"/>
                </a:moveTo>
                <a:lnTo>
                  <a:pt x="2283629" y="606263"/>
                </a:lnTo>
                <a:lnTo>
                  <a:pt x="2284127" y="606230"/>
                </a:lnTo>
                <a:lnTo>
                  <a:pt x="2284721" y="617670"/>
                </a:lnTo>
                <a:cubicBezTo>
                  <a:pt x="2284721" y="623351"/>
                  <a:pt x="2284662" y="629018"/>
                  <a:pt x="2283350" y="634646"/>
                </a:cubicBezTo>
                <a:cubicBezTo>
                  <a:pt x="2283392" y="665981"/>
                  <a:pt x="2280942" y="696872"/>
                  <a:pt x="2275883" y="727122"/>
                </a:cubicBezTo>
                <a:lnTo>
                  <a:pt x="2275345" y="733798"/>
                </a:lnTo>
                <a:cubicBezTo>
                  <a:pt x="2275175" y="733803"/>
                  <a:pt x="2275007" y="733808"/>
                  <a:pt x="2274839" y="733861"/>
                </a:cubicBezTo>
                <a:cubicBezTo>
                  <a:pt x="2224564" y="1086726"/>
                  <a:pt x="1943525" y="1367503"/>
                  <a:pt x="1584673" y="1426902"/>
                </a:cubicBezTo>
                <a:lnTo>
                  <a:pt x="1584557" y="1428050"/>
                </a:lnTo>
                <a:cubicBezTo>
                  <a:pt x="1579247" y="1429061"/>
                  <a:pt x="1573918" y="1430009"/>
                  <a:pt x="1568341" y="1429590"/>
                </a:cubicBezTo>
                <a:cubicBezTo>
                  <a:pt x="1537169" y="1435144"/>
                  <a:pt x="1505289" y="1438125"/>
                  <a:pt x="1472914" y="1438652"/>
                </a:cubicBezTo>
                <a:lnTo>
                  <a:pt x="1455796" y="1440278"/>
                </a:lnTo>
                <a:lnTo>
                  <a:pt x="1455770" y="1439783"/>
                </a:lnTo>
                <a:lnTo>
                  <a:pt x="1455271" y="1439816"/>
                </a:lnTo>
                <a:cubicBezTo>
                  <a:pt x="1454705" y="1436014"/>
                  <a:pt x="1454678" y="1432198"/>
                  <a:pt x="1454678" y="1428376"/>
                </a:cubicBezTo>
                <a:cubicBezTo>
                  <a:pt x="1454678" y="1422694"/>
                  <a:pt x="1454736" y="1417025"/>
                  <a:pt x="1456048" y="1411395"/>
                </a:cubicBezTo>
                <a:cubicBezTo>
                  <a:pt x="1456006" y="1380067"/>
                  <a:pt x="1458456" y="1349182"/>
                  <a:pt x="1463513" y="1318938"/>
                </a:cubicBezTo>
                <a:lnTo>
                  <a:pt x="1464053" y="1312248"/>
                </a:lnTo>
                <a:cubicBezTo>
                  <a:pt x="1464221" y="1312243"/>
                  <a:pt x="1464391" y="1312238"/>
                  <a:pt x="1464558" y="1312185"/>
                </a:cubicBezTo>
                <a:cubicBezTo>
                  <a:pt x="1514835" y="959319"/>
                  <a:pt x="1795874" y="678542"/>
                  <a:pt x="2154724" y="619144"/>
                </a:cubicBezTo>
                <a:lnTo>
                  <a:pt x="2154841" y="617996"/>
                </a:lnTo>
                <a:cubicBezTo>
                  <a:pt x="2160150" y="616986"/>
                  <a:pt x="2165478" y="616038"/>
                  <a:pt x="2171054" y="616457"/>
                </a:cubicBezTo>
                <a:cubicBezTo>
                  <a:pt x="2202237" y="610900"/>
                  <a:pt x="2234130" y="607919"/>
                  <a:pt x="2266515" y="607392"/>
                </a:cubicBezTo>
                <a:close/>
                <a:moveTo>
                  <a:pt x="614203" y="605769"/>
                </a:moveTo>
                <a:lnTo>
                  <a:pt x="631290" y="607392"/>
                </a:lnTo>
                <a:cubicBezTo>
                  <a:pt x="663676" y="607919"/>
                  <a:pt x="695568" y="610900"/>
                  <a:pt x="726752" y="616457"/>
                </a:cubicBezTo>
                <a:cubicBezTo>
                  <a:pt x="732328" y="616038"/>
                  <a:pt x="737656" y="616986"/>
                  <a:pt x="742964" y="617996"/>
                </a:cubicBezTo>
                <a:lnTo>
                  <a:pt x="743081" y="619144"/>
                </a:lnTo>
                <a:cubicBezTo>
                  <a:pt x="1101932" y="678542"/>
                  <a:pt x="1382971" y="959319"/>
                  <a:pt x="1433247" y="1312185"/>
                </a:cubicBezTo>
                <a:cubicBezTo>
                  <a:pt x="1433415" y="1312238"/>
                  <a:pt x="1433584" y="1312243"/>
                  <a:pt x="1433753" y="1312248"/>
                </a:cubicBezTo>
                <a:lnTo>
                  <a:pt x="1434293" y="1318938"/>
                </a:lnTo>
                <a:cubicBezTo>
                  <a:pt x="1439350" y="1349182"/>
                  <a:pt x="1441799" y="1380067"/>
                  <a:pt x="1441757" y="1411395"/>
                </a:cubicBezTo>
                <a:cubicBezTo>
                  <a:pt x="1443069" y="1417025"/>
                  <a:pt x="1443128" y="1422694"/>
                  <a:pt x="1443128" y="1428376"/>
                </a:cubicBezTo>
                <a:cubicBezTo>
                  <a:pt x="1443128" y="1432198"/>
                  <a:pt x="1443101" y="1436014"/>
                  <a:pt x="1442535" y="1439816"/>
                </a:cubicBezTo>
                <a:lnTo>
                  <a:pt x="1442036" y="1439783"/>
                </a:lnTo>
                <a:lnTo>
                  <a:pt x="1442010" y="1440278"/>
                </a:lnTo>
                <a:lnTo>
                  <a:pt x="1424891" y="1438652"/>
                </a:lnTo>
                <a:cubicBezTo>
                  <a:pt x="1392517" y="1438125"/>
                  <a:pt x="1360637" y="1435144"/>
                  <a:pt x="1329465" y="1429590"/>
                </a:cubicBezTo>
                <a:cubicBezTo>
                  <a:pt x="1323888" y="1430009"/>
                  <a:pt x="1318559" y="1429061"/>
                  <a:pt x="1313248" y="1428050"/>
                </a:cubicBezTo>
                <a:lnTo>
                  <a:pt x="1313132" y="1426902"/>
                </a:lnTo>
                <a:cubicBezTo>
                  <a:pt x="954281" y="1367503"/>
                  <a:pt x="673242" y="1086726"/>
                  <a:pt x="622966" y="733861"/>
                </a:cubicBezTo>
                <a:cubicBezTo>
                  <a:pt x="622799" y="733808"/>
                  <a:pt x="622630" y="733803"/>
                  <a:pt x="622461" y="733798"/>
                </a:cubicBezTo>
                <a:lnTo>
                  <a:pt x="621923" y="727122"/>
                </a:lnTo>
                <a:cubicBezTo>
                  <a:pt x="616864" y="696872"/>
                  <a:pt x="614413" y="665981"/>
                  <a:pt x="614455" y="634646"/>
                </a:cubicBezTo>
                <a:cubicBezTo>
                  <a:pt x="613143" y="629018"/>
                  <a:pt x="613085" y="623351"/>
                  <a:pt x="613085" y="617670"/>
                </a:cubicBezTo>
                <a:lnTo>
                  <a:pt x="613679" y="606230"/>
                </a:lnTo>
                <a:lnTo>
                  <a:pt x="614177" y="606263"/>
                </a:lnTo>
                <a:close/>
                <a:moveTo>
                  <a:pt x="7360056" y="605769"/>
                </a:moveTo>
                <a:lnTo>
                  <a:pt x="7360082" y="606263"/>
                </a:lnTo>
                <a:lnTo>
                  <a:pt x="7360580" y="606230"/>
                </a:lnTo>
                <a:lnTo>
                  <a:pt x="7361174" y="617670"/>
                </a:lnTo>
                <a:cubicBezTo>
                  <a:pt x="7361174" y="623351"/>
                  <a:pt x="7361116" y="629018"/>
                  <a:pt x="7359804" y="634646"/>
                </a:cubicBezTo>
                <a:cubicBezTo>
                  <a:pt x="7359846" y="665981"/>
                  <a:pt x="7357395" y="696872"/>
                  <a:pt x="7352337" y="727122"/>
                </a:cubicBezTo>
                <a:lnTo>
                  <a:pt x="7351798" y="733798"/>
                </a:lnTo>
                <a:cubicBezTo>
                  <a:pt x="7351629" y="733803"/>
                  <a:pt x="7351460" y="733808"/>
                  <a:pt x="7351293" y="733861"/>
                </a:cubicBezTo>
                <a:cubicBezTo>
                  <a:pt x="7301017" y="1086726"/>
                  <a:pt x="7019978" y="1367503"/>
                  <a:pt x="6661127" y="1426902"/>
                </a:cubicBezTo>
                <a:lnTo>
                  <a:pt x="6661011" y="1428050"/>
                </a:lnTo>
                <a:cubicBezTo>
                  <a:pt x="6655700" y="1429061"/>
                  <a:pt x="6650371" y="1430009"/>
                  <a:pt x="6644794" y="1429590"/>
                </a:cubicBezTo>
                <a:cubicBezTo>
                  <a:pt x="6613622" y="1435144"/>
                  <a:pt x="6581742" y="1438125"/>
                  <a:pt x="6549368" y="1438652"/>
                </a:cubicBezTo>
                <a:lnTo>
                  <a:pt x="6532249" y="1440278"/>
                </a:lnTo>
                <a:lnTo>
                  <a:pt x="6532223" y="1439783"/>
                </a:lnTo>
                <a:lnTo>
                  <a:pt x="6531724" y="1439816"/>
                </a:lnTo>
                <a:cubicBezTo>
                  <a:pt x="6531158" y="1436014"/>
                  <a:pt x="6531131" y="1432198"/>
                  <a:pt x="6531131" y="1428376"/>
                </a:cubicBezTo>
                <a:cubicBezTo>
                  <a:pt x="6531131" y="1422694"/>
                  <a:pt x="6531190" y="1417025"/>
                  <a:pt x="6532502" y="1411395"/>
                </a:cubicBezTo>
                <a:cubicBezTo>
                  <a:pt x="6532460" y="1380067"/>
                  <a:pt x="6534909" y="1349182"/>
                  <a:pt x="6539966" y="1318938"/>
                </a:cubicBezTo>
                <a:lnTo>
                  <a:pt x="6540506" y="1312248"/>
                </a:lnTo>
                <a:cubicBezTo>
                  <a:pt x="6540675" y="1312243"/>
                  <a:pt x="6540844" y="1312238"/>
                  <a:pt x="6541012" y="1312185"/>
                </a:cubicBezTo>
                <a:cubicBezTo>
                  <a:pt x="6591288" y="959319"/>
                  <a:pt x="6872327" y="678542"/>
                  <a:pt x="7231178" y="619144"/>
                </a:cubicBezTo>
                <a:lnTo>
                  <a:pt x="7231295" y="617996"/>
                </a:lnTo>
                <a:cubicBezTo>
                  <a:pt x="7236603" y="616986"/>
                  <a:pt x="7241931" y="616038"/>
                  <a:pt x="7247507" y="616457"/>
                </a:cubicBezTo>
                <a:cubicBezTo>
                  <a:pt x="7278691" y="610900"/>
                  <a:pt x="7310583" y="607919"/>
                  <a:pt x="7342969" y="607392"/>
                </a:cubicBezTo>
                <a:close/>
                <a:moveTo>
                  <a:pt x="591452" y="605769"/>
                </a:moveTo>
                <a:lnTo>
                  <a:pt x="591478" y="606263"/>
                </a:lnTo>
                <a:lnTo>
                  <a:pt x="591976" y="606230"/>
                </a:lnTo>
                <a:lnTo>
                  <a:pt x="592570" y="617670"/>
                </a:lnTo>
                <a:cubicBezTo>
                  <a:pt x="592570" y="623351"/>
                  <a:pt x="592511" y="629018"/>
                  <a:pt x="591199" y="634646"/>
                </a:cubicBezTo>
                <a:cubicBezTo>
                  <a:pt x="591242" y="665981"/>
                  <a:pt x="588791" y="696872"/>
                  <a:pt x="583732" y="727122"/>
                </a:cubicBezTo>
                <a:lnTo>
                  <a:pt x="583194" y="733798"/>
                </a:lnTo>
                <a:cubicBezTo>
                  <a:pt x="583024" y="733803"/>
                  <a:pt x="582856" y="733808"/>
                  <a:pt x="582689" y="733861"/>
                </a:cubicBezTo>
                <a:cubicBezTo>
                  <a:pt x="537576" y="1050490"/>
                  <a:pt x="306662" y="1309076"/>
                  <a:pt x="0" y="1400276"/>
                </a:cubicBezTo>
                <a:lnTo>
                  <a:pt x="0" y="1267938"/>
                </a:lnTo>
                <a:cubicBezTo>
                  <a:pt x="229298" y="1185101"/>
                  <a:pt x="402181" y="989705"/>
                  <a:pt x="449203" y="750600"/>
                </a:cubicBezTo>
                <a:cubicBezTo>
                  <a:pt x="258971" y="791484"/>
                  <a:pt x="97576" y="906749"/>
                  <a:pt x="0" y="1064489"/>
                </a:cubicBezTo>
                <a:lnTo>
                  <a:pt x="0" y="857695"/>
                </a:lnTo>
                <a:cubicBezTo>
                  <a:pt x="121484" y="734788"/>
                  <a:pt x="282199" y="649000"/>
                  <a:pt x="462573" y="619144"/>
                </a:cubicBezTo>
                <a:lnTo>
                  <a:pt x="462690" y="617996"/>
                </a:lnTo>
                <a:cubicBezTo>
                  <a:pt x="467999" y="616986"/>
                  <a:pt x="473327" y="616038"/>
                  <a:pt x="478903" y="616457"/>
                </a:cubicBezTo>
                <a:cubicBezTo>
                  <a:pt x="510086" y="610900"/>
                  <a:pt x="541979" y="607919"/>
                  <a:pt x="574365" y="607392"/>
                </a:cubicBezTo>
                <a:close/>
                <a:moveTo>
                  <a:pt x="11969013" y="0"/>
                </a:moveTo>
                <a:lnTo>
                  <a:pt x="12180097" y="0"/>
                </a:lnTo>
                <a:cubicBezTo>
                  <a:pt x="12184579" y="2797"/>
                  <a:pt x="12188307" y="6390"/>
                  <a:pt x="12192000" y="10016"/>
                </a:cubicBezTo>
                <a:lnTo>
                  <a:pt x="12192000" y="210008"/>
                </a:lnTo>
                <a:cubicBezTo>
                  <a:pt x="12135666" y="124006"/>
                  <a:pt x="12059786" y="51396"/>
                  <a:pt x="11969013" y="0"/>
                </a:cubicBezTo>
                <a:close/>
                <a:moveTo>
                  <a:pt x="11640695" y="0"/>
                </a:moveTo>
                <a:lnTo>
                  <a:pt x="11775234" y="0"/>
                </a:lnTo>
                <a:cubicBezTo>
                  <a:pt x="11842228" y="193636"/>
                  <a:pt x="11995970" y="348667"/>
                  <a:pt x="12192000" y="421829"/>
                </a:cubicBezTo>
                <a:lnTo>
                  <a:pt x="12192000" y="553832"/>
                </a:lnTo>
                <a:cubicBezTo>
                  <a:pt x="11924422" y="471599"/>
                  <a:pt x="11715712" y="262771"/>
                  <a:pt x="11640695" y="0"/>
                </a:cubicBezTo>
                <a:close/>
                <a:moveTo>
                  <a:pt x="11023379" y="0"/>
                </a:moveTo>
                <a:lnTo>
                  <a:pt x="11232088" y="0"/>
                </a:lnTo>
                <a:cubicBezTo>
                  <a:pt x="11066618" y="98005"/>
                  <a:pt x="10947209" y="260867"/>
                  <a:pt x="10909358" y="451830"/>
                </a:cubicBezTo>
                <a:cubicBezTo>
                  <a:pt x="11153410" y="399791"/>
                  <a:pt x="11350000" y="226290"/>
                  <a:pt x="11427896" y="0"/>
                </a:cubicBezTo>
                <a:lnTo>
                  <a:pt x="11561912" y="0"/>
                </a:lnTo>
                <a:cubicBezTo>
                  <a:pt x="11477134" y="299826"/>
                  <a:pt x="11217862" y="529393"/>
                  <a:pt x="10895987" y="582253"/>
                </a:cubicBezTo>
                <a:lnTo>
                  <a:pt x="10895871" y="583392"/>
                </a:lnTo>
                <a:cubicBezTo>
                  <a:pt x="10890560" y="584395"/>
                  <a:pt x="10885231" y="585336"/>
                  <a:pt x="10879654" y="584920"/>
                </a:cubicBezTo>
                <a:cubicBezTo>
                  <a:pt x="10848482" y="590430"/>
                  <a:pt x="10816602" y="593388"/>
                  <a:pt x="10784227" y="593911"/>
                </a:cubicBezTo>
                <a:lnTo>
                  <a:pt x="10767109" y="595524"/>
                </a:lnTo>
                <a:lnTo>
                  <a:pt x="10767083" y="595033"/>
                </a:lnTo>
                <a:lnTo>
                  <a:pt x="10766584" y="595066"/>
                </a:lnTo>
                <a:cubicBezTo>
                  <a:pt x="10766018" y="591293"/>
                  <a:pt x="10765991" y="587507"/>
                  <a:pt x="10765991" y="583715"/>
                </a:cubicBezTo>
                <a:cubicBezTo>
                  <a:pt x="10765991" y="578078"/>
                  <a:pt x="10766050" y="572454"/>
                  <a:pt x="10767362" y="566868"/>
                </a:cubicBezTo>
                <a:cubicBezTo>
                  <a:pt x="10767319" y="535786"/>
                  <a:pt x="10769769" y="505143"/>
                  <a:pt x="10774826" y="475137"/>
                </a:cubicBezTo>
                <a:lnTo>
                  <a:pt x="10775366" y="468500"/>
                </a:lnTo>
                <a:cubicBezTo>
                  <a:pt x="10775535" y="468495"/>
                  <a:pt x="10775704" y="468490"/>
                  <a:pt x="10775872" y="468437"/>
                </a:cubicBezTo>
                <a:cubicBezTo>
                  <a:pt x="10802174" y="285283"/>
                  <a:pt x="10891635" y="121704"/>
                  <a:pt x="11023379" y="0"/>
                </a:cubicBezTo>
                <a:close/>
                <a:moveTo>
                  <a:pt x="9949555" y="0"/>
                </a:moveTo>
                <a:lnTo>
                  <a:pt x="10083571" y="0"/>
                </a:lnTo>
                <a:cubicBezTo>
                  <a:pt x="10161467" y="226290"/>
                  <a:pt x="10358057" y="399791"/>
                  <a:pt x="10602109" y="451830"/>
                </a:cubicBezTo>
                <a:cubicBezTo>
                  <a:pt x="10564258" y="260867"/>
                  <a:pt x="10444849" y="98005"/>
                  <a:pt x="10279379" y="0"/>
                </a:cubicBezTo>
                <a:lnTo>
                  <a:pt x="10488089" y="0"/>
                </a:lnTo>
                <a:cubicBezTo>
                  <a:pt x="10619833" y="121704"/>
                  <a:pt x="10709293" y="285283"/>
                  <a:pt x="10735596" y="468437"/>
                </a:cubicBezTo>
                <a:cubicBezTo>
                  <a:pt x="10735763" y="468490"/>
                  <a:pt x="10735932" y="468495"/>
                  <a:pt x="10736101" y="468500"/>
                </a:cubicBezTo>
                <a:lnTo>
                  <a:pt x="10736641" y="475137"/>
                </a:lnTo>
                <a:cubicBezTo>
                  <a:pt x="10741698" y="505143"/>
                  <a:pt x="10744148" y="535786"/>
                  <a:pt x="10744105" y="566868"/>
                </a:cubicBezTo>
                <a:cubicBezTo>
                  <a:pt x="10745417" y="572454"/>
                  <a:pt x="10745476" y="578078"/>
                  <a:pt x="10745476" y="583715"/>
                </a:cubicBezTo>
                <a:cubicBezTo>
                  <a:pt x="10745476" y="587507"/>
                  <a:pt x="10745449" y="591293"/>
                  <a:pt x="10744883" y="595066"/>
                </a:cubicBezTo>
                <a:lnTo>
                  <a:pt x="10744384" y="595033"/>
                </a:lnTo>
                <a:lnTo>
                  <a:pt x="10744358" y="595524"/>
                </a:lnTo>
                <a:lnTo>
                  <a:pt x="10727240" y="593911"/>
                </a:lnTo>
                <a:cubicBezTo>
                  <a:pt x="10694865" y="593388"/>
                  <a:pt x="10662985" y="590430"/>
                  <a:pt x="10631813" y="584920"/>
                </a:cubicBezTo>
                <a:cubicBezTo>
                  <a:pt x="10626236" y="585336"/>
                  <a:pt x="10620907" y="584395"/>
                  <a:pt x="10615596" y="583392"/>
                </a:cubicBezTo>
                <a:lnTo>
                  <a:pt x="10615480" y="582253"/>
                </a:lnTo>
                <a:cubicBezTo>
                  <a:pt x="10293605" y="529393"/>
                  <a:pt x="10034333" y="299826"/>
                  <a:pt x="9949555" y="0"/>
                </a:cubicBezTo>
                <a:close/>
                <a:moveTo>
                  <a:pt x="9331225" y="0"/>
                </a:moveTo>
                <a:lnTo>
                  <a:pt x="9539935" y="0"/>
                </a:lnTo>
                <a:cubicBezTo>
                  <a:pt x="9374465" y="98005"/>
                  <a:pt x="9255056" y="260867"/>
                  <a:pt x="9217205" y="451830"/>
                </a:cubicBezTo>
                <a:cubicBezTo>
                  <a:pt x="9461257" y="399791"/>
                  <a:pt x="9657847" y="226290"/>
                  <a:pt x="9735743" y="0"/>
                </a:cubicBezTo>
                <a:lnTo>
                  <a:pt x="9869759" y="0"/>
                </a:lnTo>
                <a:cubicBezTo>
                  <a:pt x="9784981" y="299826"/>
                  <a:pt x="9525709" y="529393"/>
                  <a:pt x="9203834" y="582253"/>
                </a:cubicBezTo>
                <a:lnTo>
                  <a:pt x="9203718" y="583392"/>
                </a:lnTo>
                <a:cubicBezTo>
                  <a:pt x="9198407" y="584395"/>
                  <a:pt x="9193078" y="585336"/>
                  <a:pt x="9187501" y="584920"/>
                </a:cubicBezTo>
                <a:cubicBezTo>
                  <a:pt x="9156329" y="590430"/>
                  <a:pt x="9124449" y="593388"/>
                  <a:pt x="9092074" y="593911"/>
                </a:cubicBezTo>
                <a:lnTo>
                  <a:pt x="9074956" y="595524"/>
                </a:lnTo>
                <a:lnTo>
                  <a:pt x="9074930" y="595033"/>
                </a:lnTo>
                <a:lnTo>
                  <a:pt x="9074431" y="595066"/>
                </a:lnTo>
                <a:cubicBezTo>
                  <a:pt x="9073865" y="591293"/>
                  <a:pt x="9073838" y="587507"/>
                  <a:pt x="9073838" y="583715"/>
                </a:cubicBezTo>
                <a:cubicBezTo>
                  <a:pt x="9073838" y="578078"/>
                  <a:pt x="9073897" y="572454"/>
                  <a:pt x="9075209" y="566868"/>
                </a:cubicBezTo>
                <a:cubicBezTo>
                  <a:pt x="9075166" y="535786"/>
                  <a:pt x="9077616" y="505143"/>
                  <a:pt x="9082673" y="475137"/>
                </a:cubicBezTo>
                <a:lnTo>
                  <a:pt x="9083213" y="468500"/>
                </a:lnTo>
                <a:cubicBezTo>
                  <a:pt x="9083382" y="468495"/>
                  <a:pt x="9083551" y="468490"/>
                  <a:pt x="9083718" y="468437"/>
                </a:cubicBezTo>
                <a:cubicBezTo>
                  <a:pt x="9110021" y="285283"/>
                  <a:pt x="9199481" y="121704"/>
                  <a:pt x="9331225" y="0"/>
                </a:cubicBezTo>
                <a:close/>
                <a:moveTo>
                  <a:pt x="8257405" y="0"/>
                </a:moveTo>
                <a:lnTo>
                  <a:pt x="8391420" y="0"/>
                </a:lnTo>
                <a:cubicBezTo>
                  <a:pt x="8469316" y="226290"/>
                  <a:pt x="8665906" y="399791"/>
                  <a:pt x="8909958" y="451830"/>
                </a:cubicBezTo>
                <a:cubicBezTo>
                  <a:pt x="8872107" y="260867"/>
                  <a:pt x="8752698" y="98005"/>
                  <a:pt x="8587228" y="0"/>
                </a:cubicBezTo>
                <a:lnTo>
                  <a:pt x="8795937" y="0"/>
                </a:lnTo>
                <a:cubicBezTo>
                  <a:pt x="8927681" y="121704"/>
                  <a:pt x="9017142" y="285283"/>
                  <a:pt x="9043444" y="468437"/>
                </a:cubicBezTo>
                <a:cubicBezTo>
                  <a:pt x="9043612" y="468490"/>
                  <a:pt x="9043781" y="468495"/>
                  <a:pt x="9043950" y="468500"/>
                </a:cubicBezTo>
                <a:lnTo>
                  <a:pt x="9044490" y="475137"/>
                </a:lnTo>
                <a:cubicBezTo>
                  <a:pt x="9049547" y="505143"/>
                  <a:pt x="9051997" y="535786"/>
                  <a:pt x="9051954" y="566868"/>
                </a:cubicBezTo>
                <a:cubicBezTo>
                  <a:pt x="9053266" y="572454"/>
                  <a:pt x="9053325" y="578078"/>
                  <a:pt x="9053325" y="583715"/>
                </a:cubicBezTo>
                <a:cubicBezTo>
                  <a:pt x="9053325" y="587507"/>
                  <a:pt x="9053298" y="591293"/>
                  <a:pt x="9052732" y="595066"/>
                </a:cubicBezTo>
                <a:lnTo>
                  <a:pt x="9052233" y="595033"/>
                </a:lnTo>
                <a:lnTo>
                  <a:pt x="9052207" y="595524"/>
                </a:lnTo>
                <a:lnTo>
                  <a:pt x="9035089" y="593911"/>
                </a:lnTo>
                <a:cubicBezTo>
                  <a:pt x="9002714" y="593388"/>
                  <a:pt x="8970834" y="590430"/>
                  <a:pt x="8939662" y="584920"/>
                </a:cubicBezTo>
                <a:cubicBezTo>
                  <a:pt x="8934085" y="585336"/>
                  <a:pt x="8928756" y="584395"/>
                  <a:pt x="8923445" y="583392"/>
                </a:cubicBezTo>
                <a:lnTo>
                  <a:pt x="8923329" y="582253"/>
                </a:lnTo>
                <a:cubicBezTo>
                  <a:pt x="8601454" y="529393"/>
                  <a:pt x="8342182" y="299826"/>
                  <a:pt x="8257405" y="0"/>
                </a:cubicBezTo>
                <a:close/>
                <a:moveTo>
                  <a:pt x="7639075" y="0"/>
                </a:moveTo>
                <a:lnTo>
                  <a:pt x="7847784" y="0"/>
                </a:lnTo>
                <a:cubicBezTo>
                  <a:pt x="7682314" y="98005"/>
                  <a:pt x="7562905" y="260867"/>
                  <a:pt x="7525054" y="451830"/>
                </a:cubicBezTo>
                <a:cubicBezTo>
                  <a:pt x="7769107" y="399791"/>
                  <a:pt x="7965696" y="226290"/>
                  <a:pt x="8043592" y="0"/>
                </a:cubicBezTo>
                <a:lnTo>
                  <a:pt x="8177609" y="0"/>
                </a:lnTo>
                <a:cubicBezTo>
                  <a:pt x="8092830" y="299826"/>
                  <a:pt x="7833558" y="529393"/>
                  <a:pt x="7511683" y="582253"/>
                </a:cubicBezTo>
                <a:lnTo>
                  <a:pt x="7511567" y="583392"/>
                </a:lnTo>
                <a:cubicBezTo>
                  <a:pt x="7506256" y="584395"/>
                  <a:pt x="7500927" y="585336"/>
                  <a:pt x="7495350" y="584920"/>
                </a:cubicBezTo>
                <a:cubicBezTo>
                  <a:pt x="7464178" y="590430"/>
                  <a:pt x="7432298" y="593388"/>
                  <a:pt x="7399924" y="593911"/>
                </a:cubicBezTo>
                <a:lnTo>
                  <a:pt x="7382805" y="595524"/>
                </a:lnTo>
                <a:lnTo>
                  <a:pt x="7382779" y="595033"/>
                </a:lnTo>
                <a:lnTo>
                  <a:pt x="7382280" y="595066"/>
                </a:lnTo>
                <a:cubicBezTo>
                  <a:pt x="7381714" y="591293"/>
                  <a:pt x="7381687" y="587507"/>
                  <a:pt x="7381687" y="583715"/>
                </a:cubicBezTo>
                <a:cubicBezTo>
                  <a:pt x="7381687" y="578078"/>
                  <a:pt x="7381746" y="572454"/>
                  <a:pt x="7383058" y="566868"/>
                </a:cubicBezTo>
                <a:cubicBezTo>
                  <a:pt x="7383016" y="535786"/>
                  <a:pt x="7385465" y="505143"/>
                  <a:pt x="7390522" y="475137"/>
                </a:cubicBezTo>
                <a:lnTo>
                  <a:pt x="7391062" y="468500"/>
                </a:lnTo>
                <a:cubicBezTo>
                  <a:pt x="7391231" y="468495"/>
                  <a:pt x="7391400" y="468490"/>
                  <a:pt x="7391568" y="468437"/>
                </a:cubicBezTo>
                <a:cubicBezTo>
                  <a:pt x="7417870" y="285283"/>
                  <a:pt x="7507331" y="121703"/>
                  <a:pt x="7639075" y="0"/>
                </a:cubicBezTo>
                <a:close/>
                <a:moveTo>
                  <a:pt x="6565254" y="0"/>
                </a:moveTo>
                <a:lnTo>
                  <a:pt x="6699270" y="0"/>
                </a:lnTo>
                <a:cubicBezTo>
                  <a:pt x="6777166" y="226290"/>
                  <a:pt x="6973755" y="399791"/>
                  <a:pt x="7217807" y="451830"/>
                </a:cubicBezTo>
                <a:cubicBezTo>
                  <a:pt x="7179956" y="260867"/>
                  <a:pt x="7060547" y="98005"/>
                  <a:pt x="6895077" y="0"/>
                </a:cubicBezTo>
                <a:lnTo>
                  <a:pt x="7103787" y="0"/>
                </a:lnTo>
                <a:cubicBezTo>
                  <a:pt x="7235531" y="121704"/>
                  <a:pt x="7324992" y="285283"/>
                  <a:pt x="7351294" y="468437"/>
                </a:cubicBezTo>
                <a:cubicBezTo>
                  <a:pt x="7351461" y="468490"/>
                  <a:pt x="7351631" y="468495"/>
                  <a:pt x="7351799" y="468500"/>
                </a:cubicBezTo>
                <a:lnTo>
                  <a:pt x="7352340" y="475137"/>
                </a:lnTo>
                <a:cubicBezTo>
                  <a:pt x="7357396" y="505143"/>
                  <a:pt x="7359846" y="535786"/>
                  <a:pt x="7359804" y="566868"/>
                </a:cubicBezTo>
                <a:cubicBezTo>
                  <a:pt x="7361116" y="572454"/>
                  <a:pt x="7361174" y="578078"/>
                  <a:pt x="7361174" y="583715"/>
                </a:cubicBezTo>
                <a:cubicBezTo>
                  <a:pt x="7361174" y="587507"/>
                  <a:pt x="7361147" y="591293"/>
                  <a:pt x="7360581" y="595066"/>
                </a:cubicBezTo>
                <a:lnTo>
                  <a:pt x="7360082" y="595033"/>
                </a:lnTo>
                <a:lnTo>
                  <a:pt x="7360056" y="595524"/>
                </a:lnTo>
                <a:lnTo>
                  <a:pt x="7342938" y="593911"/>
                </a:lnTo>
                <a:cubicBezTo>
                  <a:pt x="7310564" y="593388"/>
                  <a:pt x="7278683" y="590430"/>
                  <a:pt x="7247511" y="584920"/>
                </a:cubicBezTo>
                <a:cubicBezTo>
                  <a:pt x="7241934" y="585336"/>
                  <a:pt x="7236605" y="584395"/>
                  <a:pt x="7231295" y="583392"/>
                </a:cubicBezTo>
                <a:lnTo>
                  <a:pt x="7231179" y="582253"/>
                </a:lnTo>
                <a:cubicBezTo>
                  <a:pt x="6909304" y="529393"/>
                  <a:pt x="6650032" y="299826"/>
                  <a:pt x="6565254" y="0"/>
                </a:cubicBezTo>
                <a:close/>
                <a:moveTo>
                  <a:pt x="5946924" y="0"/>
                </a:moveTo>
                <a:lnTo>
                  <a:pt x="6155633" y="0"/>
                </a:lnTo>
                <a:cubicBezTo>
                  <a:pt x="5990163" y="98005"/>
                  <a:pt x="5870754" y="260867"/>
                  <a:pt x="5832903" y="451830"/>
                </a:cubicBezTo>
                <a:cubicBezTo>
                  <a:pt x="6076956" y="399791"/>
                  <a:pt x="6273545" y="226290"/>
                  <a:pt x="6351441" y="0"/>
                </a:cubicBezTo>
                <a:lnTo>
                  <a:pt x="6485457" y="0"/>
                </a:lnTo>
                <a:cubicBezTo>
                  <a:pt x="6400679" y="299826"/>
                  <a:pt x="6141407" y="529393"/>
                  <a:pt x="5819531" y="582253"/>
                </a:cubicBezTo>
                <a:lnTo>
                  <a:pt x="5819415" y="583392"/>
                </a:lnTo>
                <a:cubicBezTo>
                  <a:pt x="5814105" y="584395"/>
                  <a:pt x="5808776" y="585336"/>
                  <a:pt x="5803199" y="584920"/>
                </a:cubicBezTo>
                <a:cubicBezTo>
                  <a:pt x="5772027" y="590430"/>
                  <a:pt x="5740146" y="593388"/>
                  <a:pt x="5707772" y="593911"/>
                </a:cubicBezTo>
                <a:lnTo>
                  <a:pt x="5690654" y="595524"/>
                </a:lnTo>
                <a:lnTo>
                  <a:pt x="5690628" y="595033"/>
                </a:lnTo>
                <a:lnTo>
                  <a:pt x="5690129" y="595066"/>
                </a:lnTo>
                <a:cubicBezTo>
                  <a:pt x="5689563" y="591293"/>
                  <a:pt x="5689536" y="587507"/>
                  <a:pt x="5689536" y="583715"/>
                </a:cubicBezTo>
                <a:cubicBezTo>
                  <a:pt x="5689536" y="578078"/>
                  <a:pt x="5689594" y="572454"/>
                  <a:pt x="5690906" y="566868"/>
                </a:cubicBezTo>
                <a:cubicBezTo>
                  <a:pt x="5690864" y="535786"/>
                  <a:pt x="5693314" y="505143"/>
                  <a:pt x="5698370" y="475137"/>
                </a:cubicBezTo>
                <a:lnTo>
                  <a:pt x="5698911" y="468500"/>
                </a:lnTo>
                <a:cubicBezTo>
                  <a:pt x="5699079" y="468495"/>
                  <a:pt x="5699249" y="468490"/>
                  <a:pt x="5699416" y="468437"/>
                </a:cubicBezTo>
                <a:cubicBezTo>
                  <a:pt x="5725719" y="285283"/>
                  <a:pt x="5815180" y="121704"/>
                  <a:pt x="5946924" y="0"/>
                </a:cubicBezTo>
                <a:close/>
                <a:moveTo>
                  <a:pt x="4873102" y="0"/>
                </a:moveTo>
                <a:lnTo>
                  <a:pt x="5007119" y="0"/>
                </a:lnTo>
                <a:cubicBezTo>
                  <a:pt x="5085015" y="226291"/>
                  <a:pt x="5281604" y="399791"/>
                  <a:pt x="5525656" y="451830"/>
                </a:cubicBezTo>
                <a:cubicBezTo>
                  <a:pt x="5487805" y="260867"/>
                  <a:pt x="5368397" y="98005"/>
                  <a:pt x="5202927" y="0"/>
                </a:cubicBezTo>
                <a:lnTo>
                  <a:pt x="5411635" y="0"/>
                </a:lnTo>
                <a:cubicBezTo>
                  <a:pt x="5543380" y="121703"/>
                  <a:pt x="5632840" y="285283"/>
                  <a:pt x="5659142" y="468437"/>
                </a:cubicBezTo>
                <a:cubicBezTo>
                  <a:pt x="5659310" y="468490"/>
                  <a:pt x="5659479" y="468495"/>
                  <a:pt x="5659648" y="468499"/>
                </a:cubicBezTo>
                <a:lnTo>
                  <a:pt x="5660188" y="475137"/>
                </a:lnTo>
                <a:cubicBezTo>
                  <a:pt x="5665245" y="505143"/>
                  <a:pt x="5667694" y="535786"/>
                  <a:pt x="5667652" y="566868"/>
                </a:cubicBezTo>
                <a:cubicBezTo>
                  <a:pt x="5668964" y="572454"/>
                  <a:pt x="5669023" y="578078"/>
                  <a:pt x="5669023" y="583715"/>
                </a:cubicBezTo>
                <a:cubicBezTo>
                  <a:pt x="5669023" y="587508"/>
                  <a:pt x="5668996" y="591293"/>
                  <a:pt x="5668430" y="595066"/>
                </a:cubicBezTo>
                <a:lnTo>
                  <a:pt x="5667931" y="595033"/>
                </a:lnTo>
                <a:lnTo>
                  <a:pt x="5667905" y="595524"/>
                </a:lnTo>
                <a:lnTo>
                  <a:pt x="5650786" y="593911"/>
                </a:lnTo>
                <a:cubicBezTo>
                  <a:pt x="5618412" y="593388"/>
                  <a:pt x="5586532" y="590430"/>
                  <a:pt x="5555360" y="584920"/>
                </a:cubicBezTo>
                <a:cubicBezTo>
                  <a:pt x="5549783" y="585336"/>
                  <a:pt x="5544454" y="584395"/>
                  <a:pt x="5539143" y="583392"/>
                </a:cubicBezTo>
                <a:lnTo>
                  <a:pt x="5539027" y="582253"/>
                </a:lnTo>
                <a:cubicBezTo>
                  <a:pt x="5217153" y="529393"/>
                  <a:pt x="4957881" y="299826"/>
                  <a:pt x="4873102" y="0"/>
                </a:cubicBezTo>
                <a:close/>
                <a:moveTo>
                  <a:pt x="4254773" y="0"/>
                </a:moveTo>
                <a:lnTo>
                  <a:pt x="4463482" y="0"/>
                </a:lnTo>
                <a:cubicBezTo>
                  <a:pt x="4298012" y="98005"/>
                  <a:pt x="4178603" y="260867"/>
                  <a:pt x="4140752" y="451830"/>
                </a:cubicBezTo>
                <a:cubicBezTo>
                  <a:pt x="4384804" y="399791"/>
                  <a:pt x="4581394" y="226291"/>
                  <a:pt x="4659290" y="0"/>
                </a:cubicBezTo>
                <a:lnTo>
                  <a:pt x="4793306" y="0"/>
                </a:lnTo>
                <a:cubicBezTo>
                  <a:pt x="4708528" y="299826"/>
                  <a:pt x="4449256" y="529393"/>
                  <a:pt x="4127381" y="582253"/>
                </a:cubicBezTo>
                <a:lnTo>
                  <a:pt x="4127264" y="583392"/>
                </a:lnTo>
                <a:cubicBezTo>
                  <a:pt x="4121954" y="584395"/>
                  <a:pt x="4116625" y="585336"/>
                  <a:pt x="4111048" y="584920"/>
                </a:cubicBezTo>
                <a:cubicBezTo>
                  <a:pt x="4079876" y="590430"/>
                  <a:pt x="4047996" y="593388"/>
                  <a:pt x="4015621" y="593911"/>
                </a:cubicBezTo>
                <a:lnTo>
                  <a:pt x="3998503" y="595524"/>
                </a:lnTo>
                <a:lnTo>
                  <a:pt x="3998477" y="595033"/>
                </a:lnTo>
                <a:lnTo>
                  <a:pt x="3997978" y="595066"/>
                </a:lnTo>
                <a:cubicBezTo>
                  <a:pt x="3997412" y="591293"/>
                  <a:pt x="3997385" y="587507"/>
                  <a:pt x="3997385" y="583715"/>
                </a:cubicBezTo>
                <a:cubicBezTo>
                  <a:pt x="3997385" y="578078"/>
                  <a:pt x="3997443" y="572454"/>
                  <a:pt x="3998755" y="566868"/>
                </a:cubicBezTo>
                <a:cubicBezTo>
                  <a:pt x="3998713" y="535786"/>
                  <a:pt x="4001163" y="505143"/>
                  <a:pt x="4006219" y="475137"/>
                </a:cubicBezTo>
                <a:lnTo>
                  <a:pt x="4006760" y="468499"/>
                </a:lnTo>
                <a:cubicBezTo>
                  <a:pt x="4006928" y="468495"/>
                  <a:pt x="4007098" y="468490"/>
                  <a:pt x="4007265" y="468437"/>
                </a:cubicBezTo>
                <a:cubicBezTo>
                  <a:pt x="4033568" y="285283"/>
                  <a:pt x="4123028" y="121703"/>
                  <a:pt x="4254773" y="0"/>
                </a:cubicBezTo>
                <a:close/>
                <a:moveTo>
                  <a:pt x="3180951" y="0"/>
                </a:moveTo>
                <a:lnTo>
                  <a:pt x="3314968" y="0"/>
                </a:lnTo>
                <a:cubicBezTo>
                  <a:pt x="3392864" y="226291"/>
                  <a:pt x="3589453" y="399791"/>
                  <a:pt x="3833505" y="451830"/>
                </a:cubicBezTo>
                <a:cubicBezTo>
                  <a:pt x="3795654" y="260867"/>
                  <a:pt x="3676245" y="98005"/>
                  <a:pt x="3510776" y="0"/>
                </a:cubicBezTo>
                <a:lnTo>
                  <a:pt x="3719484" y="0"/>
                </a:lnTo>
                <a:cubicBezTo>
                  <a:pt x="3851229" y="121703"/>
                  <a:pt x="3940689" y="285283"/>
                  <a:pt x="3966991" y="468437"/>
                </a:cubicBezTo>
                <a:cubicBezTo>
                  <a:pt x="3967159" y="468490"/>
                  <a:pt x="3967328" y="468495"/>
                  <a:pt x="3967497" y="468499"/>
                </a:cubicBezTo>
                <a:lnTo>
                  <a:pt x="3968037" y="475137"/>
                </a:lnTo>
                <a:cubicBezTo>
                  <a:pt x="3973094" y="505143"/>
                  <a:pt x="3975543" y="535786"/>
                  <a:pt x="3975501" y="566868"/>
                </a:cubicBezTo>
                <a:cubicBezTo>
                  <a:pt x="3976813" y="572454"/>
                  <a:pt x="3976872" y="578078"/>
                  <a:pt x="3976872" y="583715"/>
                </a:cubicBezTo>
                <a:cubicBezTo>
                  <a:pt x="3976872" y="587508"/>
                  <a:pt x="3976845" y="591293"/>
                  <a:pt x="3976279" y="595066"/>
                </a:cubicBezTo>
                <a:lnTo>
                  <a:pt x="3975780" y="595033"/>
                </a:lnTo>
                <a:lnTo>
                  <a:pt x="3975754" y="595524"/>
                </a:lnTo>
                <a:lnTo>
                  <a:pt x="3958635" y="593911"/>
                </a:lnTo>
                <a:cubicBezTo>
                  <a:pt x="3926261" y="593388"/>
                  <a:pt x="3894381" y="590430"/>
                  <a:pt x="3863209" y="584920"/>
                </a:cubicBezTo>
                <a:cubicBezTo>
                  <a:pt x="3857632" y="585336"/>
                  <a:pt x="3852303" y="584395"/>
                  <a:pt x="3846992" y="583392"/>
                </a:cubicBezTo>
                <a:lnTo>
                  <a:pt x="3846876" y="582253"/>
                </a:lnTo>
                <a:cubicBezTo>
                  <a:pt x="3525002" y="529393"/>
                  <a:pt x="3265729" y="299826"/>
                  <a:pt x="3180951" y="0"/>
                </a:cubicBezTo>
                <a:close/>
                <a:moveTo>
                  <a:pt x="2562622" y="0"/>
                </a:moveTo>
                <a:lnTo>
                  <a:pt x="2771330" y="0"/>
                </a:lnTo>
                <a:cubicBezTo>
                  <a:pt x="2605861" y="98005"/>
                  <a:pt x="2486452" y="260867"/>
                  <a:pt x="2448601" y="451830"/>
                </a:cubicBezTo>
                <a:cubicBezTo>
                  <a:pt x="2692653" y="399791"/>
                  <a:pt x="2889242" y="226291"/>
                  <a:pt x="2967139" y="0"/>
                </a:cubicBezTo>
                <a:lnTo>
                  <a:pt x="3101155" y="0"/>
                </a:lnTo>
                <a:cubicBezTo>
                  <a:pt x="3016377" y="299826"/>
                  <a:pt x="2757105" y="529393"/>
                  <a:pt x="2435230" y="582253"/>
                </a:cubicBezTo>
                <a:lnTo>
                  <a:pt x="2435113" y="583392"/>
                </a:lnTo>
                <a:cubicBezTo>
                  <a:pt x="2429803" y="584395"/>
                  <a:pt x="2424474" y="585336"/>
                  <a:pt x="2418897" y="584920"/>
                </a:cubicBezTo>
                <a:cubicBezTo>
                  <a:pt x="2387725" y="590430"/>
                  <a:pt x="2355845" y="593388"/>
                  <a:pt x="2323470" y="593911"/>
                </a:cubicBezTo>
                <a:lnTo>
                  <a:pt x="2306352" y="595524"/>
                </a:lnTo>
                <a:lnTo>
                  <a:pt x="2306326" y="595033"/>
                </a:lnTo>
                <a:lnTo>
                  <a:pt x="2305827" y="595066"/>
                </a:lnTo>
                <a:cubicBezTo>
                  <a:pt x="2305261" y="591293"/>
                  <a:pt x="2305234" y="587507"/>
                  <a:pt x="2305234" y="583715"/>
                </a:cubicBezTo>
                <a:cubicBezTo>
                  <a:pt x="2305234" y="578078"/>
                  <a:pt x="2305292" y="572454"/>
                  <a:pt x="2306604" y="566868"/>
                </a:cubicBezTo>
                <a:cubicBezTo>
                  <a:pt x="2306562" y="535786"/>
                  <a:pt x="2309012" y="505143"/>
                  <a:pt x="2314068" y="475137"/>
                </a:cubicBezTo>
                <a:lnTo>
                  <a:pt x="2314609" y="468499"/>
                </a:lnTo>
                <a:cubicBezTo>
                  <a:pt x="2314777" y="468495"/>
                  <a:pt x="2314947" y="468490"/>
                  <a:pt x="2315114" y="468437"/>
                </a:cubicBezTo>
                <a:cubicBezTo>
                  <a:pt x="2341417" y="285283"/>
                  <a:pt x="2430877" y="121704"/>
                  <a:pt x="2562622" y="0"/>
                </a:cubicBezTo>
                <a:close/>
                <a:moveTo>
                  <a:pt x="1488800" y="0"/>
                </a:moveTo>
                <a:lnTo>
                  <a:pt x="1622816" y="0"/>
                </a:lnTo>
                <a:cubicBezTo>
                  <a:pt x="1700712" y="226290"/>
                  <a:pt x="1897302" y="399791"/>
                  <a:pt x="2141354" y="451830"/>
                </a:cubicBezTo>
                <a:cubicBezTo>
                  <a:pt x="2103503" y="260867"/>
                  <a:pt x="1984094" y="98005"/>
                  <a:pt x="1818624" y="0"/>
                </a:cubicBezTo>
                <a:lnTo>
                  <a:pt x="2027333" y="0"/>
                </a:lnTo>
                <a:cubicBezTo>
                  <a:pt x="2159078" y="121703"/>
                  <a:pt x="2248538" y="285283"/>
                  <a:pt x="2274840" y="468437"/>
                </a:cubicBezTo>
                <a:cubicBezTo>
                  <a:pt x="2275008" y="468490"/>
                  <a:pt x="2275177" y="468495"/>
                  <a:pt x="2275346" y="468500"/>
                </a:cubicBezTo>
                <a:lnTo>
                  <a:pt x="2275886" y="475137"/>
                </a:lnTo>
                <a:cubicBezTo>
                  <a:pt x="2280943" y="505143"/>
                  <a:pt x="2283392" y="535786"/>
                  <a:pt x="2283350" y="566868"/>
                </a:cubicBezTo>
                <a:cubicBezTo>
                  <a:pt x="2284662" y="572454"/>
                  <a:pt x="2284721" y="578078"/>
                  <a:pt x="2284721" y="583715"/>
                </a:cubicBezTo>
                <a:cubicBezTo>
                  <a:pt x="2284721" y="587508"/>
                  <a:pt x="2284694" y="591293"/>
                  <a:pt x="2284128" y="595066"/>
                </a:cubicBezTo>
                <a:lnTo>
                  <a:pt x="2283629" y="595033"/>
                </a:lnTo>
                <a:lnTo>
                  <a:pt x="2283603" y="595524"/>
                </a:lnTo>
                <a:lnTo>
                  <a:pt x="2266484" y="593911"/>
                </a:lnTo>
                <a:cubicBezTo>
                  <a:pt x="2234110" y="593388"/>
                  <a:pt x="2202230" y="590430"/>
                  <a:pt x="2171058" y="584920"/>
                </a:cubicBezTo>
                <a:cubicBezTo>
                  <a:pt x="2165481" y="585336"/>
                  <a:pt x="2160152" y="584395"/>
                  <a:pt x="2154841" y="583392"/>
                </a:cubicBezTo>
                <a:lnTo>
                  <a:pt x="2154725" y="582253"/>
                </a:lnTo>
                <a:cubicBezTo>
                  <a:pt x="1832850" y="529393"/>
                  <a:pt x="1573578" y="299826"/>
                  <a:pt x="1488800" y="0"/>
                </a:cubicBezTo>
                <a:close/>
                <a:moveTo>
                  <a:pt x="870471" y="0"/>
                </a:moveTo>
                <a:lnTo>
                  <a:pt x="1079179" y="0"/>
                </a:lnTo>
                <a:cubicBezTo>
                  <a:pt x="913710" y="98005"/>
                  <a:pt x="794301" y="260867"/>
                  <a:pt x="756450" y="451830"/>
                </a:cubicBezTo>
                <a:cubicBezTo>
                  <a:pt x="1000502" y="399791"/>
                  <a:pt x="1197091" y="226291"/>
                  <a:pt x="1274988" y="0"/>
                </a:cubicBezTo>
                <a:lnTo>
                  <a:pt x="1409004" y="0"/>
                </a:lnTo>
                <a:cubicBezTo>
                  <a:pt x="1324226" y="299826"/>
                  <a:pt x="1064954" y="529393"/>
                  <a:pt x="743078" y="582253"/>
                </a:cubicBezTo>
                <a:lnTo>
                  <a:pt x="742962" y="583392"/>
                </a:lnTo>
                <a:cubicBezTo>
                  <a:pt x="737652" y="584395"/>
                  <a:pt x="732323" y="585336"/>
                  <a:pt x="726746" y="584920"/>
                </a:cubicBezTo>
                <a:cubicBezTo>
                  <a:pt x="695574" y="590430"/>
                  <a:pt x="663693" y="593388"/>
                  <a:pt x="631319" y="593911"/>
                </a:cubicBezTo>
                <a:lnTo>
                  <a:pt x="614201" y="595524"/>
                </a:lnTo>
                <a:lnTo>
                  <a:pt x="614175" y="595033"/>
                </a:lnTo>
                <a:lnTo>
                  <a:pt x="613676" y="595066"/>
                </a:lnTo>
                <a:cubicBezTo>
                  <a:pt x="613110" y="591293"/>
                  <a:pt x="613083" y="587507"/>
                  <a:pt x="613083" y="583715"/>
                </a:cubicBezTo>
                <a:cubicBezTo>
                  <a:pt x="613083" y="578078"/>
                  <a:pt x="613141" y="572454"/>
                  <a:pt x="614453" y="566868"/>
                </a:cubicBezTo>
                <a:cubicBezTo>
                  <a:pt x="614411" y="535786"/>
                  <a:pt x="616861" y="505143"/>
                  <a:pt x="621918" y="475137"/>
                </a:cubicBezTo>
                <a:lnTo>
                  <a:pt x="622458" y="468499"/>
                </a:lnTo>
                <a:cubicBezTo>
                  <a:pt x="622626" y="468495"/>
                  <a:pt x="622796" y="468490"/>
                  <a:pt x="622963" y="468437"/>
                </a:cubicBezTo>
                <a:cubicBezTo>
                  <a:pt x="649266" y="285283"/>
                  <a:pt x="738726" y="121703"/>
                  <a:pt x="870471" y="0"/>
                </a:cubicBezTo>
                <a:close/>
                <a:moveTo>
                  <a:pt x="126374" y="0"/>
                </a:moveTo>
                <a:lnTo>
                  <a:pt x="334376" y="0"/>
                </a:lnTo>
                <a:cubicBezTo>
                  <a:pt x="466684" y="121261"/>
                  <a:pt x="556352" y="285035"/>
                  <a:pt x="582690" y="468437"/>
                </a:cubicBezTo>
                <a:cubicBezTo>
                  <a:pt x="582857" y="468490"/>
                  <a:pt x="583026" y="468495"/>
                  <a:pt x="583195" y="468499"/>
                </a:cubicBezTo>
                <a:lnTo>
                  <a:pt x="583735" y="475137"/>
                </a:lnTo>
                <a:cubicBezTo>
                  <a:pt x="588792" y="505143"/>
                  <a:pt x="591242" y="535786"/>
                  <a:pt x="591199" y="566868"/>
                </a:cubicBezTo>
                <a:cubicBezTo>
                  <a:pt x="592511" y="572454"/>
                  <a:pt x="592570" y="578078"/>
                  <a:pt x="592570" y="583715"/>
                </a:cubicBezTo>
                <a:cubicBezTo>
                  <a:pt x="592570" y="587507"/>
                  <a:pt x="592543" y="591293"/>
                  <a:pt x="591977" y="595066"/>
                </a:cubicBezTo>
                <a:lnTo>
                  <a:pt x="591478" y="595033"/>
                </a:lnTo>
                <a:lnTo>
                  <a:pt x="591452" y="595524"/>
                </a:lnTo>
                <a:lnTo>
                  <a:pt x="574334" y="593911"/>
                </a:lnTo>
                <a:cubicBezTo>
                  <a:pt x="541959" y="593388"/>
                  <a:pt x="510079" y="590430"/>
                  <a:pt x="478907" y="584920"/>
                </a:cubicBezTo>
                <a:cubicBezTo>
                  <a:pt x="473330" y="585336"/>
                  <a:pt x="468001" y="584395"/>
                  <a:pt x="462690" y="583392"/>
                </a:cubicBezTo>
                <a:lnTo>
                  <a:pt x="462574" y="582253"/>
                </a:lnTo>
                <a:cubicBezTo>
                  <a:pt x="282200" y="552631"/>
                  <a:pt x="121485" y="467518"/>
                  <a:pt x="0" y="345575"/>
                </a:cubicBezTo>
                <a:lnTo>
                  <a:pt x="0" y="140406"/>
                </a:lnTo>
                <a:cubicBezTo>
                  <a:pt x="97584" y="296912"/>
                  <a:pt x="258975" y="411268"/>
                  <a:pt x="449203" y="451830"/>
                </a:cubicBezTo>
                <a:cubicBezTo>
                  <a:pt x="411344" y="260824"/>
                  <a:pt x="291889" y="97931"/>
                  <a:pt x="126374"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457200" y="4960137"/>
            <a:ext cx="7772400" cy="1463040"/>
          </a:xfrm>
        </p:spPr>
        <p:txBody>
          <a:bodyPr anchor="ctr">
            <a:normAutofit/>
          </a:bodyPr>
          <a:lstStyle>
            <a:lvl1pPr algn="r">
              <a:defRPr sz="5000" b="0" spc="200" baseline="0"/>
            </a:lvl1pPr>
          </a:lstStyle>
          <a:p>
            <a:r>
              <a:rPr lang="en-US"/>
              <a:t>Click to edit Master title style</a:t>
            </a:r>
            <a:endParaRPr lang="en-US" dirty="0"/>
          </a:p>
        </p:txBody>
      </p:sp>
      <p:sp>
        <p:nvSpPr>
          <p:cNvPr id="3" name="Text Placeholder 2"/>
          <p:cNvSpPr>
            <a:spLocks noGrp="1"/>
          </p:cNvSpPr>
          <p:nvPr>
            <p:ph type="body" idx="1"/>
          </p:nvPr>
        </p:nvSpPr>
        <p:spPr>
          <a:xfrm>
            <a:off x="8610600" y="4960137"/>
            <a:ext cx="3200400" cy="1463040"/>
          </a:xfrm>
        </p:spPr>
        <p:txBody>
          <a:bodyPr lIns="91440" rIns="91440" anchor="ctr">
            <a:normAutofit/>
          </a:bodyPr>
          <a:lstStyle>
            <a:lvl1pPr marL="0" indent="0">
              <a:lnSpc>
                <a:spcPct val="100000"/>
              </a:lnSpc>
              <a:spcBef>
                <a:spcPts val="0"/>
              </a:spcBef>
              <a:buNone/>
              <a:defRPr sz="1800">
                <a:solidFill>
                  <a:schemeClr val="tx1">
                    <a:lumMod val="95000"/>
                    <a:lumOff val="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EC085D8A-9CAE-5C47-9CA8-75814F650544}" type="datetimeFigureOut">
              <a:rPr lang="en-US" smtClean="0"/>
              <a:t>10/1/26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4070D86-A789-4044-8569-EB7759992B5A}" type="slidenum">
              <a:rPr lang="en-US" smtClean="0"/>
              <a:t>‹#›</a:t>
            </a:fld>
            <a:endParaRPr lang="en-US"/>
          </a:p>
        </p:txBody>
      </p:sp>
      <p:cxnSp>
        <p:nvCxnSpPr>
          <p:cNvPr id="8" name="Straight Connector 7"/>
          <p:cNvCxnSpPr/>
          <p:nvPr/>
        </p:nvCxnSpPr>
        <p:spPr>
          <a:xfrm flipV="1">
            <a:off x="8386843" y="5264106"/>
            <a:ext cx="0" cy="914400"/>
          </a:xfrm>
          <a:prstGeom prst="line">
            <a:avLst/>
          </a:prstGeom>
          <a:ln w="19050">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64363501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1024128" y="585216"/>
            <a:ext cx="9720072" cy="1499616"/>
          </a:xfrm>
        </p:spPr>
        <p:txBody>
          <a:bodyPr/>
          <a:lstStyle/>
          <a:p>
            <a:r>
              <a:rPr lang="en-US"/>
              <a:t>Click to edit Master title style</a:t>
            </a:r>
            <a:endParaRPr lang="en-US" dirty="0"/>
          </a:p>
        </p:txBody>
      </p:sp>
      <p:sp>
        <p:nvSpPr>
          <p:cNvPr id="3" name="Content Placeholder 2"/>
          <p:cNvSpPr>
            <a:spLocks noGrp="1"/>
          </p:cNvSpPr>
          <p:nvPr>
            <p:ph sz="half" idx="1"/>
          </p:nvPr>
        </p:nvSpPr>
        <p:spPr>
          <a:xfrm>
            <a:off x="1024127" y="2286000"/>
            <a:ext cx="4754880" cy="402336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5989320" y="2286000"/>
            <a:ext cx="4754880" cy="402336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EC085D8A-9CAE-5C47-9CA8-75814F650544}" type="datetimeFigureOut">
              <a:rPr lang="en-US" smtClean="0"/>
              <a:t>10/1/26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A4070D86-A789-4044-8569-EB7759992B5A}" type="slidenum">
              <a:rPr lang="en-US" smtClean="0"/>
              <a:t>‹#›</a:t>
            </a:fld>
            <a:endParaRPr lang="en-US"/>
          </a:p>
        </p:txBody>
      </p:sp>
    </p:spTree>
    <p:extLst>
      <p:ext uri="{BB962C8B-B14F-4D97-AF65-F5344CB8AC3E}">
        <p14:creationId xmlns:p14="http://schemas.microsoft.com/office/powerpoint/2010/main" val="206397321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 name="Title 9"/>
          <p:cNvSpPr>
            <a:spLocks noGrp="1"/>
          </p:cNvSpPr>
          <p:nvPr>
            <p:ph type="title"/>
          </p:nvPr>
        </p:nvSpPr>
        <p:spPr/>
        <p:txBody>
          <a:bodyPr/>
          <a:lstStyle/>
          <a:p>
            <a:r>
              <a:rPr lang="en-US"/>
              <a:t>Click to edit Master title style</a:t>
            </a:r>
            <a:endParaRPr lang="en-US" dirty="0"/>
          </a:p>
        </p:txBody>
      </p:sp>
      <p:sp>
        <p:nvSpPr>
          <p:cNvPr id="3" name="Text Placeholder 2"/>
          <p:cNvSpPr>
            <a:spLocks noGrp="1"/>
          </p:cNvSpPr>
          <p:nvPr>
            <p:ph type="body" idx="1"/>
          </p:nvPr>
        </p:nvSpPr>
        <p:spPr>
          <a:xfrm>
            <a:off x="1024128" y="2179636"/>
            <a:ext cx="4754880" cy="822960"/>
          </a:xfrm>
        </p:spPr>
        <p:txBody>
          <a:bodyPr lIns="137160" rIns="137160" anchor="ctr">
            <a:normAutofit/>
          </a:bodyPr>
          <a:lstStyle>
            <a:lvl1pPr marL="0" indent="0">
              <a:spcBef>
                <a:spcPts val="0"/>
              </a:spcBef>
              <a:spcAft>
                <a:spcPts val="0"/>
              </a:spcAft>
              <a:buNone/>
              <a:defRPr sz="2300" b="0" cap="none" baseline="0">
                <a:solidFill>
                  <a:schemeClr val="accent1"/>
                </a:solidFill>
                <a:latin typeface="+mn-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024128" y="2967788"/>
            <a:ext cx="4754880" cy="334157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5990888" y="2179636"/>
            <a:ext cx="4754880" cy="822960"/>
          </a:xfrm>
        </p:spPr>
        <p:txBody>
          <a:bodyPr lIns="137160" rIns="137160" anchor="ctr">
            <a:normAutofit/>
          </a:bodyPr>
          <a:lstStyle>
            <a:lvl1pPr marL="0" indent="0">
              <a:spcBef>
                <a:spcPts val="0"/>
              </a:spcBef>
              <a:spcAft>
                <a:spcPts val="0"/>
              </a:spcAft>
              <a:buNone/>
              <a:defRPr lang="en-US" sz="2300" b="0" kern="1200" cap="none" baseline="0" dirty="0">
                <a:solidFill>
                  <a:schemeClr val="accent1"/>
                </a:solidFill>
                <a:latin typeface="+mn-lt"/>
                <a:ea typeface="+mn-ea"/>
                <a:cs typeface="+mn-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marL="0" lvl="0" indent="0" algn="l" defTabSz="914400" rtl="0" eaLnBrk="1" latinLnBrk="0" hangingPunct="1">
              <a:lnSpc>
                <a:spcPct val="90000"/>
              </a:lnSpc>
              <a:spcBef>
                <a:spcPts val="1800"/>
              </a:spcBef>
              <a:buNone/>
            </a:pPr>
            <a:r>
              <a:rPr lang="en-US"/>
              <a:t>Click to edit Master text styles</a:t>
            </a:r>
          </a:p>
        </p:txBody>
      </p:sp>
      <p:sp>
        <p:nvSpPr>
          <p:cNvPr id="6" name="Content Placeholder 5"/>
          <p:cNvSpPr>
            <a:spLocks noGrp="1"/>
          </p:cNvSpPr>
          <p:nvPr>
            <p:ph sz="quarter" idx="4"/>
          </p:nvPr>
        </p:nvSpPr>
        <p:spPr>
          <a:xfrm>
            <a:off x="5990888" y="2967788"/>
            <a:ext cx="4754880" cy="334157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EC085D8A-9CAE-5C47-9CA8-75814F650544}" type="datetimeFigureOut">
              <a:rPr lang="en-US" smtClean="0"/>
              <a:t>10/1/26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A4070D86-A789-4044-8569-EB7759992B5A}" type="slidenum">
              <a:rPr lang="en-US" smtClean="0"/>
              <a:t>‹#›</a:t>
            </a:fld>
            <a:endParaRPr lang="en-US"/>
          </a:p>
        </p:txBody>
      </p:sp>
    </p:spTree>
    <p:extLst>
      <p:ext uri="{BB962C8B-B14F-4D97-AF65-F5344CB8AC3E}">
        <p14:creationId xmlns:p14="http://schemas.microsoft.com/office/powerpoint/2010/main" val="171568644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EC085D8A-9CAE-5C47-9CA8-75814F650544}" type="datetimeFigureOut">
              <a:rPr lang="en-US" smtClean="0"/>
              <a:t>10/1/26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A4070D86-A789-4044-8569-EB7759992B5A}" type="slidenum">
              <a:rPr lang="en-US" smtClean="0"/>
              <a:t>‹#›</a:t>
            </a:fld>
            <a:endParaRPr lang="en-US"/>
          </a:p>
        </p:txBody>
      </p:sp>
    </p:spTree>
    <p:extLst>
      <p:ext uri="{BB962C8B-B14F-4D97-AF65-F5344CB8AC3E}">
        <p14:creationId xmlns:p14="http://schemas.microsoft.com/office/powerpoint/2010/main" val="396213452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C085D8A-9CAE-5C47-9CA8-75814F650544}" type="datetimeFigureOut">
              <a:rPr lang="en-US" smtClean="0"/>
              <a:t>10/1/26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A4070D86-A789-4044-8569-EB7759992B5A}" type="slidenum">
              <a:rPr lang="en-US" smtClean="0"/>
              <a:t>‹#›</a:t>
            </a:fld>
            <a:endParaRPr lang="en-US"/>
          </a:p>
        </p:txBody>
      </p:sp>
    </p:spTree>
    <p:extLst>
      <p:ext uri="{BB962C8B-B14F-4D97-AF65-F5344CB8AC3E}">
        <p14:creationId xmlns:p14="http://schemas.microsoft.com/office/powerpoint/2010/main" val="118068661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8" name="Title 7"/>
          <p:cNvSpPr>
            <a:spLocks noGrp="1"/>
          </p:cNvSpPr>
          <p:nvPr>
            <p:ph type="title"/>
          </p:nvPr>
        </p:nvSpPr>
        <p:spPr>
          <a:xfrm>
            <a:off x="1024128" y="471509"/>
            <a:ext cx="4389120" cy="1737360"/>
          </a:xfrm>
        </p:spPr>
        <p:txBody>
          <a:bodyPr>
            <a:noAutofit/>
          </a:bodyPr>
          <a:lstStyle>
            <a:lvl1pPr>
              <a:lnSpc>
                <a:spcPct val="80000"/>
              </a:lnSpc>
              <a:defRPr sz="4000"/>
            </a:lvl1pPr>
          </a:lstStyle>
          <a:p>
            <a:r>
              <a:rPr lang="en-US"/>
              <a:t>Click to edit Master title style</a:t>
            </a:r>
            <a:endParaRPr lang="en-US" dirty="0"/>
          </a:p>
        </p:txBody>
      </p:sp>
      <p:sp>
        <p:nvSpPr>
          <p:cNvPr id="3" name="Content Placeholder 2"/>
          <p:cNvSpPr>
            <a:spLocks noGrp="1"/>
          </p:cNvSpPr>
          <p:nvPr>
            <p:ph idx="1"/>
          </p:nvPr>
        </p:nvSpPr>
        <p:spPr>
          <a:xfrm>
            <a:off x="5715000" y="822960"/>
            <a:ext cx="5678424" cy="5184648"/>
          </a:xfrm>
        </p:spPr>
        <p:txBody>
          <a:bodyPr/>
          <a:lstStyle>
            <a:lvl1pPr>
              <a:defRPr sz="2400"/>
            </a:lvl1pPr>
            <a:lvl2pPr>
              <a:defRPr sz="2000"/>
            </a:lvl2pPr>
            <a:lvl3pPr>
              <a:defRPr sz="16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1024128" y="2257506"/>
            <a:ext cx="4389120" cy="3762294"/>
          </a:xfrm>
        </p:spPr>
        <p:txBody>
          <a:bodyPr lIns="91440" rIns="91440">
            <a:normAutofit/>
          </a:bodyPr>
          <a:lstStyle>
            <a:lvl1pPr marL="0" indent="0">
              <a:lnSpc>
                <a:spcPct val="108000"/>
              </a:lnSpc>
              <a:spcBef>
                <a:spcPts val="600"/>
              </a:spcBef>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EC085D8A-9CAE-5C47-9CA8-75814F650544}" type="datetimeFigureOut">
              <a:rPr lang="en-US" smtClean="0"/>
              <a:t>10/1/26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A4070D86-A789-4044-8569-EB7759992B5A}" type="slidenum">
              <a:rPr lang="en-US" smtClean="0"/>
              <a:t>‹#›</a:t>
            </a:fld>
            <a:endParaRPr lang="en-US"/>
          </a:p>
        </p:txBody>
      </p:sp>
    </p:spTree>
    <p:extLst>
      <p:ext uri="{BB962C8B-B14F-4D97-AF65-F5344CB8AC3E}">
        <p14:creationId xmlns:p14="http://schemas.microsoft.com/office/powerpoint/2010/main" val="306081871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4960138"/>
            <a:ext cx="7772400" cy="1463040"/>
          </a:xfrm>
        </p:spPr>
        <p:txBody>
          <a:bodyPr anchor="ctr">
            <a:normAutofit/>
          </a:bodyPr>
          <a:lstStyle>
            <a:lvl1pPr algn="r">
              <a:defRPr sz="5000" spc="200" baseline="0"/>
            </a:lvl1pPr>
          </a:lstStyle>
          <a:p>
            <a:r>
              <a:rPr lang="en-US"/>
              <a:t>Click to edit Master title style</a:t>
            </a:r>
            <a:endParaRPr lang="en-US" dirty="0"/>
          </a:p>
        </p:txBody>
      </p:sp>
      <p:sp>
        <p:nvSpPr>
          <p:cNvPr id="3" name="Picture Placeholder 2"/>
          <p:cNvSpPr>
            <a:spLocks noGrp="1" noChangeAspect="1"/>
          </p:cNvSpPr>
          <p:nvPr>
            <p:ph type="pic" idx="1"/>
          </p:nvPr>
        </p:nvSpPr>
        <p:spPr>
          <a:xfrm>
            <a:off x="0" y="-1"/>
            <a:ext cx="12188952" cy="4572000"/>
          </a:xfrm>
          <a:solidFill>
            <a:schemeClr val="accent1">
              <a:lumMod val="60000"/>
              <a:lumOff val="40000"/>
            </a:schemeClr>
          </a:solidFill>
        </p:spPr>
        <p:txBody>
          <a:bodyPr lIns="457200" tIns="365760" rIns="45720" bIns="45720"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8610600" y="4960138"/>
            <a:ext cx="3200400" cy="1463040"/>
          </a:xfrm>
        </p:spPr>
        <p:txBody>
          <a:bodyPr lIns="91440" rIns="91440" anchor="ctr">
            <a:normAutofit/>
          </a:bodyPr>
          <a:lstStyle>
            <a:lvl1pPr marL="0" indent="0">
              <a:lnSpc>
                <a:spcPct val="100000"/>
              </a:lnSpc>
              <a:spcBef>
                <a:spcPts val="0"/>
              </a:spcBef>
              <a:buNone/>
              <a:defRPr sz="1800">
                <a:solidFill>
                  <a:schemeClr val="tx1">
                    <a:lumMod val="95000"/>
                    <a:lumOff val="5000"/>
                  </a:schemeClr>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EC085D8A-9CAE-5C47-9CA8-75814F650544}" type="datetimeFigureOut">
              <a:rPr lang="en-US" smtClean="0"/>
              <a:t>10/1/26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A4070D86-A789-4044-8569-EB7759992B5A}" type="slidenum">
              <a:rPr lang="en-US" smtClean="0"/>
              <a:t>‹#›</a:t>
            </a:fld>
            <a:endParaRPr lang="en-US"/>
          </a:p>
        </p:txBody>
      </p:sp>
      <p:cxnSp>
        <p:nvCxnSpPr>
          <p:cNvPr id="8" name="Straight Connector 7"/>
          <p:cNvCxnSpPr/>
          <p:nvPr/>
        </p:nvCxnSpPr>
        <p:spPr>
          <a:xfrm flipV="1">
            <a:off x="8386843" y="5264106"/>
            <a:ext cx="0" cy="91440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87146959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EC085D8A-9CAE-5C47-9CA8-75814F650544}" type="datetimeFigureOut">
              <a:rPr lang="en-US" smtClean="0"/>
              <a:t>10/1/26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4070D86-A789-4044-8569-EB7759992B5A}" type="slidenum">
              <a:rPr lang="en-US" smtClean="0"/>
              <a:t>‹#›</a:t>
            </a:fld>
            <a:endParaRPr lang="en-US"/>
          </a:p>
        </p:txBody>
      </p:sp>
    </p:spTree>
    <p:extLst>
      <p:ext uri="{BB962C8B-B14F-4D97-AF65-F5344CB8AC3E}">
        <p14:creationId xmlns:p14="http://schemas.microsoft.com/office/powerpoint/2010/main" val="370794172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1" y="762000"/>
            <a:ext cx="2628900" cy="5410200"/>
          </a:xfrm>
        </p:spPr>
        <p:txBody>
          <a:bodyPr vert="eaVert" lIns="45720" tIns="91440" rIns="45720" bIns="91440"/>
          <a:lstStyle/>
          <a:p>
            <a:r>
              <a:rPr lang="en-US"/>
              <a:t>Click to edit Master title style</a:t>
            </a:r>
            <a:endParaRPr lang="en-US" dirty="0"/>
          </a:p>
        </p:txBody>
      </p:sp>
      <p:sp>
        <p:nvSpPr>
          <p:cNvPr id="3" name="Vertical Text Placeholder 2"/>
          <p:cNvSpPr>
            <a:spLocks noGrp="1"/>
          </p:cNvSpPr>
          <p:nvPr>
            <p:ph type="body" orient="vert" idx="1"/>
          </p:nvPr>
        </p:nvSpPr>
        <p:spPr>
          <a:xfrm>
            <a:off x="990601" y="762000"/>
            <a:ext cx="7581900" cy="541020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EC085D8A-9CAE-5C47-9CA8-75814F650544}" type="datetimeFigureOut">
              <a:rPr lang="en-US" smtClean="0"/>
              <a:t>10/1/26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4070D86-A789-4044-8569-EB7759992B5A}" type="slidenum">
              <a:rPr lang="en-US" smtClean="0"/>
              <a:t>‹#›</a:t>
            </a:fld>
            <a:endParaRPr lang="en-US"/>
          </a:p>
        </p:txBody>
      </p:sp>
      <p:cxnSp>
        <p:nvCxnSpPr>
          <p:cNvPr id="7" name="Straight Connector 6"/>
          <p:cNvCxnSpPr/>
          <p:nvPr/>
        </p:nvCxnSpPr>
        <p:spPr>
          <a:xfrm rot="5400000" flipV="1">
            <a:off x="10058400" y="59263"/>
            <a:ext cx="0" cy="91440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19504551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userDrawn="1">
  <p:cSld name="1_Section Header">
    <p:spTree>
      <p:nvGrpSpPr>
        <p:cNvPr id="1" name=""/>
        <p:cNvGrpSpPr/>
        <p:nvPr/>
      </p:nvGrpSpPr>
      <p:grpSpPr>
        <a:xfrm>
          <a:off x="0" y="0"/>
          <a:ext cx="0" cy="0"/>
          <a:chOff x="0" y="0"/>
          <a:chExt cx="0" cy="0"/>
        </a:xfrm>
      </p:grpSpPr>
      <p:sp>
        <p:nvSpPr>
          <p:cNvPr id="9" name="Rectangle 8"/>
          <p:cNvSpPr/>
          <p:nvPr/>
        </p:nvSpPr>
        <p:spPr>
          <a:xfrm>
            <a:off x="0" y="0"/>
            <a:ext cx="12192000" cy="2257425"/>
          </a:xfrm>
          <a:prstGeom prst="rect">
            <a:avLst/>
          </a:prstGeom>
          <a:solidFill>
            <a:schemeClr val="accent3">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11" name="Oval 5"/>
          <p:cNvSpPr/>
          <p:nvPr/>
        </p:nvSpPr>
        <p:spPr>
          <a:xfrm>
            <a:off x="-1" y="0"/>
            <a:ext cx="12192000" cy="4572001"/>
          </a:xfrm>
          <a:custGeom>
            <a:avLst/>
            <a:gdLst/>
            <a:ahLst/>
            <a:cxnLst/>
            <a:rect l="l" t="t" r="r" b="b"/>
            <a:pathLst>
              <a:path w="12192000" h="4572001">
                <a:moveTo>
                  <a:pt x="12192000" y="4387986"/>
                </a:moveTo>
                <a:lnTo>
                  <a:pt x="12192000" y="4572001"/>
                </a:lnTo>
                <a:lnTo>
                  <a:pt x="12013927" y="4572001"/>
                </a:lnTo>
                <a:cubicBezTo>
                  <a:pt x="12084901" y="4522707"/>
                  <a:pt x="12145198" y="4460004"/>
                  <a:pt x="12192000" y="4387986"/>
                </a:cubicBezTo>
                <a:close/>
                <a:moveTo>
                  <a:pt x="12192000" y="4041440"/>
                </a:moveTo>
                <a:lnTo>
                  <a:pt x="12192000" y="4174488"/>
                </a:lnTo>
                <a:cubicBezTo>
                  <a:pt x="12005469" y="4244657"/>
                  <a:pt x="11857227" y="4389538"/>
                  <a:pt x="11786673" y="4572001"/>
                </a:cubicBezTo>
                <a:lnTo>
                  <a:pt x="11649784" y="4572001"/>
                </a:lnTo>
                <a:cubicBezTo>
                  <a:pt x="11730542" y="4320085"/>
                  <a:pt x="11933879" y="4121396"/>
                  <a:pt x="12192000" y="4041440"/>
                </a:cubicBezTo>
                <a:close/>
                <a:moveTo>
                  <a:pt x="10767111" y="3999419"/>
                </a:moveTo>
                <a:lnTo>
                  <a:pt x="10784198" y="4001042"/>
                </a:lnTo>
                <a:cubicBezTo>
                  <a:pt x="10816584" y="4001569"/>
                  <a:pt x="10848477" y="4004550"/>
                  <a:pt x="10879660" y="4010107"/>
                </a:cubicBezTo>
                <a:cubicBezTo>
                  <a:pt x="10885236" y="4009688"/>
                  <a:pt x="10890564" y="4010636"/>
                  <a:pt x="10895873" y="4011646"/>
                </a:cubicBezTo>
                <a:lnTo>
                  <a:pt x="10895990" y="4012794"/>
                </a:lnTo>
                <a:cubicBezTo>
                  <a:pt x="11208069" y="4064450"/>
                  <a:pt x="11461298" y="4283539"/>
                  <a:pt x="11554662" y="4572001"/>
                </a:cubicBezTo>
                <a:lnTo>
                  <a:pt x="11417114" y="4572001"/>
                </a:lnTo>
                <a:cubicBezTo>
                  <a:pt x="11333731" y="4357380"/>
                  <a:pt x="11143362" y="4194541"/>
                  <a:pt x="10909360" y="4144250"/>
                </a:cubicBezTo>
                <a:cubicBezTo>
                  <a:pt x="10943854" y="4319651"/>
                  <a:pt x="11046077" y="4471530"/>
                  <a:pt x="11189175" y="4572001"/>
                </a:cubicBezTo>
                <a:lnTo>
                  <a:pt x="10994934" y="4572001"/>
                </a:lnTo>
                <a:cubicBezTo>
                  <a:pt x="10878802" y="4452596"/>
                  <a:pt x="10800240" y="4298519"/>
                  <a:pt x="10775875" y="4127511"/>
                </a:cubicBezTo>
                <a:cubicBezTo>
                  <a:pt x="10775707" y="4127458"/>
                  <a:pt x="10775539" y="4127453"/>
                  <a:pt x="10775369" y="4127448"/>
                </a:cubicBezTo>
                <a:lnTo>
                  <a:pt x="10774831" y="4120772"/>
                </a:lnTo>
                <a:cubicBezTo>
                  <a:pt x="10769772" y="4090522"/>
                  <a:pt x="10767321" y="4059631"/>
                  <a:pt x="10767364" y="4028296"/>
                </a:cubicBezTo>
                <a:cubicBezTo>
                  <a:pt x="10766052" y="4022668"/>
                  <a:pt x="10765993" y="4017001"/>
                  <a:pt x="10765993" y="4011320"/>
                </a:cubicBezTo>
                <a:lnTo>
                  <a:pt x="10766587" y="3999880"/>
                </a:lnTo>
                <a:lnTo>
                  <a:pt x="10767085" y="3999913"/>
                </a:lnTo>
                <a:close/>
                <a:moveTo>
                  <a:pt x="10744358" y="3999419"/>
                </a:moveTo>
                <a:lnTo>
                  <a:pt x="10744384" y="3999913"/>
                </a:lnTo>
                <a:lnTo>
                  <a:pt x="10744882" y="3999880"/>
                </a:lnTo>
                <a:lnTo>
                  <a:pt x="10745476" y="4011320"/>
                </a:lnTo>
                <a:cubicBezTo>
                  <a:pt x="10745476" y="4017001"/>
                  <a:pt x="10745417" y="4022668"/>
                  <a:pt x="10744105" y="4028296"/>
                </a:cubicBezTo>
                <a:cubicBezTo>
                  <a:pt x="10744148" y="4059631"/>
                  <a:pt x="10741697" y="4090522"/>
                  <a:pt x="10736638" y="4120772"/>
                </a:cubicBezTo>
                <a:lnTo>
                  <a:pt x="10736100" y="4127448"/>
                </a:lnTo>
                <a:cubicBezTo>
                  <a:pt x="10735930" y="4127453"/>
                  <a:pt x="10735762" y="4127458"/>
                  <a:pt x="10735594" y="4127511"/>
                </a:cubicBezTo>
                <a:cubicBezTo>
                  <a:pt x="10711229" y="4298519"/>
                  <a:pt x="10632667" y="4452596"/>
                  <a:pt x="10516535" y="4572001"/>
                </a:cubicBezTo>
                <a:lnTo>
                  <a:pt x="10322294" y="4572001"/>
                </a:lnTo>
                <a:cubicBezTo>
                  <a:pt x="10465392" y="4471530"/>
                  <a:pt x="10567615" y="4319650"/>
                  <a:pt x="10602109" y="4144250"/>
                </a:cubicBezTo>
                <a:cubicBezTo>
                  <a:pt x="10368107" y="4194541"/>
                  <a:pt x="10177738" y="4357380"/>
                  <a:pt x="10094355" y="4572001"/>
                </a:cubicBezTo>
                <a:lnTo>
                  <a:pt x="9956808" y="4572001"/>
                </a:lnTo>
                <a:cubicBezTo>
                  <a:pt x="10050171" y="4283539"/>
                  <a:pt x="10303400" y="4064450"/>
                  <a:pt x="10615479" y="4012794"/>
                </a:cubicBezTo>
                <a:lnTo>
                  <a:pt x="10615596" y="4011646"/>
                </a:lnTo>
                <a:cubicBezTo>
                  <a:pt x="10620905" y="4010636"/>
                  <a:pt x="10626233" y="4009688"/>
                  <a:pt x="10631809" y="4010107"/>
                </a:cubicBezTo>
                <a:cubicBezTo>
                  <a:pt x="10662992" y="4004550"/>
                  <a:pt x="10694885" y="4001569"/>
                  <a:pt x="10727271" y="4001042"/>
                </a:cubicBezTo>
                <a:close/>
                <a:moveTo>
                  <a:pt x="9074958" y="3999419"/>
                </a:moveTo>
                <a:lnTo>
                  <a:pt x="9092045" y="4001042"/>
                </a:lnTo>
                <a:cubicBezTo>
                  <a:pt x="9124431" y="4001569"/>
                  <a:pt x="9156324" y="4004550"/>
                  <a:pt x="9187507" y="4010107"/>
                </a:cubicBezTo>
                <a:cubicBezTo>
                  <a:pt x="9193083" y="4009688"/>
                  <a:pt x="9198411" y="4010636"/>
                  <a:pt x="9203720" y="4011646"/>
                </a:cubicBezTo>
                <a:lnTo>
                  <a:pt x="9203837" y="4012794"/>
                </a:lnTo>
                <a:cubicBezTo>
                  <a:pt x="9515916" y="4064450"/>
                  <a:pt x="9769145" y="4283539"/>
                  <a:pt x="9862508" y="4572001"/>
                </a:cubicBezTo>
                <a:lnTo>
                  <a:pt x="9724961" y="4572001"/>
                </a:lnTo>
                <a:cubicBezTo>
                  <a:pt x="9641578" y="4357380"/>
                  <a:pt x="9451209" y="4194541"/>
                  <a:pt x="9217207" y="4144250"/>
                </a:cubicBezTo>
                <a:cubicBezTo>
                  <a:pt x="9251701" y="4319651"/>
                  <a:pt x="9353924" y="4471530"/>
                  <a:pt x="9497022" y="4572001"/>
                </a:cubicBezTo>
                <a:lnTo>
                  <a:pt x="9302781" y="4572001"/>
                </a:lnTo>
                <a:cubicBezTo>
                  <a:pt x="9186649" y="4452596"/>
                  <a:pt x="9108087" y="4298519"/>
                  <a:pt x="9083722" y="4127511"/>
                </a:cubicBezTo>
                <a:cubicBezTo>
                  <a:pt x="9083554" y="4127458"/>
                  <a:pt x="9083386" y="4127453"/>
                  <a:pt x="9083216" y="4127448"/>
                </a:cubicBezTo>
                <a:lnTo>
                  <a:pt x="9082678" y="4120772"/>
                </a:lnTo>
                <a:cubicBezTo>
                  <a:pt x="9077619" y="4090522"/>
                  <a:pt x="9075168" y="4059631"/>
                  <a:pt x="9075211" y="4028296"/>
                </a:cubicBezTo>
                <a:cubicBezTo>
                  <a:pt x="9073899" y="4022668"/>
                  <a:pt x="9073840" y="4017001"/>
                  <a:pt x="9073840" y="4011320"/>
                </a:cubicBezTo>
                <a:lnTo>
                  <a:pt x="9074434" y="3999880"/>
                </a:lnTo>
                <a:lnTo>
                  <a:pt x="9074932" y="3999913"/>
                </a:lnTo>
                <a:close/>
                <a:moveTo>
                  <a:pt x="9052207" y="3999419"/>
                </a:moveTo>
                <a:lnTo>
                  <a:pt x="9052233" y="3999913"/>
                </a:lnTo>
                <a:lnTo>
                  <a:pt x="9052731" y="3999880"/>
                </a:lnTo>
                <a:lnTo>
                  <a:pt x="9053325" y="4011320"/>
                </a:lnTo>
                <a:cubicBezTo>
                  <a:pt x="9053325" y="4017001"/>
                  <a:pt x="9053266" y="4022668"/>
                  <a:pt x="9051954" y="4028296"/>
                </a:cubicBezTo>
                <a:cubicBezTo>
                  <a:pt x="9051997" y="4059631"/>
                  <a:pt x="9049546" y="4090522"/>
                  <a:pt x="9044487" y="4120772"/>
                </a:cubicBezTo>
                <a:lnTo>
                  <a:pt x="9043949" y="4127448"/>
                </a:lnTo>
                <a:cubicBezTo>
                  <a:pt x="9043779" y="4127453"/>
                  <a:pt x="9043611" y="4127458"/>
                  <a:pt x="9043443" y="4127511"/>
                </a:cubicBezTo>
                <a:cubicBezTo>
                  <a:pt x="9019078" y="4298519"/>
                  <a:pt x="8940516" y="4452596"/>
                  <a:pt x="8824384" y="4572001"/>
                </a:cubicBezTo>
                <a:lnTo>
                  <a:pt x="8630143" y="4572001"/>
                </a:lnTo>
                <a:cubicBezTo>
                  <a:pt x="8773241" y="4471530"/>
                  <a:pt x="8875464" y="4319651"/>
                  <a:pt x="8909958" y="4144250"/>
                </a:cubicBezTo>
                <a:cubicBezTo>
                  <a:pt x="8675956" y="4194541"/>
                  <a:pt x="8485587" y="4357380"/>
                  <a:pt x="8402204" y="4572001"/>
                </a:cubicBezTo>
                <a:lnTo>
                  <a:pt x="8264656" y="4572001"/>
                </a:lnTo>
                <a:cubicBezTo>
                  <a:pt x="8358019" y="4283539"/>
                  <a:pt x="8611249" y="4064450"/>
                  <a:pt x="8923328" y="4012794"/>
                </a:cubicBezTo>
                <a:lnTo>
                  <a:pt x="8923445" y="4011646"/>
                </a:lnTo>
                <a:cubicBezTo>
                  <a:pt x="8928754" y="4010636"/>
                  <a:pt x="8934082" y="4009688"/>
                  <a:pt x="8939658" y="4010107"/>
                </a:cubicBezTo>
                <a:cubicBezTo>
                  <a:pt x="8970841" y="4004550"/>
                  <a:pt x="9002734" y="4001569"/>
                  <a:pt x="9035120" y="4001042"/>
                </a:cubicBezTo>
                <a:close/>
                <a:moveTo>
                  <a:pt x="7382807" y="3999419"/>
                </a:moveTo>
                <a:lnTo>
                  <a:pt x="7399895" y="4001042"/>
                </a:lnTo>
                <a:cubicBezTo>
                  <a:pt x="7432280" y="4001569"/>
                  <a:pt x="7464173" y="4004550"/>
                  <a:pt x="7495356" y="4010107"/>
                </a:cubicBezTo>
                <a:cubicBezTo>
                  <a:pt x="7500932" y="4009688"/>
                  <a:pt x="7506260" y="4010636"/>
                  <a:pt x="7511569" y="4011646"/>
                </a:cubicBezTo>
                <a:lnTo>
                  <a:pt x="7511686" y="4012794"/>
                </a:lnTo>
                <a:cubicBezTo>
                  <a:pt x="7823765" y="4064450"/>
                  <a:pt x="8076994" y="4283539"/>
                  <a:pt x="8170358" y="4572001"/>
                </a:cubicBezTo>
                <a:lnTo>
                  <a:pt x="8032809" y="4572001"/>
                </a:lnTo>
                <a:cubicBezTo>
                  <a:pt x="7949426" y="4357380"/>
                  <a:pt x="7759058" y="4194541"/>
                  <a:pt x="7525056" y="4144250"/>
                </a:cubicBezTo>
                <a:cubicBezTo>
                  <a:pt x="7559550" y="4319650"/>
                  <a:pt x="7661773" y="4471530"/>
                  <a:pt x="7804870" y="4572001"/>
                </a:cubicBezTo>
                <a:lnTo>
                  <a:pt x="7610630" y="4572001"/>
                </a:lnTo>
                <a:cubicBezTo>
                  <a:pt x="7494498" y="4452596"/>
                  <a:pt x="7415935" y="4298519"/>
                  <a:pt x="7391571" y="4127511"/>
                </a:cubicBezTo>
                <a:cubicBezTo>
                  <a:pt x="7391403" y="4127458"/>
                  <a:pt x="7391235" y="4127453"/>
                  <a:pt x="7391065" y="4127448"/>
                </a:cubicBezTo>
                <a:lnTo>
                  <a:pt x="7390527" y="4120772"/>
                </a:lnTo>
                <a:cubicBezTo>
                  <a:pt x="7385468" y="4090522"/>
                  <a:pt x="7383018" y="4059631"/>
                  <a:pt x="7383060" y="4028296"/>
                </a:cubicBezTo>
                <a:cubicBezTo>
                  <a:pt x="7381748" y="4022668"/>
                  <a:pt x="7381689" y="4017001"/>
                  <a:pt x="7381689" y="4011320"/>
                </a:cubicBezTo>
                <a:lnTo>
                  <a:pt x="7382283" y="3999880"/>
                </a:lnTo>
                <a:lnTo>
                  <a:pt x="7382781" y="3999913"/>
                </a:lnTo>
                <a:close/>
                <a:moveTo>
                  <a:pt x="7360056" y="3999419"/>
                </a:moveTo>
                <a:lnTo>
                  <a:pt x="7360082" y="3999913"/>
                </a:lnTo>
                <a:lnTo>
                  <a:pt x="7360580" y="3999880"/>
                </a:lnTo>
                <a:lnTo>
                  <a:pt x="7361174" y="4011320"/>
                </a:lnTo>
                <a:cubicBezTo>
                  <a:pt x="7361174" y="4017001"/>
                  <a:pt x="7361115" y="4022668"/>
                  <a:pt x="7359803" y="4028296"/>
                </a:cubicBezTo>
                <a:cubicBezTo>
                  <a:pt x="7359845" y="4059631"/>
                  <a:pt x="7357395" y="4090522"/>
                  <a:pt x="7352336" y="4120772"/>
                </a:cubicBezTo>
                <a:lnTo>
                  <a:pt x="7351798" y="4127448"/>
                </a:lnTo>
                <a:cubicBezTo>
                  <a:pt x="7351628" y="4127453"/>
                  <a:pt x="7351460" y="4127458"/>
                  <a:pt x="7351292" y="4127511"/>
                </a:cubicBezTo>
                <a:cubicBezTo>
                  <a:pt x="7326927" y="4298519"/>
                  <a:pt x="7248364" y="4452596"/>
                  <a:pt x="7132233" y="4572001"/>
                </a:cubicBezTo>
                <a:lnTo>
                  <a:pt x="6937992" y="4572001"/>
                </a:lnTo>
                <a:cubicBezTo>
                  <a:pt x="7081090" y="4471530"/>
                  <a:pt x="7183313" y="4319650"/>
                  <a:pt x="7217807" y="4144250"/>
                </a:cubicBezTo>
                <a:cubicBezTo>
                  <a:pt x="6983804" y="4194541"/>
                  <a:pt x="6793436" y="4357380"/>
                  <a:pt x="6710053" y="4572001"/>
                </a:cubicBezTo>
                <a:lnTo>
                  <a:pt x="6572505" y="4572001"/>
                </a:lnTo>
                <a:cubicBezTo>
                  <a:pt x="6665868" y="4283539"/>
                  <a:pt x="6919098" y="4064450"/>
                  <a:pt x="7231177" y="4012794"/>
                </a:cubicBezTo>
                <a:lnTo>
                  <a:pt x="7231294" y="4011646"/>
                </a:lnTo>
                <a:cubicBezTo>
                  <a:pt x="7236603" y="4010636"/>
                  <a:pt x="7241931" y="4009688"/>
                  <a:pt x="7247507" y="4010107"/>
                </a:cubicBezTo>
                <a:cubicBezTo>
                  <a:pt x="7278690" y="4004550"/>
                  <a:pt x="7310583" y="4001569"/>
                  <a:pt x="7342968" y="4001042"/>
                </a:cubicBezTo>
                <a:close/>
                <a:moveTo>
                  <a:pt x="5690656" y="3999419"/>
                </a:moveTo>
                <a:lnTo>
                  <a:pt x="5707743" y="4001042"/>
                </a:lnTo>
                <a:cubicBezTo>
                  <a:pt x="5740129" y="4001569"/>
                  <a:pt x="5772021" y="4004550"/>
                  <a:pt x="5803205" y="4010107"/>
                </a:cubicBezTo>
                <a:cubicBezTo>
                  <a:pt x="5808781" y="4009688"/>
                  <a:pt x="5814109" y="4010636"/>
                  <a:pt x="5819417" y="4011646"/>
                </a:cubicBezTo>
                <a:lnTo>
                  <a:pt x="5819534" y="4012794"/>
                </a:lnTo>
                <a:cubicBezTo>
                  <a:pt x="6131614" y="4064450"/>
                  <a:pt x="6384843" y="4283539"/>
                  <a:pt x="6478206" y="4572001"/>
                </a:cubicBezTo>
                <a:lnTo>
                  <a:pt x="6340658" y="4572001"/>
                </a:lnTo>
                <a:cubicBezTo>
                  <a:pt x="6257275" y="4357380"/>
                  <a:pt x="6066907" y="4194541"/>
                  <a:pt x="5832905" y="4144250"/>
                </a:cubicBezTo>
                <a:cubicBezTo>
                  <a:pt x="5867399" y="4319651"/>
                  <a:pt x="5969622" y="4471530"/>
                  <a:pt x="6112719" y="4572001"/>
                </a:cubicBezTo>
                <a:lnTo>
                  <a:pt x="5918478" y="4572001"/>
                </a:lnTo>
                <a:cubicBezTo>
                  <a:pt x="5802347" y="4452596"/>
                  <a:pt x="5723784" y="4298519"/>
                  <a:pt x="5699419" y="4127511"/>
                </a:cubicBezTo>
                <a:cubicBezTo>
                  <a:pt x="5699252" y="4127458"/>
                  <a:pt x="5699083" y="4127453"/>
                  <a:pt x="5698914" y="4127448"/>
                </a:cubicBezTo>
                <a:lnTo>
                  <a:pt x="5698375" y="4120772"/>
                </a:lnTo>
                <a:cubicBezTo>
                  <a:pt x="5693317" y="4090522"/>
                  <a:pt x="5690866" y="4059631"/>
                  <a:pt x="5690908" y="4028296"/>
                </a:cubicBezTo>
                <a:cubicBezTo>
                  <a:pt x="5689596" y="4022668"/>
                  <a:pt x="5689538" y="4017001"/>
                  <a:pt x="5689538" y="4011320"/>
                </a:cubicBezTo>
                <a:lnTo>
                  <a:pt x="5690132" y="3999880"/>
                </a:lnTo>
                <a:lnTo>
                  <a:pt x="5690630" y="3999913"/>
                </a:lnTo>
                <a:close/>
                <a:moveTo>
                  <a:pt x="5667905" y="3999419"/>
                </a:moveTo>
                <a:lnTo>
                  <a:pt x="5667931" y="3999913"/>
                </a:lnTo>
                <a:lnTo>
                  <a:pt x="5668429" y="3999880"/>
                </a:lnTo>
                <a:lnTo>
                  <a:pt x="5669023" y="4011320"/>
                </a:lnTo>
                <a:cubicBezTo>
                  <a:pt x="5669023" y="4017001"/>
                  <a:pt x="5668964" y="4022668"/>
                  <a:pt x="5667652" y="4028296"/>
                </a:cubicBezTo>
                <a:cubicBezTo>
                  <a:pt x="5667694" y="4059631"/>
                  <a:pt x="5665244" y="4090522"/>
                  <a:pt x="5660185" y="4120772"/>
                </a:cubicBezTo>
                <a:lnTo>
                  <a:pt x="5659647" y="4127448"/>
                </a:lnTo>
                <a:cubicBezTo>
                  <a:pt x="5659477" y="4127453"/>
                  <a:pt x="5659309" y="4127458"/>
                  <a:pt x="5659141" y="4127511"/>
                </a:cubicBezTo>
                <a:cubicBezTo>
                  <a:pt x="5634776" y="4298519"/>
                  <a:pt x="5556213" y="4452596"/>
                  <a:pt x="5440082" y="4572001"/>
                </a:cubicBezTo>
                <a:lnTo>
                  <a:pt x="5245841" y="4572001"/>
                </a:lnTo>
                <a:cubicBezTo>
                  <a:pt x="5388939" y="4471530"/>
                  <a:pt x="5491162" y="4319651"/>
                  <a:pt x="5525656" y="4144250"/>
                </a:cubicBezTo>
                <a:cubicBezTo>
                  <a:pt x="5291653" y="4194541"/>
                  <a:pt x="5101285" y="4357380"/>
                  <a:pt x="5017902" y="4572001"/>
                </a:cubicBezTo>
                <a:lnTo>
                  <a:pt x="4880354" y="4572001"/>
                </a:lnTo>
                <a:cubicBezTo>
                  <a:pt x="4973717" y="4283539"/>
                  <a:pt x="5226947" y="4064450"/>
                  <a:pt x="5539026" y="4012794"/>
                </a:cubicBezTo>
                <a:lnTo>
                  <a:pt x="5539143" y="4011646"/>
                </a:lnTo>
                <a:cubicBezTo>
                  <a:pt x="5544452" y="4010636"/>
                  <a:pt x="5549780" y="4009688"/>
                  <a:pt x="5555356" y="4010107"/>
                </a:cubicBezTo>
                <a:cubicBezTo>
                  <a:pt x="5586539" y="4004550"/>
                  <a:pt x="5618432" y="4001569"/>
                  <a:pt x="5650817" y="4001042"/>
                </a:cubicBezTo>
                <a:close/>
                <a:moveTo>
                  <a:pt x="3998505" y="3999419"/>
                </a:moveTo>
                <a:lnTo>
                  <a:pt x="4015592" y="4001042"/>
                </a:lnTo>
                <a:cubicBezTo>
                  <a:pt x="4047978" y="4001569"/>
                  <a:pt x="4079870" y="4004550"/>
                  <a:pt x="4111054" y="4010107"/>
                </a:cubicBezTo>
                <a:cubicBezTo>
                  <a:pt x="4116630" y="4009688"/>
                  <a:pt x="4121958" y="4010636"/>
                  <a:pt x="4127266" y="4011646"/>
                </a:cubicBezTo>
                <a:lnTo>
                  <a:pt x="4127384" y="4012794"/>
                </a:lnTo>
                <a:cubicBezTo>
                  <a:pt x="4439463" y="4064450"/>
                  <a:pt x="4692692" y="4283539"/>
                  <a:pt x="4786055" y="4572001"/>
                </a:cubicBezTo>
                <a:lnTo>
                  <a:pt x="4648508" y="4572001"/>
                </a:lnTo>
                <a:cubicBezTo>
                  <a:pt x="4565124" y="4357380"/>
                  <a:pt x="4374756" y="4194541"/>
                  <a:pt x="4140754" y="4144250"/>
                </a:cubicBezTo>
                <a:cubicBezTo>
                  <a:pt x="4175248" y="4319650"/>
                  <a:pt x="4277471" y="4471530"/>
                  <a:pt x="4420568" y="4572001"/>
                </a:cubicBezTo>
                <a:lnTo>
                  <a:pt x="4226327" y="4572001"/>
                </a:lnTo>
                <a:cubicBezTo>
                  <a:pt x="4110196" y="4452596"/>
                  <a:pt x="4031633" y="4298519"/>
                  <a:pt x="4007268" y="4127511"/>
                </a:cubicBezTo>
                <a:cubicBezTo>
                  <a:pt x="4007101" y="4127458"/>
                  <a:pt x="4006932" y="4127453"/>
                  <a:pt x="4006763" y="4127448"/>
                </a:cubicBezTo>
                <a:lnTo>
                  <a:pt x="4006225" y="4120772"/>
                </a:lnTo>
                <a:cubicBezTo>
                  <a:pt x="4001166" y="4090522"/>
                  <a:pt x="3998715" y="4059631"/>
                  <a:pt x="3998757" y="4028296"/>
                </a:cubicBezTo>
                <a:cubicBezTo>
                  <a:pt x="3997445" y="4022668"/>
                  <a:pt x="3997387" y="4017001"/>
                  <a:pt x="3997387" y="4011320"/>
                </a:cubicBezTo>
                <a:lnTo>
                  <a:pt x="3997981" y="3999880"/>
                </a:lnTo>
                <a:lnTo>
                  <a:pt x="3998479" y="3999913"/>
                </a:lnTo>
                <a:close/>
                <a:moveTo>
                  <a:pt x="3975754" y="3999419"/>
                </a:moveTo>
                <a:lnTo>
                  <a:pt x="3975780" y="3999913"/>
                </a:lnTo>
                <a:lnTo>
                  <a:pt x="3976278" y="3999880"/>
                </a:lnTo>
                <a:lnTo>
                  <a:pt x="3976872" y="4011320"/>
                </a:lnTo>
                <a:cubicBezTo>
                  <a:pt x="3976872" y="4017001"/>
                  <a:pt x="3976813" y="4022668"/>
                  <a:pt x="3975501" y="4028296"/>
                </a:cubicBezTo>
                <a:cubicBezTo>
                  <a:pt x="3975543" y="4059631"/>
                  <a:pt x="3973093" y="4090522"/>
                  <a:pt x="3968034" y="4120772"/>
                </a:cubicBezTo>
                <a:lnTo>
                  <a:pt x="3967496" y="4127448"/>
                </a:lnTo>
                <a:cubicBezTo>
                  <a:pt x="3967326" y="4127453"/>
                  <a:pt x="3967158" y="4127458"/>
                  <a:pt x="3966990" y="4127511"/>
                </a:cubicBezTo>
                <a:cubicBezTo>
                  <a:pt x="3942625" y="4298519"/>
                  <a:pt x="3864063" y="4452596"/>
                  <a:pt x="3747931" y="4572001"/>
                </a:cubicBezTo>
                <a:lnTo>
                  <a:pt x="3553690" y="4572001"/>
                </a:lnTo>
                <a:cubicBezTo>
                  <a:pt x="3696788" y="4471530"/>
                  <a:pt x="3799011" y="4319651"/>
                  <a:pt x="3833505" y="4144250"/>
                </a:cubicBezTo>
                <a:cubicBezTo>
                  <a:pt x="3599503" y="4194541"/>
                  <a:pt x="3409134" y="4357380"/>
                  <a:pt x="3325751" y="4572001"/>
                </a:cubicBezTo>
                <a:lnTo>
                  <a:pt x="3188203" y="4572001"/>
                </a:lnTo>
                <a:cubicBezTo>
                  <a:pt x="3281566" y="4283539"/>
                  <a:pt x="3534796" y="4064450"/>
                  <a:pt x="3846875" y="4012794"/>
                </a:cubicBezTo>
                <a:lnTo>
                  <a:pt x="3846992" y="4011646"/>
                </a:lnTo>
                <a:cubicBezTo>
                  <a:pt x="3852301" y="4010636"/>
                  <a:pt x="3857629" y="4009688"/>
                  <a:pt x="3863205" y="4010107"/>
                </a:cubicBezTo>
                <a:cubicBezTo>
                  <a:pt x="3894388" y="4004550"/>
                  <a:pt x="3926281" y="4001569"/>
                  <a:pt x="3958666" y="4001042"/>
                </a:cubicBezTo>
                <a:close/>
                <a:moveTo>
                  <a:pt x="2306354" y="3999419"/>
                </a:moveTo>
                <a:lnTo>
                  <a:pt x="2323441" y="4001042"/>
                </a:lnTo>
                <a:cubicBezTo>
                  <a:pt x="2355827" y="4001569"/>
                  <a:pt x="2387719" y="4004550"/>
                  <a:pt x="2418903" y="4010107"/>
                </a:cubicBezTo>
                <a:cubicBezTo>
                  <a:pt x="2424479" y="4009688"/>
                  <a:pt x="2429807" y="4010636"/>
                  <a:pt x="2435115" y="4011646"/>
                </a:cubicBezTo>
                <a:lnTo>
                  <a:pt x="2435233" y="4012794"/>
                </a:lnTo>
                <a:cubicBezTo>
                  <a:pt x="2747312" y="4064450"/>
                  <a:pt x="3000542" y="4283539"/>
                  <a:pt x="3093904" y="4572001"/>
                </a:cubicBezTo>
                <a:lnTo>
                  <a:pt x="2956357" y="4572001"/>
                </a:lnTo>
                <a:cubicBezTo>
                  <a:pt x="2872974" y="4357380"/>
                  <a:pt x="2682605" y="4194541"/>
                  <a:pt x="2448603" y="4144250"/>
                </a:cubicBezTo>
                <a:cubicBezTo>
                  <a:pt x="2483097" y="4319651"/>
                  <a:pt x="2585320" y="4471530"/>
                  <a:pt x="2728418" y="4572001"/>
                </a:cubicBezTo>
                <a:lnTo>
                  <a:pt x="2534177" y="4572001"/>
                </a:lnTo>
                <a:cubicBezTo>
                  <a:pt x="2418045" y="4452596"/>
                  <a:pt x="2339482" y="4298519"/>
                  <a:pt x="2315117" y="4127511"/>
                </a:cubicBezTo>
                <a:cubicBezTo>
                  <a:pt x="2314950" y="4127458"/>
                  <a:pt x="2314781" y="4127453"/>
                  <a:pt x="2314612" y="4127448"/>
                </a:cubicBezTo>
                <a:lnTo>
                  <a:pt x="2314074" y="4120772"/>
                </a:lnTo>
                <a:cubicBezTo>
                  <a:pt x="2309015" y="4090522"/>
                  <a:pt x="2306564" y="4059631"/>
                  <a:pt x="2306606" y="4028296"/>
                </a:cubicBezTo>
                <a:cubicBezTo>
                  <a:pt x="2305294" y="4022668"/>
                  <a:pt x="2305236" y="4017001"/>
                  <a:pt x="2305236" y="4011320"/>
                </a:cubicBezTo>
                <a:lnTo>
                  <a:pt x="2305830" y="3999880"/>
                </a:lnTo>
                <a:lnTo>
                  <a:pt x="2306328" y="3999913"/>
                </a:lnTo>
                <a:close/>
                <a:moveTo>
                  <a:pt x="2283603" y="3999419"/>
                </a:moveTo>
                <a:lnTo>
                  <a:pt x="2283629" y="3999913"/>
                </a:lnTo>
                <a:lnTo>
                  <a:pt x="2284127" y="3999880"/>
                </a:lnTo>
                <a:lnTo>
                  <a:pt x="2284721" y="4011320"/>
                </a:lnTo>
                <a:cubicBezTo>
                  <a:pt x="2284721" y="4017001"/>
                  <a:pt x="2284662" y="4022668"/>
                  <a:pt x="2283350" y="4028296"/>
                </a:cubicBezTo>
                <a:cubicBezTo>
                  <a:pt x="2283392" y="4059631"/>
                  <a:pt x="2280942" y="4090522"/>
                  <a:pt x="2275883" y="4120772"/>
                </a:cubicBezTo>
                <a:lnTo>
                  <a:pt x="2275345" y="4127448"/>
                </a:lnTo>
                <a:cubicBezTo>
                  <a:pt x="2275175" y="4127453"/>
                  <a:pt x="2275007" y="4127458"/>
                  <a:pt x="2274839" y="4127511"/>
                </a:cubicBezTo>
                <a:cubicBezTo>
                  <a:pt x="2250474" y="4298519"/>
                  <a:pt x="2171912" y="4452596"/>
                  <a:pt x="2055780" y="4572001"/>
                </a:cubicBezTo>
                <a:lnTo>
                  <a:pt x="1861539" y="4572001"/>
                </a:lnTo>
                <a:cubicBezTo>
                  <a:pt x="2004637" y="4471530"/>
                  <a:pt x="2106860" y="4319650"/>
                  <a:pt x="2141354" y="4144250"/>
                </a:cubicBezTo>
                <a:cubicBezTo>
                  <a:pt x="1907352" y="4194541"/>
                  <a:pt x="1716983" y="4357380"/>
                  <a:pt x="1633600" y="4572001"/>
                </a:cubicBezTo>
                <a:lnTo>
                  <a:pt x="1496052" y="4572001"/>
                </a:lnTo>
                <a:cubicBezTo>
                  <a:pt x="1589416" y="4283539"/>
                  <a:pt x="1842645" y="4064450"/>
                  <a:pt x="2154724" y="4012794"/>
                </a:cubicBezTo>
                <a:lnTo>
                  <a:pt x="2154841" y="4011646"/>
                </a:lnTo>
                <a:cubicBezTo>
                  <a:pt x="2160150" y="4010636"/>
                  <a:pt x="2165478" y="4009688"/>
                  <a:pt x="2171054" y="4010107"/>
                </a:cubicBezTo>
                <a:cubicBezTo>
                  <a:pt x="2202237" y="4004550"/>
                  <a:pt x="2234130" y="4001569"/>
                  <a:pt x="2266515" y="4001042"/>
                </a:cubicBezTo>
                <a:close/>
                <a:moveTo>
                  <a:pt x="614203" y="3999419"/>
                </a:moveTo>
                <a:lnTo>
                  <a:pt x="631290" y="4001042"/>
                </a:lnTo>
                <a:cubicBezTo>
                  <a:pt x="663676" y="4001569"/>
                  <a:pt x="695568" y="4004550"/>
                  <a:pt x="726752" y="4010107"/>
                </a:cubicBezTo>
                <a:cubicBezTo>
                  <a:pt x="732328" y="4009688"/>
                  <a:pt x="737656" y="4010636"/>
                  <a:pt x="742964" y="4011646"/>
                </a:cubicBezTo>
                <a:lnTo>
                  <a:pt x="743081" y="4012794"/>
                </a:lnTo>
                <a:cubicBezTo>
                  <a:pt x="1055161" y="4064450"/>
                  <a:pt x="1308390" y="4283539"/>
                  <a:pt x="1401754" y="4572001"/>
                </a:cubicBezTo>
                <a:lnTo>
                  <a:pt x="1264205" y="4572001"/>
                </a:lnTo>
                <a:cubicBezTo>
                  <a:pt x="1180823" y="4357380"/>
                  <a:pt x="990454" y="4194541"/>
                  <a:pt x="756452" y="4144250"/>
                </a:cubicBezTo>
                <a:cubicBezTo>
                  <a:pt x="790946" y="4319651"/>
                  <a:pt x="893169" y="4471530"/>
                  <a:pt x="1036266" y="4572001"/>
                </a:cubicBezTo>
                <a:lnTo>
                  <a:pt x="842026" y="4572001"/>
                </a:lnTo>
                <a:cubicBezTo>
                  <a:pt x="725894" y="4452596"/>
                  <a:pt x="647331" y="4298519"/>
                  <a:pt x="622966" y="4127511"/>
                </a:cubicBezTo>
                <a:cubicBezTo>
                  <a:pt x="622799" y="4127458"/>
                  <a:pt x="622630" y="4127453"/>
                  <a:pt x="622461" y="4127448"/>
                </a:cubicBezTo>
                <a:lnTo>
                  <a:pt x="621923" y="4120772"/>
                </a:lnTo>
                <a:cubicBezTo>
                  <a:pt x="616864" y="4090522"/>
                  <a:pt x="614413" y="4059631"/>
                  <a:pt x="614455" y="4028296"/>
                </a:cubicBezTo>
                <a:cubicBezTo>
                  <a:pt x="613143" y="4022668"/>
                  <a:pt x="613085" y="4017001"/>
                  <a:pt x="613085" y="4011320"/>
                </a:cubicBezTo>
                <a:lnTo>
                  <a:pt x="613679" y="3999880"/>
                </a:lnTo>
                <a:lnTo>
                  <a:pt x="614177" y="3999913"/>
                </a:lnTo>
                <a:close/>
                <a:moveTo>
                  <a:pt x="591452" y="3999419"/>
                </a:moveTo>
                <a:lnTo>
                  <a:pt x="591478" y="3999913"/>
                </a:lnTo>
                <a:lnTo>
                  <a:pt x="591976" y="3999880"/>
                </a:lnTo>
                <a:lnTo>
                  <a:pt x="592570" y="4011320"/>
                </a:lnTo>
                <a:cubicBezTo>
                  <a:pt x="592570" y="4017001"/>
                  <a:pt x="592511" y="4022668"/>
                  <a:pt x="591199" y="4028296"/>
                </a:cubicBezTo>
                <a:cubicBezTo>
                  <a:pt x="591242" y="4059631"/>
                  <a:pt x="588791" y="4090522"/>
                  <a:pt x="583732" y="4120772"/>
                </a:cubicBezTo>
                <a:lnTo>
                  <a:pt x="583194" y="4127448"/>
                </a:lnTo>
                <a:cubicBezTo>
                  <a:pt x="583024" y="4127453"/>
                  <a:pt x="582856" y="4127458"/>
                  <a:pt x="582689" y="4127511"/>
                </a:cubicBezTo>
                <a:cubicBezTo>
                  <a:pt x="558275" y="4298863"/>
                  <a:pt x="479445" y="4453216"/>
                  <a:pt x="362360" y="4572001"/>
                </a:cubicBezTo>
                <a:lnTo>
                  <a:pt x="169811" y="4572001"/>
                </a:lnTo>
                <a:cubicBezTo>
                  <a:pt x="312603" y="4471357"/>
                  <a:pt x="414729" y="4319551"/>
                  <a:pt x="449203" y="4144250"/>
                </a:cubicBezTo>
                <a:cubicBezTo>
                  <a:pt x="258971" y="4185134"/>
                  <a:pt x="97576" y="4300399"/>
                  <a:pt x="0" y="4458139"/>
                </a:cubicBezTo>
                <a:lnTo>
                  <a:pt x="0" y="4251345"/>
                </a:lnTo>
                <a:cubicBezTo>
                  <a:pt x="121484" y="4128438"/>
                  <a:pt x="282199" y="4042650"/>
                  <a:pt x="462573" y="4012794"/>
                </a:cubicBezTo>
                <a:lnTo>
                  <a:pt x="462690" y="4011646"/>
                </a:lnTo>
                <a:cubicBezTo>
                  <a:pt x="467999" y="4010636"/>
                  <a:pt x="473327" y="4009688"/>
                  <a:pt x="478903" y="4010107"/>
                </a:cubicBezTo>
                <a:cubicBezTo>
                  <a:pt x="510086" y="4004550"/>
                  <a:pt x="541979" y="4001569"/>
                  <a:pt x="574365" y="4001042"/>
                </a:cubicBezTo>
                <a:close/>
                <a:moveTo>
                  <a:pt x="11452667" y="3304913"/>
                </a:moveTo>
                <a:cubicBezTo>
                  <a:pt x="11177477" y="3363591"/>
                  <a:pt x="10962633" y="3576701"/>
                  <a:pt x="10909358" y="3845480"/>
                </a:cubicBezTo>
                <a:cubicBezTo>
                  <a:pt x="11184548" y="3786801"/>
                  <a:pt x="11399391" y="3573691"/>
                  <a:pt x="11452667" y="3304913"/>
                </a:cubicBezTo>
                <a:close/>
                <a:moveTo>
                  <a:pt x="10058800" y="3304913"/>
                </a:moveTo>
                <a:cubicBezTo>
                  <a:pt x="10112076" y="3573691"/>
                  <a:pt x="10326919" y="3786801"/>
                  <a:pt x="10602109" y="3845480"/>
                </a:cubicBezTo>
                <a:cubicBezTo>
                  <a:pt x="10548834" y="3576701"/>
                  <a:pt x="10333990" y="3363591"/>
                  <a:pt x="10058800" y="3304913"/>
                </a:cubicBezTo>
                <a:close/>
                <a:moveTo>
                  <a:pt x="9760514" y="3304913"/>
                </a:moveTo>
                <a:cubicBezTo>
                  <a:pt x="9485324" y="3363591"/>
                  <a:pt x="9270480" y="3576701"/>
                  <a:pt x="9217205" y="3845480"/>
                </a:cubicBezTo>
                <a:cubicBezTo>
                  <a:pt x="9492395" y="3786801"/>
                  <a:pt x="9707238" y="3573691"/>
                  <a:pt x="9760514" y="3304913"/>
                </a:cubicBezTo>
                <a:close/>
                <a:moveTo>
                  <a:pt x="8366649" y="3304913"/>
                </a:moveTo>
                <a:cubicBezTo>
                  <a:pt x="8419925" y="3573691"/>
                  <a:pt x="8634768" y="3786801"/>
                  <a:pt x="8909958" y="3845480"/>
                </a:cubicBezTo>
                <a:cubicBezTo>
                  <a:pt x="8856683" y="3576701"/>
                  <a:pt x="8641839" y="3363591"/>
                  <a:pt x="8366649" y="3304913"/>
                </a:cubicBezTo>
                <a:close/>
                <a:moveTo>
                  <a:pt x="8068363" y="3304913"/>
                </a:moveTo>
                <a:cubicBezTo>
                  <a:pt x="7793173" y="3363591"/>
                  <a:pt x="7578329" y="3576701"/>
                  <a:pt x="7525054" y="3845480"/>
                </a:cubicBezTo>
                <a:cubicBezTo>
                  <a:pt x="7800244" y="3786801"/>
                  <a:pt x="8015087" y="3573691"/>
                  <a:pt x="8068363" y="3304913"/>
                </a:cubicBezTo>
                <a:close/>
                <a:moveTo>
                  <a:pt x="6674498" y="3304913"/>
                </a:moveTo>
                <a:cubicBezTo>
                  <a:pt x="6727774" y="3573691"/>
                  <a:pt x="6942617" y="3786801"/>
                  <a:pt x="7217807" y="3845480"/>
                </a:cubicBezTo>
                <a:cubicBezTo>
                  <a:pt x="7164532" y="3576701"/>
                  <a:pt x="6949688" y="3363591"/>
                  <a:pt x="6674498" y="3304913"/>
                </a:cubicBezTo>
                <a:close/>
                <a:moveTo>
                  <a:pt x="6376212" y="3304913"/>
                </a:moveTo>
                <a:cubicBezTo>
                  <a:pt x="6101022" y="3363591"/>
                  <a:pt x="5886178" y="3576701"/>
                  <a:pt x="5832903" y="3845480"/>
                </a:cubicBezTo>
                <a:cubicBezTo>
                  <a:pt x="6108093" y="3786801"/>
                  <a:pt x="6322936" y="3573691"/>
                  <a:pt x="6376212" y="3304913"/>
                </a:cubicBezTo>
                <a:close/>
                <a:moveTo>
                  <a:pt x="4982347" y="3304913"/>
                </a:moveTo>
                <a:cubicBezTo>
                  <a:pt x="5035623" y="3573691"/>
                  <a:pt x="5250466" y="3786801"/>
                  <a:pt x="5525656" y="3845480"/>
                </a:cubicBezTo>
                <a:cubicBezTo>
                  <a:pt x="5472381" y="3576701"/>
                  <a:pt x="5257537" y="3363591"/>
                  <a:pt x="4982347" y="3304913"/>
                </a:cubicBezTo>
                <a:close/>
                <a:moveTo>
                  <a:pt x="4684061" y="3304913"/>
                </a:moveTo>
                <a:cubicBezTo>
                  <a:pt x="4408871" y="3363591"/>
                  <a:pt x="4194027" y="3576701"/>
                  <a:pt x="4140752" y="3845480"/>
                </a:cubicBezTo>
                <a:cubicBezTo>
                  <a:pt x="4415942" y="3786801"/>
                  <a:pt x="4630785" y="3573691"/>
                  <a:pt x="4684061" y="3304913"/>
                </a:cubicBezTo>
                <a:close/>
                <a:moveTo>
                  <a:pt x="3290196" y="3304913"/>
                </a:moveTo>
                <a:cubicBezTo>
                  <a:pt x="3343472" y="3573691"/>
                  <a:pt x="3558315" y="3786801"/>
                  <a:pt x="3833505" y="3845480"/>
                </a:cubicBezTo>
                <a:cubicBezTo>
                  <a:pt x="3780230" y="3576701"/>
                  <a:pt x="3565386" y="3363591"/>
                  <a:pt x="3290196" y="3304913"/>
                </a:cubicBezTo>
                <a:close/>
                <a:moveTo>
                  <a:pt x="2991910" y="3304913"/>
                </a:moveTo>
                <a:cubicBezTo>
                  <a:pt x="2716720" y="3363591"/>
                  <a:pt x="2501876" y="3576701"/>
                  <a:pt x="2448601" y="3845480"/>
                </a:cubicBezTo>
                <a:cubicBezTo>
                  <a:pt x="2723791" y="3786801"/>
                  <a:pt x="2938634" y="3573691"/>
                  <a:pt x="2991910" y="3304913"/>
                </a:cubicBezTo>
                <a:close/>
                <a:moveTo>
                  <a:pt x="1598045" y="3304913"/>
                </a:moveTo>
                <a:cubicBezTo>
                  <a:pt x="1651321" y="3573691"/>
                  <a:pt x="1866164" y="3786801"/>
                  <a:pt x="2141354" y="3845480"/>
                </a:cubicBezTo>
                <a:cubicBezTo>
                  <a:pt x="2088079" y="3576701"/>
                  <a:pt x="1873235" y="3363591"/>
                  <a:pt x="1598045" y="3304913"/>
                </a:cubicBezTo>
                <a:close/>
                <a:moveTo>
                  <a:pt x="1299759" y="3304913"/>
                </a:moveTo>
                <a:cubicBezTo>
                  <a:pt x="1024569" y="3363591"/>
                  <a:pt x="809725" y="3576701"/>
                  <a:pt x="756450" y="3845480"/>
                </a:cubicBezTo>
                <a:cubicBezTo>
                  <a:pt x="1031640" y="3786801"/>
                  <a:pt x="1246483" y="3573691"/>
                  <a:pt x="1299759" y="3304913"/>
                </a:cubicBezTo>
                <a:close/>
                <a:moveTo>
                  <a:pt x="0" y="3200906"/>
                </a:moveTo>
                <a:cubicBezTo>
                  <a:pt x="306658" y="3291386"/>
                  <a:pt x="537576" y="3547942"/>
                  <a:pt x="582690" y="3862087"/>
                </a:cubicBezTo>
                <a:cubicBezTo>
                  <a:pt x="582857" y="3862140"/>
                  <a:pt x="583026" y="3862145"/>
                  <a:pt x="583195" y="3862150"/>
                </a:cubicBezTo>
                <a:lnTo>
                  <a:pt x="583735" y="3868787"/>
                </a:lnTo>
                <a:cubicBezTo>
                  <a:pt x="588792" y="3898794"/>
                  <a:pt x="591242" y="3929436"/>
                  <a:pt x="591199" y="3960518"/>
                </a:cubicBezTo>
                <a:cubicBezTo>
                  <a:pt x="592511" y="3966104"/>
                  <a:pt x="592570" y="3971728"/>
                  <a:pt x="592570" y="3977366"/>
                </a:cubicBezTo>
                <a:cubicBezTo>
                  <a:pt x="592570" y="3981158"/>
                  <a:pt x="592543" y="3984944"/>
                  <a:pt x="591977" y="3988716"/>
                </a:cubicBezTo>
                <a:lnTo>
                  <a:pt x="591478" y="3988683"/>
                </a:lnTo>
                <a:lnTo>
                  <a:pt x="591452" y="3989174"/>
                </a:lnTo>
                <a:lnTo>
                  <a:pt x="574334" y="3987561"/>
                </a:lnTo>
                <a:cubicBezTo>
                  <a:pt x="541959" y="3987038"/>
                  <a:pt x="510079" y="3984080"/>
                  <a:pt x="478907" y="3978570"/>
                </a:cubicBezTo>
                <a:cubicBezTo>
                  <a:pt x="473330" y="3978986"/>
                  <a:pt x="468001" y="3978045"/>
                  <a:pt x="462690" y="3977042"/>
                </a:cubicBezTo>
                <a:lnTo>
                  <a:pt x="462574" y="3975903"/>
                </a:lnTo>
                <a:cubicBezTo>
                  <a:pt x="282200" y="3946281"/>
                  <a:pt x="121485" y="3861168"/>
                  <a:pt x="0" y="3739225"/>
                </a:cubicBezTo>
                <a:lnTo>
                  <a:pt x="0" y="3534056"/>
                </a:lnTo>
                <a:cubicBezTo>
                  <a:pt x="97584" y="3690562"/>
                  <a:pt x="258975" y="3804918"/>
                  <a:pt x="449203" y="3845480"/>
                </a:cubicBezTo>
                <a:cubicBezTo>
                  <a:pt x="402182" y="3608252"/>
                  <a:pt x="229297" y="3414390"/>
                  <a:pt x="0" y="3332205"/>
                </a:cubicBezTo>
                <a:close/>
                <a:moveTo>
                  <a:pt x="11608704" y="3161219"/>
                </a:moveTo>
                <a:lnTo>
                  <a:pt x="11625791" y="3162829"/>
                </a:lnTo>
                <a:cubicBezTo>
                  <a:pt x="11658177" y="3163352"/>
                  <a:pt x="11690070" y="3166310"/>
                  <a:pt x="11721253" y="3171823"/>
                </a:cubicBezTo>
                <a:cubicBezTo>
                  <a:pt x="11726829" y="3171407"/>
                  <a:pt x="11732157" y="3172348"/>
                  <a:pt x="11737466" y="3173350"/>
                </a:cubicBezTo>
                <a:lnTo>
                  <a:pt x="11737583" y="3174489"/>
                </a:lnTo>
                <a:cubicBezTo>
                  <a:pt x="11914088" y="3203476"/>
                  <a:pt x="12071767" y="3285599"/>
                  <a:pt x="12192000" y="3403667"/>
                </a:cubicBezTo>
                <a:lnTo>
                  <a:pt x="12192000" y="3603658"/>
                </a:lnTo>
                <a:cubicBezTo>
                  <a:pt x="12093732" y="3453636"/>
                  <a:pt x="11935983" y="3344367"/>
                  <a:pt x="11750953" y="3304913"/>
                </a:cubicBezTo>
                <a:cubicBezTo>
                  <a:pt x="11797422" y="3539349"/>
                  <a:pt x="11966808" y="3731433"/>
                  <a:pt x="12192000" y="3815480"/>
                </a:cubicBezTo>
                <a:lnTo>
                  <a:pt x="12192000" y="3947482"/>
                </a:lnTo>
                <a:cubicBezTo>
                  <a:pt x="11889465" y="3854506"/>
                  <a:pt x="11662185" y="3599697"/>
                  <a:pt x="11617468" y="3288305"/>
                </a:cubicBezTo>
                <a:cubicBezTo>
                  <a:pt x="11617300" y="3288253"/>
                  <a:pt x="11617132" y="3288248"/>
                  <a:pt x="11616962" y="3288243"/>
                </a:cubicBezTo>
                <a:lnTo>
                  <a:pt x="11616424" y="3281619"/>
                </a:lnTo>
                <a:cubicBezTo>
                  <a:pt x="11611365" y="3251607"/>
                  <a:pt x="11608914" y="3220958"/>
                  <a:pt x="11608957" y="3189869"/>
                </a:cubicBezTo>
                <a:cubicBezTo>
                  <a:pt x="11607645" y="3184286"/>
                  <a:pt x="11607586" y="3178663"/>
                  <a:pt x="11607586" y="3173027"/>
                </a:cubicBezTo>
                <a:lnTo>
                  <a:pt x="11608180" y="3161677"/>
                </a:lnTo>
                <a:lnTo>
                  <a:pt x="11608678" y="3161709"/>
                </a:lnTo>
                <a:close/>
                <a:moveTo>
                  <a:pt x="11594916" y="3161219"/>
                </a:moveTo>
                <a:lnTo>
                  <a:pt x="11594942" y="3161709"/>
                </a:lnTo>
                <a:lnTo>
                  <a:pt x="11595440" y="3161677"/>
                </a:lnTo>
                <a:lnTo>
                  <a:pt x="11596034" y="3173027"/>
                </a:lnTo>
                <a:cubicBezTo>
                  <a:pt x="11596034" y="3178663"/>
                  <a:pt x="11595975" y="3184286"/>
                  <a:pt x="11594663" y="3189869"/>
                </a:cubicBezTo>
                <a:cubicBezTo>
                  <a:pt x="11594706" y="3220958"/>
                  <a:pt x="11592255" y="3251607"/>
                  <a:pt x="11587196" y="3281619"/>
                </a:cubicBezTo>
                <a:lnTo>
                  <a:pt x="11586658" y="3288243"/>
                </a:lnTo>
                <a:cubicBezTo>
                  <a:pt x="11586488" y="3288248"/>
                  <a:pt x="11586320" y="3288253"/>
                  <a:pt x="11586152" y="3288305"/>
                </a:cubicBezTo>
                <a:cubicBezTo>
                  <a:pt x="11535877" y="3638399"/>
                  <a:pt x="11254838" y="3916971"/>
                  <a:pt x="10895987" y="3975903"/>
                </a:cubicBezTo>
                <a:lnTo>
                  <a:pt x="10895871" y="3977042"/>
                </a:lnTo>
                <a:cubicBezTo>
                  <a:pt x="10890560" y="3978045"/>
                  <a:pt x="10885231" y="3978986"/>
                  <a:pt x="10879654" y="3978570"/>
                </a:cubicBezTo>
                <a:cubicBezTo>
                  <a:pt x="10848482" y="3984080"/>
                  <a:pt x="10816602" y="3987038"/>
                  <a:pt x="10784227" y="3987561"/>
                </a:cubicBezTo>
                <a:lnTo>
                  <a:pt x="10767109" y="3989174"/>
                </a:lnTo>
                <a:lnTo>
                  <a:pt x="10767083" y="3988683"/>
                </a:lnTo>
                <a:lnTo>
                  <a:pt x="10766584" y="3988716"/>
                </a:lnTo>
                <a:cubicBezTo>
                  <a:pt x="10766018" y="3984944"/>
                  <a:pt x="10765991" y="3981158"/>
                  <a:pt x="10765991" y="3977366"/>
                </a:cubicBezTo>
                <a:cubicBezTo>
                  <a:pt x="10765991" y="3971728"/>
                  <a:pt x="10766050" y="3966104"/>
                  <a:pt x="10767362" y="3960518"/>
                </a:cubicBezTo>
                <a:cubicBezTo>
                  <a:pt x="10767319" y="3929436"/>
                  <a:pt x="10769769" y="3898794"/>
                  <a:pt x="10774826" y="3868787"/>
                </a:cubicBezTo>
                <a:lnTo>
                  <a:pt x="10775366" y="3862150"/>
                </a:lnTo>
                <a:cubicBezTo>
                  <a:pt x="10775535" y="3862145"/>
                  <a:pt x="10775704" y="3862140"/>
                  <a:pt x="10775872" y="3862087"/>
                </a:cubicBezTo>
                <a:cubicBezTo>
                  <a:pt x="10826148" y="3511992"/>
                  <a:pt x="11107187" y="3233421"/>
                  <a:pt x="11466037" y="3174489"/>
                </a:cubicBezTo>
                <a:lnTo>
                  <a:pt x="11466154" y="3173350"/>
                </a:lnTo>
                <a:cubicBezTo>
                  <a:pt x="11471463" y="3172348"/>
                  <a:pt x="11476791" y="3171407"/>
                  <a:pt x="11482367" y="3171823"/>
                </a:cubicBezTo>
                <a:cubicBezTo>
                  <a:pt x="11513550" y="3166310"/>
                  <a:pt x="11545443" y="3163352"/>
                  <a:pt x="11577829" y="3162829"/>
                </a:cubicBezTo>
                <a:close/>
                <a:moveTo>
                  <a:pt x="9916551" y="3161219"/>
                </a:moveTo>
                <a:lnTo>
                  <a:pt x="9933638" y="3162829"/>
                </a:lnTo>
                <a:cubicBezTo>
                  <a:pt x="9966024" y="3163352"/>
                  <a:pt x="9997917" y="3166310"/>
                  <a:pt x="10029100" y="3171823"/>
                </a:cubicBezTo>
                <a:cubicBezTo>
                  <a:pt x="10034676" y="3171407"/>
                  <a:pt x="10040004" y="3172348"/>
                  <a:pt x="10045313" y="3173350"/>
                </a:cubicBezTo>
                <a:lnTo>
                  <a:pt x="10045430" y="3174489"/>
                </a:lnTo>
                <a:cubicBezTo>
                  <a:pt x="10404280" y="3233421"/>
                  <a:pt x="10685319" y="3511992"/>
                  <a:pt x="10735596" y="3862087"/>
                </a:cubicBezTo>
                <a:cubicBezTo>
                  <a:pt x="10735763" y="3862140"/>
                  <a:pt x="10735932" y="3862145"/>
                  <a:pt x="10736101" y="3862150"/>
                </a:cubicBezTo>
                <a:lnTo>
                  <a:pt x="10736641" y="3868787"/>
                </a:lnTo>
                <a:cubicBezTo>
                  <a:pt x="10741698" y="3898794"/>
                  <a:pt x="10744148" y="3929436"/>
                  <a:pt x="10744105" y="3960518"/>
                </a:cubicBezTo>
                <a:cubicBezTo>
                  <a:pt x="10745417" y="3966104"/>
                  <a:pt x="10745476" y="3971728"/>
                  <a:pt x="10745476" y="3977366"/>
                </a:cubicBezTo>
                <a:cubicBezTo>
                  <a:pt x="10745476" y="3981158"/>
                  <a:pt x="10745449" y="3984944"/>
                  <a:pt x="10744883" y="3988716"/>
                </a:cubicBezTo>
                <a:lnTo>
                  <a:pt x="10744384" y="3988683"/>
                </a:lnTo>
                <a:lnTo>
                  <a:pt x="10744358" y="3989174"/>
                </a:lnTo>
                <a:lnTo>
                  <a:pt x="10727240" y="3987561"/>
                </a:lnTo>
                <a:cubicBezTo>
                  <a:pt x="10694865" y="3987038"/>
                  <a:pt x="10662985" y="3984080"/>
                  <a:pt x="10631813" y="3978570"/>
                </a:cubicBezTo>
                <a:cubicBezTo>
                  <a:pt x="10626236" y="3978986"/>
                  <a:pt x="10620907" y="3978045"/>
                  <a:pt x="10615596" y="3977042"/>
                </a:cubicBezTo>
                <a:lnTo>
                  <a:pt x="10615480" y="3975903"/>
                </a:lnTo>
                <a:cubicBezTo>
                  <a:pt x="10256629" y="3916971"/>
                  <a:pt x="9975590" y="3638399"/>
                  <a:pt x="9925315" y="3288305"/>
                </a:cubicBezTo>
                <a:cubicBezTo>
                  <a:pt x="9925147" y="3288253"/>
                  <a:pt x="9924979" y="3288248"/>
                  <a:pt x="9924809" y="3288243"/>
                </a:cubicBezTo>
                <a:lnTo>
                  <a:pt x="9924271" y="3281619"/>
                </a:lnTo>
                <a:cubicBezTo>
                  <a:pt x="9919212" y="3251607"/>
                  <a:pt x="9916761" y="3220958"/>
                  <a:pt x="9916804" y="3189869"/>
                </a:cubicBezTo>
                <a:cubicBezTo>
                  <a:pt x="9915492" y="3184286"/>
                  <a:pt x="9915433" y="3178663"/>
                  <a:pt x="9915433" y="3173027"/>
                </a:cubicBezTo>
                <a:lnTo>
                  <a:pt x="9916027" y="3161677"/>
                </a:lnTo>
                <a:lnTo>
                  <a:pt x="9916525" y="3161709"/>
                </a:lnTo>
                <a:close/>
                <a:moveTo>
                  <a:pt x="9902763" y="3161219"/>
                </a:moveTo>
                <a:lnTo>
                  <a:pt x="9902789" y="3161709"/>
                </a:lnTo>
                <a:lnTo>
                  <a:pt x="9903287" y="3161677"/>
                </a:lnTo>
                <a:lnTo>
                  <a:pt x="9903881" y="3173027"/>
                </a:lnTo>
                <a:cubicBezTo>
                  <a:pt x="9903881" y="3178663"/>
                  <a:pt x="9903822" y="3184286"/>
                  <a:pt x="9902510" y="3189869"/>
                </a:cubicBezTo>
                <a:cubicBezTo>
                  <a:pt x="9902553" y="3220958"/>
                  <a:pt x="9900102" y="3251607"/>
                  <a:pt x="9895043" y="3281619"/>
                </a:cubicBezTo>
                <a:lnTo>
                  <a:pt x="9894505" y="3288243"/>
                </a:lnTo>
                <a:cubicBezTo>
                  <a:pt x="9894335" y="3288248"/>
                  <a:pt x="9894167" y="3288253"/>
                  <a:pt x="9893999" y="3288305"/>
                </a:cubicBezTo>
                <a:cubicBezTo>
                  <a:pt x="9843724" y="3638399"/>
                  <a:pt x="9562685" y="3916971"/>
                  <a:pt x="9203834" y="3975903"/>
                </a:cubicBezTo>
                <a:lnTo>
                  <a:pt x="9203718" y="3977042"/>
                </a:lnTo>
                <a:cubicBezTo>
                  <a:pt x="9198407" y="3978045"/>
                  <a:pt x="9193078" y="3978986"/>
                  <a:pt x="9187501" y="3978570"/>
                </a:cubicBezTo>
                <a:cubicBezTo>
                  <a:pt x="9156329" y="3984080"/>
                  <a:pt x="9124449" y="3987038"/>
                  <a:pt x="9092074" y="3987561"/>
                </a:cubicBezTo>
                <a:lnTo>
                  <a:pt x="9074956" y="3989174"/>
                </a:lnTo>
                <a:lnTo>
                  <a:pt x="9074930" y="3988683"/>
                </a:lnTo>
                <a:lnTo>
                  <a:pt x="9074431" y="3988716"/>
                </a:lnTo>
                <a:cubicBezTo>
                  <a:pt x="9073865" y="3984944"/>
                  <a:pt x="9073838" y="3981158"/>
                  <a:pt x="9073838" y="3977366"/>
                </a:cubicBezTo>
                <a:cubicBezTo>
                  <a:pt x="9073838" y="3971728"/>
                  <a:pt x="9073897" y="3966104"/>
                  <a:pt x="9075209" y="3960518"/>
                </a:cubicBezTo>
                <a:cubicBezTo>
                  <a:pt x="9075166" y="3929436"/>
                  <a:pt x="9077616" y="3898794"/>
                  <a:pt x="9082673" y="3868787"/>
                </a:cubicBezTo>
                <a:lnTo>
                  <a:pt x="9083213" y="3862150"/>
                </a:lnTo>
                <a:cubicBezTo>
                  <a:pt x="9083382" y="3862145"/>
                  <a:pt x="9083551" y="3862140"/>
                  <a:pt x="9083718" y="3862087"/>
                </a:cubicBezTo>
                <a:cubicBezTo>
                  <a:pt x="9133995" y="3511992"/>
                  <a:pt x="9415034" y="3233421"/>
                  <a:pt x="9773884" y="3174489"/>
                </a:cubicBezTo>
                <a:lnTo>
                  <a:pt x="9774001" y="3173350"/>
                </a:lnTo>
                <a:cubicBezTo>
                  <a:pt x="9779310" y="3172348"/>
                  <a:pt x="9784638" y="3171407"/>
                  <a:pt x="9790214" y="3171823"/>
                </a:cubicBezTo>
                <a:cubicBezTo>
                  <a:pt x="9821397" y="3166310"/>
                  <a:pt x="9853290" y="3163352"/>
                  <a:pt x="9885676" y="3162829"/>
                </a:cubicBezTo>
                <a:close/>
                <a:moveTo>
                  <a:pt x="8224400" y="3161219"/>
                </a:moveTo>
                <a:lnTo>
                  <a:pt x="8241488" y="3162829"/>
                </a:lnTo>
                <a:cubicBezTo>
                  <a:pt x="8273873" y="3163352"/>
                  <a:pt x="8305766" y="3166310"/>
                  <a:pt x="8336949" y="3171823"/>
                </a:cubicBezTo>
                <a:cubicBezTo>
                  <a:pt x="8342525" y="3171407"/>
                  <a:pt x="8347853" y="3172348"/>
                  <a:pt x="8353162" y="3173350"/>
                </a:cubicBezTo>
                <a:lnTo>
                  <a:pt x="8353279" y="3174489"/>
                </a:lnTo>
                <a:cubicBezTo>
                  <a:pt x="8712129" y="3233421"/>
                  <a:pt x="8993168" y="3511992"/>
                  <a:pt x="9043444" y="3862087"/>
                </a:cubicBezTo>
                <a:cubicBezTo>
                  <a:pt x="9043612" y="3862140"/>
                  <a:pt x="9043781" y="3862145"/>
                  <a:pt x="9043950" y="3862150"/>
                </a:cubicBezTo>
                <a:lnTo>
                  <a:pt x="9044490" y="3868787"/>
                </a:lnTo>
                <a:cubicBezTo>
                  <a:pt x="9049547" y="3898794"/>
                  <a:pt x="9051997" y="3929436"/>
                  <a:pt x="9051954" y="3960518"/>
                </a:cubicBezTo>
                <a:cubicBezTo>
                  <a:pt x="9053266" y="3966104"/>
                  <a:pt x="9053325" y="3971728"/>
                  <a:pt x="9053325" y="3977366"/>
                </a:cubicBezTo>
                <a:cubicBezTo>
                  <a:pt x="9053325" y="3981158"/>
                  <a:pt x="9053298" y="3984944"/>
                  <a:pt x="9052732" y="3988716"/>
                </a:cubicBezTo>
                <a:lnTo>
                  <a:pt x="9052233" y="3988683"/>
                </a:lnTo>
                <a:lnTo>
                  <a:pt x="9052207" y="3989174"/>
                </a:lnTo>
                <a:lnTo>
                  <a:pt x="9035089" y="3987561"/>
                </a:lnTo>
                <a:cubicBezTo>
                  <a:pt x="9002714" y="3987038"/>
                  <a:pt x="8970834" y="3984080"/>
                  <a:pt x="8939662" y="3978570"/>
                </a:cubicBezTo>
                <a:cubicBezTo>
                  <a:pt x="8934085" y="3978986"/>
                  <a:pt x="8928756" y="3978045"/>
                  <a:pt x="8923445" y="3977042"/>
                </a:cubicBezTo>
                <a:lnTo>
                  <a:pt x="8923329" y="3975903"/>
                </a:lnTo>
                <a:cubicBezTo>
                  <a:pt x="8564478" y="3916971"/>
                  <a:pt x="8283439" y="3638399"/>
                  <a:pt x="8233164" y="3288305"/>
                </a:cubicBezTo>
                <a:cubicBezTo>
                  <a:pt x="8232996" y="3288253"/>
                  <a:pt x="8232828" y="3288248"/>
                  <a:pt x="8232658" y="3288243"/>
                </a:cubicBezTo>
                <a:lnTo>
                  <a:pt x="8232120" y="3281619"/>
                </a:lnTo>
                <a:cubicBezTo>
                  <a:pt x="8227061" y="3251607"/>
                  <a:pt x="8224611" y="3220958"/>
                  <a:pt x="8224653" y="3189869"/>
                </a:cubicBezTo>
                <a:cubicBezTo>
                  <a:pt x="8223341" y="3184286"/>
                  <a:pt x="8223282" y="3178663"/>
                  <a:pt x="8223282" y="3173027"/>
                </a:cubicBezTo>
                <a:lnTo>
                  <a:pt x="8223876" y="3161677"/>
                </a:lnTo>
                <a:lnTo>
                  <a:pt x="8224374" y="3161709"/>
                </a:lnTo>
                <a:close/>
                <a:moveTo>
                  <a:pt x="8210612" y="3161219"/>
                </a:moveTo>
                <a:lnTo>
                  <a:pt x="8210638" y="3161709"/>
                </a:lnTo>
                <a:lnTo>
                  <a:pt x="8211136" y="3161677"/>
                </a:lnTo>
                <a:lnTo>
                  <a:pt x="8211730" y="3173027"/>
                </a:lnTo>
                <a:cubicBezTo>
                  <a:pt x="8211730" y="3178663"/>
                  <a:pt x="8211672" y="3184286"/>
                  <a:pt x="8210360" y="3189869"/>
                </a:cubicBezTo>
                <a:cubicBezTo>
                  <a:pt x="8210402" y="3220958"/>
                  <a:pt x="8207951" y="3251607"/>
                  <a:pt x="8202893" y="3281619"/>
                </a:cubicBezTo>
                <a:lnTo>
                  <a:pt x="8202354" y="3288243"/>
                </a:lnTo>
                <a:cubicBezTo>
                  <a:pt x="8202185" y="3288248"/>
                  <a:pt x="8202016" y="3288253"/>
                  <a:pt x="8201849" y="3288305"/>
                </a:cubicBezTo>
                <a:cubicBezTo>
                  <a:pt x="8151573" y="3638399"/>
                  <a:pt x="7870534" y="3916971"/>
                  <a:pt x="7511683" y="3975903"/>
                </a:cubicBezTo>
                <a:lnTo>
                  <a:pt x="7511567" y="3977042"/>
                </a:lnTo>
                <a:cubicBezTo>
                  <a:pt x="7506256" y="3978045"/>
                  <a:pt x="7500927" y="3978986"/>
                  <a:pt x="7495350" y="3978570"/>
                </a:cubicBezTo>
                <a:cubicBezTo>
                  <a:pt x="7464178" y="3984080"/>
                  <a:pt x="7432298" y="3987038"/>
                  <a:pt x="7399924" y="3987561"/>
                </a:cubicBezTo>
                <a:lnTo>
                  <a:pt x="7382805" y="3989174"/>
                </a:lnTo>
                <a:lnTo>
                  <a:pt x="7382779" y="3988683"/>
                </a:lnTo>
                <a:lnTo>
                  <a:pt x="7382280" y="3988716"/>
                </a:lnTo>
                <a:cubicBezTo>
                  <a:pt x="7381714" y="3984944"/>
                  <a:pt x="7381687" y="3981158"/>
                  <a:pt x="7381687" y="3977366"/>
                </a:cubicBezTo>
                <a:cubicBezTo>
                  <a:pt x="7381687" y="3971728"/>
                  <a:pt x="7381746" y="3966104"/>
                  <a:pt x="7383058" y="3960518"/>
                </a:cubicBezTo>
                <a:cubicBezTo>
                  <a:pt x="7383016" y="3929436"/>
                  <a:pt x="7385465" y="3898794"/>
                  <a:pt x="7390522" y="3868787"/>
                </a:cubicBezTo>
                <a:lnTo>
                  <a:pt x="7391062" y="3862150"/>
                </a:lnTo>
                <a:cubicBezTo>
                  <a:pt x="7391231" y="3862145"/>
                  <a:pt x="7391400" y="3862140"/>
                  <a:pt x="7391568" y="3862087"/>
                </a:cubicBezTo>
                <a:cubicBezTo>
                  <a:pt x="7441844" y="3511992"/>
                  <a:pt x="7722883" y="3233421"/>
                  <a:pt x="8081734" y="3174489"/>
                </a:cubicBezTo>
                <a:lnTo>
                  <a:pt x="8081851" y="3173350"/>
                </a:lnTo>
                <a:cubicBezTo>
                  <a:pt x="8087159" y="3172348"/>
                  <a:pt x="8092487" y="3171407"/>
                  <a:pt x="8098063" y="3171823"/>
                </a:cubicBezTo>
                <a:cubicBezTo>
                  <a:pt x="8129247" y="3166310"/>
                  <a:pt x="8161139" y="3163352"/>
                  <a:pt x="8193525" y="3162829"/>
                </a:cubicBezTo>
                <a:close/>
                <a:moveTo>
                  <a:pt x="6532249" y="3161219"/>
                </a:moveTo>
                <a:lnTo>
                  <a:pt x="6549337" y="3162829"/>
                </a:lnTo>
                <a:cubicBezTo>
                  <a:pt x="6581722" y="3163352"/>
                  <a:pt x="6613615" y="3166310"/>
                  <a:pt x="6644798" y="3171823"/>
                </a:cubicBezTo>
                <a:cubicBezTo>
                  <a:pt x="6650374" y="3171407"/>
                  <a:pt x="6655702" y="3172348"/>
                  <a:pt x="6661011" y="3173350"/>
                </a:cubicBezTo>
                <a:lnTo>
                  <a:pt x="6661128" y="3174489"/>
                </a:lnTo>
                <a:cubicBezTo>
                  <a:pt x="7019978" y="3233421"/>
                  <a:pt x="7301017" y="3511992"/>
                  <a:pt x="7351294" y="3862087"/>
                </a:cubicBezTo>
                <a:cubicBezTo>
                  <a:pt x="7351461" y="3862140"/>
                  <a:pt x="7351631" y="3862145"/>
                  <a:pt x="7351799" y="3862150"/>
                </a:cubicBezTo>
                <a:lnTo>
                  <a:pt x="7352340" y="3868787"/>
                </a:lnTo>
                <a:cubicBezTo>
                  <a:pt x="7357396" y="3898794"/>
                  <a:pt x="7359846" y="3929436"/>
                  <a:pt x="7359804" y="3960518"/>
                </a:cubicBezTo>
                <a:cubicBezTo>
                  <a:pt x="7361116" y="3966104"/>
                  <a:pt x="7361174" y="3971728"/>
                  <a:pt x="7361174" y="3977366"/>
                </a:cubicBezTo>
                <a:cubicBezTo>
                  <a:pt x="7361174" y="3981158"/>
                  <a:pt x="7361147" y="3984944"/>
                  <a:pt x="7360581" y="3988716"/>
                </a:cubicBezTo>
                <a:lnTo>
                  <a:pt x="7360082" y="3988683"/>
                </a:lnTo>
                <a:lnTo>
                  <a:pt x="7360056" y="3989174"/>
                </a:lnTo>
                <a:lnTo>
                  <a:pt x="7342938" y="3987561"/>
                </a:lnTo>
                <a:cubicBezTo>
                  <a:pt x="7310564" y="3987038"/>
                  <a:pt x="7278683" y="3984080"/>
                  <a:pt x="7247511" y="3978570"/>
                </a:cubicBezTo>
                <a:cubicBezTo>
                  <a:pt x="7241934" y="3978986"/>
                  <a:pt x="7236605" y="3978045"/>
                  <a:pt x="7231295" y="3977042"/>
                </a:cubicBezTo>
                <a:lnTo>
                  <a:pt x="7231179" y="3975903"/>
                </a:lnTo>
                <a:cubicBezTo>
                  <a:pt x="6872327" y="3916971"/>
                  <a:pt x="6591288" y="3638399"/>
                  <a:pt x="6541013" y="3288305"/>
                </a:cubicBezTo>
                <a:cubicBezTo>
                  <a:pt x="6540845" y="3288253"/>
                  <a:pt x="6540677" y="3288248"/>
                  <a:pt x="6540507" y="3288243"/>
                </a:cubicBezTo>
                <a:lnTo>
                  <a:pt x="6539969" y="3281619"/>
                </a:lnTo>
                <a:cubicBezTo>
                  <a:pt x="6534910" y="3251607"/>
                  <a:pt x="6532460" y="3220958"/>
                  <a:pt x="6532502" y="3189869"/>
                </a:cubicBezTo>
                <a:cubicBezTo>
                  <a:pt x="6531190" y="3184286"/>
                  <a:pt x="6531131" y="3178663"/>
                  <a:pt x="6531131" y="3173027"/>
                </a:cubicBezTo>
                <a:lnTo>
                  <a:pt x="6531725" y="3161677"/>
                </a:lnTo>
                <a:lnTo>
                  <a:pt x="6532223" y="3161709"/>
                </a:lnTo>
                <a:close/>
                <a:moveTo>
                  <a:pt x="6518461" y="3161219"/>
                </a:moveTo>
                <a:lnTo>
                  <a:pt x="6518487" y="3161709"/>
                </a:lnTo>
                <a:lnTo>
                  <a:pt x="6518985" y="3161677"/>
                </a:lnTo>
                <a:lnTo>
                  <a:pt x="6519579" y="3173027"/>
                </a:lnTo>
                <a:cubicBezTo>
                  <a:pt x="6519579" y="3178663"/>
                  <a:pt x="6519520" y="3184286"/>
                  <a:pt x="6518208" y="3189869"/>
                </a:cubicBezTo>
                <a:cubicBezTo>
                  <a:pt x="6518250" y="3220958"/>
                  <a:pt x="6515800" y="3251607"/>
                  <a:pt x="6510741" y="3281619"/>
                </a:cubicBezTo>
                <a:lnTo>
                  <a:pt x="6510203" y="3288243"/>
                </a:lnTo>
                <a:cubicBezTo>
                  <a:pt x="6510033" y="3288248"/>
                  <a:pt x="6509865" y="3288253"/>
                  <a:pt x="6509697" y="3288305"/>
                </a:cubicBezTo>
                <a:cubicBezTo>
                  <a:pt x="6459422" y="3638399"/>
                  <a:pt x="6178383" y="3916971"/>
                  <a:pt x="5819531" y="3975903"/>
                </a:cubicBezTo>
                <a:lnTo>
                  <a:pt x="5819415" y="3977042"/>
                </a:lnTo>
                <a:cubicBezTo>
                  <a:pt x="5814105" y="3978045"/>
                  <a:pt x="5808776" y="3978986"/>
                  <a:pt x="5803199" y="3978570"/>
                </a:cubicBezTo>
                <a:cubicBezTo>
                  <a:pt x="5772027" y="3984080"/>
                  <a:pt x="5740146" y="3987038"/>
                  <a:pt x="5707772" y="3987561"/>
                </a:cubicBezTo>
                <a:lnTo>
                  <a:pt x="5690654" y="3989174"/>
                </a:lnTo>
                <a:lnTo>
                  <a:pt x="5690628" y="3988683"/>
                </a:lnTo>
                <a:lnTo>
                  <a:pt x="5690129" y="3988716"/>
                </a:lnTo>
                <a:cubicBezTo>
                  <a:pt x="5689563" y="3984944"/>
                  <a:pt x="5689536" y="3981158"/>
                  <a:pt x="5689536" y="3977366"/>
                </a:cubicBezTo>
                <a:cubicBezTo>
                  <a:pt x="5689536" y="3971728"/>
                  <a:pt x="5689594" y="3966104"/>
                  <a:pt x="5690906" y="3960518"/>
                </a:cubicBezTo>
                <a:cubicBezTo>
                  <a:pt x="5690864" y="3929436"/>
                  <a:pt x="5693314" y="3898794"/>
                  <a:pt x="5698370" y="3868787"/>
                </a:cubicBezTo>
                <a:lnTo>
                  <a:pt x="5698911" y="3862150"/>
                </a:lnTo>
                <a:cubicBezTo>
                  <a:pt x="5699079" y="3862145"/>
                  <a:pt x="5699249" y="3862140"/>
                  <a:pt x="5699416" y="3862087"/>
                </a:cubicBezTo>
                <a:cubicBezTo>
                  <a:pt x="5749693" y="3511992"/>
                  <a:pt x="6030732" y="3233421"/>
                  <a:pt x="6389582" y="3174489"/>
                </a:cubicBezTo>
                <a:lnTo>
                  <a:pt x="6389699" y="3173350"/>
                </a:lnTo>
                <a:cubicBezTo>
                  <a:pt x="6395008" y="3172348"/>
                  <a:pt x="6400336" y="3171407"/>
                  <a:pt x="6405912" y="3171823"/>
                </a:cubicBezTo>
                <a:cubicBezTo>
                  <a:pt x="6437095" y="3166310"/>
                  <a:pt x="6468988" y="3163352"/>
                  <a:pt x="6501373" y="3162829"/>
                </a:cubicBezTo>
                <a:close/>
                <a:moveTo>
                  <a:pt x="4840098" y="3161219"/>
                </a:moveTo>
                <a:lnTo>
                  <a:pt x="4857185" y="3162829"/>
                </a:lnTo>
                <a:cubicBezTo>
                  <a:pt x="4889571" y="3163352"/>
                  <a:pt x="4921463" y="3166310"/>
                  <a:pt x="4952647" y="3171823"/>
                </a:cubicBezTo>
                <a:cubicBezTo>
                  <a:pt x="4958223" y="3171407"/>
                  <a:pt x="4963551" y="3172348"/>
                  <a:pt x="4968859" y="3173350"/>
                </a:cubicBezTo>
                <a:lnTo>
                  <a:pt x="4968976" y="3174489"/>
                </a:lnTo>
                <a:cubicBezTo>
                  <a:pt x="5327827" y="3233421"/>
                  <a:pt x="5608866" y="3511992"/>
                  <a:pt x="5659142" y="3862087"/>
                </a:cubicBezTo>
                <a:cubicBezTo>
                  <a:pt x="5659310" y="3862140"/>
                  <a:pt x="5659479" y="3862145"/>
                  <a:pt x="5659648" y="3862150"/>
                </a:cubicBezTo>
                <a:lnTo>
                  <a:pt x="5660188" y="3868787"/>
                </a:lnTo>
                <a:cubicBezTo>
                  <a:pt x="5665245" y="3898794"/>
                  <a:pt x="5667694" y="3929436"/>
                  <a:pt x="5667652" y="3960518"/>
                </a:cubicBezTo>
                <a:cubicBezTo>
                  <a:pt x="5668964" y="3966104"/>
                  <a:pt x="5669023" y="3971728"/>
                  <a:pt x="5669023" y="3977366"/>
                </a:cubicBezTo>
                <a:cubicBezTo>
                  <a:pt x="5669023" y="3981158"/>
                  <a:pt x="5668996" y="3984944"/>
                  <a:pt x="5668430" y="3988716"/>
                </a:cubicBezTo>
                <a:lnTo>
                  <a:pt x="5667931" y="3988683"/>
                </a:lnTo>
                <a:lnTo>
                  <a:pt x="5667905" y="3989174"/>
                </a:lnTo>
                <a:lnTo>
                  <a:pt x="5650786" y="3987561"/>
                </a:lnTo>
                <a:cubicBezTo>
                  <a:pt x="5618412" y="3987038"/>
                  <a:pt x="5586532" y="3984080"/>
                  <a:pt x="5555360" y="3978570"/>
                </a:cubicBezTo>
                <a:cubicBezTo>
                  <a:pt x="5549783" y="3978986"/>
                  <a:pt x="5544454" y="3978045"/>
                  <a:pt x="5539143" y="3977042"/>
                </a:cubicBezTo>
                <a:lnTo>
                  <a:pt x="5539027" y="3975903"/>
                </a:lnTo>
                <a:cubicBezTo>
                  <a:pt x="5180176" y="3916971"/>
                  <a:pt x="4899137" y="3638399"/>
                  <a:pt x="4848861" y="3288305"/>
                </a:cubicBezTo>
                <a:cubicBezTo>
                  <a:pt x="4848694" y="3288253"/>
                  <a:pt x="4848525" y="3288248"/>
                  <a:pt x="4848356" y="3288243"/>
                </a:cubicBezTo>
                <a:lnTo>
                  <a:pt x="4847817" y="3281619"/>
                </a:lnTo>
                <a:cubicBezTo>
                  <a:pt x="4842759" y="3251607"/>
                  <a:pt x="4840308" y="3220958"/>
                  <a:pt x="4840350" y="3189869"/>
                </a:cubicBezTo>
                <a:cubicBezTo>
                  <a:pt x="4839038" y="3184286"/>
                  <a:pt x="4838980" y="3178663"/>
                  <a:pt x="4838980" y="3173027"/>
                </a:cubicBezTo>
                <a:lnTo>
                  <a:pt x="4839574" y="3161677"/>
                </a:lnTo>
                <a:lnTo>
                  <a:pt x="4840072" y="3161709"/>
                </a:lnTo>
                <a:close/>
                <a:moveTo>
                  <a:pt x="4826310" y="3161219"/>
                </a:moveTo>
                <a:lnTo>
                  <a:pt x="4826336" y="3161709"/>
                </a:lnTo>
                <a:lnTo>
                  <a:pt x="4826834" y="3161677"/>
                </a:lnTo>
                <a:lnTo>
                  <a:pt x="4827428" y="3173027"/>
                </a:lnTo>
                <a:cubicBezTo>
                  <a:pt x="4827428" y="3178663"/>
                  <a:pt x="4827369" y="3184286"/>
                  <a:pt x="4826057" y="3189869"/>
                </a:cubicBezTo>
                <a:cubicBezTo>
                  <a:pt x="4826099" y="3220958"/>
                  <a:pt x="4823649" y="3251607"/>
                  <a:pt x="4818590" y="3281619"/>
                </a:cubicBezTo>
                <a:lnTo>
                  <a:pt x="4818052" y="3288243"/>
                </a:lnTo>
                <a:cubicBezTo>
                  <a:pt x="4817882" y="3288248"/>
                  <a:pt x="4817714" y="3288253"/>
                  <a:pt x="4817546" y="3288305"/>
                </a:cubicBezTo>
                <a:cubicBezTo>
                  <a:pt x="4767271" y="3638399"/>
                  <a:pt x="4486232" y="3916971"/>
                  <a:pt x="4127381" y="3975903"/>
                </a:cubicBezTo>
                <a:lnTo>
                  <a:pt x="4127264" y="3977042"/>
                </a:lnTo>
                <a:cubicBezTo>
                  <a:pt x="4121954" y="3978045"/>
                  <a:pt x="4116625" y="3978986"/>
                  <a:pt x="4111048" y="3978570"/>
                </a:cubicBezTo>
                <a:cubicBezTo>
                  <a:pt x="4079876" y="3984080"/>
                  <a:pt x="4047996" y="3987038"/>
                  <a:pt x="4015621" y="3987561"/>
                </a:cubicBezTo>
                <a:lnTo>
                  <a:pt x="3998503" y="3989174"/>
                </a:lnTo>
                <a:lnTo>
                  <a:pt x="3998477" y="3988683"/>
                </a:lnTo>
                <a:lnTo>
                  <a:pt x="3997978" y="3988716"/>
                </a:lnTo>
                <a:cubicBezTo>
                  <a:pt x="3997412" y="3984944"/>
                  <a:pt x="3997385" y="3981158"/>
                  <a:pt x="3997385" y="3977366"/>
                </a:cubicBezTo>
                <a:cubicBezTo>
                  <a:pt x="3997385" y="3971728"/>
                  <a:pt x="3997443" y="3966104"/>
                  <a:pt x="3998755" y="3960518"/>
                </a:cubicBezTo>
                <a:cubicBezTo>
                  <a:pt x="3998713" y="3929436"/>
                  <a:pt x="4001163" y="3898794"/>
                  <a:pt x="4006219" y="3868787"/>
                </a:cubicBezTo>
                <a:lnTo>
                  <a:pt x="4006760" y="3862150"/>
                </a:lnTo>
                <a:cubicBezTo>
                  <a:pt x="4006928" y="3862145"/>
                  <a:pt x="4007098" y="3862140"/>
                  <a:pt x="4007265" y="3862087"/>
                </a:cubicBezTo>
                <a:cubicBezTo>
                  <a:pt x="4057542" y="3511992"/>
                  <a:pt x="4338581" y="3233421"/>
                  <a:pt x="4697431" y="3174489"/>
                </a:cubicBezTo>
                <a:lnTo>
                  <a:pt x="4697548" y="3173350"/>
                </a:lnTo>
                <a:cubicBezTo>
                  <a:pt x="4702857" y="3172348"/>
                  <a:pt x="4708185" y="3171407"/>
                  <a:pt x="4713761" y="3171823"/>
                </a:cubicBezTo>
                <a:cubicBezTo>
                  <a:pt x="4744944" y="3166310"/>
                  <a:pt x="4776837" y="3163352"/>
                  <a:pt x="4809222" y="3162829"/>
                </a:cubicBezTo>
                <a:close/>
                <a:moveTo>
                  <a:pt x="3147947" y="3161219"/>
                </a:moveTo>
                <a:lnTo>
                  <a:pt x="3165034" y="3162829"/>
                </a:lnTo>
                <a:cubicBezTo>
                  <a:pt x="3197420" y="3163352"/>
                  <a:pt x="3229312" y="3166310"/>
                  <a:pt x="3260496" y="3171823"/>
                </a:cubicBezTo>
                <a:cubicBezTo>
                  <a:pt x="3266072" y="3171407"/>
                  <a:pt x="3271400" y="3172348"/>
                  <a:pt x="3276708" y="3173350"/>
                </a:cubicBezTo>
                <a:lnTo>
                  <a:pt x="3276826" y="3174489"/>
                </a:lnTo>
                <a:cubicBezTo>
                  <a:pt x="3635676" y="3233421"/>
                  <a:pt x="3916715" y="3511992"/>
                  <a:pt x="3966991" y="3862087"/>
                </a:cubicBezTo>
                <a:cubicBezTo>
                  <a:pt x="3967159" y="3862140"/>
                  <a:pt x="3967328" y="3862145"/>
                  <a:pt x="3967497" y="3862150"/>
                </a:cubicBezTo>
                <a:lnTo>
                  <a:pt x="3968037" y="3868787"/>
                </a:lnTo>
                <a:cubicBezTo>
                  <a:pt x="3973094" y="3898794"/>
                  <a:pt x="3975543" y="3929436"/>
                  <a:pt x="3975501" y="3960518"/>
                </a:cubicBezTo>
                <a:cubicBezTo>
                  <a:pt x="3976813" y="3966104"/>
                  <a:pt x="3976872" y="3971728"/>
                  <a:pt x="3976872" y="3977366"/>
                </a:cubicBezTo>
                <a:cubicBezTo>
                  <a:pt x="3976872" y="3981158"/>
                  <a:pt x="3976845" y="3984944"/>
                  <a:pt x="3976279" y="3988716"/>
                </a:cubicBezTo>
                <a:lnTo>
                  <a:pt x="3975780" y="3988683"/>
                </a:lnTo>
                <a:lnTo>
                  <a:pt x="3975754" y="3989174"/>
                </a:lnTo>
                <a:lnTo>
                  <a:pt x="3958635" y="3987561"/>
                </a:lnTo>
                <a:cubicBezTo>
                  <a:pt x="3926261" y="3987038"/>
                  <a:pt x="3894381" y="3984080"/>
                  <a:pt x="3863209" y="3978570"/>
                </a:cubicBezTo>
                <a:cubicBezTo>
                  <a:pt x="3857632" y="3978986"/>
                  <a:pt x="3852303" y="3978045"/>
                  <a:pt x="3846992" y="3977042"/>
                </a:cubicBezTo>
                <a:lnTo>
                  <a:pt x="3846876" y="3975903"/>
                </a:lnTo>
                <a:cubicBezTo>
                  <a:pt x="3488025" y="3916971"/>
                  <a:pt x="3206986" y="3638399"/>
                  <a:pt x="3156710" y="3288305"/>
                </a:cubicBezTo>
                <a:cubicBezTo>
                  <a:pt x="3156543" y="3288253"/>
                  <a:pt x="3156374" y="3288248"/>
                  <a:pt x="3156205" y="3288243"/>
                </a:cubicBezTo>
                <a:lnTo>
                  <a:pt x="3155667" y="3281619"/>
                </a:lnTo>
                <a:cubicBezTo>
                  <a:pt x="3150608" y="3251607"/>
                  <a:pt x="3148157" y="3220958"/>
                  <a:pt x="3148199" y="3189869"/>
                </a:cubicBezTo>
                <a:cubicBezTo>
                  <a:pt x="3146887" y="3184286"/>
                  <a:pt x="3146829" y="3178663"/>
                  <a:pt x="3146829" y="3173027"/>
                </a:cubicBezTo>
                <a:lnTo>
                  <a:pt x="3147423" y="3161677"/>
                </a:lnTo>
                <a:lnTo>
                  <a:pt x="3147921" y="3161709"/>
                </a:lnTo>
                <a:close/>
                <a:moveTo>
                  <a:pt x="3134159" y="3161219"/>
                </a:moveTo>
                <a:lnTo>
                  <a:pt x="3134185" y="3161709"/>
                </a:lnTo>
                <a:lnTo>
                  <a:pt x="3134683" y="3161677"/>
                </a:lnTo>
                <a:lnTo>
                  <a:pt x="3135277" y="3173027"/>
                </a:lnTo>
                <a:cubicBezTo>
                  <a:pt x="3135277" y="3178663"/>
                  <a:pt x="3135218" y="3184286"/>
                  <a:pt x="3133906" y="3189869"/>
                </a:cubicBezTo>
                <a:cubicBezTo>
                  <a:pt x="3133948" y="3220958"/>
                  <a:pt x="3131498" y="3251607"/>
                  <a:pt x="3126439" y="3281619"/>
                </a:cubicBezTo>
                <a:lnTo>
                  <a:pt x="3125901" y="3288243"/>
                </a:lnTo>
                <a:cubicBezTo>
                  <a:pt x="3125731" y="3288248"/>
                  <a:pt x="3125563" y="3288253"/>
                  <a:pt x="3125395" y="3288305"/>
                </a:cubicBezTo>
                <a:cubicBezTo>
                  <a:pt x="3075120" y="3638399"/>
                  <a:pt x="2794081" y="3916971"/>
                  <a:pt x="2435230" y="3975903"/>
                </a:cubicBezTo>
                <a:lnTo>
                  <a:pt x="2435113" y="3977042"/>
                </a:lnTo>
                <a:cubicBezTo>
                  <a:pt x="2429803" y="3978045"/>
                  <a:pt x="2424474" y="3978986"/>
                  <a:pt x="2418897" y="3978570"/>
                </a:cubicBezTo>
                <a:cubicBezTo>
                  <a:pt x="2387725" y="3984080"/>
                  <a:pt x="2355845" y="3987038"/>
                  <a:pt x="2323470" y="3987561"/>
                </a:cubicBezTo>
                <a:lnTo>
                  <a:pt x="2306352" y="3989174"/>
                </a:lnTo>
                <a:lnTo>
                  <a:pt x="2306326" y="3988683"/>
                </a:lnTo>
                <a:lnTo>
                  <a:pt x="2305827" y="3988716"/>
                </a:lnTo>
                <a:cubicBezTo>
                  <a:pt x="2305261" y="3984944"/>
                  <a:pt x="2305234" y="3981158"/>
                  <a:pt x="2305234" y="3977366"/>
                </a:cubicBezTo>
                <a:cubicBezTo>
                  <a:pt x="2305234" y="3971728"/>
                  <a:pt x="2305292" y="3966104"/>
                  <a:pt x="2306604" y="3960518"/>
                </a:cubicBezTo>
                <a:cubicBezTo>
                  <a:pt x="2306562" y="3929436"/>
                  <a:pt x="2309012" y="3898794"/>
                  <a:pt x="2314068" y="3868787"/>
                </a:cubicBezTo>
                <a:lnTo>
                  <a:pt x="2314609" y="3862150"/>
                </a:lnTo>
                <a:cubicBezTo>
                  <a:pt x="2314777" y="3862145"/>
                  <a:pt x="2314947" y="3862140"/>
                  <a:pt x="2315114" y="3862087"/>
                </a:cubicBezTo>
                <a:cubicBezTo>
                  <a:pt x="2365391" y="3511992"/>
                  <a:pt x="2646430" y="3233421"/>
                  <a:pt x="3005280" y="3174489"/>
                </a:cubicBezTo>
                <a:lnTo>
                  <a:pt x="3005397" y="3173350"/>
                </a:lnTo>
                <a:cubicBezTo>
                  <a:pt x="3010706" y="3172348"/>
                  <a:pt x="3016034" y="3171407"/>
                  <a:pt x="3021610" y="3171823"/>
                </a:cubicBezTo>
                <a:cubicBezTo>
                  <a:pt x="3052793" y="3166310"/>
                  <a:pt x="3084686" y="3163352"/>
                  <a:pt x="3117071" y="3162829"/>
                </a:cubicBezTo>
                <a:close/>
                <a:moveTo>
                  <a:pt x="1455796" y="3161219"/>
                </a:moveTo>
                <a:lnTo>
                  <a:pt x="1472883" y="3162829"/>
                </a:lnTo>
                <a:cubicBezTo>
                  <a:pt x="1505269" y="3163352"/>
                  <a:pt x="1537161" y="3166310"/>
                  <a:pt x="1568345" y="3171823"/>
                </a:cubicBezTo>
                <a:cubicBezTo>
                  <a:pt x="1573921" y="3171407"/>
                  <a:pt x="1579249" y="3172348"/>
                  <a:pt x="1584557" y="3173350"/>
                </a:cubicBezTo>
                <a:lnTo>
                  <a:pt x="1584675" y="3174489"/>
                </a:lnTo>
                <a:cubicBezTo>
                  <a:pt x="1943525" y="3233421"/>
                  <a:pt x="2224564" y="3511992"/>
                  <a:pt x="2274840" y="3862087"/>
                </a:cubicBezTo>
                <a:cubicBezTo>
                  <a:pt x="2275008" y="3862140"/>
                  <a:pt x="2275177" y="3862145"/>
                  <a:pt x="2275346" y="3862150"/>
                </a:cubicBezTo>
                <a:lnTo>
                  <a:pt x="2275886" y="3868787"/>
                </a:lnTo>
                <a:cubicBezTo>
                  <a:pt x="2280943" y="3898794"/>
                  <a:pt x="2283392" y="3929436"/>
                  <a:pt x="2283350" y="3960518"/>
                </a:cubicBezTo>
                <a:cubicBezTo>
                  <a:pt x="2284662" y="3966104"/>
                  <a:pt x="2284721" y="3971728"/>
                  <a:pt x="2284721" y="3977366"/>
                </a:cubicBezTo>
                <a:cubicBezTo>
                  <a:pt x="2284721" y="3981158"/>
                  <a:pt x="2284694" y="3984944"/>
                  <a:pt x="2284128" y="3988716"/>
                </a:cubicBezTo>
                <a:lnTo>
                  <a:pt x="2283629" y="3988683"/>
                </a:lnTo>
                <a:lnTo>
                  <a:pt x="2283603" y="3989174"/>
                </a:lnTo>
                <a:lnTo>
                  <a:pt x="2266484" y="3987561"/>
                </a:lnTo>
                <a:cubicBezTo>
                  <a:pt x="2234110" y="3987038"/>
                  <a:pt x="2202230" y="3984080"/>
                  <a:pt x="2171058" y="3978570"/>
                </a:cubicBezTo>
                <a:cubicBezTo>
                  <a:pt x="2165481" y="3978986"/>
                  <a:pt x="2160152" y="3978045"/>
                  <a:pt x="2154841" y="3977042"/>
                </a:cubicBezTo>
                <a:lnTo>
                  <a:pt x="2154725" y="3975903"/>
                </a:lnTo>
                <a:cubicBezTo>
                  <a:pt x="1795874" y="3916971"/>
                  <a:pt x="1514835" y="3638399"/>
                  <a:pt x="1464559" y="3288305"/>
                </a:cubicBezTo>
                <a:cubicBezTo>
                  <a:pt x="1464392" y="3288253"/>
                  <a:pt x="1464223" y="3288248"/>
                  <a:pt x="1464054" y="3288243"/>
                </a:cubicBezTo>
                <a:lnTo>
                  <a:pt x="1463515" y="3281619"/>
                </a:lnTo>
                <a:cubicBezTo>
                  <a:pt x="1458457" y="3251607"/>
                  <a:pt x="1456006" y="3220958"/>
                  <a:pt x="1456048" y="3189869"/>
                </a:cubicBezTo>
                <a:cubicBezTo>
                  <a:pt x="1454736" y="3184286"/>
                  <a:pt x="1454678" y="3178663"/>
                  <a:pt x="1454678" y="3173027"/>
                </a:cubicBezTo>
                <a:lnTo>
                  <a:pt x="1455272" y="3161677"/>
                </a:lnTo>
                <a:lnTo>
                  <a:pt x="1455770" y="3161709"/>
                </a:lnTo>
                <a:close/>
                <a:moveTo>
                  <a:pt x="1442008" y="3161219"/>
                </a:moveTo>
                <a:lnTo>
                  <a:pt x="1442034" y="3161709"/>
                </a:lnTo>
                <a:lnTo>
                  <a:pt x="1442532" y="3161677"/>
                </a:lnTo>
                <a:lnTo>
                  <a:pt x="1443126" y="3173027"/>
                </a:lnTo>
                <a:cubicBezTo>
                  <a:pt x="1443126" y="3178663"/>
                  <a:pt x="1443067" y="3184286"/>
                  <a:pt x="1441755" y="3189869"/>
                </a:cubicBezTo>
                <a:cubicBezTo>
                  <a:pt x="1441797" y="3220958"/>
                  <a:pt x="1439347" y="3251607"/>
                  <a:pt x="1434288" y="3281619"/>
                </a:cubicBezTo>
                <a:lnTo>
                  <a:pt x="1433750" y="3288243"/>
                </a:lnTo>
                <a:cubicBezTo>
                  <a:pt x="1433580" y="3288248"/>
                  <a:pt x="1433412" y="3288253"/>
                  <a:pt x="1433244" y="3288305"/>
                </a:cubicBezTo>
                <a:cubicBezTo>
                  <a:pt x="1382969" y="3638399"/>
                  <a:pt x="1101930" y="3916971"/>
                  <a:pt x="743079" y="3975903"/>
                </a:cubicBezTo>
                <a:lnTo>
                  <a:pt x="742962" y="3977042"/>
                </a:lnTo>
                <a:cubicBezTo>
                  <a:pt x="737652" y="3978045"/>
                  <a:pt x="732323" y="3978986"/>
                  <a:pt x="726746" y="3978570"/>
                </a:cubicBezTo>
                <a:cubicBezTo>
                  <a:pt x="695574" y="3984080"/>
                  <a:pt x="663693" y="3987038"/>
                  <a:pt x="631319" y="3987561"/>
                </a:cubicBezTo>
                <a:lnTo>
                  <a:pt x="614201" y="3989174"/>
                </a:lnTo>
                <a:lnTo>
                  <a:pt x="614175" y="3988683"/>
                </a:lnTo>
                <a:lnTo>
                  <a:pt x="613676" y="3988716"/>
                </a:lnTo>
                <a:cubicBezTo>
                  <a:pt x="613110" y="3984944"/>
                  <a:pt x="613083" y="3981158"/>
                  <a:pt x="613083" y="3977366"/>
                </a:cubicBezTo>
                <a:cubicBezTo>
                  <a:pt x="613083" y="3971728"/>
                  <a:pt x="613141" y="3966104"/>
                  <a:pt x="614453" y="3960518"/>
                </a:cubicBezTo>
                <a:cubicBezTo>
                  <a:pt x="614411" y="3929436"/>
                  <a:pt x="616861" y="3898794"/>
                  <a:pt x="621917" y="3868787"/>
                </a:cubicBezTo>
                <a:lnTo>
                  <a:pt x="622458" y="3862150"/>
                </a:lnTo>
                <a:cubicBezTo>
                  <a:pt x="622626" y="3862145"/>
                  <a:pt x="622796" y="3862140"/>
                  <a:pt x="622963" y="3862087"/>
                </a:cubicBezTo>
                <a:cubicBezTo>
                  <a:pt x="673240" y="3511992"/>
                  <a:pt x="954279" y="3233421"/>
                  <a:pt x="1313129" y="3174489"/>
                </a:cubicBezTo>
                <a:lnTo>
                  <a:pt x="1313246" y="3173350"/>
                </a:lnTo>
                <a:cubicBezTo>
                  <a:pt x="1318555" y="3172348"/>
                  <a:pt x="1323883" y="3171407"/>
                  <a:pt x="1329459" y="3171823"/>
                </a:cubicBezTo>
                <a:cubicBezTo>
                  <a:pt x="1360642" y="3166310"/>
                  <a:pt x="1392535" y="3163352"/>
                  <a:pt x="1424920" y="3162829"/>
                </a:cubicBezTo>
                <a:close/>
                <a:moveTo>
                  <a:pt x="10909360" y="2447425"/>
                </a:moveTo>
                <a:cubicBezTo>
                  <a:pt x="10962636" y="2718331"/>
                  <a:pt x="11177479" y="2933128"/>
                  <a:pt x="11452669" y="2992271"/>
                </a:cubicBezTo>
                <a:cubicBezTo>
                  <a:pt x="11399394" y="2721365"/>
                  <a:pt x="11184550" y="2506568"/>
                  <a:pt x="10909360" y="2447425"/>
                </a:cubicBezTo>
                <a:close/>
                <a:moveTo>
                  <a:pt x="10602109" y="2447425"/>
                </a:moveTo>
                <a:cubicBezTo>
                  <a:pt x="10326919" y="2506568"/>
                  <a:pt x="10112075" y="2721365"/>
                  <a:pt x="10058800" y="2992271"/>
                </a:cubicBezTo>
                <a:cubicBezTo>
                  <a:pt x="10333990" y="2933128"/>
                  <a:pt x="10548833" y="2718331"/>
                  <a:pt x="10602109" y="2447425"/>
                </a:cubicBezTo>
                <a:close/>
                <a:moveTo>
                  <a:pt x="9217207" y="2447425"/>
                </a:moveTo>
                <a:cubicBezTo>
                  <a:pt x="9270483" y="2718331"/>
                  <a:pt x="9485326" y="2933128"/>
                  <a:pt x="9760516" y="2992271"/>
                </a:cubicBezTo>
                <a:cubicBezTo>
                  <a:pt x="9707241" y="2721365"/>
                  <a:pt x="9492397" y="2506568"/>
                  <a:pt x="9217207" y="2447425"/>
                </a:cubicBezTo>
                <a:close/>
                <a:moveTo>
                  <a:pt x="8909958" y="2447425"/>
                </a:moveTo>
                <a:cubicBezTo>
                  <a:pt x="8634768" y="2506568"/>
                  <a:pt x="8419924" y="2721365"/>
                  <a:pt x="8366649" y="2992271"/>
                </a:cubicBezTo>
                <a:cubicBezTo>
                  <a:pt x="8641839" y="2933128"/>
                  <a:pt x="8856682" y="2718331"/>
                  <a:pt x="8909958" y="2447425"/>
                </a:cubicBezTo>
                <a:close/>
                <a:moveTo>
                  <a:pt x="7525056" y="2447425"/>
                </a:moveTo>
                <a:cubicBezTo>
                  <a:pt x="7578332" y="2718331"/>
                  <a:pt x="7793175" y="2933128"/>
                  <a:pt x="8068365" y="2992271"/>
                </a:cubicBezTo>
                <a:cubicBezTo>
                  <a:pt x="8015090" y="2721365"/>
                  <a:pt x="7800246" y="2506568"/>
                  <a:pt x="7525056" y="2447425"/>
                </a:cubicBezTo>
                <a:close/>
                <a:moveTo>
                  <a:pt x="7217807" y="2447425"/>
                </a:moveTo>
                <a:cubicBezTo>
                  <a:pt x="6942617" y="2506568"/>
                  <a:pt x="6727773" y="2721365"/>
                  <a:pt x="6674498" y="2992271"/>
                </a:cubicBezTo>
                <a:cubicBezTo>
                  <a:pt x="6949688" y="2933128"/>
                  <a:pt x="7164531" y="2718331"/>
                  <a:pt x="7217807" y="2447425"/>
                </a:cubicBezTo>
                <a:close/>
                <a:moveTo>
                  <a:pt x="5832905" y="2447425"/>
                </a:moveTo>
                <a:cubicBezTo>
                  <a:pt x="5886181" y="2718331"/>
                  <a:pt x="6101024" y="2933128"/>
                  <a:pt x="6376214" y="2992271"/>
                </a:cubicBezTo>
                <a:cubicBezTo>
                  <a:pt x="6322939" y="2721365"/>
                  <a:pt x="6108095" y="2506568"/>
                  <a:pt x="5832905" y="2447425"/>
                </a:cubicBezTo>
                <a:close/>
                <a:moveTo>
                  <a:pt x="5525656" y="2447425"/>
                </a:moveTo>
                <a:cubicBezTo>
                  <a:pt x="5250466" y="2506568"/>
                  <a:pt x="5035622" y="2721365"/>
                  <a:pt x="4982347" y="2992271"/>
                </a:cubicBezTo>
                <a:cubicBezTo>
                  <a:pt x="5257537" y="2933128"/>
                  <a:pt x="5472380" y="2718331"/>
                  <a:pt x="5525656" y="2447425"/>
                </a:cubicBezTo>
                <a:close/>
                <a:moveTo>
                  <a:pt x="4140754" y="2447425"/>
                </a:moveTo>
                <a:cubicBezTo>
                  <a:pt x="4194030" y="2718331"/>
                  <a:pt x="4408873" y="2933128"/>
                  <a:pt x="4684063" y="2992271"/>
                </a:cubicBezTo>
                <a:cubicBezTo>
                  <a:pt x="4630788" y="2721365"/>
                  <a:pt x="4415944" y="2506568"/>
                  <a:pt x="4140754" y="2447425"/>
                </a:cubicBezTo>
                <a:close/>
                <a:moveTo>
                  <a:pt x="3833505" y="2447425"/>
                </a:moveTo>
                <a:cubicBezTo>
                  <a:pt x="3558315" y="2506568"/>
                  <a:pt x="3343471" y="2721365"/>
                  <a:pt x="3290196" y="2992271"/>
                </a:cubicBezTo>
                <a:cubicBezTo>
                  <a:pt x="3565386" y="2933128"/>
                  <a:pt x="3780229" y="2718331"/>
                  <a:pt x="3833505" y="2447425"/>
                </a:cubicBezTo>
                <a:close/>
                <a:moveTo>
                  <a:pt x="2448603" y="2447425"/>
                </a:moveTo>
                <a:cubicBezTo>
                  <a:pt x="2501879" y="2718331"/>
                  <a:pt x="2716722" y="2933128"/>
                  <a:pt x="2991912" y="2992271"/>
                </a:cubicBezTo>
                <a:cubicBezTo>
                  <a:pt x="2938637" y="2721365"/>
                  <a:pt x="2723793" y="2506568"/>
                  <a:pt x="2448603" y="2447425"/>
                </a:cubicBezTo>
                <a:close/>
                <a:moveTo>
                  <a:pt x="2141354" y="2447425"/>
                </a:moveTo>
                <a:cubicBezTo>
                  <a:pt x="1866164" y="2506568"/>
                  <a:pt x="1651320" y="2721365"/>
                  <a:pt x="1598045" y="2992271"/>
                </a:cubicBezTo>
                <a:cubicBezTo>
                  <a:pt x="1873235" y="2933128"/>
                  <a:pt x="2088078" y="2718331"/>
                  <a:pt x="2141354" y="2447425"/>
                </a:cubicBezTo>
                <a:close/>
                <a:moveTo>
                  <a:pt x="756452" y="2447425"/>
                </a:moveTo>
                <a:cubicBezTo>
                  <a:pt x="809728" y="2718331"/>
                  <a:pt x="1024571" y="2933128"/>
                  <a:pt x="1299761" y="2992271"/>
                </a:cubicBezTo>
                <a:cubicBezTo>
                  <a:pt x="1246486" y="2721365"/>
                  <a:pt x="1031642" y="2506568"/>
                  <a:pt x="756452" y="2447425"/>
                </a:cubicBezTo>
                <a:close/>
                <a:moveTo>
                  <a:pt x="12192000" y="2344615"/>
                </a:moveTo>
                <a:lnTo>
                  <a:pt x="12192000" y="2477663"/>
                </a:lnTo>
                <a:cubicBezTo>
                  <a:pt x="11966807" y="2562375"/>
                  <a:pt x="11797421" y="2755980"/>
                  <a:pt x="11750953" y="2992271"/>
                </a:cubicBezTo>
                <a:cubicBezTo>
                  <a:pt x="11935988" y="2952504"/>
                  <a:pt x="12093739" y="2842365"/>
                  <a:pt x="12192000" y="2691161"/>
                </a:cubicBezTo>
                <a:lnTo>
                  <a:pt x="12192000" y="2892735"/>
                </a:lnTo>
                <a:cubicBezTo>
                  <a:pt x="12071770" y="3011736"/>
                  <a:pt x="11914089" y="3094511"/>
                  <a:pt x="11737582" y="3123727"/>
                </a:cubicBezTo>
                <a:lnTo>
                  <a:pt x="11737466" y="3124875"/>
                </a:lnTo>
                <a:cubicBezTo>
                  <a:pt x="11732155" y="3125886"/>
                  <a:pt x="11726826" y="3126834"/>
                  <a:pt x="11721249" y="3126415"/>
                </a:cubicBezTo>
                <a:cubicBezTo>
                  <a:pt x="11690077" y="3131969"/>
                  <a:pt x="11658197" y="3134950"/>
                  <a:pt x="11625822" y="3135477"/>
                </a:cubicBezTo>
                <a:lnTo>
                  <a:pt x="11608704" y="3137103"/>
                </a:lnTo>
                <a:lnTo>
                  <a:pt x="11608678" y="3136608"/>
                </a:lnTo>
                <a:lnTo>
                  <a:pt x="11608179" y="3136641"/>
                </a:lnTo>
                <a:cubicBezTo>
                  <a:pt x="11607613" y="3132839"/>
                  <a:pt x="11607586" y="3129023"/>
                  <a:pt x="11607586" y="3125201"/>
                </a:cubicBezTo>
                <a:cubicBezTo>
                  <a:pt x="11607586" y="3119519"/>
                  <a:pt x="11607645" y="3113850"/>
                  <a:pt x="11608957" y="3108220"/>
                </a:cubicBezTo>
                <a:cubicBezTo>
                  <a:pt x="11608914" y="3076892"/>
                  <a:pt x="11611364" y="3046007"/>
                  <a:pt x="11616421" y="3015763"/>
                </a:cubicBezTo>
                <a:lnTo>
                  <a:pt x="11616961" y="3009073"/>
                </a:lnTo>
                <a:cubicBezTo>
                  <a:pt x="11617130" y="3009068"/>
                  <a:pt x="11617299" y="3009063"/>
                  <a:pt x="11617466" y="3009010"/>
                </a:cubicBezTo>
                <a:cubicBezTo>
                  <a:pt x="11662185" y="2695154"/>
                  <a:pt x="11889463" y="2438329"/>
                  <a:pt x="12192000" y="2344615"/>
                </a:cubicBezTo>
                <a:close/>
                <a:moveTo>
                  <a:pt x="10767111" y="2302594"/>
                </a:moveTo>
                <a:lnTo>
                  <a:pt x="10784198" y="2304217"/>
                </a:lnTo>
                <a:cubicBezTo>
                  <a:pt x="10816584" y="2304744"/>
                  <a:pt x="10848477" y="2307725"/>
                  <a:pt x="10879660" y="2313282"/>
                </a:cubicBezTo>
                <a:cubicBezTo>
                  <a:pt x="10885236" y="2312863"/>
                  <a:pt x="10890564" y="2313811"/>
                  <a:pt x="10895873" y="2314821"/>
                </a:cubicBezTo>
                <a:lnTo>
                  <a:pt x="10895990" y="2315969"/>
                </a:lnTo>
                <a:cubicBezTo>
                  <a:pt x="11254840" y="2375367"/>
                  <a:pt x="11535879" y="2656144"/>
                  <a:pt x="11586156" y="3009010"/>
                </a:cubicBezTo>
                <a:cubicBezTo>
                  <a:pt x="11586323" y="3009063"/>
                  <a:pt x="11586492" y="3009068"/>
                  <a:pt x="11586661" y="3009073"/>
                </a:cubicBezTo>
                <a:lnTo>
                  <a:pt x="11587201" y="3015763"/>
                </a:lnTo>
                <a:cubicBezTo>
                  <a:pt x="11592258" y="3046007"/>
                  <a:pt x="11594708" y="3076892"/>
                  <a:pt x="11594665" y="3108220"/>
                </a:cubicBezTo>
                <a:cubicBezTo>
                  <a:pt x="11595977" y="3113850"/>
                  <a:pt x="11596036" y="3119519"/>
                  <a:pt x="11596036" y="3125201"/>
                </a:cubicBezTo>
                <a:cubicBezTo>
                  <a:pt x="11596036" y="3129023"/>
                  <a:pt x="11596009" y="3132839"/>
                  <a:pt x="11595443" y="3136641"/>
                </a:cubicBezTo>
                <a:lnTo>
                  <a:pt x="11594944" y="3136608"/>
                </a:lnTo>
                <a:lnTo>
                  <a:pt x="11594918" y="3137103"/>
                </a:lnTo>
                <a:lnTo>
                  <a:pt x="11577800" y="3135477"/>
                </a:lnTo>
                <a:cubicBezTo>
                  <a:pt x="11545425" y="3134950"/>
                  <a:pt x="11513545" y="3131969"/>
                  <a:pt x="11482373" y="3126415"/>
                </a:cubicBezTo>
                <a:cubicBezTo>
                  <a:pt x="11476796" y="3126834"/>
                  <a:pt x="11471467" y="3125886"/>
                  <a:pt x="11466156" y="3124875"/>
                </a:cubicBezTo>
                <a:lnTo>
                  <a:pt x="11466040" y="3123727"/>
                </a:lnTo>
                <a:cubicBezTo>
                  <a:pt x="11107189" y="3064328"/>
                  <a:pt x="10826150" y="2783551"/>
                  <a:pt x="10775875" y="2430686"/>
                </a:cubicBezTo>
                <a:cubicBezTo>
                  <a:pt x="10775707" y="2430633"/>
                  <a:pt x="10775539" y="2430628"/>
                  <a:pt x="10775369" y="2430623"/>
                </a:cubicBezTo>
                <a:lnTo>
                  <a:pt x="10774831" y="2423947"/>
                </a:lnTo>
                <a:cubicBezTo>
                  <a:pt x="10769772" y="2393697"/>
                  <a:pt x="10767321" y="2362806"/>
                  <a:pt x="10767364" y="2331471"/>
                </a:cubicBezTo>
                <a:cubicBezTo>
                  <a:pt x="10766052" y="2325843"/>
                  <a:pt x="10765993" y="2320176"/>
                  <a:pt x="10765993" y="2314495"/>
                </a:cubicBezTo>
                <a:lnTo>
                  <a:pt x="10766587" y="2303055"/>
                </a:lnTo>
                <a:lnTo>
                  <a:pt x="10767085" y="2303088"/>
                </a:lnTo>
                <a:close/>
                <a:moveTo>
                  <a:pt x="10744358" y="2302594"/>
                </a:moveTo>
                <a:lnTo>
                  <a:pt x="10744384" y="2303088"/>
                </a:lnTo>
                <a:lnTo>
                  <a:pt x="10744882" y="2303055"/>
                </a:lnTo>
                <a:lnTo>
                  <a:pt x="10745476" y="2314495"/>
                </a:lnTo>
                <a:cubicBezTo>
                  <a:pt x="10745476" y="2320176"/>
                  <a:pt x="10745417" y="2325843"/>
                  <a:pt x="10744105" y="2331471"/>
                </a:cubicBezTo>
                <a:cubicBezTo>
                  <a:pt x="10744148" y="2362806"/>
                  <a:pt x="10741697" y="2393697"/>
                  <a:pt x="10736638" y="2423947"/>
                </a:cubicBezTo>
                <a:lnTo>
                  <a:pt x="10736100" y="2430623"/>
                </a:lnTo>
                <a:cubicBezTo>
                  <a:pt x="10735930" y="2430628"/>
                  <a:pt x="10735762" y="2430633"/>
                  <a:pt x="10735594" y="2430686"/>
                </a:cubicBezTo>
                <a:cubicBezTo>
                  <a:pt x="10685319" y="2783551"/>
                  <a:pt x="10404280" y="3064328"/>
                  <a:pt x="10045429" y="3123727"/>
                </a:cubicBezTo>
                <a:lnTo>
                  <a:pt x="10045313" y="3124875"/>
                </a:lnTo>
                <a:cubicBezTo>
                  <a:pt x="10040002" y="3125886"/>
                  <a:pt x="10034673" y="3126834"/>
                  <a:pt x="10029096" y="3126415"/>
                </a:cubicBezTo>
                <a:cubicBezTo>
                  <a:pt x="9997924" y="3131969"/>
                  <a:pt x="9966044" y="3134950"/>
                  <a:pt x="9933669" y="3135477"/>
                </a:cubicBezTo>
                <a:lnTo>
                  <a:pt x="9916551" y="3137103"/>
                </a:lnTo>
                <a:lnTo>
                  <a:pt x="9916525" y="3136608"/>
                </a:lnTo>
                <a:lnTo>
                  <a:pt x="9916026" y="3136641"/>
                </a:lnTo>
                <a:cubicBezTo>
                  <a:pt x="9915460" y="3132839"/>
                  <a:pt x="9915433" y="3129023"/>
                  <a:pt x="9915433" y="3125201"/>
                </a:cubicBezTo>
                <a:cubicBezTo>
                  <a:pt x="9915433" y="3119519"/>
                  <a:pt x="9915492" y="3113850"/>
                  <a:pt x="9916804" y="3108220"/>
                </a:cubicBezTo>
                <a:cubicBezTo>
                  <a:pt x="9916761" y="3076892"/>
                  <a:pt x="9919211" y="3046007"/>
                  <a:pt x="9924268" y="3015763"/>
                </a:cubicBezTo>
                <a:lnTo>
                  <a:pt x="9924808" y="3009073"/>
                </a:lnTo>
                <a:cubicBezTo>
                  <a:pt x="9924977" y="3009068"/>
                  <a:pt x="9925146" y="3009063"/>
                  <a:pt x="9925314" y="3009010"/>
                </a:cubicBezTo>
                <a:cubicBezTo>
                  <a:pt x="9975590" y="2656144"/>
                  <a:pt x="10256629" y="2375367"/>
                  <a:pt x="10615479" y="2315969"/>
                </a:cubicBezTo>
                <a:lnTo>
                  <a:pt x="10615596" y="2314821"/>
                </a:lnTo>
                <a:cubicBezTo>
                  <a:pt x="10620905" y="2313811"/>
                  <a:pt x="10626233" y="2312863"/>
                  <a:pt x="10631809" y="2313282"/>
                </a:cubicBezTo>
                <a:cubicBezTo>
                  <a:pt x="10662992" y="2307725"/>
                  <a:pt x="10694885" y="2304744"/>
                  <a:pt x="10727271" y="2304217"/>
                </a:cubicBezTo>
                <a:close/>
                <a:moveTo>
                  <a:pt x="9074958" y="2302594"/>
                </a:moveTo>
                <a:lnTo>
                  <a:pt x="9092045" y="2304217"/>
                </a:lnTo>
                <a:cubicBezTo>
                  <a:pt x="9124431" y="2304744"/>
                  <a:pt x="9156324" y="2307725"/>
                  <a:pt x="9187507" y="2313282"/>
                </a:cubicBezTo>
                <a:cubicBezTo>
                  <a:pt x="9193083" y="2312863"/>
                  <a:pt x="9198411" y="2313811"/>
                  <a:pt x="9203720" y="2314821"/>
                </a:cubicBezTo>
                <a:lnTo>
                  <a:pt x="9203837" y="2315969"/>
                </a:lnTo>
                <a:cubicBezTo>
                  <a:pt x="9562687" y="2375367"/>
                  <a:pt x="9843726" y="2656144"/>
                  <a:pt x="9894002" y="3009010"/>
                </a:cubicBezTo>
                <a:cubicBezTo>
                  <a:pt x="9894170" y="3009063"/>
                  <a:pt x="9894339" y="3009068"/>
                  <a:pt x="9894508" y="3009073"/>
                </a:cubicBezTo>
                <a:lnTo>
                  <a:pt x="9895048" y="3015763"/>
                </a:lnTo>
                <a:cubicBezTo>
                  <a:pt x="9900105" y="3046007"/>
                  <a:pt x="9902555" y="3076892"/>
                  <a:pt x="9902512" y="3108220"/>
                </a:cubicBezTo>
                <a:cubicBezTo>
                  <a:pt x="9903824" y="3113850"/>
                  <a:pt x="9903883" y="3119519"/>
                  <a:pt x="9903883" y="3125201"/>
                </a:cubicBezTo>
                <a:cubicBezTo>
                  <a:pt x="9903883" y="3129023"/>
                  <a:pt x="9903856" y="3132839"/>
                  <a:pt x="9903290" y="3136641"/>
                </a:cubicBezTo>
                <a:lnTo>
                  <a:pt x="9902791" y="3136608"/>
                </a:lnTo>
                <a:lnTo>
                  <a:pt x="9902765" y="3137103"/>
                </a:lnTo>
                <a:lnTo>
                  <a:pt x="9885647" y="3135477"/>
                </a:lnTo>
                <a:cubicBezTo>
                  <a:pt x="9853272" y="3134950"/>
                  <a:pt x="9821392" y="3131969"/>
                  <a:pt x="9790220" y="3126415"/>
                </a:cubicBezTo>
                <a:cubicBezTo>
                  <a:pt x="9784643" y="3126834"/>
                  <a:pt x="9779314" y="3125886"/>
                  <a:pt x="9774003" y="3124875"/>
                </a:cubicBezTo>
                <a:lnTo>
                  <a:pt x="9773887" y="3123727"/>
                </a:lnTo>
                <a:cubicBezTo>
                  <a:pt x="9415036" y="3064328"/>
                  <a:pt x="9133997" y="2783551"/>
                  <a:pt x="9083722" y="2430686"/>
                </a:cubicBezTo>
                <a:cubicBezTo>
                  <a:pt x="9083554" y="2430633"/>
                  <a:pt x="9083386" y="2430628"/>
                  <a:pt x="9083216" y="2430623"/>
                </a:cubicBezTo>
                <a:lnTo>
                  <a:pt x="9082678" y="2423947"/>
                </a:lnTo>
                <a:cubicBezTo>
                  <a:pt x="9077619" y="2393697"/>
                  <a:pt x="9075168" y="2362806"/>
                  <a:pt x="9075211" y="2331471"/>
                </a:cubicBezTo>
                <a:cubicBezTo>
                  <a:pt x="9073899" y="2325843"/>
                  <a:pt x="9073840" y="2320176"/>
                  <a:pt x="9073840" y="2314495"/>
                </a:cubicBezTo>
                <a:lnTo>
                  <a:pt x="9074434" y="2303055"/>
                </a:lnTo>
                <a:lnTo>
                  <a:pt x="9074932" y="2303088"/>
                </a:lnTo>
                <a:close/>
                <a:moveTo>
                  <a:pt x="9052207" y="2302594"/>
                </a:moveTo>
                <a:lnTo>
                  <a:pt x="9052233" y="2303088"/>
                </a:lnTo>
                <a:lnTo>
                  <a:pt x="9052731" y="2303055"/>
                </a:lnTo>
                <a:lnTo>
                  <a:pt x="9053325" y="2314495"/>
                </a:lnTo>
                <a:cubicBezTo>
                  <a:pt x="9053325" y="2320176"/>
                  <a:pt x="9053266" y="2325843"/>
                  <a:pt x="9051954" y="2331471"/>
                </a:cubicBezTo>
                <a:cubicBezTo>
                  <a:pt x="9051997" y="2362806"/>
                  <a:pt x="9049546" y="2393697"/>
                  <a:pt x="9044487" y="2423947"/>
                </a:cubicBezTo>
                <a:lnTo>
                  <a:pt x="9043949" y="2430623"/>
                </a:lnTo>
                <a:cubicBezTo>
                  <a:pt x="9043779" y="2430628"/>
                  <a:pt x="9043611" y="2430633"/>
                  <a:pt x="9043443" y="2430686"/>
                </a:cubicBezTo>
                <a:cubicBezTo>
                  <a:pt x="8993168" y="2783551"/>
                  <a:pt x="8712129" y="3064328"/>
                  <a:pt x="8353278" y="3123727"/>
                </a:cubicBezTo>
                <a:lnTo>
                  <a:pt x="8353162" y="3124875"/>
                </a:lnTo>
                <a:cubicBezTo>
                  <a:pt x="8347851" y="3125886"/>
                  <a:pt x="8342522" y="3126834"/>
                  <a:pt x="8336945" y="3126415"/>
                </a:cubicBezTo>
                <a:cubicBezTo>
                  <a:pt x="8305773" y="3131969"/>
                  <a:pt x="8273893" y="3134950"/>
                  <a:pt x="8241519" y="3135477"/>
                </a:cubicBezTo>
                <a:lnTo>
                  <a:pt x="8224400" y="3137103"/>
                </a:lnTo>
                <a:lnTo>
                  <a:pt x="8224374" y="3136608"/>
                </a:lnTo>
                <a:lnTo>
                  <a:pt x="8223875" y="3136641"/>
                </a:lnTo>
                <a:cubicBezTo>
                  <a:pt x="8223309" y="3132839"/>
                  <a:pt x="8223282" y="3129023"/>
                  <a:pt x="8223282" y="3125201"/>
                </a:cubicBezTo>
                <a:cubicBezTo>
                  <a:pt x="8223282" y="3119519"/>
                  <a:pt x="8223341" y="3113850"/>
                  <a:pt x="8224653" y="3108220"/>
                </a:cubicBezTo>
                <a:cubicBezTo>
                  <a:pt x="8224611" y="3076892"/>
                  <a:pt x="8227060" y="3046007"/>
                  <a:pt x="8232117" y="3015763"/>
                </a:cubicBezTo>
                <a:lnTo>
                  <a:pt x="8232657" y="3009073"/>
                </a:lnTo>
                <a:cubicBezTo>
                  <a:pt x="8232826" y="3009068"/>
                  <a:pt x="8232995" y="3009063"/>
                  <a:pt x="8233163" y="3009010"/>
                </a:cubicBezTo>
                <a:cubicBezTo>
                  <a:pt x="8283439" y="2656144"/>
                  <a:pt x="8564478" y="2375367"/>
                  <a:pt x="8923328" y="2315969"/>
                </a:cubicBezTo>
                <a:lnTo>
                  <a:pt x="8923445" y="2314821"/>
                </a:lnTo>
                <a:cubicBezTo>
                  <a:pt x="8928754" y="2313811"/>
                  <a:pt x="8934082" y="2312863"/>
                  <a:pt x="8939658" y="2313282"/>
                </a:cubicBezTo>
                <a:cubicBezTo>
                  <a:pt x="8970841" y="2307725"/>
                  <a:pt x="9002734" y="2304744"/>
                  <a:pt x="9035120" y="2304217"/>
                </a:cubicBezTo>
                <a:close/>
                <a:moveTo>
                  <a:pt x="7382807" y="2302594"/>
                </a:moveTo>
                <a:lnTo>
                  <a:pt x="7399895" y="2304217"/>
                </a:lnTo>
                <a:cubicBezTo>
                  <a:pt x="7432280" y="2304744"/>
                  <a:pt x="7464173" y="2307725"/>
                  <a:pt x="7495356" y="2313282"/>
                </a:cubicBezTo>
                <a:cubicBezTo>
                  <a:pt x="7500932" y="2312863"/>
                  <a:pt x="7506260" y="2313811"/>
                  <a:pt x="7511569" y="2314821"/>
                </a:cubicBezTo>
                <a:lnTo>
                  <a:pt x="7511686" y="2315969"/>
                </a:lnTo>
                <a:cubicBezTo>
                  <a:pt x="7870536" y="2375367"/>
                  <a:pt x="8151575" y="2656144"/>
                  <a:pt x="8201852" y="3009010"/>
                </a:cubicBezTo>
                <a:cubicBezTo>
                  <a:pt x="8202019" y="3009063"/>
                  <a:pt x="8202189" y="3009068"/>
                  <a:pt x="8202357" y="3009073"/>
                </a:cubicBezTo>
                <a:lnTo>
                  <a:pt x="8202898" y="3015763"/>
                </a:lnTo>
                <a:cubicBezTo>
                  <a:pt x="8207954" y="3046007"/>
                  <a:pt x="8210404" y="3076892"/>
                  <a:pt x="8210362" y="3108220"/>
                </a:cubicBezTo>
                <a:cubicBezTo>
                  <a:pt x="8211674" y="3113850"/>
                  <a:pt x="8211732" y="3119519"/>
                  <a:pt x="8211732" y="3125201"/>
                </a:cubicBezTo>
                <a:cubicBezTo>
                  <a:pt x="8211732" y="3129023"/>
                  <a:pt x="8211705" y="3132839"/>
                  <a:pt x="8211139" y="3136641"/>
                </a:cubicBezTo>
                <a:lnTo>
                  <a:pt x="8210640" y="3136608"/>
                </a:lnTo>
                <a:lnTo>
                  <a:pt x="8210614" y="3137103"/>
                </a:lnTo>
                <a:lnTo>
                  <a:pt x="8193496" y="3135477"/>
                </a:lnTo>
                <a:cubicBezTo>
                  <a:pt x="8161122" y="3134950"/>
                  <a:pt x="8129241" y="3131969"/>
                  <a:pt x="8098069" y="3126415"/>
                </a:cubicBezTo>
                <a:cubicBezTo>
                  <a:pt x="8092492" y="3126834"/>
                  <a:pt x="8087163" y="3125886"/>
                  <a:pt x="8081853" y="3124875"/>
                </a:cubicBezTo>
                <a:lnTo>
                  <a:pt x="8081737" y="3123727"/>
                </a:lnTo>
                <a:cubicBezTo>
                  <a:pt x="7722885" y="3064328"/>
                  <a:pt x="7441846" y="2783551"/>
                  <a:pt x="7391571" y="2430686"/>
                </a:cubicBezTo>
                <a:cubicBezTo>
                  <a:pt x="7391403" y="2430633"/>
                  <a:pt x="7391235" y="2430628"/>
                  <a:pt x="7391065" y="2430623"/>
                </a:cubicBezTo>
                <a:lnTo>
                  <a:pt x="7390527" y="2423947"/>
                </a:lnTo>
                <a:cubicBezTo>
                  <a:pt x="7385468" y="2393697"/>
                  <a:pt x="7383018" y="2362806"/>
                  <a:pt x="7383060" y="2331471"/>
                </a:cubicBezTo>
                <a:cubicBezTo>
                  <a:pt x="7381748" y="2325843"/>
                  <a:pt x="7381689" y="2320176"/>
                  <a:pt x="7381689" y="2314495"/>
                </a:cubicBezTo>
                <a:lnTo>
                  <a:pt x="7382283" y="2303055"/>
                </a:lnTo>
                <a:lnTo>
                  <a:pt x="7382781" y="2303088"/>
                </a:lnTo>
                <a:close/>
                <a:moveTo>
                  <a:pt x="7360056" y="2302594"/>
                </a:moveTo>
                <a:lnTo>
                  <a:pt x="7360082" y="2303088"/>
                </a:lnTo>
                <a:lnTo>
                  <a:pt x="7360580" y="2303055"/>
                </a:lnTo>
                <a:lnTo>
                  <a:pt x="7361174" y="2314495"/>
                </a:lnTo>
                <a:cubicBezTo>
                  <a:pt x="7361174" y="2320176"/>
                  <a:pt x="7361116" y="2325843"/>
                  <a:pt x="7359804" y="2331471"/>
                </a:cubicBezTo>
                <a:cubicBezTo>
                  <a:pt x="7359846" y="2362806"/>
                  <a:pt x="7357395" y="2393697"/>
                  <a:pt x="7352337" y="2423947"/>
                </a:cubicBezTo>
                <a:lnTo>
                  <a:pt x="7351798" y="2430623"/>
                </a:lnTo>
                <a:cubicBezTo>
                  <a:pt x="7351629" y="2430628"/>
                  <a:pt x="7351460" y="2430633"/>
                  <a:pt x="7351293" y="2430686"/>
                </a:cubicBezTo>
                <a:cubicBezTo>
                  <a:pt x="7301017" y="2783551"/>
                  <a:pt x="7019978" y="3064328"/>
                  <a:pt x="6661127" y="3123727"/>
                </a:cubicBezTo>
                <a:lnTo>
                  <a:pt x="6661011" y="3124875"/>
                </a:lnTo>
                <a:cubicBezTo>
                  <a:pt x="6655700" y="3125886"/>
                  <a:pt x="6650371" y="3126834"/>
                  <a:pt x="6644794" y="3126415"/>
                </a:cubicBezTo>
                <a:cubicBezTo>
                  <a:pt x="6613622" y="3131969"/>
                  <a:pt x="6581742" y="3134950"/>
                  <a:pt x="6549368" y="3135477"/>
                </a:cubicBezTo>
                <a:lnTo>
                  <a:pt x="6532249" y="3137103"/>
                </a:lnTo>
                <a:lnTo>
                  <a:pt x="6532223" y="3136608"/>
                </a:lnTo>
                <a:lnTo>
                  <a:pt x="6531724" y="3136641"/>
                </a:lnTo>
                <a:cubicBezTo>
                  <a:pt x="6531158" y="3132839"/>
                  <a:pt x="6531131" y="3129023"/>
                  <a:pt x="6531131" y="3125201"/>
                </a:cubicBezTo>
                <a:cubicBezTo>
                  <a:pt x="6531131" y="3119519"/>
                  <a:pt x="6531190" y="3113850"/>
                  <a:pt x="6532502" y="3108220"/>
                </a:cubicBezTo>
                <a:cubicBezTo>
                  <a:pt x="6532460" y="3076892"/>
                  <a:pt x="6534909" y="3046007"/>
                  <a:pt x="6539966" y="3015763"/>
                </a:cubicBezTo>
                <a:lnTo>
                  <a:pt x="6540506" y="3009073"/>
                </a:lnTo>
                <a:cubicBezTo>
                  <a:pt x="6540675" y="3009068"/>
                  <a:pt x="6540844" y="3009063"/>
                  <a:pt x="6541012" y="3009010"/>
                </a:cubicBezTo>
                <a:cubicBezTo>
                  <a:pt x="6591288" y="2656144"/>
                  <a:pt x="6872327" y="2375367"/>
                  <a:pt x="7231178" y="2315969"/>
                </a:cubicBezTo>
                <a:lnTo>
                  <a:pt x="7231295" y="2314821"/>
                </a:lnTo>
                <a:cubicBezTo>
                  <a:pt x="7236603" y="2313811"/>
                  <a:pt x="7241931" y="2312863"/>
                  <a:pt x="7247507" y="2313282"/>
                </a:cubicBezTo>
                <a:cubicBezTo>
                  <a:pt x="7278691" y="2307725"/>
                  <a:pt x="7310583" y="2304744"/>
                  <a:pt x="7342969" y="2304217"/>
                </a:cubicBezTo>
                <a:close/>
                <a:moveTo>
                  <a:pt x="5690656" y="2302594"/>
                </a:moveTo>
                <a:lnTo>
                  <a:pt x="5707743" y="2304217"/>
                </a:lnTo>
                <a:cubicBezTo>
                  <a:pt x="5740129" y="2304744"/>
                  <a:pt x="5772021" y="2307725"/>
                  <a:pt x="5803205" y="2313282"/>
                </a:cubicBezTo>
                <a:cubicBezTo>
                  <a:pt x="5808781" y="2312863"/>
                  <a:pt x="5814109" y="2313811"/>
                  <a:pt x="5819417" y="2314821"/>
                </a:cubicBezTo>
                <a:lnTo>
                  <a:pt x="5819534" y="2315969"/>
                </a:lnTo>
                <a:cubicBezTo>
                  <a:pt x="6178385" y="2375367"/>
                  <a:pt x="6459424" y="2656144"/>
                  <a:pt x="6509700" y="3009010"/>
                </a:cubicBezTo>
                <a:cubicBezTo>
                  <a:pt x="6509868" y="3009063"/>
                  <a:pt x="6510037" y="3009068"/>
                  <a:pt x="6510206" y="3009073"/>
                </a:cubicBezTo>
                <a:lnTo>
                  <a:pt x="6510746" y="3015763"/>
                </a:lnTo>
                <a:cubicBezTo>
                  <a:pt x="6515803" y="3046007"/>
                  <a:pt x="6518252" y="3076892"/>
                  <a:pt x="6518210" y="3108220"/>
                </a:cubicBezTo>
                <a:cubicBezTo>
                  <a:pt x="6519522" y="3113850"/>
                  <a:pt x="6519581" y="3119519"/>
                  <a:pt x="6519581" y="3125201"/>
                </a:cubicBezTo>
                <a:cubicBezTo>
                  <a:pt x="6519581" y="3129023"/>
                  <a:pt x="6519554" y="3132839"/>
                  <a:pt x="6518988" y="3136641"/>
                </a:cubicBezTo>
                <a:lnTo>
                  <a:pt x="6518489" y="3136608"/>
                </a:lnTo>
                <a:lnTo>
                  <a:pt x="6518463" y="3137103"/>
                </a:lnTo>
                <a:lnTo>
                  <a:pt x="6501344" y="3135477"/>
                </a:lnTo>
                <a:cubicBezTo>
                  <a:pt x="6468970" y="3134950"/>
                  <a:pt x="6437090" y="3131969"/>
                  <a:pt x="6405918" y="3126415"/>
                </a:cubicBezTo>
                <a:cubicBezTo>
                  <a:pt x="6400341" y="3126834"/>
                  <a:pt x="6395012" y="3125886"/>
                  <a:pt x="6389701" y="3124875"/>
                </a:cubicBezTo>
                <a:lnTo>
                  <a:pt x="6389585" y="3123727"/>
                </a:lnTo>
                <a:cubicBezTo>
                  <a:pt x="6030734" y="3064328"/>
                  <a:pt x="5749695" y="2783551"/>
                  <a:pt x="5699419" y="2430686"/>
                </a:cubicBezTo>
                <a:cubicBezTo>
                  <a:pt x="5699252" y="2430633"/>
                  <a:pt x="5699083" y="2430628"/>
                  <a:pt x="5698914" y="2430623"/>
                </a:cubicBezTo>
                <a:lnTo>
                  <a:pt x="5698375" y="2423947"/>
                </a:lnTo>
                <a:cubicBezTo>
                  <a:pt x="5693317" y="2393697"/>
                  <a:pt x="5690866" y="2362806"/>
                  <a:pt x="5690908" y="2331471"/>
                </a:cubicBezTo>
                <a:cubicBezTo>
                  <a:pt x="5689596" y="2325843"/>
                  <a:pt x="5689538" y="2320176"/>
                  <a:pt x="5689538" y="2314495"/>
                </a:cubicBezTo>
                <a:lnTo>
                  <a:pt x="5690132" y="2303055"/>
                </a:lnTo>
                <a:lnTo>
                  <a:pt x="5690630" y="2303088"/>
                </a:lnTo>
                <a:close/>
                <a:moveTo>
                  <a:pt x="5667905" y="2302594"/>
                </a:moveTo>
                <a:lnTo>
                  <a:pt x="5667931" y="2303088"/>
                </a:lnTo>
                <a:lnTo>
                  <a:pt x="5668429" y="2303055"/>
                </a:lnTo>
                <a:lnTo>
                  <a:pt x="5669023" y="2314495"/>
                </a:lnTo>
                <a:cubicBezTo>
                  <a:pt x="5669023" y="2320176"/>
                  <a:pt x="5668964" y="2325843"/>
                  <a:pt x="5667652" y="2331471"/>
                </a:cubicBezTo>
                <a:cubicBezTo>
                  <a:pt x="5667694" y="2362806"/>
                  <a:pt x="5665244" y="2393697"/>
                  <a:pt x="5660185" y="2423947"/>
                </a:cubicBezTo>
                <a:lnTo>
                  <a:pt x="5659647" y="2430623"/>
                </a:lnTo>
                <a:cubicBezTo>
                  <a:pt x="5659477" y="2430628"/>
                  <a:pt x="5659309" y="2430633"/>
                  <a:pt x="5659141" y="2430686"/>
                </a:cubicBezTo>
                <a:cubicBezTo>
                  <a:pt x="5608866" y="2783551"/>
                  <a:pt x="5327827" y="3064328"/>
                  <a:pt x="4968975" y="3123727"/>
                </a:cubicBezTo>
                <a:lnTo>
                  <a:pt x="4968859" y="3124875"/>
                </a:lnTo>
                <a:cubicBezTo>
                  <a:pt x="4963549" y="3125886"/>
                  <a:pt x="4958220" y="3126834"/>
                  <a:pt x="4952643" y="3126415"/>
                </a:cubicBezTo>
                <a:cubicBezTo>
                  <a:pt x="4921471" y="3131969"/>
                  <a:pt x="4889590" y="3134950"/>
                  <a:pt x="4857216" y="3135477"/>
                </a:cubicBezTo>
                <a:lnTo>
                  <a:pt x="4840098" y="3137103"/>
                </a:lnTo>
                <a:lnTo>
                  <a:pt x="4840072" y="3136608"/>
                </a:lnTo>
                <a:lnTo>
                  <a:pt x="4839573" y="3136641"/>
                </a:lnTo>
                <a:cubicBezTo>
                  <a:pt x="4839007" y="3132839"/>
                  <a:pt x="4838980" y="3129023"/>
                  <a:pt x="4838980" y="3125201"/>
                </a:cubicBezTo>
                <a:cubicBezTo>
                  <a:pt x="4838980" y="3119519"/>
                  <a:pt x="4839038" y="3113850"/>
                  <a:pt x="4840350" y="3108220"/>
                </a:cubicBezTo>
                <a:cubicBezTo>
                  <a:pt x="4840308" y="3076892"/>
                  <a:pt x="4842758" y="3046007"/>
                  <a:pt x="4847814" y="3015763"/>
                </a:cubicBezTo>
                <a:lnTo>
                  <a:pt x="4848355" y="3009073"/>
                </a:lnTo>
                <a:cubicBezTo>
                  <a:pt x="4848523" y="3009068"/>
                  <a:pt x="4848693" y="3009063"/>
                  <a:pt x="4848860" y="3009010"/>
                </a:cubicBezTo>
                <a:cubicBezTo>
                  <a:pt x="4899137" y="2656144"/>
                  <a:pt x="5180176" y="2375367"/>
                  <a:pt x="5539026" y="2315969"/>
                </a:cubicBezTo>
                <a:lnTo>
                  <a:pt x="5539143" y="2314821"/>
                </a:lnTo>
                <a:cubicBezTo>
                  <a:pt x="5544452" y="2313811"/>
                  <a:pt x="5549780" y="2312863"/>
                  <a:pt x="5555356" y="2313282"/>
                </a:cubicBezTo>
                <a:cubicBezTo>
                  <a:pt x="5586539" y="2307725"/>
                  <a:pt x="5618432" y="2304744"/>
                  <a:pt x="5650817" y="2304217"/>
                </a:cubicBezTo>
                <a:close/>
                <a:moveTo>
                  <a:pt x="3998505" y="2302594"/>
                </a:moveTo>
                <a:lnTo>
                  <a:pt x="4015592" y="2304217"/>
                </a:lnTo>
                <a:cubicBezTo>
                  <a:pt x="4047978" y="2304744"/>
                  <a:pt x="4079870" y="2307725"/>
                  <a:pt x="4111054" y="2313282"/>
                </a:cubicBezTo>
                <a:cubicBezTo>
                  <a:pt x="4116630" y="2312863"/>
                  <a:pt x="4121958" y="2313811"/>
                  <a:pt x="4127266" y="2314821"/>
                </a:cubicBezTo>
                <a:lnTo>
                  <a:pt x="4127384" y="2315969"/>
                </a:lnTo>
                <a:cubicBezTo>
                  <a:pt x="4486234" y="2375367"/>
                  <a:pt x="4767273" y="2656144"/>
                  <a:pt x="4817549" y="3009010"/>
                </a:cubicBezTo>
                <a:cubicBezTo>
                  <a:pt x="4817717" y="3009063"/>
                  <a:pt x="4817886" y="3009068"/>
                  <a:pt x="4818055" y="3009073"/>
                </a:cubicBezTo>
                <a:lnTo>
                  <a:pt x="4818595" y="3015763"/>
                </a:lnTo>
                <a:cubicBezTo>
                  <a:pt x="4823652" y="3046007"/>
                  <a:pt x="4826101" y="3076892"/>
                  <a:pt x="4826059" y="3108220"/>
                </a:cubicBezTo>
                <a:cubicBezTo>
                  <a:pt x="4827371" y="3113850"/>
                  <a:pt x="4827430" y="3119519"/>
                  <a:pt x="4827430" y="3125201"/>
                </a:cubicBezTo>
                <a:cubicBezTo>
                  <a:pt x="4827430" y="3129023"/>
                  <a:pt x="4827403" y="3132839"/>
                  <a:pt x="4826837" y="3136641"/>
                </a:cubicBezTo>
                <a:lnTo>
                  <a:pt x="4826338" y="3136608"/>
                </a:lnTo>
                <a:lnTo>
                  <a:pt x="4826312" y="3137103"/>
                </a:lnTo>
                <a:lnTo>
                  <a:pt x="4809193" y="3135477"/>
                </a:lnTo>
                <a:cubicBezTo>
                  <a:pt x="4776819" y="3134950"/>
                  <a:pt x="4744939" y="3131969"/>
                  <a:pt x="4713767" y="3126415"/>
                </a:cubicBezTo>
                <a:cubicBezTo>
                  <a:pt x="4708190" y="3126834"/>
                  <a:pt x="4702861" y="3125886"/>
                  <a:pt x="4697550" y="3124875"/>
                </a:cubicBezTo>
                <a:lnTo>
                  <a:pt x="4697434" y="3123727"/>
                </a:lnTo>
                <a:cubicBezTo>
                  <a:pt x="4338583" y="3064328"/>
                  <a:pt x="4057544" y="2783551"/>
                  <a:pt x="4007268" y="2430686"/>
                </a:cubicBezTo>
                <a:cubicBezTo>
                  <a:pt x="4007101" y="2430633"/>
                  <a:pt x="4006932" y="2430628"/>
                  <a:pt x="4006763" y="2430623"/>
                </a:cubicBezTo>
                <a:lnTo>
                  <a:pt x="4006225" y="2423947"/>
                </a:lnTo>
                <a:cubicBezTo>
                  <a:pt x="4001166" y="2393697"/>
                  <a:pt x="3998715" y="2362806"/>
                  <a:pt x="3998757" y="2331471"/>
                </a:cubicBezTo>
                <a:cubicBezTo>
                  <a:pt x="3997445" y="2325843"/>
                  <a:pt x="3997387" y="2320176"/>
                  <a:pt x="3997387" y="2314495"/>
                </a:cubicBezTo>
                <a:lnTo>
                  <a:pt x="3997981" y="2303055"/>
                </a:lnTo>
                <a:lnTo>
                  <a:pt x="3998479" y="2303088"/>
                </a:lnTo>
                <a:close/>
                <a:moveTo>
                  <a:pt x="3975754" y="2302594"/>
                </a:moveTo>
                <a:lnTo>
                  <a:pt x="3975780" y="2303088"/>
                </a:lnTo>
                <a:lnTo>
                  <a:pt x="3976278" y="2303055"/>
                </a:lnTo>
                <a:lnTo>
                  <a:pt x="3976872" y="2314495"/>
                </a:lnTo>
                <a:cubicBezTo>
                  <a:pt x="3976872" y="2320176"/>
                  <a:pt x="3976813" y="2325843"/>
                  <a:pt x="3975501" y="2331471"/>
                </a:cubicBezTo>
                <a:cubicBezTo>
                  <a:pt x="3975543" y="2362806"/>
                  <a:pt x="3973093" y="2393697"/>
                  <a:pt x="3968034" y="2423947"/>
                </a:cubicBezTo>
                <a:lnTo>
                  <a:pt x="3967496" y="2430623"/>
                </a:lnTo>
                <a:cubicBezTo>
                  <a:pt x="3967326" y="2430628"/>
                  <a:pt x="3967158" y="2430633"/>
                  <a:pt x="3966990" y="2430686"/>
                </a:cubicBezTo>
                <a:cubicBezTo>
                  <a:pt x="3916715" y="2783551"/>
                  <a:pt x="3635676" y="3064328"/>
                  <a:pt x="3276825" y="3123727"/>
                </a:cubicBezTo>
                <a:lnTo>
                  <a:pt x="3276708" y="3124875"/>
                </a:lnTo>
                <a:cubicBezTo>
                  <a:pt x="3271398" y="3125886"/>
                  <a:pt x="3266069" y="3126834"/>
                  <a:pt x="3260492" y="3126415"/>
                </a:cubicBezTo>
                <a:cubicBezTo>
                  <a:pt x="3229320" y="3131969"/>
                  <a:pt x="3197440" y="3134950"/>
                  <a:pt x="3165065" y="3135477"/>
                </a:cubicBezTo>
                <a:lnTo>
                  <a:pt x="3147947" y="3137103"/>
                </a:lnTo>
                <a:lnTo>
                  <a:pt x="3147921" y="3136608"/>
                </a:lnTo>
                <a:lnTo>
                  <a:pt x="3147422" y="3136641"/>
                </a:lnTo>
                <a:cubicBezTo>
                  <a:pt x="3146856" y="3132839"/>
                  <a:pt x="3146829" y="3129023"/>
                  <a:pt x="3146829" y="3125201"/>
                </a:cubicBezTo>
                <a:cubicBezTo>
                  <a:pt x="3146829" y="3119519"/>
                  <a:pt x="3146887" y="3113850"/>
                  <a:pt x="3148199" y="3108220"/>
                </a:cubicBezTo>
                <a:cubicBezTo>
                  <a:pt x="3148157" y="3076892"/>
                  <a:pt x="3150607" y="3046007"/>
                  <a:pt x="3155663" y="3015763"/>
                </a:cubicBezTo>
                <a:lnTo>
                  <a:pt x="3156204" y="3009073"/>
                </a:lnTo>
                <a:cubicBezTo>
                  <a:pt x="3156372" y="3009068"/>
                  <a:pt x="3156542" y="3009063"/>
                  <a:pt x="3156709" y="3009010"/>
                </a:cubicBezTo>
                <a:cubicBezTo>
                  <a:pt x="3206986" y="2656144"/>
                  <a:pt x="3488025" y="2375367"/>
                  <a:pt x="3846875" y="2315969"/>
                </a:cubicBezTo>
                <a:lnTo>
                  <a:pt x="3846992" y="2314821"/>
                </a:lnTo>
                <a:cubicBezTo>
                  <a:pt x="3852301" y="2313811"/>
                  <a:pt x="3857629" y="2312863"/>
                  <a:pt x="3863205" y="2313282"/>
                </a:cubicBezTo>
                <a:cubicBezTo>
                  <a:pt x="3894388" y="2307725"/>
                  <a:pt x="3926281" y="2304744"/>
                  <a:pt x="3958666" y="2304217"/>
                </a:cubicBezTo>
                <a:close/>
                <a:moveTo>
                  <a:pt x="2306354" y="2302594"/>
                </a:moveTo>
                <a:lnTo>
                  <a:pt x="2323441" y="2304217"/>
                </a:lnTo>
                <a:cubicBezTo>
                  <a:pt x="2355827" y="2304744"/>
                  <a:pt x="2387719" y="2307725"/>
                  <a:pt x="2418903" y="2313282"/>
                </a:cubicBezTo>
                <a:cubicBezTo>
                  <a:pt x="2424479" y="2312863"/>
                  <a:pt x="2429807" y="2313811"/>
                  <a:pt x="2435115" y="2314821"/>
                </a:cubicBezTo>
                <a:lnTo>
                  <a:pt x="2435233" y="2315969"/>
                </a:lnTo>
                <a:cubicBezTo>
                  <a:pt x="2794083" y="2375367"/>
                  <a:pt x="3075122" y="2656144"/>
                  <a:pt x="3125398" y="3009010"/>
                </a:cubicBezTo>
                <a:cubicBezTo>
                  <a:pt x="3125566" y="3009063"/>
                  <a:pt x="3125735" y="3009068"/>
                  <a:pt x="3125904" y="3009073"/>
                </a:cubicBezTo>
                <a:lnTo>
                  <a:pt x="3126444" y="3015763"/>
                </a:lnTo>
                <a:cubicBezTo>
                  <a:pt x="3131501" y="3046007"/>
                  <a:pt x="3133950" y="3076892"/>
                  <a:pt x="3133908" y="3108220"/>
                </a:cubicBezTo>
                <a:cubicBezTo>
                  <a:pt x="3135220" y="3113850"/>
                  <a:pt x="3135279" y="3119519"/>
                  <a:pt x="3135279" y="3125201"/>
                </a:cubicBezTo>
                <a:cubicBezTo>
                  <a:pt x="3135279" y="3129023"/>
                  <a:pt x="3135252" y="3132839"/>
                  <a:pt x="3134686" y="3136641"/>
                </a:cubicBezTo>
                <a:lnTo>
                  <a:pt x="3134187" y="3136608"/>
                </a:lnTo>
                <a:lnTo>
                  <a:pt x="3134161" y="3137103"/>
                </a:lnTo>
                <a:lnTo>
                  <a:pt x="3117042" y="3135477"/>
                </a:lnTo>
                <a:cubicBezTo>
                  <a:pt x="3084668" y="3134950"/>
                  <a:pt x="3052788" y="3131969"/>
                  <a:pt x="3021616" y="3126415"/>
                </a:cubicBezTo>
                <a:cubicBezTo>
                  <a:pt x="3016039" y="3126834"/>
                  <a:pt x="3010710" y="3125886"/>
                  <a:pt x="3005399" y="3124875"/>
                </a:cubicBezTo>
                <a:lnTo>
                  <a:pt x="3005283" y="3123727"/>
                </a:lnTo>
                <a:cubicBezTo>
                  <a:pt x="2646432" y="3064328"/>
                  <a:pt x="2365393" y="2783551"/>
                  <a:pt x="2315117" y="2430686"/>
                </a:cubicBezTo>
                <a:cubicBezTo>
                  <a:pt x="2314950" y="2430633"/>
                  <a:pt x="2314781" y="2430628"/>
                  <a:pt x="2314612" y="2430623"/>
                </a:cubicBezTo>
                <a:lnTo>
                  <a:pt x="2314074" y="2423947"/>
                </a:lnTo>
                <a:cubicBezTo>
                  <a:pt x="2309015" y="2393697"/>
                  <a:pt x="2306564" y="2362806"/>
                  <a:pt x="2306606" y="2331471"/>
                </a:cubicBezTo>
                <a:cubicBezTo>
                  <a:pt x="2305294" y="2325843"/>
                  <a:pt x="2305236" y="2320176"/>
                  <a:pt x="2305236" y="2314495"/>
                </a:cubicBezTo>
                <a:lnTo>
                  <a:pt x="2305830" y="2303055"/>
                </a:lnTo>
                <a:lnTo>
                  <a:pt x="2306328" y="2303088"/>
                </a:lnTo>
                <a:close/>
                <a:moveTo>
                  <a:pt x="2283603" y="2302594"/>
                </a:moveTo>
                <a:lnTo>
                  <a:pt x="2283629" y="2303088"/>
                </a:lnTo>
                <a:lnTo>
                  <a:pt x="2284127" y="2303055"/>
                </a:lnTo>
                <a:lnTo>
                  <a:pt x="2284721" y="2314495"/>
                </a:lnTo>
                <a:cubicBezTo>
                  <a:pt x="2284721" y="2320176"/>
                  <a:pt x="2284662" y="2325843"/>
                  <a:pt x="2283350" y="2331471"/>
                </a:cubicBezTo>
                <a:cubicBezTo>
                  <a:pt x="2283392" y="2362806"/>
                  <a:pt x="2280942" y="2393697"/>
                  <a:pt x="2275883" y="2423947"/>
                </a:cubicBezTo>
                <a:lnTo>
                  <a:pt x="2275345" y="2430623"/>
                </a:lnTo>
                <a:cubicBezTo>
                  <a:pt x="2275175" y="2430628"/>
                  <a:pt x="2275007" y="2430633"/>
                  <a:pt x="2274839" y="2430686"/>
                </a:cubicBezTo>
                <a:cubicBezTo>
                  <a:pt x="2224564" y="2783551"/>
                  <a:pt x="1943525" y="3064328"/>
                  <a:pt x="1584673" y="3123727"/>
                </a:cubicBezTo>
                <a:lnTo>
                  <a:pt x="1584557" y="3124875"/>
                </a:lnTo>
                <a:cubicBezTo>
                  <a:pt x="1579247" y="3125886"/>
                  <a:pt x="1573918" y="3126834"/>
                  <a:pt x="1568341" y="3126415"/>
                </a:cubicBezTo>
                <a:cubicBezTo>
                  <a:pt x="1537169" y="3131969"/>
                  <a:pt x="1505289" y="3134950"/>
                  <a:pt x="1472914" y="3135477"/>
                </a:cubicBezTo>
                <a:lnTo>
                  <a:pt x="1455796" y="3137103"/>
                </a:lnTo>
                <a:lnTo>
                  <a:pt x="1455770" y="3136608"/>
                </a:lnTo>
                <a:lnTo>
                  <a:pt x="1455271" y="3136641"/>
                </a:lnTo>
                <a:cubicBezTo>
                  <a:pt x="1454705" y="3132839"/>
                  <a:pt x="1454678" y="3129023"/>
                  <a:pt x="1454678" y="3125201"/>
                </a:cubicBezTo>
                <a:cubicBezTo>
                  <a:pt x="1454678" y="3119519"/>
                  <a:pt x="1454736" y="3113850"/>
                  <a:pt x="1456048" y="3108220"/>
                </a:cubicBezTo>
                <a:cubicBezTo>
                  <a:pt x="1456006" y="3076892"/>
                  <a:pt x="1458456" y="3046007"/>
                  <a:pt x="1463513" y="3015763"/>
                </a:cubicBezTo>
                <a:lnTo>
                  <a:pt x="1464053" y="3009073"/>
                </a:lnTo>
                <a:cubicBezTo>
                  <a:pt x="1464221" y="3009068"/>
                  <a:pt x="1464391" y="3009063"/>
                  <a:pt x="1464558" y="3009010"/>
                </a:cubicBezTo>
                <a:cubicBezTo>
                  <a:pt x="1514835" y="2656144"/>
                  <a:pt x="1795874" y="2375367"/>
                  <a:pt x="2154724" y="2315969"/>
                </a:cubicBezTo>
                <a:lnTo>
                  <a:pt x="2154841" y="2314821"/>
                </a:lnTo>
                <a:cubicBezTo>
                  <a:pt x="2160150" y="2313811"/>
                  <a:pt x="2165478" y="2312863"/>
                  <a:pt x="2171054" y="2313282"/>
                </a:cubicBezTo>
                <a:cubicBezTo>
                  <a:pt x="2202237" y="2307725"/>
                  <a:pt x="2234130" y="2304744"/>
                  <a:pt x="2266515" y="2304217"/>
                </a:cubicBezTo>
                <a:close/>
                <a:moveTo>
                  <a:pt x="614203" y="2302594"/>
                </a:moveTo>
                <a:lnTo>
                  <a:pt x="631290" y="2304217"/>
                </a:lnTo>
                <a:cubicBezTo>
                  <a:pt x="663676" y="2304744"/>
                  <a:pt x="695568" y="2307725"/>
                  <a:pt x="726752" y="2313282"/>
                </a:cubicBezTo>
                <a:cubicBezTo>
                  <a:pt x="732328" y="2312863"/>
                  <a:pt x="737656" y="2313811"/>
                  <a:pt x="742964" y="2314821"/>
                </a:cubicBezTo>
                <a:lnTo>
                  <a:pt x="743081" y="2315969"/>
                </a:lnTo>
                <a:cubicBezTo>
                  <a:pt x="1101932" y="2375367"/>
                  <a:pt x="1382971" y="2656144"/>
                  <a:pt x="1433247" y="3009010"/>
                </a:cubicBezTo>
                <a:cubicBezTo>
                  <a:pt x="1433415" y="3009063"/>
                  <a:pt x="1433584" y="3009068"/>
                  <a:pt x="1433753" y="3009073"/>
                </a:cubicBezTo>
                <a:lnTo>
                  <a:pt x="1434293" y="3015763"/>
                </a:lnTo>
                <a:cubicBezTo>
                  <a:pt x="1439350" y="3046007"/>
                  <a:pt x="1441799" y="3076892"/>
                  <a:pt x="1441757" y="3108220"/>
                </a:cubicBezTo>
                <a:cubicBezTo>
                  <a:pt x="1443069" y="3113850"/>
                  <a:pt x="1443128" y="3119519"/>
                  <a:pt x="1443128" y="3125201"/>
                </a:cubicBezTo>
                <a:cubicBezTo>
                  <a:pt x="1443128" y="3129023"/>
                  <a:pt x="1443101" y="3132839"/>
                  <a:pt x="1442535" y="3136641"/>
                </a:cubicBezTo>
                <a:lnTo>
                  <a:pt x="1442036" y="3136608"/>
                </a:lnTo>
                <a:lnTo>
                  <a:pt x="1442010" y="3137103"/>
                </a:lnTo>
                <a:lnTo>
                  <a:pt x="1424891" y="3135477"/>
                </a:lnTo>
                <a:cubicBezTo>
                  <a:pt x="1392517" y="3134950"/>
                  <a:pt x="1360637" y="3131969"/>
                  <a:pt x="1329465" y="3126415"/>
                </a:cubicBezTo>
                <a:cubicBezTo>
                  <a:pt x="1323888" y="3126834"/>
                  <a:pt x="1318559" y="3125886"/>
                  <a:pt x="1313248" y="3124875"/>
                </a:cubicBezTo>
                <a:lnTo>
                  <a:pt x="1313132" y="3123727"/>
                </a:lnTo>
                <a:cubicBezTo>
                  <a:pt x="954281" y="3064328"/>
                  <a:pt x="673242" y="2783551"/>
                  <a:pt x="622966" y="2430686"/>
                </a:cubicBezTo>
                <a:cubicBezTo>
                  <a:pt x="622799" y="2430633"/>
                  <a:pt x="622630" y="2430628"/>
                  <a:pt x="622461" y="2430623"/>
                </a:cubicBezTo>
                <a:lnTo>
                  <a:pt x="621923" y="2423947"/>
                </a:lnTo>
                <a:cubicBezTo>
                  <a:pt x="616864" y="2393697"/>
                  <a:pt x="614413" y="2362806"/>
                  <a:pt x="614455" y="2331471"/>
                </a:cubicBezTo>
                <a:cubicBezTo>
                  <a:pt x="613143" y="2325843"/>
                  <a:pt x="613085" y="2320176"/>
                  <a:pt x="613085" y="2314495"/>
                </a:cubicBezTo>
                <a:lnTo>
                  <a:pt x="613679" y="2303055"/>
                </a:lnTo>
                <a:lnTo>
                  <a:pt x="614177" y="2303088"/>
                </a:lnTo>
                <a:close/>
                <a:moveTo>
                  <a:pt x="591452" y="2302594"/>
                </a:moveTo>
                <a:lnTo>
                  <a:pt x="591478" y="2303088"/>
                </a:lnTo>
                <a:lnTo>
                  <a:pt x="591976" y="2303055"/>
                </a:lnTo>
                <a:lnTo>
                  <a:pt x="592570" y="2314495"/>
                </a:lnTo>
                <a:cubicBezTo>
                  <a:pt x="592570" y="2320176"/>
                  <a:pt x="592511" y="2325843"/>
                  <a:pt x="591199" y="2331471"/>
                </a:cubicBezTo>
                <a:cubicBezTo>
                  <a:pt x="591242" y="2362806"/>
                  <a:pt x="588791" y="2393697"/>
                  <a:pt x="583732" y="2423947"/>
                </a:cubicBezTo>
                <a:lnTo>
                  <a:pt x="583194" y="2430623"/>
                </a:lnTo>
                <a:cubicBezTo>
                  <a:pt x="583024" y="2430628"/>
                  <a:pt x="582856" y="2430633"/>
                  <a:pt x="582689" y="2430686"/>
                </a:cubicBezTo>
                <a:cubicBezTo>
                  <a:pt x="537576" y="2747315"/>
                  <a:pt x="306662" y="3005901"/>
                  <a:pt x="0" y="3097101"/>
                </a:cubicBezTo>
                <a:lnTo>
                  <a:pt x="0" y="2964763"/>
                </a:lnTo>
                <a:cubicBezTo>
                  <a:pt x="229298" y="2881926"/>
                  <a:pt x="402181" y="2686530"/>
                  <a:pt x="449203" y="2447425"/>
                </a:cubicBezTo>
                <a:cubicBezTo>
                  <a:pt x="258971" y="2488309"/>
                  <a:pt x="97576" y="2603574"/>
                  <a:pt x="0" y="2761314"/>
                </a:cubicBezTo>
                <a:lnTo>
                  <a:pt x="0" y="2554520"/>
                </a:lnTo>
                <a:cubicBezTo>
                  <a:pt x="121484" y="2431613"/>
                  <a:pt x="282199" y="2345825"/>
                  <a:pt x="462573" y="2315969"/>
                </a:cubicBezTo>
                <a:lnTo>
                  <a:pt x="462690" y="2314821"/>
                </a:lnTo>
                <a:cubicBezTo>
                  <a:pt x="467999" y="2313811"/>
                  <a:pt x="473327" y="2312863"/>
                  <a:pt x="478903" y="2313282"/>
                </a:cubicBezTo>
                <a:cubicBezTo>
                  <a:pt x="510086" y="2307725"/>
                  <a:pt x="541979" y="2304744"/>
                  <a:pt x="574365" y="2304217"/>
                </a:cubicBezTo>
                <a:close/>
                <a:moveTo>
                  <a:pt x="11452667" y="1608087"/>
                </a:moveTo>
                <a:cubicBezTo>
                  <a:pt x="11177477" y="1666766"/>
                  <a:pt x="10962633" y="1879876"/>
                  <a:pt x="10909358" y="2148655"/>
                </a:cubicBezTo>
                <a:cubicBezTo>
                  <a:pt x="11184548" y="2089976"/>
                  <a:pt x="11399391" y="1876866"/>
                  <a:pt x="11452667" y="1608087"/>
                </a:cubicBezTo>
                <a:close/>
                <a:moveTo>
                  <a:pt x="10058800" y="1608087"/>
                </a:moveTo>
                <a:cubicBezTo>
                  <a:pt x="10112076" y="1876866"/>
                  <a:pt x="10326919" y="2089976"/>
                  <a:pt x="10602109" y="2148655"/>
                </a:cubicBezTo>
                <a:cubicBezTo>
                  <a:pt x="10548834" y="1879876"/>
                  <a:pt x="10333990" y="1666766"/>
                  <a:pt x="10058800" y="1608087"/>
                </a:cubicBezTo>
                <a:close/>
                <a:moveTo>
                  <a:pt x="9760514" y="1608087"/>
                </a:moveTo>
                <a:cubicBezTo>
                  <a:pt x="9485324" y="1666766"/>
                  <a:pt x="9270480" y="1879876"/>
                  <a:pt x="9217205" y="2148655"/>
                </a:cubicBezTo>
                <a:cubicBezTo>
                  <a:pt x="9492395" y="2089976"/>
                  <a:pt x="9707238" y="1876866"/>
                  <a:pt x="9760514" y="1608087"/>
                </a:cubicBezTo>
                <a:close/>
                <a:moveTo>
                  <a:pt x="8366649" y="1608087"/>
                </a:moveTo>
                <a:cubicBezTo>
                  <a:pt x="8419925" y="1876866"/>
                  <a:pt x="8634768" y="2089976"/>
                  <a:pt x="8909958" y="2148655"/>
                </a:cubicBezTo>
                <a:cubicBezTo>
                  <a:pt x="8856683" y="1879876"/>
                  <a:pt x="8641839" y="1666766"/>
                  <a:pt x="8366649" y="1608087"/>
                </a:cubicBezTo>
                <a:close/>
                <a:moveTo>
                  <a:pt x="8068363" y="1608087"/>
                </a:moveTo>
                <a:cubicBezTo>
                  <a:pt x="7793173" y="1666766"/>
                  <a:pt x="7578329" y="1879876"/>
                  <a:pt x="7525054" y="2148655"/>
                </a:cubicBezTo>
                <a:cubicBezTo>
                  <a:pt x="7800244" y="2089976"/>
                  <a:pt x="8015087" y="1876866"/>
                  <a:pt x="8068363" y="1608087"/>
                </a:cubicBezTo>
                <a:close/>
                <a:moveTo>
                  <a:pt x="6674498" y="1608087"/>
                </a:moveTo>
                <a:cubicBezTo>
                  <a:pt x="6727774" y="1876866"/>
                  <a:pt x="6942617" y="2089976"/>
                  <a:pt x="7217807" y="2148655"/>
                </a:cubicBezTo>
                <a:cubicBezTo>
                  <a:pt x="7164532" y="1879876"/>
                  <a:pt x="6949688" y="1666766"/>
                  <a:pt x="6674498" y="1608087"/>
                </a:cubicBezTo>
                <a:close/>
                <a:moveTo>
                  <a:pt x="6376212" y="1608087"/>
                </a:moveTo>
                <a:cubicBezTo>
                  <a:pt x="6101022" y="1666766"/>
                  <a:pt x="5886178" y="1879876"/>
                  <a:pt x="5832903" y="2148655"/>
                </a:cubicBezTo>
                <a:cubicBezTo>
                  <a:pt x="6108093" y="2089976"/>
                  <a:pt x="6322936" y="1876866"/>
                  <a:pt x="6376212" y="1608087"/>
                </a:cubicBezTo>
                <a:close/>
                <a:moveTo>
                  <a:pt x="4982347" y="1608087"/>
                </a:moveTo>
                <a:cubicBezTo>
                  <a:pt x="5035623" y="1876866"/>
                  <a:pt x="5250466" y="2089976"/>
                  <a:pt x="5525656" y="2148655"/>
                </a:cubicBezTo>
                <a:cubicBezTo>
                  <a:pt x="5472381" y="1879876"/>
                  <a:pt x="5257537" y="1666766"/>
                  <a:pt x="4982347" y="1608087"/>
                </a:cubicBezTo>
                <a:close/>
                <a:moveTo>
                  <a:pt x="4684061" y="1608087"/>
                </a:moveTo>
                <a:cubicBezTo>
                  <a:pt x="4408871" y="1666766"/>
                  <a:pt x="4194027" y="1879876"/>
                  <a:pt x="4140752" y="2148655"/>
                </a:cubicBezTo>
                <a:cubicBezTo>
                  <a:pt x="4415942" y="2089976"/>
                  <a:pt x="4630785" y="1876866"/>
                  <a:pt x="4684061" y="1608087"/>
                </a:cubicBezTo>
                <a:close/>
                <a:moveTo>
                  <a:pt x="3290196" y="1608087"/>
                </a:moveTo>
                <a:cubicBezTo>
                  <a:pt x="3343472" y="1876866"/>
                  <a:pt x="3558315" y="2089976"/>
                  <a:pt x="3833505" y="2148655"/>
                </a:cubicBezTo>
                <a:cubicBezTo>
                  <a:pt x="3780230" y="1879876"/>
                  <a:pt x="3565386" y="1666766"/>
                  <a:pt x="3290196" y="1608087"/>
                </a:cubicBezTo>
                <a:close/>
                <a:moveTo>
                  <a:pt x="2991910" y="1608087"/>
                </a:moveTo>
                <a:cubicBezTo>
                  <a:pt x="2716720" y="1666766"/>
                  <a:pt x="2501876" y="1879876"/>
                  <a:pt x="2448601" y="2148655"/>
                </a:cubicBezTo>
                <a:cubicBezTo>
                  <a:pt x="2723791" y="2089976"/>
                  <a:pt x="2938634" y="1876866"/>
                  <a:pt x="2991910" y="1608087"/>
                </a:cubicBezTo>
                <a:close/>
                <a:moveTo>
                  <a:pt x="1598045" y="1608087"/>
                </a:moveTo>
                <a:cubicBezTo>
                  <a:pt x="1651321" y="1876866"/>
                  <a:pt x="1866164" y="2089976"/>
                  <a:pt x="2141354" y="2148655"/>
                </a:cubicBezTo>
                <a:cubicBezTo>
                  <a:pt x="2088079" y="1879876"/>
                  <a:pt x="1873235" y="1666766"/>
                  <a:pt x="1598045" y="1608087"/>
                </a:cubicBezTo>
                <a:close/>
                <a:moveTo>
                  <a:pt x="1299759" y="1608087"/>
                </a:moveTo>
                <a:cubicBezTo>
                  <a:pt x="1024569" y="1666766"/>
                  <a:pt x="809725" y="1879876"/>
                  <a:pt x="756450" y="2148655"/>
                </a:cubicBezTo>
                <a:cubicBezTo>
                  <a:pt x="1031640" y="2089976"/>
                  <a:pt x="1246483" y="1876866"/>
                  <a:pt x="1299759" y="1608087"/>
                </a:cubicBezTo>
                <a:close/>
                <a:moveTo>
                  <a:pt x="0" y="1504081"/>
                </a:moveTo>
                <a:cubicBezTo>
                  <a:pt x="306658" y="1594561"/>
                  <a:pt x="537576" y="1851117"/>
                  <a:pt x="582690" y="2165262"/>
                </a:cubicBezTo>
                <a:cubicBezTo>
                  <a:pt x="582857" y="2165315"/>
                  <a:pt x="583026" y="2165320"/>
                  <a:pt x="583195" y="2165325"/>
                </a:cubicBezTo>
                <a:lnTo>
                  <a:pt x="583735" y="2171962"/>
                </a:lnTo>
                <a:cubicBezTo>
                  <a:pt x="588792" y="2201969"/>
                  <a:pt x="591242" y="2232611"/>
                  <a:pt x="591199" y="2263693"/>
                </a:cubicBezTo>
                <a:cubicBezTo>
                  <a:pt x="592511" y="2269279"/>
                  <a:pt x="592570" y="2274903"/>
                  <a:pt x="592570" y="2280541"/>
                </a:cubicBezTo>
                <a:cubicBezTo>
                  <a:pt x="592570" y="2284333"/>
                  <a:pt x="592543" y="2288119"/>
                  <a:pt x="591977" y="2291891"/>
                </a:cubicBezTo>
                <a:lnTo>
                  <a:pt x="591478" y="2291858"/>
                </a:lnTo>
                <a:lnTo>
                  <a:pt x="591452" y="2292349"/>
                </a:lnTo>
                <a:lnTo>
                  <a:pt x="574334" y="2290736"/>
                </a:lnTo>
                <a:cubicBezTo>
                  <a:pt x="541959" y="2290213"/>
                  <a:pt x="510079" y="2287255"/>
                  <a:pt x="478907" y="2281745"/>
                </a:cubicBezTo>
                <a:cubicBezTo>
                  <a:pt x="473330" y="2282161"/>
                  <a:pt x="468001" y="2281220"/>
                  <a:pt x="462690" y="2280217"/>
                </a:cubicBezTo>
                <a:lnTo>
                  <a:pt x="462574" y="2279078"/>
                </a:lnTo>
                <a:cubicBezTo>
                  <a:pt x="282200" y="2249456"/>
                  <a:pt x="121485" y="2164343"/>
                  <a:pt x="0" y="2042401"/>
                </a:cubicBezTo>
                <a:lnTo>
                  <a:pt x="0" y="1837231"/>
                </a:lnTo>
                <a:cubicBezTo>
                  <a:pt x="97584" y="1993737"/>
                  <a:pt x="258975" y="2108093"/>
                  <a:pt x="449203" y="2148655"/>
                </a:cubicBezTo>
                <a:cubicBezTo>
                  <a:pt x="402182" y="1911427"/>
                  <a:pt x="229297" y="1717565"/>
                  <a:pt x="0" y="1635380"/>
                </a:cubicBezTo>
                <a:close/>
                <a:moveTo>
                  <a:pt x="11608704" y="1464394"/>
                </a:moveTo>
                <a:lnTo>
                  <a:pt x="11625791" y="1466004"/>
                </a:lnTo>
                <a:cubicBezTo>
                  <a:pt x="11658177" y="1466527"/>
                  <a:pt x="11690070" y="1469485"/>
                  <a:pt x="11721253" y="1474998"/>
                </a:cubicBezTo>
                <a:cubicBezTo>
                  <a:pt x="11726829" y="1474582"/>
                  <a:pt x="11732157" y="1475523"/>
                  <a:pt x="11737466" y="1476525"/>
                </a:cubicBezTo>
                <a:lnTo>
                  <a:pt x="11737583" y="1477664"/>
                </a:lnTo>
                <a:cubicBezTo>
                  <a:pt x="11914088" y="1506650"/>
                  <a:pt x="12071767" y="1588774"/>
                  <a:pt x="12192000" y="1706842"/>
                </a:cubicBezTo>
                <a:lnTo>
                  <a:pt x="12192000" y="1906833"/>
                </a:lnTo>
                <a:cubicBezTo>
                  <a:pt x="12093732" y="1756811"/>
                  <a:pt x="11935983" y="1647542"/>
                  <a:pt x="11750953" y="1608088"/>
                </a:cubicBezTo>
                <a:cubicBezTo>
                  <a:pt x="11797422" y="1842524"/>
                  <a:pt x="11966808" y="2034608"/>
                  <a:pt x="12192000" y="2118654"/>
                </a:cubicBezTo>
                <a:lnTo>
                  <a:pt x="12192000" y="2250657"/>
                </a:lnTo>
                <a:cubicBezTo>
                  <a:pt x="11889465" y="2157681"/>
                  <a:pt x="11662185" y="1902872"/>
                  <a:pt x="11617468" y="1591480"/>
                </a:cubicBezTo>
                <a:cubicBezTo>
                  <a:pt x="11617300" y="1591427"/>
                  <a:pt x="11617132" y="1591423"/>
                  <a:pt x="11616962" y="1591418"/>
                </a:cubicBezTo>
                <a:lnTo>
                  <a:pt x="11616424" y="1584794"/>
                </a:lnTo>
                <a:cubicBezTo>
                  <a:pt x="11611365" y="1554782"/>
                  <a:pt x="11608914" y="1524133"/>
                  <a:pt x="11608957" y="1493044"/>
                </a:cubicBezTo>
                <a:cubicBezTo>
                  <a:pt x="11607645" y="1487460"/>
                  <a:pt x="11607586" y="1481838"/>
                  <a:pt x="11607586" y="1476202"/>
                </a:cubicBezTo>
                <a:lnTo>
                  <a:pt x="11608180" y="1464851"/>
                </a:lnTo>
                <a:lnTo>
                  <a:pt x="11608678" y="1464884"/>
                </a:lnTo>
                <a:close/>
                <a:moveTo>
                  <a:pt x="11594916" y="1464394"/>
                </a:moveTo>
                <a:lnTo>
                  <a:pt x="11594942" y="1464884"/>
                </a:lnTo>
                <a:lnTo>
                  <a:pt x="11595440" y="1464852"/>
                </a:lnTo>
                <a:lnTo>
                  <a:pt x="11596034" y="1476202"/>
                </a:lnTo>
                <a:cubicBezTo>
                  <a:pt x="11596034" y="1481838"/>
                  <a:pt x="11595975" y="1487460"/>
                  <a:pt x="11594663" y="1493044"/>
                </a:cubicBezTo>
                <a:cubicBezTo>
                  <a:pt x="11594706" y="1524133"/>
                  <a:pt x="11592255" y="1554782"/>
                  <a:pt x="11587196" y="1584794"/>
                </a:cubicBezTo>
                <a:lnTo>
                  <a:pt x="11586658" y="1591418"/>
                </a:lnTo>
                <a:cubicBezTo>
                  <a:pt x="11586488" y="1591423"/>
                  <a:pt x="11586320" y="1591427"/>
                  <a:pt x="11586152" y="1591480"/>
                </a:cubicBezTo>
                <a:cubicBezTo>
                  <a:pt x="11535877" y="1941574"/>
                  <a:pt x="11254838" y="2220146"/>
                  <a:pt x="10895987" y="2279078"/>
                </a:cubicBezTo>
                <a:lnTo>
                  <a:pt x="10895871" y="2280217"/>
                </a:lnTo>
                <a:cubicBezTo>
                  <a:pt x="10890560" y="2281220"/>
                  <a:pt x="10885231" y="2282161"/>
                  <a:pt x="10879654" y="2281745"/>
                </a:cubicBezTo>
                <a:cubicBezTo>
                  <a:pt x="10848482" y="2287255"/>
                  <a:pt x="10816602" y="2290213"/>
                  <a:pt x="10784227" y="2290736"/>
                </a:cubicBezTo>
                <a:lnTo>
                  <a:pt x="10767109" y="2292349"/>
                </a:lnTo>
                <a:lnTo>
                  <a:pt x="10767083" y="2291858"/>
                </a:lnTo>
                <a:lnTo>
                  <a:pt x="10766584" y="2291891"/>
                </a:lnTo>
                <a:cubicBezTo>
                  <a:pt x="10766018" y="2288119"/>
                  <a:pt x="10765991" y="2284333"/>
                  <a:pt x="10765991" y="2280541"/>
                </a:cubicBezTo>
                <a:cubicBezTo>
                  <a:pt x="10765991" y="2274903"/>
                  <a:pt x="10766050" y="2269279"/>
                  <a:pt x="10767362" y="2263693"/>
                </a:cubicBezTo>
                <a:cubicBezTo>
                  <a:pt x="10767319" y="2232611"/>
                  <a:pt x="10769769" y="2201969"/>
                  <a:pt x="10774826" y="2171962"/>
                </a:cubicBezTo>
                <a:lnTo>
                  <a:pt x="10775366" y="2165325"/>
                </a:lnTo>
                <a:cubicBezTo>
                  <a:pt x="10775535" y="2165320"/>
                  <a:pt x="10775704" y="2165315"/>
                  <a:pt x="10775872" y="2165262"/>
                </a:cubicBezTo>
                <a:cubicBezTo>
                  <a:pt x="10826148" y="1815167"/>
                  <a:pt x="11107187" y="1536596"/>
                  <a:pt x="11466037" y="1477664"/>
                </a:cubicBezTo>
                <a:lnTo>
                  <a:pt x="11466154" y="1476525"/>
                </a:lnTo>
                <a:cubicBezTo>
                  <a:pt x="11471463" y="1475523"/>
                  <a:pt x="11476791" y="1474582"/>
                  <a:pt x="11482367" y="1474998"/>
                </a:cubicBezTo>
                <a:cubicBezTo>
                  <a:pt x="11513550" y="1469485"/>
                  <a:pt x="11545443" y="1466527"/>
                  <a:pt x="11577829" y="1466004"/>
                </a:cubicBezTo>
                <a:close/>
                <a:moveTo>
                  <a:pt x="9916551" y="1464394"/>
                </a:moveTo>
                <a:lnTo>
                  <a:pt x="9933638" y="1466004"/>
                </a:lnTo>
                <a:cubicBezTo>
                  <a:pt x="9966024" y="1466527"/>
                  <a:pt x="9997917" y="1469485"/>
                  <a:pt x="10029100" y="1474998"/>
                </a:cubicBezTo>
                <a:cubicBezTo>
                  <a:pt x="10034676" y="1474582"/>
                  <a:pt x="10040004" y="1475523"/>
                  <a:pt x="10045313" y="1476525"/>
                </a:cubicBezTo>
                <a:lnTo>
                  <a:pt x="10045430" y="1477664"/>
                </a:lnTo>
                <a:cubicBezTo>
                  <a:pt x="10404280" y="1536596"/>
                  <a:pt x="10685319" y="1815167"/>
                  <a:pt x="10735596" y="2165262"/>
                </a:cubicBezTo>
                <a:cubicBezTo>
                  <a:pt x="10735763" y="2165315"/>
                  <a:pt x="10735932" y="2165320"/>
                  <a:pt x="10736101" y="2165325"/>
                </a:cubicBezTo>
                <a:lnTo>
                  <a:pt x="10736641" y="2171962"/>
                </a:lnTo>
                <a:cubicBezTo>
                  <a:pt x="10741698" y="2201969"/>
                  <a:pt x="10744148" y="2232611"/>
                  <a:pt x="10744105" y="2263693"/>
                </a:cubicBezTo>
                <a:cubicBezTo>
                  <a:pt x="10745417" y="2269279"/>
                  <a:pt x="10745476" y="2274903"/>
                  <a:pt x="10745476" y="2280541"/>
                </a:cubicBezTo>
                <a:cubicBezTo>
                  <a:pt x="10745476" y="2284333"/>
                  <a:pt x="10745449" y="2288119"/>
                  <a:pt x="10744883" y="2291891"/>
                </a:cubicBezTo>
                <a:lnTo>
                  <a:pt x="10744384" y="2291858"/>
                </a:lnTo>
                <a:lnTo>
                  <a:pt x="10744358" y="2292349"/>
                </a:lnTo>
                <a:lnTo>
                  <a:pt x="10727240" y="2290736"/>
                </a:lnTo>
                <a:cubicBezTo>
                  <a:pt x="10694865" y="2290213"/>
                  <a:pt x="10662985" y="2287255"/>
                  <a:pt x="10631813" y="2281745"/>
                </a:cubicBezTo>
                <a:cubicBezTo>
                  <a:pt x="10626236" y="2282161"/>
                  <a:pt x="10620907" y="2281220"/>
                  <a:pt x="10615596" y="2280217"/>
                </a:cubicBezTo>
                <a:lnTo>
                  <a:pt x="10615480" y="2279078"/>
                </a:lnTo>
                <a:cubicBezTo>
                  <a:pt x="10256629" y="2220146"/>
                  <a:pt x="9975590" y="1941574"/>
                  <a:pt x="9925315" y="1591480"/>
                </a:cubicBezTo>
                <a:cubicBezTo>
                  <a:pt x="9925147" y="1591427"/>
                  <a:pt x="9924979" y="1591423"/>
                  <a:pt x="9924809" y="1591418"/>
                </a:cubicBezTo>
                <a:lnTo>
                  <a:pt x="9924271" y="1584794"/>
                </a:lnTo>
                <a:cubicBezTo>
                  <a:pt x="9919212" y="1554782"/>
                  <a:pt x="9916761" y="1524133"/>
                  <a:pt x="9916804" y="1493044"/>
                </a:cubicBezTo>
                <a:cubicBezTo>
                  <a:pt x="9915492" y="1487460"/>
                  <a:pt x="9915433" y="1481838"/>
                  <a:pt x="9915433" y="1476202"/>
                </a:cubicBezTo>
                <a:lnTo>
                  <a:pt x="9916027" y="1464852"/>
                </a:lnTo>
                <a:lnTo>
                  <a:pt x="9916525" y="1464884"/>
                </a:lnTo>
                <a:close/>
                <a:moveTo>
                  <a:pt x="9902763" y="1464394"/>
                </a:moveTo>
                <a:lnTo>
                  <a:pt x="9902789" y="1464884"/>
                </a:lnTo>
                <a:lnTo>
                  <a:pt x="9903287" y="1464852"/>
                </a:lnTo>
                <a:lnTo>
                  <a:pt x="9903881" y="1476202"/>
                </a:lnTo>
                <a:cubicBezTo>
                  <a:pt x="9903881" y="1481838"/>
                  <a:pt x="9903822" y="1487460"/>
                  <a:pt x="9902510" y="1493044"/>
                </a:cubicBezTo>
                <a:cubicBezTo>
                  <a:pt x="9902553" y="1524133"/>
                  <a:pt x="9900102" y="1554782"/>
                  <a:pt x="9895043" y="1584794"/>
                </a:cubicBezTo>
                <a:lnTo>
                  <a:pt x="9894505" y="1591418"/>
                </a:lnTo>
                <a:cubicBezTo>
                  <a:pt x="9894335" y="1591423"/>
                  <a:pt x="9894167" y="1591427"/>
                  <a:pt x="9893999" y="1591480"/>
                </a:cubicBezTo>
                <a:cubicBezTo>
                  <a:pt x="9843724" y="1941574"/>
                  <a:pt x="9562685" y="2220146"/>
                  <a:pt x="9203834" y="2279078"/>
                </a:cubicBezTo>
                <a:lnTo>
                  <a:pt x="9203718" y="2280217"/>
                </a:lnTo>
                <a:cubicBezTo>
                  <a:pt x="9198407" y="2281220"/>
                  <a:pt x="9193078" y="2282161"/>
                  <a:pt x="9187501" y="2281745"/>
                </a:cubicBezTo>
                <a:cubicBezTo>
                  <a:pt x="9156329" y="2287255"/>
                  <a:pt x="9124449" y="2290213"/>
                  <a:pt x="9092074" y="2290736"/>
                </a:cubicBezTo>
                <a:lnTo>
                  <a:pt x="9074956" y="2292349"/>
                </a:lnTo>
                <a:lnTo>
                  <a:pt x="9074930" y="2291858"/>
                </a:lnTo>
                <a:lnTo>
                  <a:pt x="9074431" y="2291891"/>
                </a:lnTo>
                <a:cubicBezTo>
                  <a:pt x="9073865" y="2288119"/>
                  <a:pt x="9073838" y="2284333"/>
                  <a:pt x="9073838" y="2280541"/>
                </a:cubicBezTo>
                <a:cubicBezTo>
                  <a:pt x="9073838" y="2274903"/>
                  <a:pt x="9073897" y="2269279"/>
                  <a:pt x="9075209" y="2263693"/>
                </a:cubicBezTo>
                <a:cubicBezTo>
                  <a:pt x="9075166" y="2232611"/>
                  <a:pt x="9077616" y="2201969"/>
                  <a:pt x="9082673" y="2171962"/>
                </a:cubicBezTo>
                <a:lnTo>
                  <a:pt x="9083213" y="2165325"/>
                </a:lnTo>
                <a:cubicBezTo>
                  <a:pt x="9083382" y="2165320"/>
                  <a:pt x="9083551" y="2165315"/>
                  <a:pt x="9083718" y="2165262"/>
                </a:cubicBezTo>
                <a:cubicBezTo>
                  <a:pt x="9133995" y="1815167"/>
                  <a:pt x="9415034" y="1536596"/>
                  <a:pt x="9773884" y="1477664"/>
                </a:cubicBezTo>
                <a:lnTo>
                  <a:pt x="9774001" y="1476525"/>
                </a:lnTo>
                <a:cubicBezTo>
                  <a:pt x="9779310" y="1475523"/>
                  <a:pt x="9784638" y="1474582"/>
                  <a:pt x="9790214" y="1474998"/>
                </a:cubicBezTo>
                <a:cubicBezTo>
                  <a:pt x="9821397" y="1469485"/>
                  <a:pt x="9853290" y="1466527"/>
                  <a:pt x="9885676" y="1466004"/>
                </a:cubicBezTo>
                <a:close/>
                <a:moveTo>
                  <a:pt x="8224400" y="1464394"/>
                </a:moveTo>
                <a:lnTo>
                  <a:pt x="8241488" y="1466004"/>
                </a:lnTo>
                <a:cubicBezTo>
                  <a:pt x="8273873" y="1466527"/>
                  <a:pt x="8305766" y="1469485"/>
                  <a:pt x="8336949" y="1474998"/>
                </a:cubicBezTo>
                <a:cubicBezTo>
                  <a:pt x="8342525" y="1474582"/>
                  <a:pt x="8347853" y="1475523"/>
                  <a:pt x="8353162" y="1476525"/>
                </a:cubicBezTo>
                <a:lnTo>
                  <a:pt x="8353279" y="1477664"/>
                </a:lnTo>
                <a:cubicBezTo>
                  <a:pt x="8712129" y="1536596"/>
                  <a:pt x="8993168" y="1815167"/>
                  <a:pt x="9043444" y="2165262"/>
                </a:cubicBezTo>
                <a:cubicBezTo>
                  <a:pt x="9043612" y="2165315"/>
                  <a:pt x="9043781" y="2165320"/>
                  <a:pt x="9043950" y="2165325"/>
                </a:cubicBezTo>
                <a:lnTo>
                  <a:pt x="9044490" y="2171962"/>
                </a:lnTo>
                <a:cubicBezTo>
                  <a:pt x="9049547" y="2201969"/>
                  <a:pt x="9051997" y="2232611"/>
                  <a:pt x="9051954" y="2263693"/>
                </a:cubicBezTo>
                <a:cubicBezTo>
                  <a:pt x="9053266" y="2269279"/>
                  <a:pt x="9053325" y="2274903"/>
                  <a:pt x="9053325" y="2280541"/>
                </a:cubicBezTo>
                <a:cubicBezTo>
                  <a:pt x="9053325" y="2284333"/>
                  <a:pt x="9053298" y="2288119"/>
                  <a:pt x="9052732" y="2291891"/>
                </a:cubicBezTo>
                <a:lnTo>
                  <a:pt x="9052233" y="2291858"/>
                </a:lnTo>
                <a:lnTo>
                  <a:pt x="9052207" y="2292349"/>
                </a:lnTo>
                <a:lnTo>
                  <a:pt x="9035089" y="2290736"/>
                </a:lnTo>
                <a:cubicBezTo>
                  <a:pt x="9002714" y="2290213"/>
                  <a:pt x="8970834" y="2287255"/>
                  <a:pt x="8939662" y="2281745"/>
                </a:cubicBezTo>
                <a:cubicBezTo>
                  <a:pt x="8934085" y="2282161"/>
                  <a:pt x="8928756" y="2281220"/>
                  <a:pt x="8923445" y="2280217"/>
                </a:cubicBezTo>
                <a:lnTo>
                  <a:pt x="8923329" y="2279078"/>
                </a:lnTo>
                <a:cubicBezTo>
                  <a:pt x="8564478" y="2220146"/>
                  <a:pt x="8283439" y="1941574"/>
                  <a:pt x="8233164" y="1591480"/>
                </a:cubicBezTo>
                <a:cubicBezTo>
                  <a:pt x="8232996" y="1591427"/>
                  <a:pt x="8232828" y="1591423"/>
                  <a:pt x="8232658" y="1591418"/>
                </a:cubicBezTo>
                <a:lnTo>
                  <a:pt x="8232120" y="1584794"/>
                </a:lnTo>
                <a:cubicBezTo>
                  <a:pt x="8227061" y="1554782"/>
                  <a:pt x="8224611" y="1524133"/>
                  <a:pt x="8224653" y="1493044"/>
                </a:cubicBezTo>
                <a:cubicBezTo>
                  <a:pt x="8223341" y="1487460"/>
                  <a:pt x="8223282" y="1481838"/>
                  <a:pt x="8223282" y="1476202"/>
                </a:cubicBezTo>
                <a:lnTo>
                  <a:pt x="8223876" y="1464852"/>
                </a:lnTo>
                <a:lnTo>
                  <a:pt x="8224374" y="1464884"/>
                </a:lnTo>
                <a:close/>
                <a:moveTo>
                  <a:pt x="8210612" y="1464394"/>
                </a:moveTo>
                <a:lnTo>
                  <a:pt x="8210638" y="1464884"/>
                </a:lnTo>
                <a:lnTo>
                  <a:pt x="8211136" y="1464852"/>
                </a:lnTo>
                <a:lnTo>
                  <a:pt x="8211730" y="1476202"/>
                </a:lnTo>
                <a:cubicBezTo>
                  <a:pt x="8211730" y="1481838"/>
                  <a:pt x="8211672" y="1487460"/>
                  <a:pt x="8210360" y="1493044"/>
                </a:cubicBezTo>
                <a:cubicBezTo>
                  <a:pt x="8210402" y="1524133"/>
                  <a:pt x="8207951" y="1554782"/>
                  <a:pt x="8202893" y="1584794"/>
                </a:cubicBezTo>
                <a:lnTo>
                  <a:pt x="8202354" y="1591418"/>
                </a:lnTo>
                <a:cubicBezTo>
                  <a:pt x="8202185" y="1591423"/>
                  <a:pt x="8202016" y="1591427"/>
                  <a:pt x="8201849" y="1591480"/>
                </a:cubicBezTo>
                <a:cubicBezTo>
                  <a:pt x="8151573" y="1941574"/>
                  <a:pt x="7870534" y="2220146"/>
                  <a:pt x="7511683" y="2279078"/>
                </a:cubicBezTo>
                <a:lnTo>
                  <a:pt x="7511567" y="2280217"/>
                </a:lnTo>
                <a:cubicBezTo>
                  <a:pt x="7506256" y="2281220"/>
                  <a:pt x="7500927" y="2282161"/>
                  <a:pt x="7495350" y="2281745"/>
                </a:cubicBezTo>
                <a:cubicBezTo>
                  <a:pt x="7464178" y="2287255"/>
                  <a:pt x="7432298" y="2290213"/>
                  <a:pt x="7399924" y="2290736"/>
                </a:cubicBezTo>
                <a:lnTo>
                  <a:pt x="7382805" y="2292349"/>
                </a:lnTo>
                <a:lnTo>
                  <a:pt x="7382779" y="2291858"/>
                </a:lnTo>
                <a:lnTo>
                  <a:pt x="7382280" y="2291891"/>
                </a:lnTo>
                <a:cubicBezTo>
                  <a:pt x="7381714" y="2288119"/>
                  <a:pt x="7381687" y="2284333"/>
                  <a:pt x="7381687" y="2280541"/>
                </a:cubicBezTo>
                <a:cubicBezTo>
                  <a:pt x="7381687" y="2274903"/>
                  <a:pt x="7381746" y="2269279"/>
                  <a:pt x="7383058" y="2263693"/>
                </a:cubicBezTo>
                <a:cubicBezTo>
                  <a:pt x="7383016" y="2232611"/>
                  <a:pt x="7385465" y="2201969"/>
                  <a:pt x="7390522" y="2171962"/>
                </a:cubicBezTo>
                <a:lnTo>
                  <a:pt x="7391062" y="2165325"/>
                </a:lnTo>
                <a:cubicBezTo>
                  <a:pt x="7391231" y="2165320"/>
                  <a:pt x="7391400" y="2165315"/>
                  <a:pt x="7391568" y="2165262"/>
                </a:cubicBezTo>
                <a:cubicBezTo>
                  <a:pt x="7441844" y="1815167"/>
                  <a:pt x="7722883" y="1536596"/>
                  <a:pt x="8081734" y="1477664"/>
                </a:cubicBezTo>
                <a:lnTo>
                  <a:pt x="8081851" y="1476525"/>
                </a:lnTo>
                <a:cubicBezTo>
                  <a:pt x="8087159" y="1475523"/>
                  <a:pt x="8092487" y="1474582"/>
                  <a:pt x="8098063" y="1474998"/>
                </a:cubicBezTo>
                <a:cubicBezTo>
                  <a:pt x="8129247" y="1469485"/>
                  <a:pt x="8161139" y="1466527"/>
                  <a:pt x="8193525" y="1466004"/>
                </a:cubicBezTo>
                <a:close/>
                <a:moveTo>
                  <a:pt x="6532249" y="1464394"/>
                </a:moveTo>
                <a:lnTo>
                  <a:pt x="6549337" y="1466004"/>
                </a:lnTo>
                <a:cubicBezTo>
                  <a:pt x="6581722" y="1466527"/>
                  <a:pt x="6613615" y="1469485"/>
                  <a:pt x="6644798" y="1474998"/>
                </a:cubicBezTo>
                <a:cubicBezTo>
                  <a:pt x="6650374" y="1474582"/>
                  <a:pt x="6655702" y="1475523"/>
                  <a:pt x="6661011" y="1476525"/>
                </a:cubicBezTo>
                <a:lnTo>
                  <a:pt x="6661128" y="1477664"/>
                </a:lnTo>
                <a:cubicBezTo>
                  <a:pt x="7019978" y="1536596"/>
                  <a:pt x="7301017" y="1815167"/>
                  <a:pt x="7351294" y="2165262"/>
                </a:cubicBezTo>
                <a:cubicBezTo>
                  <a:pt x="7351461" y="2165315"/>
                  <a:pt x="7351631" y="2165320"/>
                  <a:pt x="7351799" y="2165325"/>
                </a:cubicBezTo>
                <a:lnTo>
                  <a:pt x="7352340" y="2171962"/>
                </a:lnTo>
                <a:cubicBezTo>
                  <a:pt x="7357396" y="2201969"/>
                  <a:pt x="7359846" y="2232611"/>
                  <a:pt x="7359804" y="2263693"/>
                </a:cubicBezTo>
                <a:cubicBezTo>
                  <a:pt x="7361116" y="2269279"/>
                  <a:pt x="7361174" y="2274903"/>
                  <a:pt x="7361174" y="2280541"/>
                </a:cubicBezTo>
                <a:cubicBezTo>
                  <a:pt x="7361174" y="2284333"/>
                  <a:pt x="7361147" y="2288119"/>
                  <a:pt x="7360581" y="2291891"/>
                </a:cubicBezTo>
                <a:lnTo>
                  <a:pt x="7360082" y="2291858"/>
                </a:lnTo>
                <a:lnTo>
                  <a:pt x="7360056" y="2292349"/>
                </a:lnTo>
                <a:lnTo>
                  <a:pt x="7342938" y="2290736"/>
                </a:lnTo>
                <a:cubicBezTo>
                  <a:pt x="7310564" y="2290213"/>
                  <a:pt x="7278683" y="2287255"/>
                  <a:pt x="7247511" y="2281745"/>
                </a:cubicBezTo>
                <a:cubicBezTo>
                  <a:pt x="7241934" y="2282161"/>
                  <a:pt x="7236605" y="2281220"/>
                  <a:pt x="7231295" y="2280217"/>
                </a:cubicBezTo>
                <a:lnTo>
                  <a:pt x="7231179" y="2279078"/>
                </a:lnTo>
                <a:cubicBezTo>
                  <a:pt x="6872327" y="2220146"/>
                  <a:pt x="6591288" y="1941574"/>
                  <a:pt x="6541013" y="1591480"/>
                </a:cubicBezTo>
                <a:cubicBezTo>
                  <a:pt x="6540845" y="1591427"/>
                  <a:pt x="6540677" y="1591423"/>
                  <a:pt x="6540507" y="1591418"/>
                </a:cubicBezTo>
                <a:lnTo>
                  <a:pt x="6539969" y="1584794"/>
                </a:lnTo>
                <a:cubicBezTo>
                  <a:pt x="6534910" y="1554782"/>
                  <a:pt x="6532460" y="1524133"/>
                  <a:pt x="6532502" y="1493044"/>
                </a:cubicBezTo>
                <a:cubicBezTo>
                  <a:pt x="6531190" y="1487460"/>
                  <a:pt x="6531131" y="1481838"/>
                  <a:pt x="6531131" y="1476202"/>
                </a:cubicBezTo>
                <a:lnTo>
                  <a:pt x="6531725" y="1464852"/>
                </a:lnTo>
                <a:lnTo>
                  <a:pt x="6532223" y="1464884"/>
                </a:lnTo>
                <a:close/>
                <a:moveTo>
                  <a:pt x="6518461" y="1464394"/>
                </a:moveTo>
                <a:lnTo>
                  <a:pt x="6518487" y="1464884"/>
                </a:lnTo>
                <a:lnTo>
                  <a:pt x="6518985" y="1464852"/>
                </a:lnTo>
                <a:lnTo>
                  <a:pt x="6519579" y="1476202"/>
                </a:lnTo>
                <a:cubicBezTo>
                  <a:pt x="6519579" y="1481838"/>
                  <a:pt x="6519520" y="1487460"/>
                  <a:pt x="6518208" y="1493044"/>
                </a:cubicBezTo>
                <a:cubicBezTo>
                  <a:pt x="6518250" y="1524133"/>
                  <a:pt x="6515800" y="1554782"/>
                  <a:pt x="6510741" y="1584794"/>
                </a:cubicBezTo>
                <a:lnTo>
                  <a:pt x="6510203" y="1591418"/>
                </a:lnTo>
                <a:cubicBezTo>
                  <a:pt x="6510033" y="1591423"/>
                  <a:pt x="6509865" y="1591427"/>
                  <a:pt x="6509697" y="1591480"/>
                </a:cubicBezTo>
                <a:cubicBezTo>
                  <a:pt x="6459422" y="1941574"/>
                  <a:pt x="6178383" y="2220146"/>
                  <a:pt x="5819531" y="2279078"/>
                </a:cubicBezTo>
                <a:lnTo>
                  <a:pt x="5819415" y="2280217"/>
                </a:lnTo>
                <a:cubicBezTo>
                  <a:pt x="5814105" y="2281220"/>
                  <a:pt x="5808776" y="2282161"/>
                  <a:pt x="5803199" y="2281745"/>
                </a:cubicBezTo>
                <a:cubicBezTo>
                  <a:pt x="5772027" y="2287255"/>
                  <a:pt x="5740146" y="2290213"/>
                  <a:pt x="5707772" y="2290736"/>
                </a:cubicBezTo>
                <a:lnTo>
                  <a:pt x="5690654" y="2292349"/>
                </a:lnTo>
                <a:lnTo>
                  <a:pt x="5690628" y="2291858"/>
                </a:lnTo>
                <a:lnTo>
                  <a:pt x="5690129" y="2291891"/>
                </a:lnTo>
                <a:cubicBezTo>
                  <a:pt x="5689563" y="2288119"/>
                  <a:pt x="5689536" y="2284333"/>
                  <a:pt x="5689536" y="2280541"/>
                </a:cubicBezTo>
                <a:cubicBezTo>
                  <a:pt x="5689536" y="2274903"/>
                  <a:pt x="5689594" y="2269279"/>
                  <a:pt x="5690906" y="2263693"/>
                </a:cubicBezTo>
                <a:cubicBezTo>
                  <a:pt x="5690864" y="2232611"/>
                  <a:pt x="5693314" y="2201969"/>
                  <a:pt x="5698370" y="2171962"/>
                </a:cubicBezTo>
                <a:lnTo>
                  <a:pt x="5698911" y="2165325"/>
                </a:lnTo>
                <a:cubicBezTo>
                  <a:pt x="5699079" y="2165320"/>
                  <a:pt x="5699249" y="2165315"/>
                  <a:pt x="5699416" y="2165262"/>
                </a:cubicBezTo>
                <a:cubicBezTo>
                  <a:pt x="5749693" y="1815167"/>
                  <a:pt x="6030732" y="1536596"/>
                  <a:pt x="6389582" y="1477664"/>
                </a:cubicBezTo>
                <a:lnTo>
                  <a:pt x="6389699" y="1476525"/>
                </a:lnTo>
                <a:cubicBezTo>
                  <a:pt x="6395008" y="1475523"/>
                  <a:pt x="6400336" y="1474582"/>
                  <a:pt x="6405912" y="1474998"/>
                </a:cubicBezTo>
                <a:cubicBezTo>
                  <a:pt x="6437095" y="1469485"/>
                  <a:pt x="6468988" y="1466527"/>
                  <a:pt x="6501373" y="1466004"/>
                </a:cubicBezTo>
                <a:close/>
                <a:moveTo>
                  <a:pt x="4840098" y="1464394"/>
                </a:moveTo>
                <a:lnTo>
                  <a:pt x="4857185" y="1466004"/>
                </a:lnTo>
                <a:cubicBezTo>
                  <a:pt x="4889571" y="1466527"/>
                  <a:pt x="4921463" y="1469485"/>
                  <a:pt x="4952647" y="1474998"/>
                </a:cubicBezTo>
                <a:cubicBezTo>
                  <a:pt x="4958223" y="1474582"/>
                  <a:pt x="4963551" y="1475523"/>
                  <a:pt x="4968859" y="1476525"/>
                </a:cubicBezTo>
                <a:lnTo>
                  <a:pt x="4968976" y="1477664"/>
                </a:lnTo>
                <a:cubicBezTo>
                  <a:pt x="5327827" y="1536596"/>
                  <a:pt x="5608866" y="1815167"/>
                  <a:pt x="5659142" y="2165262"/>
                </a:cubicBezTo>
                <a:cubicBezTo>
                  <a:pt x="5659310" y="2165315"/>
                  <a:pt x="5659479" y="2165320"/>
                  <a:pt x="5659648" y="2165325"/>
                </a:cubicBezTo>
                <a:lnTo>
                  <a:pt x="5660188" y="2171962"/>
                </a:lnTo>
                <a:cubicBezTo>
                  <a:pt x="5665245" y="2201969"/>
                  <a:pt x="5667694" y="2232611"/>
                  <a:pt x="5667652" y="2263693"/>
                </a:cubicBezTo>
                <a:cubicBezTo>
                  <a:pt x="5668964" y="2269279"/>
                  <a:pt x="5669023" y="2274903"/>
                  <a:pt x="5669023" y="2280541"/>
                </a:cubicBezTo>
                <a:cubicBezTo>
                  <a:pt x="5669023" y="2284333"/>
                  <a:pt x="5668996" y="2288119"/>
                  <a:pt x="5668430" y="2291891"/>
                </a:cubicBezTo>
                <a:lnTo>
                  <a:pt x="5667931" y="2291858"/>
                </a:lnTo>
                <a:lnTo>
                  <a:pt x="5667905" y="2292349"/>
                </a:lnTo>
                <a:lnTo>
                  <a:pt x="5650786" y="2290736"/>
                </a:lnTo>
                <a:cubicBezTo>
                  <a:pt x="5618412" y="2290213"/>
                  <a:pt x="5586532" y="2287255"/>
                  <a:pt x="5555360" y="2281745"/>
                </a:cubicBezTo>
                <a:cubicBezTo>
                  <a:pt x="5549783" y="2282161"/>
                  <a:pt x="5544454" y="2281220"/>
                  <a:pt x="5539143" y="2280217"/>
                </a:cubicBezTo>
                <a:lnTo>
                  <a:pt x="5539027" y="2279078"/>
                </a:lnTo>
                <a:cubicBezTo>
                  <a:pt x="5180176" y="2220146"/>
                  <a:pt x="4899137" y="1941574"/>
                  <a:pt x="4848861" y="1591480"/>
                </a:cubicBezTo>
                <a:cubicBezTo>
                  <a:pt x="4848694" y="1591427"/>
                  <a:pt x="4848525" y="1591423"/>
                  <a:pt x="4848356" y="1591418"/>
                </a:cubicBezTo>
                <a:lnTo>
                  <a:pt x="4847817" y="1584794"/>
                </a:lnTo>
                <a:cubicBezTo>
                  <a:pt x="4842759" y="1554782"/>
                  <a:pt x="4840308" y="1524133"/>
                  <a:pt x="4840350" y="1493044"/>
                </a:cubicBezTo>
                <a:cubicBezTo>
                  <a:pt x="4839038" y="1487460"/>
                  <a:pt x="4838980" y="1481838"/>
                  <a:pt x="4838980" y="1476202"/>
                </a:cubicBezTo>
                <a:lnTo>
                  <a:pt x="4839574" y="1464852"/>
                </a:lnTo>
                <a:lnTo>
                  <a:pt x="4840072" y="1464884"/>
                </a:lnTo>
                <a:close/>
                <a:moveTo>
                  <a:pt x="4826310" y="1464394"/>
                </a:moveTo>
                <a:lnTo>
                  <a:pt x="4826336" y="1464884"/>
                </a:lnTo>
                <a:lnTo>
                  <a:pt x="4826834" y="1464852"/>
                </a:lnTo>
                <a:lnTo>
                  <a:pt x="4827428" y="1476202"/>
                </a:lnTo>
                <a:cubicBezTo>
                  <a:pt x="4827428" y="1481838"/>
                  <a:pt x="4827369" y="1487460"/>
                  <a:pt x="4826057" y="1493044"/>
                </a:cubicBezTo>
                <a:cubicBezTo>
                  <a:pt x="4826099" y="1524133"/>
                  <a:pt x="4823649" y="1554782"/>
                  <a:pt x="4818590" y="1584794"/>
                </a:cubicBezTo>
                <a:lnTo>
                  <a:pt x="4818052" y="1591418"/>
                </a:lnTo>
                <a:cubicBezTo>
                  <a:pt x="4817882" y="1591423"/>
                  <a:pt x="4817714" y="1591427"/>
                  <a:pt x="4817546" y="1591480"/>
                </a:cubicBezTo>
                <a:cubicBezTo>
                  <a:pt x="4767271" y="1941574"/>
                  <a:pt x="4486232" y="2220146"/>
                  <a:pt x="4127381" y="2279078"/>
                </a:cubicBezTo>
                <a:lnTo>
                  <a:pt x="4127264" y="2280217"/>
                </a:lnTo>
                <a:cubicBezTo>
                  <a:pt x="4121954" y="2281220"/>
                  <a:pt x="4116625" y="2282161"/>
                  <a:pt x="4111048" y="2281745"/>
                </a:cubicBezTo>
                <a:cubicBezTo>
                  <a:pt x="4079876" y="2287255"/>
                  <a:pt x="4047996" y="2290213"/>
                  <a:pt x="4015621" y="2290736"/>
                </a:cubicBezTo>
                <a:lnTo>
                  <a:pt x="3998503" y="2292349"/>
                </a:lnTo>
                <a:lnTo>
                  <a:pt x="3998477" y="2291858"/>
                </a:lnTo>
                <a:lnTo>
                  <a:pt x="3997978" y="2291891"/>
                </a:lnTo>
                <a:cubicBezTo>
                  <a:pt x="3997412" y="2288119"/>
                  <a:pt x="3997385" y="2284333"/>
                  <a:pt x="3997385" y="2280541"/>
                </a:cubicBezTo>
                <a:cubicBezTo>
                  <a:pt x="3997385" y="2274903"/>
                  <a:pt x="3997443" y="2269279"/>
                  <a:pt x="3998755" y="2263693"/>
                </a:cubicBezTo>
                <a:cubicBezTo>
                  <a:pt x="3998713" y="2232611"/>
                  <a:pt x="4001163" y="2201969"/>
                  <a:pt x="4006219" y="2171962"/>
                </a:cubicBezTo>
                <a:lnTo>
                  <a:pt x="4006760" y="2165325"/>
                </a:lnTo>
                <a:cubicBezTo>
                  <a:pt x="4006928" y="2165320"/>
                  <a:pt x="4007098" y="2165315"/>
                  <a:pt x="4007265" y="2165262"/>
                </a:cubicBezTo>
                <a:cubicBezTo>
                  <a:pt x="4057542" y="1815167"/>
                  <a:pt x="4338581" y="1536596"/>
                  <a:pt x="4697431" y="1477664"/>
                </a:cubicBezTo>
                <a:lnTo>
                  <a:pt x="4697548" y="1476525"/>
                </a:lnTo>
                <a:cubicBezTo>
                  <a:pt x="4702857" y="1475523"/>
                  <a:pt x="4708185" y="1474582"/>
                  <a:pt x="4713761" y="1474998"/>
                </a:cubicBezTo>
                <a:cubicBezTo>
                  <a:pt x="4744944" y="1469485"/>
                  <a:pt x="4776837" y="1466527"/>
                  <a:pt x="4809222" y="1466004"/>
                </a:cubicBezTo>
                <a:close/>
                <a:moveTo>
                  <a:pt x="3147947" y="1464394"/>
                </a:moveTo>
                <a:lnTo>
                  <a:pt x="3165034" y="1466004"/>
                </a:lnTo>
                <a:cubicBezTo>
                  <a:pt x="3197420" y="1466527"/>
                  <a:pt x="3229312" y="1469485"/>
                  <a:pt x="3260496" y="1474998"/>
                </a:cubicBezTo>
                <a:cubicBezTo>
                  <a:pt x="3266072" y="1474582"/>
                  <a:pt x="3271400" y="1475523"/>
                  <a:pt x="3276708" y="1476525"/>
                </a:cubicBezTo>
                <a:lnTo>
                  <a:pt x="3276826" y="1477664"/>
                </a:lnTo>
                <a:cubicBezTo>
                  <a:pt x="3635676" y="1536596"/>
                  <a:pt x="3916715" y="1815167"/>
                  <a:pt x="3966991" y="2165262"/>
                </a:cubicBezTo>
                <a:cubicBezTo>
                  <a:pt x="3967159" y="2165315"/>
                  <a:pt x="3967328" y="2165320"/>
                  <a:pt x="3967497" y="2165325"/>
                </a:cubicBezTo>
                <a:lnTo>
                  <a:pt x="3968037" y="2171962"/>
                </a:lnTo>
                <a:cubicBezTo>
                  <a:pt x="3973094" y="2201969"/>
                  <a:pt x="3975543" y="2232611"/>
                  <a:pt x="3975501" y="2263693"/>
                </a:cubicBezTo>
                <a:cubicBezTo>
                  <a:pt x="3976813" y="2269279"/>
                  <a:pt x="3976872" y="2274903"/>
                  <a:pt x="3976872" y="2280541"/>
                </a:cubicBezTo>
                <a:cubicBezTo>
                  <a:pt x="3976872" y="2284333"/>
                  <a:pt x="3976845" y="2288119"/>
                  <a:pt x="3976279" y="2291891"/>
                </a:cubicBezTo>
                <a:lnTo>
                  <a:pt x="3975780" y="2291858"/>
                </a:lnTo>
                <a:lnTo>
                  <a:pt x="3975754" y="2292349"/>
                </a:lnTo>
                <a:lnTo>
                  <a:pt x="3958635" y="2290736"/>
                </a:lnTo>
                <a:cubicBezTo>
                  <a:pt x="3926261" y="2290213"/>
                  <a:pt x="3894381" y="2287255"/>
                  <a:pt x="3863209" y="2281745"/>
                </a:cubicBezTo>
                <a:cubicBezTo>
                  <a:pt x="3857632" y="2282161"/>
                  <a:pt x="3852303" y="2281220"/>
                  <a:pt x="3846992" y="2280217"/>
                </a:cubicBezTo>
                <a:lnTo>
                  <a:pt x="3846876" y="2279078"/>
                </a:lnTo>
                <a:cubicBezTo>
                  <a:pt x="3488025" y="2220146"/>
                  <a:pt x="3206986" y="1941574"/>
                  <a:pt x="3156710" y="1591480"/>
                </a:cubicBezTo>
                <a:cubicBezTo>
                  <a:pt x="3156543" y="1591427"/>
                  <a:pt x="3156374" y="1591423"/>
                  <a:pt x="3156205" y="1591418"/>
                </a:cubicBezTo>
                <a:lnTo>
                  <a:pt x="3155667" y="1584794"/>
                </a:lnTo>
                <a:cubicBezTo>
                  <a:pt x="3150608" y="1554782"/>
                  <a:pt x="3148157" y="1524133"/>
                  <a:pt x="3148199" y="1493044"/>
                </a:cubicBezTo>
                <a:cubicBezTo>
                  <a:pt x="3146887" y="1487460"/>
                  <a:pt x="3146829" y="1481838"/>
                  <a:pt x="3146829" y="1476202"/>
                </a:cubicBezTo>
                <a:lnTo>
                  <a:pt x="3147423" y="1464852"/>
                </a:lnTo>
                <a:lnTo>
                  <a:pt x="3147921" y="1464884"/>
                </a:lnTo>
                <a:close/>
                <a:moveTo>
                  <a:pt x="3134159" y="1464394"/>
                </a:moveTo>
                <a:lnTo>
                  <a:pt x="3134185" y="1464884"/>
                </a:lnTo>
                <a:lnTo>
                  <a:pt x="3134683" y="1464852"/>
                </a:lnTo>
                <a:lnTo>
                  <a:pt x="3135277" y="1476202"/>
                </a:lnTo>
                <a:cubicBezTo>
                  <a:pt x="3135277" y="1481838"/>
                  <a:pt x="3135218" y="1487460"/>
                  <a:pt x="3133906" y="1493044"/>
                </a:cubicBezTo>
                <a:cubicBezTo>
                  <a:pt x="3133948" y="1524133"/>
                  <a:pt x="3131498" y="1554782"/>
                  <a:pt x="3126439" y="1584794"/>
                </a:cubicBezTo>
                <a:lnTo>
                  <a:pt x="3125901" y="1591418"/>
                </a:lnTo>
                <a:cubicBezTo>
                  <a:pt x="3125731" y="1591423"/>
                  <a:pt x="3125563" y="1591427"/>
                  <a:pt x="3125395" y="1591480"/>
                </a:cubicBezTo>
                <a:cubicBezTo>
                  <a:pt x="3075120" y="1941574"/>
                  <a:pt x="2794081" y="2220146"/>
                  <a:pt x="2435230" y="2279078"/>
                </a:cubicBezTo>
                <a:lnTo>
                  <a:pt x="2435113" y="2280217"/>
                </a:lnTo>
                <a:cubicBezTo>
                  <a:pt x="2429803" y="2281220"/>
                  <a:pt x="2424474" y="2282161"/>
                  <a:pt x="2418897" y="2281745"/>
                </a:cubicBezTo>
                <a:cubicBezTo>
                  <a:pt x="2387725" y="2287255"/>
                  <a:pt x="2355845" y="2290213"/>
                  <a:pt x="2323470" y="2290736"/>
                </a:cubicBezTo>
                <a:lnTo>
                  <a:pt x="2306352" y="2292349"/>
                </a:lnTo>
                <a:lnTo>
                  <a:pt x="2306326" y="2291858"/>
                </a:lnTo>
                <a:lnTo>
                  <a:pt x="2305827" y="2291891"/>
                </a:lnTo>
                <a:cubicBezTo>
                  <a:pt x="2305261" y="2288119"/>
                  <a:pt x="2305234" y="2284333"/>
                  <a:pt x="2305234" y="2280541"/>
                </a:cubicBezTo>
                <a:cubicBezTo>
                  <a:pt x="2305234" y="2274903"/>
                  <a:pt x="2305292" y="2269279"/>
                  <a:pt x="2306604" y="2263693"/>
                </a:cubicBezTo>
                <a:cubicBezTo>
                  <a:pt x="2306562" y="2232611"/>
                  <a:pt x="2309012" y="2201969"/>
                  <a:pt x="2314068" y="2171962"/>
                </a:cubicBezTo>
                <a:lnTo>
                  <a:pt x="2314609" y="2165325"/>
                </a:lnTo>
                <a:cubicBezTo>
                  <a:pt x="2314777" y="2165320"/>
                  <a:pt x="2314947" y="2165315"/>
                  <a:pt x="2315114" y="2165262"/>
                </a:cubicBezTo>
                <a:cubicBezTo>
                  <a:pt x="2365391" y="1815167"/>
                  <a:pt x="2646430" y="1536596"/>
                  <a:pt x="3005280" y="1477664"/>
                </a:cubicBezTo>
                <a:lnTo>
                  <a:pt x="3005397" y="1476525"/>
                </a:lnTo>
                <a:cubicBezTo>
                  <a:pt x="3010706" y="1475523"/>
                  <a:pt x="3016034" y="1474582"/>
                  <a:pt x="3021610" y="1474998"/>
                </a:cubicBezTo>
                <a:cubicBezTo>
                  <a:pt x="3052793" y="1469485"/>
                  <a:pt x="3084686" y="1466527"/>
                  <a:pt x="3117071" y="1466004"/>
                </a:cubicBezTo>
                <a:close/>
                <a:moveTo>
                  <a:pt x="1455796" y="1464394"/>
                </a:moveTo>
                <a:lnTo>
                  <a:pt x="1472883" y="1466004"/>
                </a:lnTo>
                <a:cubicBezTo>
                  <a:pt x="1505269" y="1466527"/>
                  <a:pt x="1537161" y="1469485"/>
                  <a:pt x="1568345" y="1474998"/>
                </a:cubicBezTo>
                <a:cubicBezTo>
                  <a:pt x="1573921" y="1474582"/>
                  <a:pt x="1579249" y="1475523"/>
                  <a:pt x="1584557" y="1476525"/>
                </a:cubicBezTo>
                <a:lnTo>
                  <a:pt x="1584675" y="1477664"/>
                </a:lnTo>
                <a:cubicBezTo>
                  <a:pt x="1943525" y="1536596"/>
                  <a:pt x="2224564" y="1815167"/>
                  <a:pt x="2274840" y="2165262"/>
                </a:cubicBezTo>
                <a:cubicBezTo>
                  <a:pt x="2275008" y="2165315"/>
                  <a:pt x="2275177" y="2165320"/>
                  <a:pt x="2275346" y="2165325"/>
                </a:cubicBezTo>
                <a:lnTo>
                  <a:pt x="2275886" y="2171962"/>
                </a:lnTo>
                <a:cubicBezTo>
                  <a:pt x="2280943" y="2201969"/>
                  <a:pt x="2283392" y="2232611"/>
                  <a:pt x="2283350" y="2263693"/>
                </a:cubicBezTo>
                <a:cubicBezTo>
                  <a:pt x="2284662" y="2269279"/>
                  <a:pt x="2284721" y="2274903"/>
                  <a:pt x="2284721" y="2280541"/>
                </a:cubicBezTo>
                <a:cubicBezTo>
                  <a:pt x="2284721" y="2284333"/>
                  <a:pt x="2284694" y="2288119"/>
                  <a:pt x="2284128" y="2291891"/>
                </a:cubicBezTo>
                <a:lnTo>
                  <a:pt x="2283629" y="2291858"/>
                </a:lnTo>
                <a:lnTo>
                  <a:pt x="2283603" y="2292349"/>
                </a:lnTo>
                <a:lnTo>
                  <a:pt x="2266484" y="2290736"/>
                </a:lnTo>
                <a:cubicBezTo>
                  <a:pt x="2234110" y="2290213"/>
                  <a:pt x="2202230" y="2287255"/>
                  <a:pt x="2171058" y="2281745"/>
                </a:cubicBezTo>
                <a:cubicBezTo>
                  <a:pt x="2165481" y="2282161"/>
                  <a:pt x="2160152" y="2281220"/>
                  <a:pt x="2154841" y="2280217"/>
                </a:cubicBezTo>
                <a:lnTo>
                  <a:pt x="2154725" y="2279078"/>
                </a:lnTo>
                <a:cubicBezTo>
                  <a:pt x="1795874" y="2220146"/>
                  <a:pt x="1514835" y="1941574"/>
                  <a:pt x="1464559" y="1591480"/>
                </a:cubicBezTo>
                <a:cubicBezTo>
                  <a:pt x="1464392" y="1591427"/>
                  <a:pt x="1464223" y="1591423"/>
                  <a:pt x="1464054" y="1591418"/>
                </a:cubicBezTo>
                <a:lnTo>
                  <a:pt x="1463515" y="1584794"/>
                </a:lnTo>
                <a:cubicBezTo>
                  <a:pt x="1458457" y="1554782"/>
                  <a:pt x="1456006" y="1524133"/>
                  <a:pt x="1456048" y="1493044"/>
                </a:cubicBezTo>
                <a:cubicBezTo>
                  <a:pt x="1454736" y="1487460"/>
                  <a:pt x="1454678" y="1481838"/>
                  <a:pt x="1454678" y="1476202"/>
                </a:cubicBezTo>
                <a:lnTo>
                  <a:pt x="1455272" y="1464852"/>
                </a:lnTo>
                <a:lnTo>
                  <a:pt x="1455770" y="1464884"/>
                </a:lnTo>
                <a:close/>
                <a:moveTo>
                  <a:pt x="1442008" y="1464394"/>
                </a:moveTo>
                <a:lnTo>
                  <a:pt x="1442034" y="1464884"/>
                </a:lnTo>
                <a:lnTo>
                  <a:pt x="1442532" y="1464852"/>
                </a:lnTo>
                <a:lnTo>
                  <a:pt x="1443126" y="1476202"/>
                </a:lnTo>
                <a:cubicBezTo>
                  <a:pt x="1443126" y="1481838"/>
                  <a:pt x="1443067" y="1487460"/>
                  <a:pt x="1441755" y="1493044"/>
                </a:cubicBezTo>
                <a:cubicBezTo>
                  <a:pt x="1441797" y="1524133"/>
                  <a:pt x="1439347" y="1554782"/>
                  <a:pt x="1434288" y="1584794"/>
                </a:cubicBezTo>
                <a:lnTo>
                  <a:pt x="1433750" y="1591418"/>
                </a:lnTo>
                <a:cubicBezTo>
                  <a:pt x="1433580" y="1591423"/>
                  <a:pt x="1433412" y="1591427"/>
                  <a:pt x="1433244" y="1591480"/>
                </a:cubicBezTo>
                <a:cubicBezTo>
                  <a:pt x="1382969" y="1941574"/>
                  <a:pt x="1101930" y="2220146"/>
                  <a:pt x="743079" y="2279078"/>
                </a:cubicBezTo>
                <a:lnTo>
                  <a:pt x="742962" y="2280217"/>
                </a:lnTo>
                <a:cubicBezTo>
                  <a:pt x="737652" y="2281220"/>
                  <a:pt x="732323" y="2282161"/>
                  <a:pt x="726746" y="2281745"/>
                </a:cubicBezTo>
                <a:cubicBezTo>
                  <a:pt x="695574" y="2287255"/>
                  <a:pt x="663693" y="2290213"/>
                  <a:pt x="631319" y="2290736"/>
                </a:cubicBezTo>
                <a:lnTo>
                  <a:pt x="614201" y="2292349"/>
                </a:lnTo>
                <a:lnTo>
                  <a:pt x="614175" y="2291858"/>
                </a:lnTo>
                <a:lnTo>
                  <a:pt x="613676" y="2291891"/>
                </a:lnTo>
                <a:cubicBezTo>
                  <a:pt x="613110" y="2288119"/>
                  <a:pt x="613083" y="2284333"/>
                  <a:pt x="613083" y="2280541"/>
                </a:cubicBezTo>
                <a:cubicBezTo>
                  <a:pt x="613083" y="2274903"/>
                  <a:pt x="613141" y="2269279"/>
                  <a:pt x="614453" y="2263693"/>
                </a:cubicBezTo>
                <a:cubicBezTo>
                  <a:pt x="614411" y="2232611"/>
                  <a:pt x="616861" y="2201969"/>
                  <a:pt x="621917" y="2171962"/>
                </a:cubicBezTo>
                <a:lnTo>
                  <a:pt x="622458" y="2165325"/>
                </a:lnTo>
                <a:cubicBezTo>
                  <a:pt x="622626" y="2165320"/>
                  <a:pt x="622796" y="2165315"/>
                  <a:pt x="622963" y="2165262"/>
                </a:cubicBezTo>
                <a:cubicBezTo>
                  <a:pt x="673240" y="1815167"/>
                  <a:pt x="954279" y="1536596"/>
                  <a:pt x="1313129" y="1477664"/>
                </a:cubicBezTo>
                <a:lnTo>
                  <a:pt x="1313246" y="1476525"/>
                </a:lnTo>
                <a:cubicBezTo>
                  <a:pt x="1318555" y="1475523"/>
                  <a:pt x="1323883" y="1474582"/>
                  <a:pt x="1329459" y="1474998"/>
                </a:cubicBezTo>
                <a:cubicBezTo>
                  <a:pt x="1360642" y="1469485"/>
                  <a:pt x="1392535" y="1466527"/>
                  <a:pt x="1424920" y="1466004"/>
                </a:cubicBezTo>
                <a:close/>
                <a:moveTo>
                  <a:pt x="10909360" y="750600"/>
                </a:moveTo>
                <a:cubicBezTo>
                  <a:pt x="10962636" y="1021506"/>
                  <a:pt x="11177479" y="1236303"/>
                  <a:pt x="11452669" y="1295446"/>
                </a:cubicBezTo>
                <a:cubicBezTo>
                  <a:pt x="11399394" y="1024540"/>
                  <a:pt x="11184550" y="809743"/>
                  <a:pt x="10909360" y="750600"/>
                </a:cubicBezTo>
                <a:close/>
                <a:moveTo>
                  <a:pt x="10602109" y="750600"/>
                </a:moveTo>
                <a:cubicBezTo>
                  <a:pt x="10326919" y="809743"/>
                  <a:pt x="10112075" y="1024540"/>
                  <a:pt x="10058800" y="1295446"/>
                </a:cubicBezTo>
                <a:cubicBezTo>
                  <a:pt x="10333990" y="1236303"/>
                  <a:pt x="10548833" y="1021506"/>
                  <a:pt x="10602109" y="750600"/>
                </a:cubicBezTo>
                <a:close/>
                <a:moveTo>
                  <a:pt x="9217207" y="750600"/>
                </a:moveTo>
                <a:cubicBezTo>
                  <a:pt x="9270483" y="1021506"/>
                  <a:pt x="9485326" y="1236303"/>
                  <a:pt x="9760516" y="1295446"/>
                </a:cubicBezTo>
                <a:cubicBezTo>
                  <a:pt x="9707241" y="1024540"/>
                  <a:pt x="9492397" y="809743"/>
                  <a:pt x="9217207" y="750600"/>
                </a:cubicBezTo>
                <a:close/>
                <a:moveTo>
                  <a:pt x="8909958" y="750600"/>
                </a:moveTo>
                <a:cubicBezTo>
                  <a:pt x="8634768" y="809743"/>
                  <a:pt x="8419924" y="1024540"/>
                  <a:pt x="8366649" y="1295446"/>
                </a:cubicBezTo>
                <a:cubicBezTo>
                  <a:pt x="8641839" y="1236303"/>
                  <a:pt x="8856682" y="1021506"/>
                  <a:pt x="8909958" y="750600"/>
                </a:cubicBezTo>
                <a:close/>
                <a:moveTo>
                  <a:pt x="7525056" y="750600"/>
                </a:moveTo>
                <a:cubicBezTo>
                  <a:pt x="7578332" y="1021506"/>
                  <a:pt x="7793175" y="1236303"/>
                  <a:pt x="8068365" y="1295446"/>
                </a:cubicBezTo>
                <a:cubicBezTo>
                  <a:pt x="8015090" y="1024540"/>
                  <a:pt x="7800246" y="809743"/>
                  <a:pt x="7525056" y="750600"/>
                </a:cubicBezTo>
                <a:close/>
                <a:moveTo>
                  <a:pt x="7217807" y="750600"/>
                </a:moveTo>
                <a:cubicBezTo>
                  <a:pt x="6942617" y="809743"/>
                  <a:pt x="6727773" y="1024540"/>
                  <a:pt x="6674498" y="1295446"/>
                </a:cubicBezTo>
                <a:cubicBezTo>
                  <a:pt x="6949688" y="1236303"/>
                  <a:pt x="7164531" y="1021506"/>
                  <a:pt x="7217807" y="750600"/>
                </a:cubicBezTo>
                <a:close/>
                <a:moveTo>
                  <a:pt x="5832905" y="750600"/>
                </a:moveTo>
                <a:cubicBezTo>
                  <a:pt x="5886181" y="1021506"/>
                  <a:pt x="6101024" y="1236303"/>
                  <a:pt x="6376214" y="1295446"/>
                </a:cubicBezTo>
                <a:cubicBezTo>
                  <a:pt x="6322939" y="1024540"/>
                  <a:pt x="6108095" y="809743"/>
                  <a:pt x="5832905" y="750600"/>
                </a:cubicBezTo>
                <a:close/>
                <a:moveTo>
                  <a:pt x="5525656" y="750600"/>
                </a:moveTo>
                <a:cubicBezTo>
                  <a:pt x="5250466" y="809743"/>
                  <a:pt x="5035622" y="1024540"/>
                  <a:pt x="4982347" y="1295446"/>
                </a:cubicBezTo>
                <a:cubicBezTo>
                  <a:pt x="5257537" y="1236303"/>
                  <a:pt x="5472380" y="1021506"/>
                  <a:pt x="5525656" y="750600"/>
                </a:cubicBezTo>
                <a:close/>
                <a:moveTo>
                  <a:pt x="4140754" y="750600"/>
                </a:moveTo>
                <a:cubicBezTo>
                  <a:pt x="4194030" y="1021506"/>
                  <a:pt x="4408873" y="1236303"/>
                  <a:pt x="4684063" y="1295446"/>
                </a:cubicBezTo>
                <a:cubicBezTo>
                  <a:pt x="4630788" y="1024540"/>
                  <a:pt x="4415944" y="809743"/>
                  <a:pt x="4140754" y="750600"/>
                </a:cubicBezTo>
                <a:close/>
                <a:moveTo>
                  <a:pt x="3833505" y="750600"/>
                </a:moveTo>
                <a:cubicBezTo>
                  <a:pt x="3558315" y="809743"/>
                  <a:pt x="3343471" y="1024540"/>
                  <a:pt x="3290196" y="1295446"/>
                </a:cubicBezTo>
                <a:cubicBezTo>
                  <a:pt x="3565386" y="1236303"/>
                  <a:pt x="3780229" y="1021506"/>
                  <a:pt x="3833505" y="750600"/>
                </a:cubicBezTo>
                <a:close/>
                <a:moveTo>
                  <a:pt x="2448603" y="750600"/>
                </a:moveTo>
                <a:cubicBezTo>
                  <a:pt x="2501879" y="1021506"/>
                  <a:pt x="2716722" y="1236303"/>
                  <a:pt x="2991912" y="1295446"/>
                </a:cubicBezTo>
                <a:cubicBezTo>
                  <a:pt x="2938637" y="1024540"/>
                  <a:pt x="2723793" y="809743"/>
                  <a:pt x="2448603" y="750600"/>
                </a:cubicBezTo>
                <a:close/>
                <a:moveTo>
                  <a:pt x="2141354" y="750600"/>
                </a:moveTo>
                <a:cubicBezTo>
                  <a:pt x="1866164" y="809743"/>
                  <a:pt x="1651320" y="1024540"/>
                  <a:pt x="1598045" y="1295446"/>
                </a:cubicBezTo>
                <a:cubicBezTo>
                  <a:pt x="1873235" y="1236303"/>
                  <a:pt x="2088078" y="1021506"/>
                  <a:pt x="2141354" y="750600"/>
                </a:cubicBezTo>
                <a:close/>
                <a:moveTo>
                  <a:pt x="756452" y="750600"/>
                </a:moveTo>
                <a:cubicBezTo>
                  <a:pt x="809728" y="1021506"/>
                  <a:pt x="1024571" y="1236303"/>
                  <a:pt x="1299761" y="1295446"/>
                </a:cubicBezTo>
                <a:cubicBezTo>
                  <a:pt x="1246486" y="1024540"/>
                  <a:pt x="1031642" y="809743"/>
                  <a:pt x="756452" y="750600"/>
                </a:cubicBezTo>
                <a:close/>
                <a:moveTo>
                  <a:pt x="12192000" y="647790"/>
                </a:moveTo>
                <a:lnTo>
                  <a:pt x="12192000" y="780838"/>
                </a:lnTo>
                <a:cubicBezTo>
                  <a:pt x="11966807" y="865550"/>
                  <a:pt x="11797421" y="1059155"/>
                  <a:pt x="11750953" y="1295446"/>
                </a:cubicBezTo>
                <a:cubicBezTo>
                  <a:pt x="11935988" y="1255679"/>
                  <a:pt x="12093739" y="1145540"/>
                  <a:pt x="12192000" y="994335"/>
                </a:cubicBezTo>
                <a:lnTo>
                  <a:pt x="12192000" y="1195909"/>
                </a:lnTo>
                <a:cubicBezTo>
                  <a:pt x="12071770" y="1314911"/>
                  <a:pt x="11914089" y="1397686"/>
                  <a:pt x="11737582" y="1426902"/>
                </a:cubicBezTo>
                <a:lnTo>
                  <a:pt x="11737466" y="1428050"/>
                </a:lnTo>
                <a:cubicBezTo>
                  <a:pt x="11732155" y="1429061"/>
                  <a:pt x="11726826" y="1430009"/>
                  <a:pt x="11721249" y="1429590"/>
                </a:cubicBezTo>
                <a:cubicBezTo>
                  <a:pt x="11690077" y="1435144"/>
                  <a:pt x="11658197" y="1438125"/>
                  <a:pt x="11625822" y="1438652"/>
                </a:cubicBezTo>
                <a:lnTo>
                  <a:pt x="11608704" y="1440278"/>
                </a:lnTo>
                <a:lnTo>
                  <a:pt x="11608678" y="1439783"/>
                </a:lnTo>
                <a:lnTo>
                  <a:pt x="11608179" y="1439816"/>
                </a:lnTo>
                <a:cubicBezTo>
                  <a:pt x="11607613" y="1436014"/>
                  <a:pt x="11607586" y="1432198"/>
                  <a:pt x="11607586" y="1428376"/>
                </a:cubicBezTo>
                <a:cubicBezTo>
                  <a:pt x="11607586" y="1422694"/>
                  <a:pt x="11607645" y="1417025"/>
                  <a:pt x="11608957" y="1411395"/>
                </a:cubicBezTo>
                <a:cubicBezTo>
                  <a:pt x="11608914" y="1380067"/>
                  <a:pt x="11611364" y="1349182"/>
                  <a:pt x="11616421" y="1318938"/>
                </a:cubicBezTo>
                <a:lnTo>
                  <a:pt x="11616961" y="1312248"/>
                </a:lnTo>
                <a:cubicBezTo>
                  <a:pt x="11617130" y="1312243"/>
                  <a:pt x="11617299" y="1312238"/>
                  <a:pt x="11617466" y="1312185"/>
                </a:cubicBezTo>
                <a:cubicBezTo>
                  <a:pt x="11662185" y="998329"/>
                  <a:pt x="11889463" y="741504"/>
                  <a:pt x="12192000" y="647790"/>
                </a:cubicBezTo>
                <a:close/>
                <a:moveTo>
                  <a:pt x="10767111" y="605769"/>
                </a:moveTo>
                <a:lnTo>
                  <a:pt x="10784198" y="607392"/>
                </a:lnTo>
                <a:cubicBezTo>
                  <a:pt x="10816584" y="607919"/>
                  <a:pt x="10848477" y="610900"/>
                  <a:pt x="10879660" y="616457"/>
                </a:cubicBezTo>
                <a:cubicBezTo>
                  <a:pt x="10885236" y="616038"/>
                  <a:pt x="10890564" y="616986"/>
                  <a:pt x="10895873" y="617996"/>
                </a:cubicBezTo>
                <a:lnTo>
                  <a:pt x="10895990" y="619144"/>
                </a:lnTo>
                <a:cubicBezTo>
                  <a:pt x="11254840" y="678542"/>
                  <a:pt x="11535879" y="959319"/>
                  <a:pt x="11586156" y="1312185"/>
                </a:cubicBezTo>
                <a:cubicBezTo>
                  <a:pt x="11586323" y="1312238"/>
                  <a:pt x="11586492" y="1312243"/>
                  <a:pt x="11586661" y="1312248"/>
                </a:cubicBezTo>
                <a:lnTo>
                  <a:pt x="11587201" y="1318938"/>
                </a:lnTo>
                <a:cubicBezTo>
                  <a:pt x="11592258" y="1349182"/>
                  <a:pt x="11594708" y="1380067"/>
                  <a:pt x="11594665" y="1411395"/>
                </a:cubicBezTo>
                <a:cubicBezTo>
                  <a:pt x="11595977" y="1417025"/>
                  <a:pt x="11596036" y="1422694"/>
                  <a:pt x="11596036" y="1428376"/>
                </a:cubicBezTo>
                <a:cubicBezTo>
                  <a:pt x="11596036" y="1432198"/>
                  <a:pt x="11596009" y="1436014"/>
                  <a:pt x="11595443" y="1439816"/>
                </a:cubicBezTo>
                <a:lnTo>
                  <a:pt x="11594944" y="1439783"/>
                </a:lnTo>
                <a:lnTo>
                  <a:pt x="11594918" y="1440278"/>
                </a:lnTo>
                <a:lnTo>
                  <a:pt x="11577800" y="1438652"/>
                </a:lnTo>
                <a:cubicBezTo>
                  <a:pt x="11545425" y="1438125"/>
                  <a:pt x="11513545" y="1435144"/>
                  <a:pt x="11482373" y="1429590"/>
                </a:cubicBezTo>
                <a:cubicBezTo>
                  <a:pt x="11476796" y="1430009"/>
                  <a:pt x="11471467" y="1429061"/>
                  <a:pt x="11466156" y="1428050"/>
                </a:cubicBezTo>
                <a:lnTo>
                  <a:pt x="11466040" y="1426902"/>
                </a:lnTo>
                <a:cubicBezTo>
                  <a:pt x="11107189" y="1367503"/>
                  <a:pt x="10826150" y="1086726"/>
                  <a:pt x="10775875" y="733861"/>
                </a:cubicBezTo>
                <a:cubicBezTo>
                  <a:pt x="10775707" y="733808"/>
                  <a:pt x="10775539" y="733803"/>
                  <a:pt x="10775369" y="733798"/>
                </a:cubicBezTo>
                <a:lnTo>
                  <a:pt x="10774831" y="727122"/>
                </a:lnTo>
                <a:cubicBezTo>
                  <a:pt x="10769772" y="696872"/>
                  <a:pt x="10767321" y="665981"/>
                  <a:pt x="10767364" y="634646"/>
                </a:cubicBezTo>
                <a:cubicBezTo>
                  <a:pt x="10766052" y="629018"/>
                  <a:pt x="10765993" y="623351"/>
                  <a:pt x="10765993" y="617670"/>
                </a:cubicBezTo>
                <a:lnTo>
                  <a:pt x="10766587" y="606230"/>
                </a:lnTo>
                <a:lnTo>
                  <a:pt x="10767085" y="606263"/>
                </a:lnTo>
                <a:close/>
                <a:moveTo>
                  <a:pt x="10744358" y="605769"/>
                </a:moveTo>
                <a:lnTo>
                  <a:pt x="10744384" y="606263"/>
                </a:lnTo>
                <a:lnTo>
                  <a:pt x="10744882" y="606230"/>
                </a:lnTo>
                <a:lnTo>
                  <a:pt x="10745476" y="617670"/>
                </a:lnTo>
                <a:cubicBezTo>
                  <a:pt x="10745476" y="623351"/>
                  <a:pt x="10745417" y="629018"/>
                  <a:pt x="10744105" y="634646"/>
                </a:cubicBezTo>
                <a:cubicBezTo>
                  <a:pt x="10744148" y="665981"/>
                  <a:pt x="10741697" y="696872"/>
                  <a:pt x="10736638" y="727122"/>
                </a:cubicBezTo>
                <a:lnTo>
                  <a:pt x="10736100" y="733798"/>
                </a:lnTo>
                <a:cubicBezTo>
                  <a:pt x="10735930" y="733803"/>
                  <a:pt x="10735762" y="733808"/>
                  <a:pt x="10735594" y="733861"/>
                </a:cubicBezTo>
                <a:cubicBezTo>
                  <a:pt x="10685319" y="1086726"/>
                  <a:pt x="10404280" y="1367503"/>
                  <a:pt x="10045429" y="1426902"/>
                </a:cubicBezTo>
                <a:lnTo>
                  <a:pt x="10045313" y="1428050"/>
                </a:lnTo>
                <a:cubicBezTo>
                  <a:pt x="10040002" y="1429061"/>
                  <a:pt x="10034673" y="1430009"/>
                  <a:pt x="10029096" y="1429590"/>
                </a:cubicBezTo>
                <a:cubicBezTo>
                  <a:pt x="9997924" y="1435144"/>
                  <a:pt x="9966044" y="1438125"/>
                  <a:pt x="9933669" y="1438652"/>
                </a:cubicBezTo>
                <a:lnTo>
                  <a:pt x="9916551" y="1440278"/>
                </a:lnTo>
                <a:lnTo>
                  <a:pt x="9916525" y="1439783"/>
                </a:lnTo>
                <a:lnTo>
                  <a:pt x="9916026" y="1439816"/>
                </a:lnTo>
                <a:cubicBezTo>
                  <a:pt x="9915460" y="1436014"/>
                  <a:pt x="9915433" y="1432198"/>
                  <a:pt x="9915433" y="1428376"/>
                </a:cubicBezTo>
                <a:cubicBezTo>
                  <a:pt x="9915433" y="1422694"/>
                  <a:pt x="9915492" y="1417025"/>
                  <a:pt x="9916804" y="1411395"/>
                </a:cubicBezTo>
                <a:cubicBezTo>
                  <a:pt x="9916761" y="1380067"/>
                  <a:pt x="9919211" y="1349182"/>
                  <a:pt x="9924268" y="1318938"/>
                </a:cubicBezTo>
                <a:lnTo>
                  <a:pt x="9924808" y="1312248"/>
                </a:lnTo>
                <a:cubicBezTo>
                  <a:pt x="9924977" y="1312243"/>
                  <a:pt x="9925146" y="1312238"/>
                  <a:pt x="9925314" y="1312185"/>
                </a:cubicBezTo>
                <a:cubicBezTo>
                  <a:pt x="9975590" y="959319"/>
                  <a:pt x="10256629" y="678542"/>
                  <a:pt x="10615479" y="619144"/>
                </a:cubicBezTo>
                <a:lnTo>
                  <a:pt x="10615596" y="617996"/>
                </a:lnTo>
                <a:cubicBezTo>
                  <a:pt x="10620905" y="616986"/>
                  <a:pt x="10626233" y="616038"/>
                  <a:pt x="10631809" y="616457"/>
                </a:cubicBezTo>
                <a:cubicBezTo>
                  <a:pt x="10662992" y="610900"/>
                  <a:pt x="10694885" y="607919"/>
                  <a:pt x="10727271" y="607392"/>
                </a:cubicBezTo>
                <a:close/>
                <a:moveTo>
                  <a:pt x="9074958" y="605769"/>
                </a:moveTo>
                <a:lnTo>
                  <a:pt x="9092045" y="607392"/>
                </a:lnTo>
                <a:cubicBezTo>
                  <a:pt x="9124431" y="607919"/>
                  <a:pt x="9156324" y="610900"/>
                  <a:pt x="9187507" y="616457"/>
                </a:cubicBezTo>
                <a:cubicBezTo>
                  <a:pt x="9193083" y="616038"/>
                  <a:pt x="9198411" y="616986"/>
                  <a:pt x="9203720" y="617996"/>
                </a:cubicBezTo>
                <a:lnTo>
                  <a:pt x="9203837" y="619144"/>
                </a:lnTo>
                <a:cubicBezTo>
                  <a:pt x="9562687" y="678542"/>
                  <a:pt x="9843726" y="959319"/>
                  <a:pt x="9894002" y="1312185"/>
                </a:cubicBezTo>
                <a:cubicBezTo>
                  <a:pt x="9894170" y="1312238"/>
                  <a:pt x="9894339" y="1312243"/>
                  <a:pt x="9894508" y="1312248"/>
                </a:cubicBezTo>
                <a:lnTo>
                  <a:pt x="9895048" y="1318938"/>
                </a:lnTo>
                <a:cubicBezTo>
                  <a:pt x="9900105" y="1349182"/>
                  <a:pt x="9902555" y="1380067"/>
                  <a:pt x="9902512" y="1411395"/>
                </a:cubicBezTo>
                <a:cubicBezTo>
                  <a:pt x="9903824" y="1417025"/>
                  <a:pt x="9903883" y="1422694"/>
                  <a:pt x="9903883" y="1428376"/>
                </a:cubicBezTo>
                <a:cubicBezTo>
                  <a:pt x="9903883" y="1432198"/>
                  <a:pt x="9903856" y="1436014"/>
                  <a:pt x="9903290" y="1439816"/>
                </a:cubicBezTo>
                <a:lnTo>
                  <a:pt x="9902791" y="1439783"/>
                </a:lnTo>
                <a:lnTo>
                  <a:pt x="9902765" y="1440278"/>
                </a:lnTo>
                <a:lnTo>
                  <a:pt x="9885647" y="1438652"/>
                </a:lnTo>
                <a:cubicBezTo>
                  <a:pt x="9853272" y="1438125"/>
                  <a:pt x="9821392" y="1435144"/>
                  <a:pt x="9790220" y="1429590"/>
                </a:cubicBezTo>
                <a:cubicBezTo>
                  <a:pt x="9784643" y="1430009"/>
                  <a:pt x="9779314" y="1429061"/>
                  <a:pt x="9774003" y="1428050"/>
                </a:cubicBezTo>
                <a:lnTo>
                  <a:pt x="9773887" y="1426902"/>
                </a:lnTo>
                <a:cubicBezTo>
                  <a:pt x="9415036" y="1367503"/>
                  <a:pt x="9133997" y="1086726"/>
                  <a:pt x="9083722" y="733861"/>
                </a:cubicBezTo>
                <a:cubicBezTo>
                  <a:pt x="9083554" y="733808"/>
                  <a:pt x="9083386" y="733803"/>
                  <a:pt x="9083216" y="733798"/>
                </a:cubicBezTo>
                <a:lnTo>
                  <a:pt x="9082678" y="727122"/>
                </a:lnTo>
                <a:cubicBezTo>
                  <a:pt x="9077619" y="696872"/>
                  <a:pt x="9075168" y="665981"/>
                  <a:pt x="9075211" y="634646"/>
                </a:cubicBezTo>
                <a:cubicBezTo>
                  <a:pt x="9073899" y="629018"/>
                  <a:pt x="9073840" y="623351"/>
                  <a:pt x="9073840" y="617670"/>
                </a:cubicBezTo>
                <a:lnTo>
                  <a:pt x="9074434" y="606230"/>
                </a:lnTo>
                <a:lnTo>
                  <a:pt x="9074932" y="606263"/>
                </a:lnTo>
                <a:close/>
                <a:moveTo>
                  <a:pt x="9052207" y="605769"/>
                </a:moveTo>
                <a:lnTo>
                  <a:pt x="9052233" y="606263"/>
                </a:lnTo>
                <a:lnTo>
                  <a:pt x="9052731" y="606230"/>
                </a:lnTo>
                <a:lnTo>
                  <a:pt x="9053325" y="617670"/>
                </a:lnTo>
                <a:cubicBezTo>
                  <a:pt x="9053325" y="623351"/>
                  <a:pt x="9053266" y="629018"/>
                  <a:pt x="9051954" y="634646"/>
                </a:cubicBezTo>
                <a:cubicBezTo>
                  <a:pt x="9051997" y="665981"/>
                  <a:pt x="9049546" y="696872"/>
                  <a:pt x="9044487" y="727122"/>
                </a:cubicBezTo>
                <a:lnTo>
                  <a:pt x="9043949" y="733798"/>
                </a:lnTo>
                <a:cubicBezTo>
                  <a:pt x="9043779" y="733803"/>
                  <a:pt x="9043611" y="733808"/>
                  <a:pt x="9043443" y="733861"/>
                </a:cubicBezTo>
                <a:cubicBezTo>
                  <a:pt x="8993168" y="1086726"/>
                  <a:pt x="8712129" y="1367503"/>
                  <a:pt x="8353278" y="1426902"/>
                </a:cubicBezTo>
                <a:lnTo>
                  <a:pt x="8353162" y="1428050"/>
                </a:lnTo>
                <a:cubicBezTo>
                  <a:pt x="8347851" y="1429061"/>
                  <a:pt x="8342522" y="1430009"/>
                  <a:pt x="8336945" y="1429590"/>
                </a:cubicBezTo>
                <a:cubicBezTo>
                  <a:pt x="8305773" y="1435144"/>
                  <a:pt x="8273893" y="1438125"/>
                  <a:pt x="8241519" y="1438652"/>
                </a:cubicBezTo>
                <a:lnTo>
                  <a:pt x="8224400" y="1440278"/>
                </a:lnTo>
                <a:lnTo>
                  <a:pt x="8224374" y="1439783"/>
                </a:lnTo>
                <a:lnTo>
                  <a:pt x="8223875" y="1439816"/>
                </a:lnTo>
                <a:cubicBezTo>
                  <a:pt x="8223309" y="1436014"/>
                  <a:pt x="8223282" y="1432198"/>
                  <a:pt x="8223282" y="1428376"/>
                </a:cubicBezTo>
                <a:cubicBezTo>
                  <a:pt x="8223282" y="1422694"/>
                  <a:pt x="8223341" y="1417025"/>
                  <a:pt x="8224653" y="1411395"/>
                </a:cubicBezTo>
                <a:cubicBezTo>
                  <a:pt x="8224611" y="1380067"/>
                  <a:pt x="8227060" y="1349182"/>
                  <a:pt x="8232117" y="1318938"/>
                </a:cubicBezTo>
                <a:lnTo>
                  <a:pt x="8232657" y="1312248"/>
                </a:lnTo>
                <a:cubicBezTo>
                  <a:pt x="8232826" y="1312243"/>
                  <a:pt x="8232995" y="1312238"/>
                  <a:pt x="8233163" y="1312185"/>
                </a:cubicBezTo>
                <a:cubicBezTo>
                  <a:pt x="8283439" y="959319"/>
                  <a:pt x="8564478" y="678542"/>
                  <a:pt x="8923328" y="619144"/>
                </a:cubicBezTo>
                <a:lnTo>
                  <a:pt x="8923445" y="617996"/>
                </a:lnTo>
                <a:cubicBezTo>
                  <a:pt x="8928754" y="616986"/>
                  <a:pt x="8934082" y="616038"/>
                  <a:pt x="8939658" y="616457"/>
                </a:cubicBezTo>
                <a:cubicBezTo>
                  <a:pt x="8970841" y="610900"/>
                  <a:pt x="9002734" y="607919"/>
                  <a:pt x="9035120" y="607392"/>
                </a:cubicBezTo>
                <a:close/>
                <a:moveTo>
                  <a:pt x="7382807" y="605769"/>
                </a:moveTo>
                <a:lnTo>
                  <a:pt x="7399895" y="607392"/>
                </a:lnTo>
                <a:cubicBezTo>
                  <a:pt x="7432280" y="607919"/>
                  <a:pt x="7464173" y="610900"/>
                  <a:pt x="7495356" y="616457"/>
                </a:cubicBezTo>
                <a:cubicBezTo>
                  <a:pt x="7500932" y="616038"/>
                  <a:pt x="7506260" y="616986"/>
                  <a:pt x="7511569" y="617996"/>
                </a:cubicBezTo>
                <a:lnTo>
                  <a:pt x="7511686" y="619144"/>
                </a:lnTo>
                <a:cubicBezTo>
                  <a:pt x="7870536" y="678542"/>
                  <a:pt x="8151575" y="959319"/>
                  <a:pt x="8201852" y="1312185"/>
                </a:cubicBezTo>
                <a:cubicBezTo>
                  <a:pt x="8202019" y="1312238"/>
                  <a:pt x="8202189" y="1312243"/>
                  <a:pt x="8202357" y="1312248"/>
                </a:cubicBezTo>
                <a:lnTo>
                  <a:pt x="8202898" y="1318938"/>
                </a:lnTo>
                <a:cubicBezTo>
                  <a:pt x="8207954" y="1349182"/>
                  <a:pt x="8210404" y="1380067"/>
                  <a:pt x="8210362" y="1411395"/>
                </a:cubicBezTo>
                <a:cubicBezTo>
                  <a:pt x="8211674" y="1417025"/>
                  <a:pt x="8211732" y="1422694"/>
                  <a:pt x="8211732" y="1428376"/>
                </a:cubicBezTo>
                <a:cubicBezTo>
                  <a:pt x="8211732" y="1432198"/>
                  <a:pt x="8211705" y="1436014"/>
                  <a:pt x="8211139" y="1439816"/>
                </a:cubicBezTo>
                <a:lnTo>
                  <a:pt x="8210640" y="1439783"/>
                </a:lnTo>
                <a:lnTo>
                  <a:pt x="8210614" y="1440278"/>
                </a:lnTo>
                <a:lnTo>
                  <a:pt x="8193496" y="1438652"/>
                </a:lnTo>
                <a:cubicBezTo>
                  <a:pt x="8161122" y="1438125"/>
                  <a:pt x="8129241" y="1435144"/>
                  <a:pt x="8098069" y="1429590"/>
                </a:cubicBezTo>
                <a:cubicBezTo>
                  <a:pt x="8092492" y="1430009"/>
                  <a:pt x="8087163" y="1429061"/>
                  <a:pt x="8081853" y="1428050"/>
                </a:cubicBezTo>
                <a:lnTo>
                  <a:pt x="8081737" y="1426902"/>
                </a:lnTo>
                <a:cubicBezTo>
                  <a:pt x="7722885" y="1367503"/>
                  <a:pt x="7441846" y="1086726"/>
                  <a:pt x="7391571" y="733861"/>
                </a:cubicBezTo>
                <a:cubicBezTo>
                  <a:pt x="7391403" y="733808"/>
                  <a:pt x="7391235" y="733803"/>
                  <a:pt x="7391065" y="733798"/>
                </a:cubicBezTo>
                <a:lnTo>
                  <a:pt x="7390527" y="727122"/>
                </a:lnTo>
                <a:cubicBezTo>
                  <a:pt x="7385468" y="696872"/>
                  <a:pt x="7383018" y="665981"/>
                  <a:pt x="7383060" y="634646"/>
                </a:cubicBezTo>
                <a:cubicBezTo>
                  <a:pt x="7381748" y="629018"/>
                  <a:pt x="7381689" y="623351"/>
                  <a:pt x="7381689" y="617670"/>
                </a:cubicBezTo>
                <a:lnTo>
                  <a:pt x="7382283" y="606230"/>
                </a:lnTo>
                <a:lnTo>
                  <a:pt x="7382781" y="606263"/>
                </a:lnTo>
                <a:close/>
                <a:moveTo>
                  <a:pt x="5690656" y="605769"/>
                </a:moveTo>
                <a:lnTo>
                  <a:pt x="5707743" y="607392"/>
                </a:lnTo>
                <a:cubicBezTo>
                  <a:pt x="5740129" y="607919"/>
                  <a:pt x="5772021" y="610900"/>
                  <a:pt x="5803205" y="616457"/>
                </a:cubicBezTo>
                <a:cubicBezTo>
                  <a:pt x="5808781" y="616038"/>
                  <a:pt x="5814109" y="616986"/>
                  <a:pt x="5819417" y="617996"/>
                </a:cubicBezTo>
                <a:lnTo>
                  <a:pt x="5819534" y="619144"/>
                </a:lnTo>
                <a:cubicBezTo>
                  <a:pt x="6178385" y="678542"/>
                  <a:pt x="6459424" y="959319"/>
                  <a:pt x="6509700" y="1312185"/>
                </a:cubicBezTo>
                <a:cubicBezTo>
                  <a:pt x="6509868" y="1312238"/>
                  <a:pt x="6510037" y="1312243"/>
                  <a:pt x="6510206" y="1312248"/>
                </a:cubicBezTo>
                <a:lnTo>
                  <a:pt x="6510746" y="1318938"/>
                </a:lnTo>
                <a:cubicBezTo>
                  <a:pt x="6515803" y="1349182"/>
                  <a:pt x="6518252" y="1380067"/>
                  <a:pt x="6518210" y="1411395"/>
                </a:cubicBezTo>
                <a:cubicBezTo>
                  <a:pt x="6519522" y="1417025"/>
                  <a:pt x="6519581" y="1422694"/>
                  <a:pt x="6519581" y="1428376"/>
                </a:cubicBezTo>
                <a:cubicBezTo>
                  <a:pt x="6519581" y="1432198"/>
                  <a:pt x="6519554" y="1436014"/>
                  <a:pt x="6518988" y="1439816"/>
                </a:cubicBezTo>
                <a:lnTo>
                  <a:pt x="6518489" y="1439783"/>
                </a:lnTo>
                <a:lnTo>
                  <a:pt x="6518463" y="1440278"/>
                </a:lnTo>
                <a:lnTo>
                  <a:pt x="6501344" y="1438652"/>
                </a:lnTo>
                <a:cubicBezTo>
                  <a:pt x="6468970" y="1438125"/>
                  <a:pt x="6437090" y="1435144"/>
                  <a:pt x="6405918" y="1429590"/>
                </a:cubicBezTo>
                <a:cubicBezTo>
                  <a:pt x="6400341" y="1430009"/>
                  <a:pt x="6395012" y="1429061"/>
                  <a:pt x="6389701" y="1428050"/>
                </a:cubicBezTo>
                <a:lnTo>
                  <a:pt x="6389585" y="1426902"/>
                </a:lnTo>
                <a:cubicBezTo>
                  <a:pt x="6030734" y="1367503"/>
                  <a:pt x="5749695" y="1086726"/>
                  <a:pt x="5699419" y="733861"/>
                </a:cubicBezTo>
                <a:cubicBezTo>
                  <a:pt x="5699252" y="733808"/>
                  <a:pt x="5699083" y="733803"/>
                  <a:pt x="5698914" y="733798"/>
                </a:cubicBezTo>
                <a:lnTo>
                  <a:pt x="5698375" y="727122"/>
                </a:lnTo>
                <a:cubicBezTo>
                  <a:pt x="5693317" y="696872"/>
                  <a:pt x="5690866" y="665981"/>
                  <a:pt x="5690908" y="634646"/>
                </a:cubicBezTo>
                <a:cubicBezTo>
                  <a:pt x="5689596" y="629018"/>
                  <a:pt x="5689538" y="623351"/>
                  <a:pt x="5689538" y="617670"/>
                </a:cubicBezTo>
                <a:lnTo>
                  <a:pt x="5690132" y="606230"/>
                </a:lnTo>
                <a:lnTo>
                  <a:pt x="5690630" y="606263"/>
                </a:lnTo>
                <a:close/>
                <a:moveTo>
                  <a:pt x="5667905" y="605769"/>
                </a:moveTo>
                <a:lnTo>
                  <a:pt x="5667931" y="606263"/>
                </a:lnTo>
                <a:lnTo>
                  <a:pt x="5668429" y="606230"/>
                </a:lnTo>
                <a:lnTo>
                  <a:pt x="5669023" y="617670"/>
                </a:lnTo>
                <a:cubicBezTo>
                  <a:pt x="5669023" y="623351"/>
                  <a:pt x="5668964" y="629018"/>
                  <a:pt x="5667652" y="634646"/>
                </a:cubicBezTo>
                <a:cubicBezTo>
                  <a:pt x="5667694" y="665981"/>
                  <a:pt x="5665244" y="696872"/>
                  <a:pt x="5660185" y="727122"/>
                </a:cubicBezTo>
                <a:lnTo>
                  <a:pt x="5659647" y="733798"/>
                </a:lnTo>
                <a:cubicBezTo>
                  <a:pt x="5659477" y="733803"/>
                  <a:pt x="5659309" y="733808"/>
                  <a:pt x="5659141" y="733861"/>
                </a:cubicBezTo>
                <a:cubicBezTo>
                  <a:pt x="5608866" y="1086726"/>
                  <a:pt x="5327827" y="1367503"/>
                  <a:pt x="4968975" y="1426902"/>
                </a:cubicBezTo>
                <a:lnTo>
                  <a:pt x="4968859" y="1428050"/>
                </a:lnTo>
                <a:cubicBezTo>
                  <a:pt x="4963549" y="1429061"/>
                  <a:pt x="4958220" y="1430009"/>
                  <a:pt x="4952643" y="1429590"/>
                </a:cubicBezTo>
                <a:cubicBezTo>
                  <a:pt x="4921471" y="1435144"/>
                  <a:pt x="4889590" y="1438125"/>
                  <a:pt x="4857216" y="1438652"/>
                </a:cubicBezTo>
                <a:lnTo>
                  <a:pt x="4840098" y="1440278"/>
                </a:lnTo>
                <a:lnTo>
                  <a:pt x="4840072" y="1439783"/>
                </a:lnTo>
                <a:lnTo>
                  <a:pt x="4839573" y="1439816"/>
                </a:lnTo>
                <a:cubicBezTo>
                  <a:pt x="4839007" y="1436014"/>
                  <a:pt x="4838980" y="1432198"/>
                  <a:pt x="4838980" y="1428376"/>
                </a:cubicBezTo>
                <a:cubicBezTo>
                  <a:pt x="4838980" y="1422694"/>
                  <a:pt x="4839038" y="1417025"/>
                  <a:pt x="4840350" y="1411395"/>
                </a:cubicBezTo>
                <a:cubicBezTo>
                  <a:pt x="4840308" y="1380067"/>
                  <a:pt x="4842758" y="1349182"/>
                  <a:pt x="4847814" y="1318938"/>
                </a:cubicBezTo>
                <a:lnTo>
                  <a:pt x="4848355" y="1312248"/>
                </a:lnTo>
                <a:cubicBezTo>
                  <a:pt x="4848523" y="1312243"/>
                  <a:pt x="4848693" y="1312238"/>
                  <a:pt x="4848860" y="1312185"/>
                </a:cubicBezTo>
                <a:cubicBezTo>
                  <a:pt x="4899137" y="959319"/>
                  <a:pt x="5180176" y="678542"/>
                  <a:pt x="5539026" y="619144"/>
                </a:cubicBezTo>
                <a:lnTo>
                  <a:pt x="5539143" y="617996"/>
                </a:lnTo>
                <a:cubicBezTo>
                  <a:pt x="5544452" y="616986"/>
                  <a:pt x="5549780" y="616038"/>
                  <a:pt x="5555356" y="616457"/>
                </a:cubicBezTo>
                <a:cubicBezTo>
                  <a:pt x="5586539" y="610900"/>
                  <a:pt x="5618432" y="607919"/>
                  <a:pt x="5650817" y="607392"/>
                </a:cubicBezTo>
                <a:close/>
                <a:moveTo>
                  <a:pt x="3998505" y="605769"/>
                </a:moveTo>
                <a:lnTo>
                  <a:pt x="4015592" y="607392"/>
                </a:lnTo>
                <a:cubicBezTo>
                  <a:pt x="4047978" y="607919"/>
                  <a:pt x="4079870" y="610900"/>
                  <a:pt x="4111054" y="616457"/>
                </a:cubicBezTo>
                <a:cubicBezTo>
                  <a:pt x="4116630" y="616038"/>
                  <a:pt x="4121958" y="616986"/>
                  <a:pt x="4127266" y="617996"/>
                </a:cubicBezTo>
                <a:lnTo>
                  <a:pt x="4127384" y="619144"/>
                </a:lnTo>
                <a:cubicBezTo>
                  <a:pt x="4486234" y="678542"/>
                  <a:pt x="4767273" y="959319"/>
                  <a:pt x="4817549" y="1312185"/>
                </a:cubicBezTo>
                <a:cubicBezTo>
                  <a:pt x="4817717" y="1312238"/>
                  <a:pt x="4817886" y="1312243"/>
                  <a:pt x="4818055" y="1312248"/>
                </a:cubicBezTo>
                <a:lnTo>
                  <a:pt x="4818595" y="1318938"/>
                </a:lnTo>
                <a:cubicBezTo>
                  <a:pt x="4823652" y="1349182"/>
                  <a:pt x="4826101" y="1380067"/>
                  <a:pt x="4826059" y="1411395"/>
                </a:cubicBezTo>
                <a:cubicBezTo>
                  <a:pt x="4827371" y="1417025"/>
                  <a:pt x="4827430" y="1422694"/>
                  <a:pt x="4827430" y="1428376"/>
                </a:cubicBezTo>
                <a:cubicBezTo>
                  <a:pt x="4827430" y="1432198"/>
                  <a:pt x="4827403" y="1436014"/>
                  <a:pt x="4826837" y="1439816"/>
                </a:cubicBezTo>
                <a:lnTo>
                  <a:pt x="4826338" y="1439783"/>
                </a:lnTo>
                <a:lnTo>
                  <a:pt x="4826312" y="1440278"/>
                </a:lnTo>
                <a:lnTo>
                  <a:pt x="4809193" y="1438652"/>
                </a:lnTo>
                <a:cubicBezTo>
                  <a:pt x="4776819" y="1438125"/>
                  <a:pt x="4744939" y="1435144"/>
                  <a:pt x="4713767" y="1429590"/>
                </a:cubicBezTo>
                <a:cubicBezTo>
                  <a:pt x="4708190" y="1430009"/>
                  <a:pt x="4702861" y="1429061"/>
                  <a:pt x="4697550" y="1428050"/>
                </a:cubicBezTo>
                <a:lnTo>
                  <a:pt x="4697434" y="1426902"/>
                </a:lnTo>
                <a:cubicBezTo>
                  <a:pt x="4338583" y="1367503"/>
                  <a:pt x="4057544" y="1086726"/>
                  <a:pt x="4007268" y="733861"/>
                </a:cubicBezTo>
                <a:cubicBezTo>
                  <a:pt x="4007101" y="733808"/>
                  <a:pt x="4006932" y="733803"/>
                  <a:pt x="4006763" y="733798"/>
                </a:cubicBezTo>
                <a:lnTo>
                  <a:pt x="4006225" y="727122"/>
                </a:lnTo>
                <a:cubicBezTo>
                  <a:pt x="4001166" y="696872"/>
                  <a:pt x="3998715" y="665981"/>
                  <a:pt x="3998757" y="634646"/>
                </a:cubicBezTo>
                <a:cubicBezTo>
                  <a:pt x="3997445" y="629018"/>
                  <a:pt x="3997387" y="623351"/>
                  <a:pt x="3997387" y="617670"/>
                </a:cubicBezTo>
                <a:lnTo>
                  <a:pt x="3997981" y="606230"/>
                </a:lnTo>
                <a:lnTo>
                  <a:pt x="3998479" y="606263"/>
                </a:lnTo>
                <a:close/>
                <a:moveTo>
                  <a:pt x="3975754" y="605769"/>
                </a:moveTo>
                <a:lnTo>
                  <a:pt x="3975780" y="606263"/>
                </a:lnTo>
                <a:lnTo>
                  <a:pt x="3976278" y="606230"/>
                </a:lnTo>
                <a:lnTo>
                  <a:pt x="3976872" y="617670"/>
                </a:lnTo>
                <a:cubicBezTo>
                  <a:pt x="3976872" y="623351"/>
                  <a:pt x="3976813" y="629018"/>
                  <a:pt x="3975501" y="634646"/>
                </a:cubicBezTo>
                <a:cubicBezTo>
                  <a:pt x="3975543" y="665981"/>
                  <a:pt x="3973093" y="696872"/>
                  <a:pt x="3968034" y="727122"/>
                </a:cubicBezTo>
                <a:lnTo>
                  <a:pt x="3967496" y="733798"/>
                </a:lnTo>
                <a:cubicBezTo>
                  <a:pt x="3967326" y="733803"/>
                  <a:pt x="3967158" y="733808"/>
                  <a:pt x="3966990" y="733861"/>
                </a:cubicBezTo>
                <a:cubicBezTo>
                  <a:pt x="3916715" y="1086726"/>
                  <a:pt x="3635676" y="1367503"/>
                  <a:pt x="3276825" y="1426902"/>
                </a:cubicBezTo>
                <a:lnTo>
                  <a:pt x="3276708" y="1428050"/>
                </a:lnTo>
                <a:cubicBezTo>
                  <a:pt x="3271398" y="1429061"/>
                  <a:pt x="3266069" y="1430009"/>
                  <a:pt x="3260492" y="1429590"/>
                </a:cubicBezTo>
                <a:cubicBezTo>
                  <a:pt x="3229320" y="1435144"/>
                  <a:pt x="3197440" y="1438125"/>
                  <a:pt x="3165065" y="1438652"/>
                </a:cubicBezTo>
                <a:lnTo>
                  <a:pt x="3147947" y="1440278"/>
                </a:lnTo>
                <a:lnTo>
                  <a:pt x="3147921" y="1439783"/>
                </a:lnTo>
                <a:lnTo>
                  <a:pt x="3147422" y="1439816"/>
                </a:lnTo>
                <a:cubicBezTo>
                  <a:pt x="3146856" y="1436014"/>
                  <a:pt x="3146829" y="1432198"/>
                  <a:pt x="3146829" y="1428376"/>
                </a:cubicBezTo>
                <a:cubicBezTo>
                  <a:pt x="3146829" y="1422694"/>
                  <a:pt x="3146887" y="1417025"/>
                  <a:pt x="3148199" y="1411395"/>
                </a:cubicBezTo>
                <a:cubicBezTo>
                  <a:pt x="3148157" y="1380067"/>
                  <a:pt x="3150607" y="1349182"/>
                  <a:pt x="3155663" y="1318938"/>
                </a:cubicBezTo>
                <a:lnTo>
                  <a:pt x="3156204" y="1312248"/>
                </a:lnTo>
                <a:cubicBezTo>
                  <a:pt x="3156372" y="1312243"/>
                  <a:pt x="3156542" y="1312238"/>
                  <a:pt x="3156709" y="1312185"/>
                </a:cubicBezTo>
                <a:cubicBezTo>
                  <a:pt x="3206986" y="959319"/>
                  <a:pt x="3488025" y="678542"/>
                  <a:pt x="3846875" y="619144"/>
                </a:cubicBezTo>
                <a:lnTo>
                  <a:pt x="3846992" y="617996"/>
                </a:lnTo>
                <a:cubicBezTo>
                  <a:pt x="3852301" y="616986"/>
                  <a:pt x="3857629" y="616038"/>
                  <a:pt x="3863205" y="616457"/>
                </a:cubicBezTo>
                <a:cubicBezTo>
                  <a:pt x="3894388" y="610900"/>
                  <a:pt x="3926281" y="607919"/>
                  <a:pt x="3958666" y="607392"/>
                </a:cubicBezTo>
                <a:close/>
                <a:moveTo>
                  <a:pt x="2306354" y="605769"/>
                </a:moveTo>
                <a:lnTo>
                  <a:pt x="2323441" y="607392"/>
                </a:lnTo>
                <a:cubicBezTo>
                  <a:pt x="2355827" y="607919"/>
                  <a:pt x="2387719" y="610900"/>
                  <a:pt x="2418903" y="616457"/>
                </a:cubicBezTo>
                <a:cubicBezTo>
                  <a:pt x="2424479" y="616038"/>
                  <a:pt x="2429807" y="616986"/>
                  <a:pt x="2435115" y="617996"/>
                </a:cubicBezTo>
                <a:lnTo>
                  <a:pt x="2435233" y="619144"/>
                </a:lnTo>
                <a:cubicBezTo>
                  <a:pt x="2794083" y="678542"/>
                  <a:pt x="3075122" y="959319"/>
                  <a:pt x="3125398" y="1312185"/>
                </a:cubicBezTo>
                <a:cubicBezTo>
                  <a:pt x="3125566" y="1312238"/>
                  <a:pt x="3125735" y="1312243"/>
                  <a:pt x="3125904" y="1312248"/>
                </a:cubicBezTo>
                <a:lnTo>
                  <a:pt x="3126444" y="1318938"/>
                </a:lnTo>
                <a:cubicBezTo>
                  <a:pt x="3131501" y="1349182"/>
                  <a:pt x="3133950" y="1380067"/>
                  <a:pt x="3133908" y="1411395"/>
                </a:cubicBezTo>
                <a:cubicBezTo>
                  <a:pt x="3135220" y="1417025"/>
                  <a:pt x="3135279" y="1422694"/>
                  <a:pt x="3135279" y="1428376"/>
                </a:cubicBezTo>
                <a:cubicBezTo>
                  <a:pt x="3135279" y="1432198"/>
                  <a:pt x="3135252" y="1436014"/>
                  <a:pt x="3134686" y="1439816"/>
                </a:cubicBezTo>
                <a:lnTo>
                  <a:pt x="3134187" y="1439783"/>
                </a:lnTo>
                <a:lnTo>
                  <a:pt x="3134161" y="1440278"/>
                </a:lnTo>
                <a:lnTo>
                  <a:pt x="3117042" y="1438652"/>
                </a:lnTo>
                <a:cubicBezTo>
                  <a:pt x="3084668" y="1438125"/>
                  <a:pt x="3052788" y="1435144"/>
                  <a:pt x="3021616" y="1429590"/>
                </a:cubicBezTo>
                <a:cubicBezTo>
                  <a:pt x="3016039" y="1430009"/>
                  <a:pt x="3010710" y="1429061"/>
                  <a:pt x="3005399" y="1428050"/>
                </a:cubicBezTo>
                <a:lnTo>
                  <a:pt x="3005283" y="1426902"/>
                </a:lnTo>
                <a:cubicBezTo>
                  <a:pt x="2646432" y="1367503"/>
                  <a:pt x="2365393" y="1086726"/>
                  <a:pt x="2315117" y="733861"/>
                </a:cubicBezTo>
                <a:cubicBezTo>
                  <a:pt x="2314950" y="733808"/>
                  <a:pt x="2314781" y="733803"/>
                  <a:pt x="2314612" y="733798"/>
                </a:cubicBezTo>
                <a:lnTo>
                  <a:pt x="2314074" y="727122"/>
                </a:lnTo>
                <a:cubicBezTo>
                  <a:pt x="2309015" y="696872"/>
                  <a:pt x="2306564" y="665981"/>
                  <a:pt x="2306606" y="634646"/>
                </a:cubicBezTo>
                <a:cubicBezTo>
                  <a:pt x="2305294" y="629018"/>
                  <a:pt x="2305236" y="623351"/>
                  <a:pt x="2305236" y="617670"/>
                </a:cubicBezTo>
                <a:lnTo>
                  <a:pt x="2305830" y="606230"/>
                </a:lnTo>
                <a:lnTo>
                  <a:pt x="2306328" y="606263"/>
                </a:lnTo>
                <a:close/>
                <a:moveTo>
                  <a:pt x="2283603" y="605769"/>
                </a:moveTo>
                <a:lnTo>
                  <a:pt x="2283629" y="606263"/>
                </a:lnTo>
                <a:lnTo>
                  <a:pt x="2284127" y="606230"/>
                </a:lnTo>
                <a:lnTo>
                  <a:pt x="2284721" y="617670"/>
                </a:lnTo>
                <a:cubicBezTo>
                  <a:pt x="2284721" y="623351"/>
                  <a:pt x="2284662" y="629018"/>
                  <a:pt x="2283350" y="634646"/>
                </a:cubicBezTo>
                <a:cubicBezTo>
                  <a:pt x="2283392" y="665981"/>
                  <a:pt x="2280942" y="696872"/>
                  <a:pt x="2275883" y="727122"/>
                </a:cubicBezTo>
                <a:lnTo>
                  <a:pt x="2275345" y="733798"/>
                </a:lnTo>
                <a:cubicBezTo>
                  <a:pt x="2275175" y="733803"/>
                  <a:pt x="2275007" y="733808"/>
                  <a:pt x="2274839" y="733861"/>
                </a:cubicBezTo>
                <a:cubicBezTo>
                  <a:pt x="2224564" y="1086726"/>
                  <a:pt x="1943525" y="1367503"/>
                  <a:pt x="1584673" y="1426902"/>
                </a:cubicBezTo>
                <a:lnTo>
                  <a:pt x="1584557" y="1428050"/>
                </a:lnTo>
                <a:cubicBezTo>
                  <a:pt x="1579247" y="1429061"/>
                  <a:pt x="1573918" y="1430009"/>
                  <a:pt x="1568341" y="1429590"/>
                </a:cubicBezTo>
                <a:cubicBezTo>
                  <a:pt x="1537169" y="1435144"/>
                  <a:pt x="1505289" y="1438125"/>
                  <a:pt x="1472914" y="1438652"/>
                </a:cubicBezTo>
                <a:lnTo>
                  <a:pt x="1455796" y="1440278"/>
                </a:lnTo>
                <a:lnTo>
                  <a:pt x="1455770" y="1439783"/>
                </a:lnTo>
                <a:lnTo>
                  <a:pt x="1455271" y="1439816"/>
                </a:lnTo>
                <a:cubicBezTo>
                  <a:pt x="1454705" y="1436014"/>
                  <a:pt x="1454678" y="1432198"/>
                  <a:pt x="1454678" y="1428376"/>
                </a:cubicBezTo>
                <a:cubicBezTo>
                  <a:pt x="1454678" y="1422694"/>
                  <a:pt x="1454736" y="1417025"/>
                  <a:pt x="1456048" y="1411395"/>
                </a:cubicBezTo>
                <a:cubicBezTo>
                  <a:pt x="1456006" y="1380067"/>
                  <a:pt x="1458456" y="1349182"/>
                  <a:pt x="1463513" y="1318938"/>
                </a:cubicBezTo>
                <a:lnTo>
                  <a:pt x="1464053" y="1312248"/>
                </a:lnTo>
                <a:cubicBezTo>
                  <a:pt x="1464221" y="1312243"/>
                  <a:pt x="1464391" y="1312238"/>
                  <a:pt x="1464558" y="1312185"/>
                </a:cubicBezTo>
                <a:cubicBezTo>
                  <a:pt x="1514835" y="959319"/>
                  <a:pt x="1795874" y="678542"/>
                  <a:pt x="2154724" y="619144"/>
                </a:cubicBezTo>
                <a:lnTo>
                  <a:pt x="2154841" y="617996"/>
                </a:lnTo>
                <a:cubicBezTo>
                  <a:pt x="2160150" y="616986"/>
                  <a:pt x="2165478" y="616038"/>
                  <a:pt x="2171054" y="616457"/>
                </a:cubicBezTo>
                <a:cubicBezTo>
                  <a:pt x="2202237" y="610900"/>
                  <a:pt x="2234130" y="607919"/>
                  <a:pt x="2266515" y="607392"/>
                </a:cubicBezTo>
                <a:close/>
                <a:moveTo>
                  <a:pt x="614203" y="605769"/>
                </a:moveTo>
                <a:lnTo>
                  <a:pt x="631290" y="607392"/>
                </a:lnTo>
                <a:cubicBezTo>
                  <a:pt x="663676" y="607919"/>
                  <a:pt x="695568" y="610900"/>
                  <a:pt x="726752" y="616457"/>
                </a:cubicBezTo>
                <a:cubicBezTo>
                  <a:pt x="732328" y="616038"/>
                  <a:pt x="737656" y="616986"/>
                  <a:pt x="742964" y="617996"/>
                </a:cubicBezTo>
                <a:lnTo>
                  <a:pt x="743081" y="619144"/>
                </a:lnTo>
                <a:cubicBezTo>
                  <a:pt x="1101932" y="678542"/>
                  <a:pt x="1382971" y="959319"/>
                  <a:pt x="1433247" y="1312185"/>
                </a:cubicBezTo>
                <a:cubicBezTo>
                  <a:pt x="1433415" y="1312238"/>
                  <a:pt x="1433584" y="1312243"/>
                  <a:pt x="1433753" y="1312248"/>
                </a:cubicBezTo>
                <a:lnTo>
                  <a:pt x="1434293" y="1318938"/>
                </a:lnTo>
                <a:cubicBezTo>
                  <a:pt x="1439350" y="1349182"/>
                  <a:pt x="1441799" y="1380067"/>
                  <a:pt x="1441757" y="1411395"/>
                </a:cubicBezTo>
                <a:cubicBezTo>
                  <a:pt x="1443069" y="1417025"/>
                  <a:pt x="1443128" y="1422694"/>
                  <a:pt x="1443128" y="1428376"/>
                </a:cubicBezTo>
                <a:cubicBezTo>
                  <a:pt x="1443128" y="1432198"/>
                  <a:pt x="1443101" y="1436014"/>
                  <a:pt x="1442535" y="1439816"/>
                </a:cubicBezTo>
                <a:lnTo>
                  <a:pt x="1442036" y="1439783"/>
                </a:lnTo>
                <a:lnTo>
                  <a:pt x="1442010" y="1440278"/>
                </a:lnTo>
                <a:lnTo>
                  <a:pt x="1424891" y="1438652"/>
                </a:lnTo>
                <a:cubicBezTo>
                  <a:pt x="1392517" y="1438125"/>
                  <a:pt x="1360637" y="1435144"/>
                  <a:pt x="1329465" y="1429590"/>
                </a:cubicBezTo>
                <a:cubicBezTo>
                  <a:pt x="1323888" y="1430009"/>
                  <a:pt x="1318559" y="1429061"/>
                  <a:pt x="1313248" y="1428050"/>
                </a:cubicBezTo>
                <a:lnTo>
                  <a:pt x="1313132" y="1426902"/>
                </a:lnTo>
                <a:cubicBezTo>
                  <a:pt x="954281" y="1367503"/>
                  <a:pt x="673242" y="1086726"/>
                  <a:pt x="622966" y="733861"/>
                </a:cubicBezTo>
                <a:cubicBezTo>
                  <a:pt x="622799" y="733808"/>
                  <a:pt x="622630" y="733803"/>
                  <a:pt x="622461" y="733798"/>
                </a:cubicBezTo>
                <a:lnTo>
                  <a:pt x="621923" y="727122"/>
                </a:lnTo>
                <a:cubicBezTo>
                  <a:pt x="616864" y="696872"/>
                  <a:pt x="614413" y="665981"/>
                  <a:pt x="614455" y="634646"/>
                </a:cubicBezTo>
                <a:cubicBezTo>
                  <a:pt x="613143" y="629018"/>
                  <a:pt x="613085" y="623351"/>
                  <a:pt x="613085" y="617670"/>
                </a:cubicBezTo>
                <a:lnTo>
                  <a:pt x="613679" y="606230"/>
                </a:lnTo>
                <a:lnTo>
                  <a:pt x="614177" y="606263"/>
                </a:lnTo>
                <a:close/>
                <a:moveTo>
                  <a:pt x="7360056" y="605769"/>
                </a:moveTo>
                <a:lnTo>
                  <a:pt x="7360082" y="606263"/>
                </a:lnTo>
                <a:lnTo>
                  <a:pt x="7360580" y="606230"/>
                </a:lnTo>
                <a:lnTo>
                  <a:pt x="7361174" y="617670"/>
                </a:lnTo>
                <a:cubicBezTo>
                  <a:pt x="7361174" y="623351"/>
                  <a:pt x="7361116" y="629018"/>
                  <a:pt x="7359804" y="634646"/>
                </a:cubicBezTo>
                <a:cubicBezTo>
                  <a:pt x="7359846" y="665981"/>
                  <a:pt x="7357395" y="696872"/>
                  <a:pt x="7352337" y="727122"/>
                </a:cubicBezTo>
                <a:lnTo>
                  <a:pt x="7351798" y="733798"/>
                </a:lnTo>
                <a:cubicBezTo>
                  <a:pt x="7351629" y="733803"/>
                  <a:pt x="7351460" y="733808"/>
                  <a:pt x="7351293" y="733861"/>
                </a:cubicBezTo>
                <a:cubicBezTo>
                  <a:pt x="7301017" y="1086726"/>
                  <a:pt x="7019978" y="1367503"/>
                  <a:pt x="6661127" y="1426902"/>
                </a:cubicBezTo>
                <a:lnTo>
                  <a:pt x="6661011" y="1428050"/>
                </a:lnTo>
                <a:cubicBezTo>
                  <a:pt x="6655700" y="1429061"/>
                  <a:pt x="6650371" y="1430009"/>
                  <a:pt x="6644794" y="1429590"/>
                </a:cubicBezTo>
                <a:cubicBezTo>
                  <a:pt x="6613622" y="1435144"/>
                  <a:pt x="6581742" y="1438125"/>
                  <a:pt x="6549368" y="1438652"/>
                </a:cubicBezTo>
                <a:lnTo>
                  <a:pt x="6532249" y="1440278"/>
                </a:lnTo>
                <a:lnTo>
                  <a:pt x="6532223" y="1439783"/>
                </a:lnTo>
                <a:lnTo>
                  <a:pt x="6531724" y="1439816"/>
                </a:lnTo>
                <a:cubicBezTo>
                  <a:pt x="6531158" y="1436014"/>
                  <a:pt x="6531131" y="1432198"/>
                  <a:pt x="6531131" y="1428376"/>
                </a:cubicBezTo>
                <a:cubicBezTo>
                  <a:pt x="6531131" y="1422694"/>
                  <a:pt x="6531190" y="1417025"/>
                  <a:pt x="6532502" y="1411395"/>
                </a:cubicBezTo>
                <a:cubicBezTo>
                  <a:pt x="6532460" y="1380067"/>
                  <a:pt x="6534909" y="1349182"/>
                  <a:pt x="6539966" y="1318938"/>
                </a:cubicBezTo>
                <a:lnTo>
                  <a:pt x="6540506" y="1312248"/>
                </a:lnTo>
                <a:cubicBezTo>
                  <a:pt x="6540675" y="1312243"/>
                  <a:pt x="6540844" y="1312238"/>
                  <a:pt x="6541012" y="1312185"/>
                </a:cubicBezTo>
                <a:cubicBezTo>
                  <a:pt x="6591288" y="959319"/>
                  <a:pt x="6872327" y="678542"/>
                  <a:pt x="7231178" y="619144"/>
                </a:cubicBezTo>
                <a:lnTo>
                  <a:pt x="7231295" y="617996"/>
                </a:lnTo>
                <a:cubicBezTo>
                  <a:pt x="7236603" y="616986"/>
                  <a:pt x="7241931" y="616038"/>
                  <a:pt x="7247507" y="616457"/>
                </a:cubicBezTo>
                <a:cubicBezTo>
                  <a:pt x="7278691" y="610900"/>
                  <a:pt x="7310583" y="607919"/>
                  <a:pt x="7342969" y="607392"/>
                </a:cubicBezTo>
                <a:close/>
                <a:moveTo>
                  <a:pt x="591452" y="605769"/>
                </a:moveTo>
                <a:lnTo>
                  <a:pt x="591478" y="606263"/>
                </a:lnTo>
                <a:lnTo>
                  <a:pt x="591976" y="606230"/>
                </a:lnTo>
                <a:lnTo>
                  <a:pt x="592570" y="617670"/>
                </a:lnTo>
                <a:cubicBezTo>
                  <a:pt x="592570" y="623351"/>
                  <a:pt x="592511" y="629018"/>
                  <a:pt x="591199" y="634646"/>
                </a:cubicBezTo>
                <a:cubicBezTo>
                  <a:pt x="591242" y="665981"/>
                  <a:pt x="588791" y="696872"/>
                  <a:pt x="583732" y="727122"/>
                </a:cubicBezTo>
                <a:lnTo>
                  <a:pt x="583194" y="733798"/>
                </a:lnTo>
                <a:cubicBezTo>
                  <a:pt x="583024" y="733803"/>
                  <a:pt x="582856" y="733808"/>
                  <a:pt x="582689" y="733861"/>
                </a:cubicBezTo>
                <a:cubicBezTo>
                  <a:pt x="537576" y="1050490"/>
                  <a:pt x="306662" y="1309076"/>
                  <a:pt x="0" y="1400276"/>
                </a:cubicBezTo>
                <a:lnTo>
                  <a:pt x="0" y="1267938"/>
                </a:lnTo>
                <a:cubicBezTo>
                  <a:pt x="229298" y="1185101"/>
                  <a:pt x="402181" y="989705"/>
                  <a:pt x="449203" y="750600"/>
                </a:cubicBezTo>
                <a:cubicBezTo>
                  <a:pt x="258971" y="791484"/>
                  <a:pt x="97576" y="906749"/>
                  <a:pt x="0" y="1064489"/>
                </a:cubicBezTo>
                <a:lnTo>
                  <a:pt x="0" y="857695"/>
                </a:lnTo>
                <a:cubicBezTo>
                  <a:pt x="121484" y="734788"/>
                  <a:pt x="282199" y="649000"/>
                  <a:pt x="462573" y="619144"/>
                </a:cubicBezTo>
                <a:lnTo>
                  <a:pt x="462690" y="617996"/>
                </a:lnTo>
                <a:cubicBezTo>
                  <a:pt x="467999" y="616986"/>
                  <a:pt x="473327" y="616038"/>
                  <a:pt x="478903" y="616457"/>
                </a:cubicBezTo>
                <a:cubicBezTo>
                  <a:pt x="510086" y="610900"/>
                  <a:pt x="541979" y="607919"/>
                  <a:pt x="574365" y="607392"/>
                </a:cubicBezTo>
                <a:close/>
                <a:moveTo>
                  <a:pt x="11969013" y="0"/>
                </a:moveTo>
                <a:lnTo>
                  <a:pt x="12180097" y="0"/>
                </a:lnTo>
                <a:cubicBezTo>
                  <a:pt x="12184579" y="2797"/>
                  <a:pt x="12188307" y="6390"/>
                  <a:pt x="12192000" y="10016"/>
                </a:cubicBezTo>
                <a:lnTo>
                  <a:pt x="12192000" y="210008"/>
                </a:lnTo>
                <a:cubicBezTo>
                  <a:pt x="12135666" y="124006"/>
                  <a:pt x="12059786" y="51396"/>
                  <a:pt x="11969013" y="0"/>
                </a:cubicBezTo>
                <a:close/>
                <a:moveTo>
                  <a:pt x="11640695" y="0"/>
                </a:moveTo>
                <a:lnTo>
                  <a:pt x="11775234" y="0"/>
                </a:lnTo>
                <a:cubicBezTo>
                  <a:pt x="11842228" y="193636"/>
                  <a:pt x="11995970" y="348667"/>
                  <a:pt x="12192000" y="421829"/>
                </a:cubicBezTo>
                <a:lnTo>
                  <a:pt x="12192000" y="553832"/>
                </a:lnTo>
                <a:cubicBezTo>
                  <a:pt x="11924422" y="471599"/>
                  <a:pt x="11715712" y="262771"/>
                  <a:pt x="11640695" y="0"/>
                </a:cubicBezTo>
                <a:close/>
                <a:moveTo>
                  <a:pt x="11023379" y="0"/>
                </a:moveTo>
                <a:lnTo>
                  <a:pt x="11232088" y="0"/>
                </a:lnTo>
                <a:cubicBezTo>
                  <a:pt x="11066618" y="98005"/>
                  <a:pt x="10947209" y="260867"/>
                  <a:pt x="10909358" y="451830"/>
                </a:cubicBezTo>
                <a:cubicBezTo>
                  <a:pt x="11153410" y="399791"/>
                  <a:pt x="11350000" y="226290"/>
                  <a:pt x="11427896" y="0"/>
                </a:cubicBezTo>
                <a:lnTo>
                  <a:pt x="11561912" y="0"/>
                </a:lnTo>
                <a:cubicBezTo>
                  <a:pt x="11477134" y="299826"/>
                  <a:pt x="11217862" y="529393"/>
                  <a:pt x="10895987" y="582253"/>
                </a:cubicBezTo>
                <a:lnTo>
                  <a:pt x="10895871" y="583392"/>
                </a:lnTo>
                <a:cubicBezTo>
                  <a:pt x="10890560" y="584395"/>
                  <a:pt x="10885231" y="585336"/>
                  <a:pt x="10879654" y="584920"/>
                </a:cubicBezTo>
                <a:cubicBezTo>
                  <a:pt x="10848482" y="590430"/>
                  <a:pt x="10816602" y="593388"/>
                  <a:pt x="10784227" y="593911"/>
                </a:cubicBezTo>
                <a:lnTo>
                  <a:pt x="10767109" y="595524"/>
                </a:lnTo>
                <a:lnTo>
                  <a:pt x="10767083" y="595033"/>
                </a:lnTo>
                <a:lnTo>
                  <a:pt x="10766584" y="595066"/>
                </a:lnTo>
                <a:cubicBezTo>
                  <a:pt x="10766018" y="591293"/>
                  <a:pt x="10765991" y="587507"/>
                  <a:pt x="10765991" y="583715"/>
                </a:cubicBezTo>
                <a:cubicBezTo>
                  <a:pt x="10765991" y="578078"/>
                  <a:pt x="10766050" y="572454"/>
                  <a:pt x="10767362" y="566868"/>
                </a:cubicBezTo>
                <a:cubicBezTo>
                  <a:pt x="10767319" y="535786"/>
                  <a:pt x="10769769" y="505143"/>
                  <a:pt x="10774826" y="475137"/>
                </a:cubicBezTo>
                <a:lnTo>
                  <a:pt x="10775366" y="468500"/>
                </a:lnTo>
                <a:cubicBezTo>
                  <a:pt x="10775535" y="468495"/>
                  <a:pt x="10775704" y="468490"/>
                  <a:pt x="10775872" y="468437"/>
                </a:cubicBezTo>
                <a:cubicBezTo>
                  <a:pt x="10802174" y="285283"/>
                  <a:pt x="10891635" y="121704"/>
                  <a:pt x="11023379" y="0"/>
                </a:cubicBezTo>
                <a:close/>
                <a:moveTo>
                  <a:pt x="9949555" y="0"/>
                </a:moveTo>
                <a:lnTo>
                  <a:pt x="10083571" y="0"/>
                </a:lnTo>
                <a:cubicBezTo>
                  <a:pt x="10161467" y="226290"/>
                  <a:pt x="10358057" y="399791"/>
                  <a:pt x="10602109" y="451830"/>
                </a:cubicBezTo>
                <a:cubicBezTo>
                  <a:pt x="10564258" y="260867"/>
                  <a:pt x="10444849" y="98005"/>
                  <a:pt x="10279379" y="0"/>
                </a:cubicBezTo>
                <a:lnTo>
                  <a:pt x="10488089" y="0"/>
                </a:lnTo>
                <a:cubicBezTo>
                  <a:pt x="10619833" y="121704"/>
                  <a:pt x="10709293" y="285283"/>
                  <a:pt x="10735596" y="468437"/>
                </a:cubicBezTo>
                <a:cubicBezTo>
                  <a:pt x="10735763" y="468490"/>
                  <a:pt x="10735932" y="468495"/>
                  <a:pt x="10736101" y="468500"/>
                </a:cubicBezTo>
                <a:lnTo>
                  <a:pt x="10736641" y="475137"/>
                </a:lnTo>
                <a:cubicBezTo>
                  <a:pt x="10741698" y="505143"/>
                  <a:pt x="10744148" y="535786"/>
                  <a:pt x="10744105" y="566868"/>
                </a:cubicBezTo>
                <a:cubicBezTo>
                  <a:pt x="10745417" y="572454"/>
                  <a:pt x="10745476" y="578078"/>
                  <a:pt x="10745476" y="583715"/>
                </a:cubicBezTo>
                <a:cubicBezTo>
                  <a:pt x="10745476" y="587507"/>
                  <a:pt x="10745449" y="591293"/>
                  <a:pt x="10744883" y="595066"/>
                </a:cubicBezTo>
                <a:lnTo>
                  <a:pt x="10744384" y="595033"/>
                </a:lnTo>
                <a:lnTo>
                  <a:pt x="10744358" y="595524"/>
                </a:lnTo>
                <a:lnTo>
                  <a:pt x="10727240" y="593911"/>
                </a:lnTo>
                <a:cubicBezTo>
                  <a:pt x="10694865" y="593388"/>
                  <a:pt x="10662985" y="590430"/>
                  <a:pt x="10631813" y="584920"/>
                </a:cubicBezTo>
                <a:cubicBezTo>
                  <a:pt x="10626236" y="585336"/>
                  <a:pt x="10620907" y="584395"/>
                  <a:pt x="10615596" y="583392"/>
                </a:cubicBezTo>
                <a:lnTo>
                  <a:pt x="10615480" y="582253"/>
                </a:lnTo>
                <a:cubicBezTo>
                  <a:pt x="10293605" y="529393"/>
                  <a:pt x="10034333" y="299826"/>
                  <a:pt x="9949555" y="0"/>
                </a:cubicBezTo>
                <a:close/>
                <a:moveTo>
                  <a:pt x="9331225" y="0"/>
                </a:moveTo>
                <a:lnTo>
                  <a:pt x="9539935" y="0"/>
                </a:lnTo>
                <a:cubicBezTo>
                  <a:pt x="9374465" y="98005"/>
                  <a:pt x="9255056" y="260867"/>
                  <a:pt x="9217205" y="451830"/>
                </a:cubicBezTo>
                <a:cubicBezTo>
                  <a:pt x="9461257" y="399791"/>
                  <a:pt x="9657847" y="226290"/>
                  <a:pt x="9735743" y="0"/>
                </a:cubicBezTo>
                <a:lnTo>
                  <a:pt x="9869759" y="0"/>
                </a:lnTo>
                <a:cubicBezTo>
                  <a:pt x="9784981" y="299826"/>
                  <a:pt x="9525709" y="529393"/>
                  <a:pt x="9203834" y="582253"/>
                </a:cubicBezTo>
                <a:lnTo>
                  <a:pt x="9203718" y="583392"/>
                </a:lnTo>
                <a:cubicBezTo>
                  <a:pt x="9198407" y="584395"/>
                  <a:pt x="9193078" y="585336"/>
                  <a:pt x="9187501" y="584920"/>
                </a:cubicBezTo>
                <a:cubicBezTo>
                  <a:pt x="9156329" y="590430"/>
                  <a:pt x="9124449" y="593388"/>
                  <a:pt x="9092074" y="593911"/>
                </a:cubicBezTo>
                <a:lnTo>
                  <a:pt x="9074956" y="595524"/>
                </a:lnTo>
                <a:lnTo>
                  <a:pt x="9074930" y="595033"/>
                </a:lnTo>
                <a:lnTo>
                  <a:pt x="9074431" y="595066"/>
                </a:lnTo>
                <a:cubicBezTo>
                  <a:pt x="9073865" y="591293"/>
                  <a:pt x="9073838" y="587507"/>
                  <a:pt x="9073838" y="583715"/>
                </a:cubicBezTo>
                <a:cubicBezTo>
                  <a:pt x="9073838" y="578078"/>
                  <a:pt x="9073897" y="572454"/>
                  <a:pt x="9075209" y="566868"/>
                </a:cubicBezTo>
                <a:cubicBezTo>
                  <a:pt x="9075166" y="535786"/>
                  <a:pt x="9077616" y="505143"/>
                  <a:pt x="9082673" y="475137"/>
                </a:cubicBezTo>
                <a:lnTo>
                  <a:pt x="9083213" y="468500"/>
                </a:lnTo>
                <a:cubicBezTo>
                  <a:pt x="9083382" y="468495"/>
                  <a:pt x="9083551" y="468490"/>
                  <a:pt x="9083718" y="468437"/>
                </a:cubicBezTo>
                <a:cubicBezTo>
                  <a:pt x="9110021" y="285283"/>
                  <a:pt x="9199481" y="121704"/>
                  <a:pt x="9331225" y="0"/>
                </a:cubicBezTo>
                <a:close/>
                <a:moveTo>
                  <a:pt x="8257405" y="0"/>
                </a:moveTo>
                <a:lnTo>
                  <a:pt x="8391420" y="0"/>
                </a:lnTo>
                <a:cubicBezTo>
                  <a:pt x="8469316" y="226290"/>
                  <a:pt x="8665906" y="399791"/>
                  <a:pt x="8909958" y="451830"/>
                </a:cubicBezTo>
                <a:cubicBezTo>
                  <a:pt x="8872107" y="260867"/>
                  <a:pt x="8752698" y="98005"/>
                  <a:pt x="8587228" y="0"/>
                </a:cubicBezTo>
                <a:lnTo>
                  <a:pt x="8795937" y="0"/>
                </a:lnTo>
                <a:cubicBezTo>
                  <a:pt x="8927681" y="121704"/>
                  <a:pt x="9017142" y="285283"/>
                  <a:pt x="9043444" y="468437"/>
                </a:cubicBezTo>
                <a:cubicBezTo>
                  <a:pt x="9043612" y="468490"/>
                  <a:pt x="9043781" y="468495"/>
                  <a:pt x="9043950" y="468500"/>
                </a:cubicBezTo>
                <a:lnTo>
                  <a:pt x="9044490" y="475137"/>
                </a:lnTo>
                <a:cubicBezTo>
                  <a:pt x="9049547" y="505143"/>
                  <a:pt x="9051997" y="535786"/>
                  <a:pt x="9051954" y="566868"/>
                </a:cubicBezTo>
                <a:cubicBezTo>
                  <a:pt x="9053266" y="572454"/>
                  <a:pt x="9053325" y="578078"/>
                  <a:pt x="9053325" y="583715"/>
                </a:cubicBezTo>
                <a:cubicBezTo>
                  <a:pt x="9053325" y="587507"/>
                  <a:pt x="9053298" y="591293"/>
                  <a:pt x="9052732" y="595066"/>
                </a:cubicBezTo>
                <a:lnTo>
                  <a:pt x="9052233" y="595033"/>
                </a:lnTo>
                <a:lnTo>
                  <a:pt x="9052207" y="595524"/>
                </a:lnTo>
                <a:lnTo>
                  <a:pt x="9035089" y="593911"/>
                </a:lnTo>
                <a:cubicBezTo>
                  <a:pt x="9002714" y="593388"/>
                  <a:pt x="8970834" y="590430"/>
                  <a:pt x="8939662" y="584920"/>
                </a:cubicBezTo>
                <a:cubicBezTo>
                  <a:pt x="8934085" y="585336"/>
                  <a:pt x="8928756" y="584395"/>
                  <a:pt x="8923445" y="583392"/>
                </a:cubicBezTo>
                <a:lnTo>
                  <a:pt x="8923329" y="582253"/>
                </a:lnTo>
                <a:cubicBezTo>
                  <a:pt x="8601454" y="529393"/>
                  <a:pt x="8342182" y="299826"/>
                  <a:pt x="8257405" y="0"/>
                </a:cubicBezTo>
                <a:close/>
                <a:moveTo>
                  <a:pt x="7639075" y="0"/>
                </a:moveTo>
                <a:lnTo>
                  <a:pt x="7847784" y="0"/>
                </a:lnTo>
                <a:cubicBezTo>
                  <a:pt x="7682314" y="98005"/>
                  <a:pt x="7562905" y="260867"/>
                  <a:pt x="7525054" y="451830"/>
                </a:cubicBezTo>
                <a:cubicBezTo>
                  <a:pt x="7769107" y="399791"/>
                  <a:pt x="7965696" y="226290"/>
                  <a:pt x="8043592" y="0"/>
                </a:cubicBezTo>
                <a:lnTo>
                  <a:pt x="8177609" y="0"/>
                </a:lnTo>
                <a:cubicBezTo>
                  <a:pt x="8092830" y="299826"/>
                  <a:pt x="7833558" y="529393"/>
                  <a:pt x="7511683" y="582253"/>
                </a:cubicBezTo>
                <a:lnTo>
                  <a:pt x="7511567" y="583392"/>
                </a:lnTo>
                <a:cubicBezTo>
                  <a:pt x="7506256" y="584395"/>
                  <a:pt x="7500927" y="585336"/>
                  <a:pt x="7495350" y="584920"/>
                </a:cubicBezTo>
                <a:cubicBezTo>
                  <a:pt x="7464178" y="590430"/>
                  <a:pt x="7432298" y="593388"/>
                  <a:pt x="7399924" y="593911"/>
                </a:cubicBezTo>
                <a:lnTo>
                  <a:pt x="7382805" y="595524"/>
                </a:lnTo>
                <a:lnTo>
                  <a:pt x="7382779" y="595033"/>
                </a:lnTo>
                <a:lnTo>
                  <a:pt x="7382280" y="595066"/>
                </a:lnTo>
                <a:cubicBezTo>
                  <a:pt x="7381714" y="591293"/>
                  <a:pt x="7381687" y="587507"/>
                  <a:pt x="7381687" y="583715"/>
                </a:cubicBezTo>
                <a:cubicBezTo>
                  <a:pt x="7381687" y="578078"/>
                  <a:pt x="7381746" y="572454"/>
                  <a:pt x="7383058" y="566868"/>
                </a:cubicBezTo>
                <a:cubicBezTo>
                  <a:pt x="7383016" y="535786"/>
                  <a:pt x="7385465" y="505143"/>
                  <a:pt x="7390522" y="475137"/>
                </a:cubicBezTo>
                <a:lnTo>
                  <a:pt x="7391062" y="468500"/>
                </a:lnTo>
                <a:cubicBezTo>
                  <a:pt x="7391231" y="468495"/>
                  <a:pt x="7391400" y="468490"/>
                  <a:pt x="7391568" y="468437"/>
                </a:cubicBezTo>
                <a:cubicBezTo>
                  <a:pt x="7417870" y="285283"/>
                  <a:pt x="7507331" y="121703"/>
                  <a:pt x="7639075" y="0"/>
                </a:cubicBezTo>
                <a:close/>
                <a:moveTo>
                  <a:pt x="6565254" y="0"/>
                </a:moveTo>
                <a:lnTo>
                  <a:pt x="6699270" y="0"/>
                </a:lnTo>
                <a:cubicBezTo>
                  <a:pt x="6777166" y="226290"/>
                  <a:pt x="6973755" y="399791"/>
                  <a:pt x="7217807" y="451830"/>
                </a:cubicBezTo>
                <a:cubicBezTo>
                  <a:pt x="7179956" y="260867"/>
                  <a:pt x="7060547" y="98005"/>
                  <a:pt x="6895077" y="0"/>
                </a:cubicBezTo>
                <a:lnTo>
                  <a:pt x="7103787" y="0"/>
                </a:lnTo>
                <a:cubicBezTo>
                  <a:pt x="7235531" y="121704"/>
                  <a:pt x="7324992" y="285283"/>
                  <a:pt x="7351294" y="468437"/>
                </a:cubicBezTo>
                <a:cubicBezTo>
                  <a:pt x="7351461" y="468490"/>
                  <a:pt x="7351631" y="468495"/>
                  <a:pt x="7351799" y="468500"/>
                </a:cubicBezTo>
                <a:lnTo>
                  <a:pt x="7352340" y="475137"/>
                </a:lnTo>
                <a:cubicBezTo>
                  <a:pt x="7357396" y="505143"/>
                  <a:pt x="7359846" y="535786"/>
                  <a:pt x="7359804" y="566868"/>
                </a:cubicBezTo>
                <a:cubicBezTo>
                  <a:pt x="7361116" y="572454"/>
                  <a:pt x="7361174" y="578078"/>
                  <a:pt x="7361174" y="583715"/>
                </a:cubicBezTo>
                <a:cubicBezTo>
                  <a:pt x="7361174" y="587507"/>
                  <a:pt x="7361147" y="591293"/>
                  <a:pt x="7360581" y="595066"/>
                </a:cubicBezTo>
                <a:lnTo>
                  <a:pt x="7360082" y="595033"/>
                </a:lnTo>
                <a:lnTo>
                  <a:pt x="7360056" y="595524"/>
                </a:lnTo>
                <a:lnTo>
                  <a:pt x="7342938" y="593911"/>
                </a:lnTo>
                <a:cubicBezTo>
                  <a:pt x="7310564" y="593388"/>
                  <a:pt x="7278683" y="590430"/>
                  <a:pt x="7247511" y="584920"/>
                </a:cubicBezTo>
                <a:cubicBezTo>
                  <a:pt x="7241934" y="585336"/>
                  <a:pt x="7236605" y="584395"/>
                  <a:pt x="7231295" y="583392"/>
                </a:cubicBezTo>
                <a:lnTo>
                  <a:pt x="7231179" y="582253"/>
                </a:lnTo>
                <a:cubicBezTo>
                  <a:pt x="6909304" y="529393"/>
                  <a:pt x="6650032" y="299826"/>
                  <a:pt x="6565254" y="0"/>
                </a:cubicBezTo>
                <a:close/>
                <a:moveTo>
                  <a:pt x="5946924" y="0"/>
                </a:moveTo>
                <a:lnTo>
                  <a:pt x="6155633" y="0"/>
                </a:lnTo>
                <a:cubicBezTo>
                  <a:pt x="5990163" y="98005"/>
                  <a:pt x="5870754" y="260867"/>
                  <a:pt x="5832903" y="451830"/>
                </a:cubicBezTo>
                <a:cubicBezTo>
                  <a:pt x="6076956" y="399791"/>
                  <a:pt x="6273545" y="226290"/>
                  <a:pt x="6351441" y="0"/>
                </a:cubicBezTo>
                <a:lnTo>
                  <a:pt x="6485457" y="0"/>
                </a:lnTo>
                <a:cubicBezTo>
                  <a:pt x="6400679" y="299826"/>
                  <a:pt x="6141407" y="529393"/>
                  <a:pt x="5819531" y="582253"/>
                </a:cubicBezTo>
                <a:lnTo>
                  <a:pt x="5819415" y="583392"/>
                </a:lnTo>
                <a:cubicBezTo>
                  <a:pt x="5814105" y="584395"/>
                  <a:pt x="5808776" y="585336"/>
                  <a:pt x="5803199" y="584920"/>
                </a:cubicBezTo>
                <a:cubicBezTo>
                  <a:pt x="5772027" y="590430"/>
                  <a:pt x="5740146" y="593388"/>
                  <a:pt x="5707772" y="593911"/>
                </a:cubicBezTo>
                <a:lnTo>
                  <a:pt x="5690654" y="595524"/>
                </a:lnTo>
                <a:lnTo>
                  <a:pt x="5690628" y="595033"/>
                </a:lnTo>
                <a:lnTo>
                  <a:pt x="5690129" y="595066"/>
                </a:lnTo>
                <a:cubicBezTo>
                  <a:pt x="5689563" y="591293"/>
                  <a:pt x="5689536" y="587507"/>
                  <a:pt x="5689536" y="583715"/>
                </a:cubicBezTo>
                <a:cubicBezTo>
                  <a:pt x="5689536" y="578078"/>
                  <a:pt x="5689594" y="572454"/>
                  <a:pt x="5690906" y="566868"/>
                </a:cubicBezTo>
                <a:cubicBezTo>
                  <a:pt x="5690864" y="535786"/>
                  <a:pt x="5693314" y="505143"/>
                  <a:pt x="5698370" y="475137"/>
                </a:cubicBezTo>
                <a:lnTo>
                  <a:pt x="5698911" y="468500"/>
                </a:lnTo>
                <a:cubicBezTo>
                  <a:pt x="5699079" y="468495"/>
                  <a:pt x="5699249" y="468490"/>
                  <a:pt x="5699416" y="468437"/>
                </a:cubicBezTo>
                <a:cubicBezTo>
                  <a:pt x="5725719" y="285283"/>
                  <a:pt x="5815180" y="121704"/>
                  <a:pt x="5946924" y="0"/>
                </a:cubicBezTo>
                <a:close/>
                <a:moveTo>
                  <a:pt x="4873102" y="0"/>
                </a:moveTo>
                <a:lnTo>
                  <a:pt x="5007119" y="0"/>
                </a:lnTo>
                <a:cubicBezTo>
                  <a:pt x="5085015" y="226291"/>
                  <a:pt x="5281604" y="399791"/>
                  <a:pt x="5525656" y="451830"/>
                </a:cubicBezTo>
                <a:cubicBezTo>
                  <a:pt x="5487805" y="260867"/>
                  <a:pt x="5368397" y="98005"/>
                  <a:pt x="5202927" y="0"/>
                </a:cubicBezTo>
                <a:lnTo>
                  <a:pt x="5411635" y="0"/>
                </a:lnTo>
                <a:cubicBezTo>
                  <a:pt x="5543380" y="121703"/>
                  <a:pt x="5632840" y="285283"/>
                  <a:pt x="5659142" y="468437"/>
                </a:cubicBezTo>
                <a:cubicBezTo>
                  <a:pt x="5659310" y="468490"/>
                  <a:pt x="5659479" y="468495"/>
                  <a:pt x="5659648" y="468499"/>
                </a:cubicBezTo>
                <a:lnTo>
                  <a:pt x="5660188" y="475137"/>
                </a:lnTo>
                <a:cubicBezTo>
                  <a:pt x="5665245" y="505143"/>
                  <a:pt x="5667694" y="535786"/>
                  <a:pt x="5667652" y="566868"/>
                </a:cubicBezTo>
                <a:cubicBezTo>
                  <a:pt x="5668964" y="572454"/>
                  <a:pt x="5669023" y="578078"/>
                  <a:pt x="5669023" y="583715"/>
                </a:cubicBezTo>
                <a:cubicBezTo>
                  <a:pt x="5669023" y="587508"/>
                  <a:pt x="5668996" y="591293"/>
                  <a:pt x="5668430" y="595066"/>
                </a:cubicBezTo>
                <a:lnTo>
                  <a:pt x="5667931" y="595033"/>
                </a:lnTo>
                <a:lnTo>
                  <a:pt x="5667905" y="595524"/>
                </a:lnTo>
                <a:lnTo>
                  <a:pt x="5650786" y="593911"/>
                </a:lnTo>
                <a:cubicBezTo>
                  <a:pt x="5618412" y="593388"/>
                  <a:pt x="5586532" y="590430"/>
                  <a:pt x="5555360" y="584920"/>
                </a:cubicBezTo>
                <a:cubicBezTo>
                  <a:pt x="5549783" y="585336"/>
                  <a:pt x="5544454" y="584395"/>
                  <a:pt x="5539143" y="583392"/>
                </a:cubicBezTo>
                <a:lnTo>
                  <a:pt x="5539027" y="582253"/>
                </a:lnTo>
                <a:cubicBezTo>
                  <a:pt x="5217153" y="529393"/>
                  <a:pt x="4957881" y="299826"/>
                  <a:pt x="4873102" y="0"/>
                </a:cubicBezTo>
                <a:close/>
                <a:moveTo>
                  <a:pt x="4254773" y="0"/>
                </a:moveTo>
                <a:lnTo>
                  <a:pt x="4463482" y="0"/>
                </a:lnTo>
                <a:cubicBezTo>
                  <a:pt x="4298012" y="98005"/>
                  <a:pt x="4178603" y="260867"/>
                  <a:pt x="4140752" y="451830"/>
                </a:cubicBezTo>
                <a:cubicBezTo>
                  <a:pt x="4384804" y="399791"/>
                  <a:pt x="4581394" y="226291"/>
                  <a:pt x="4659290" y="0"/>
                </a:cubicBezTo>
                <a:lnTo>
                  <a:pt x="4793306" y="0"/>
                </a:lnTo>
                <a:cubicBezTo>
                  <a:pt x="4708528" y="299826"/>
                  <a:pt x="4449256" y="529393"/>
                  <a:pt x="4127381" y="582253"/>
                </a:cubicBezTo>
                <a:lnTo>
                  <a:pt x="4127264" y="583392"/>
                </a:lnTo>
                <a:cubicBezTo>
                  <a:pt x="4121954" y="584395"/>
                  <a:pt x="4116625" y="585336"/>
                  <a:pt x="4111048" y="584920"/>
                </a:cubicBezTo>
                <a:cubicBezTo>
                  <a:pt x="4079876" y="590430"/>
                  <a:pt x="4047996" y="593388"/>
                  <a:pt x="4015621" y="593911"/>
                </a:cubicBezTo>
                <a:lnTo>
                  <a:pt x="3998503" y="595524"/>
                </a:lnTo>
                <a:lnTo>
                  <a:pt x="3998477" y="595033"/>
                </a:lnTo>
                <a:lnTo>
                  <a:pt x="3997978" y="595066"/>
                </a:lnTo>
                <a:cubicBezTo>
                  <a:pt x="3997412" y="591293"/>
                  <a:pt x="3997385" y="587507"/>
                  <a:pt x="3997385" y="583715"/>
                </a:cubicBezTo>
                <a:cubicBezTo>
                  <a:pt x="3997385" y="578078"/>
                  <a:pt x="3997443" y="572454"/>
                  <a:pt x="3998755" y="566868"/>
                </a:cubicBezTo>
                <a:cubicBezTo>
                  <a:pt x="3998713" y="535786"/>
                  <a:pt x="4001163" y="505143"/>
                  <a:pt x="4006219" y="475137"/>
                </a:cubicBezTo>
                <a:lnTo>
                  <a:pt x="4006760" y="468499"/>
                </a:lnTo>
                <a:cubicBezTo>
                  <a:pt x="4006928" y="468495"/>
                  <a:pt x="4007098" y="468490"/>
                  <a:pt x="4007265" y="468437"/>
                </a:cubicBezTo>
                <a:cubicBezTo>
                  <a:pt x="4033568" y="285283"/>
                  <a:pt x="4123028" y="121703"/>
                  <a:pt x="4254773" y="0"/>
                </a:cubicBezTo>
                <a:close/>
                <a:moveTo>
                  <a:pt x="3180951" y="0"/>
                </a:moveTo>
                <a:lnTo>
                  <a:pt x="3314968" y="0"/>
                </a:lnTo>
                <a:cubicBezTo>
                  <a:pt x="3392864" y="226291"/>
                  <a:pt x="3589453" y="399791"/>
                  <a:pt x="3833505" y="451830"/>
                </a:cubicBezTo>
                <a:cubicBezTo>
                  <a:pt x="3795654" y="260867"/>
                  <a:pt x="3676245" y="98005"/>
                  <a:pt x="3510776" y="0"/>
                </a:cubicBezTo>
                <a:lnTo>
                  <a:pt x="3719484" y="0"/>
                </a:lnTo>
                <a:cubicBezTo>
                  <a:pt x="3851229" y="121703"/>
                  <a:pt x="3940689" y="285283"/>
                  <a:pt x="3966991" y="468437"/>
                </a:cubicBezTo>
                <a:cubicBezTo>
                  <a:pt x="3967159" y="468490"/>
                  <a:pt x="3967328" y="468495"/>
                  <a:pt x="3967497" y="468499"/>
                </a:cubicBezTo>
                <a:lnTo>
                  <a:pt x="3968037" y="475137"/>
                </a:lnTo>
                <a:cubicBezTo>
                  <a:pt x="3973094" y="505143"/>
                  <a:pt x="3975543" y="535786"/>
                  <a:pt x="3975501" y="566868"/>
                </a:cubicBezTo>
                <a:cubicBezTo>
                  <a:pt x="3976813" y="572454"/>
                  <a:pt x="3976872" y="578078"/>
                  <a:pt x="3976872" y="583715"/>
                </a:cubicBezTo>
                <a:cubicBezTo>
                  <a:pt x="3976872" y="587508"/>
                  <a:pt x="3976845" y="591293"/>
                  <a:pt x="3976279" y="595066"/>
                </a:cubicBezTo>
                <a:lnTo>
                  <a:pt x="3975780" y="595033"/>
                </a:lnTo>
                <a:lnTo>
                  <a:pt x="3975754" y="595524"/>
                </a:lnTo>
                <a:lnTo>
                  <a:pt x="3958635" y="593911"/>
                </a:lnTo>
                <a:cubicBezTo>
                  <a:pt x="3926261" y="593388"/>
                  <a:pt x="3894381" y="590430"/>
                  <a:pt x="3863209" y="584920"/>
                </a:cubicBezTo>
                <a:cubicBezTo>
                  <a:pt x="3857632" y="585336"/>
                  <a:pt x="3852303" y="584395"/>
                  <a:pt x="3846992" y="583392"/>
                </a:cubicBezTo>
                <a:lnTo>
                  <a:pt x="3846876" y="582253"/>
                </a:lnTo>
                <a:cubicBezTo>
                  <a:pt x="3525002" y="529393"/>
                  <a:pt x="3265729" y="299826"/>
                  <a:pt x="3180951" y="0"/>
                </a:cubicBezTo>
                <a:close/>
                <a:moveTo>
                  <a:pt x="2562622" y="0"/>
                </a:moveTo>
                <a:lnTo>
                  <a:pt x="2771330" y="0"/>
                </a:lnTo>
                <a:cubicBezTo>
                  <a:pt x="2605861" y="98005"/>
                  <a:pt x="2486452" y="260867"/>
                  <a:pt x="2448601" y="451830"/>
                </a:cubicBezTo>
                <a:cubicBezTo>
                  <a:pt x="2692653" y="399791"/>
                  <a:pt x="2889242" y="226291"/>
                  <a:pt x="2967139" y="0"/>
                </a:cubicBezTo>
                <a:lnTo>
                  <a:pt x="3101155" y="0"/>
                </a:lnTo>
                <a:cubicBezTo>
                  <a:pt x="3016377" y="299826"/>
                  <a:pt x="2757105" y="529393"/>
                  <a:pt x="2435230" y="582253"/>
                </a:cubicBezTo>
                <a:lnTo>
                  <a:pt x="2435113" y="583392"/>
                </a:lnTo>
                <a:cubicBezTo>
                  <a:pt x="2429803" y="584395"/>
                  <a:pt x="2424474" y="585336"/>
                  <a:pt x="2418897" y="584920"/>
                </a:cubicBezTo>
                <a:cubicBezTo>
                  <a:pt x="2387725" y="590430"/>
                  <a:pt x="2355845" y="593388"/>
                  <a:pt x="2323470" y="593911"/>
                </a:cubicBezTo>
                <a:lnTo>
                  <a:pt x="2306352" y="595524"/>
                </a:lnTo>
                <a:lnTo>
                  <a:pt x="2306326" y="595033"/>
                </a:lnTo>
                <a:lnTo>
                  <a:pt x="2305827" y="595066"/>
                </a:lnTo>
                <a:cubicBezTo>
                  <a:pt x="2305261" y="591293"/>
                  <a:pt x="2305234" y="587507"/>
                  <a:pt x="2305234" y="583715"/>
                </a:cubicBezTo>
                <a:cubicBezTo>
                  <a:pt x="2305234" y="578078"/>
                  <a:pt x="2305292" y="572454"/>
                  <a:pt x="2306604" y="566868"/>
                </a:cubicBezTo>
                <a:cubicBezTo>
                  <a:pt x="2306562" y="535786"/>
                  <a:pt x="2309012" y="505143"/>
                  <a:pt x="2314068" y="475137"/>
                </a:cubicBezTo>
                <a:lnTo>
                  <a:pt x="2314609" y="468499"/>
                </a:lnTo>
                <a:cubicBezTo>
                  <a:pt x="2314777" y="468495"/>
                  <a:pt x="2314947" y="468490"/>
                  <a:pt x="2315114" y="468437"/>
                </a:cubicBezTo>
                <a:cubicBezTo>
                  <a:pt x="2341417" y="285283"/>
                  <a:pt x="2430877" y="121704"/>
                  <a:pt x="2562622" y="0"/>
                </a:cubicBezTo>
                <a:close/>
                <a:moveTo>
                  <a:pt x="1488800" y="0"/>
                </a:moveTo>
                <a:lnTo>
                  <a:pt x="1622816" y="0"/>
                </a:lnTo>
                <a:cubicBezTo>
                  <a:pt x="1700712" y="226290"/>
                  <a:pt x="1897302" y="399791"/>
                  <a:pt x="2141354" y="451830"/>
                </a:cubicBezTo>
                <a:cubicBezTo>
                  <a:pt x="2103503" y="260867"/>
                  <a:pt x="1984094" y="98005"/>
                  <a:pt x="1818624" y="0"/>
                </a:cubicBezTo>
                <a:lnTo>
                  <a:pt x="2027333" y="0"/>
                </a:lnTo>
                <a:cubicBezTo>
                  <a:pt x="2159078" y="121703"/>
                  <a:pt x="2248538" y="285283"/>
                  <a:pt x="2274840" y="468437"/>
                </a:cubicBezTo>
                <a:cubicBezTo>
                  <a:pt x="2275008" y="468490"/>
                  <a:pt x="2275177" y="468495"/>
                  <a:pt x="2275346" y="468500"/>
                </a:cubicBezTo>
                <a:lnTo>
                  <a:pt x="2275886" y="475137"/>
                </a:lnTo>
                <a:cubicBezTo>
                  <a:pt x="2280943" y="505143"/>
                  <a:pt x="2283392" y="535786"/>
                  <a:pt x="2283350" y="566868"/>
                </a:cubicBezTo>
                <a:cubicBezTo>
                  <a:pt x="2284662" y="572454"/>
                  <a:pt x="2284721" y="578078"/>
                  <a:pt x="2284721" y="583715"/>
                </a:cubicBezTo>
                <a:cubicBezTo>
                  <a:pt x="2284721" y="587508"/>
                  <a:pt x="2284694" y="591293"/>
                  <a:pt x="2284128" y="595066"/>
                </a:cubicBezTo>
                <a:lnTo>
                  <a:pt x="2283629" y="595033"/>
                </a:lnTo>
                <a:lnTo>
                  <a:pt x="2283603" y="595524"/>
                </a:lnTo>
                <a:lnTo>
                  <a:pt x="2266484" y="593911"/>
                </a:lnTo>
                <a:cubicBezTo>
                  <a:pt x="2234110" y="593388"/>
                  <a:pt x="2202230" y="590430"/>
                  <a:pt x="2171058" y="584920"/>
                </a:cubicBezTo>
                <a:cubicBezTo>
                  <a:pt x="2165481" y="585336"/>
                  <a:pt x="2160152" y="584395"/>
                  <a:pt x="2154841" y="583392"/>
                </a:cubicBezTo>
                <a:lnTo>
                  <a:pt x="2154725" y="582253"/>
                </a:lnTo>
                <a:cubicBezTo>
                  <a:pt x="1832850" y="529393"/>
                  <a:pt x="1573578" y="299826"/>
                  <a:pt x="1488800" y="0"/>
                </a:cubicBezTo>
                <a:close/>
                <a:moveTo>
                  <a:pt x="870471" y="0"/>
                </a:moveTo>
                <a:lnTo>
                  <a:pt x="1079179" y="0"/>
                </a:lnTo>
                <a:cubicBezTo>
                  <a:pt x="913710" y="98005"/>
                  <a:pt x="794301" y="260867"/>
                  <a:pt x="756450" y="451830"/>
                </a:cubicBezTo>
                <a:cubicBezTo>
                  <a:pt x="1000502" y="399791"/>
                  <a:pt x="1197091" y="226291"/>
                  <a:pt x="1274988" y="0"/>
                </a:cubicBezTo>
                <a:lnTo>
                  <a:pt x="1409004" y="0"/>
                </a:lnTo>
                <a:cubicBezTo>
                  <a:pt x="1324226" y="299826"/>
                  <a:pt x="1064954" y="529393"/>
                  <a:pt x="743078" y="582253"/>
                </a:cubicBezTo>
                <a:lnTo>
                  <a:pt x="742962" y="583392"/>
                </a:lnTo>
                <a:cubicBezTo>
                  <a:pt x="737652" y="584395"/>
                  <a:pt x="732323" y="585336"/>
                  <a:pt x="726746" y="584920"/>
                </a:cubicBezTo>
                <a:cubicBezTo>
                  <a:pt x="695574" y="590430"/>
                  <a:pt x="663693" y="593388"/>
                  <a:pt x="631319" y="593911"/>
                </a:cubicBezTo>
                <a:lnTo>
                  <a:pt x="614201" y="595524"/>
                </a:lnTo>
                <a:lnTo>
                  <a:pt x="614175" y="595033"/>
                </a:lnTo>
                <a:lnTo>
                  <a:pt x="613676" y="595066"/>
                </a:lnTo>
                <a:cubicBezTo>
                  <a:pt x="613110" y="591293"/>
                  <a:pt x="613083" y="587507"/>
                  <a:pt x="613083" y="583715"/>
                </a:cubicBezTo>
                <a:cubicBezTo>
                  <a:pt x="613083" y="578078"/>
                  <a:pt x="613141" y="572454"/>
                  <a:pt x="614453" y="566868"/>
                </a:cubicBezTo>
                <a:cubicBezTo>
                  <a:pt x="614411" y="535786"/>
                  <a:pt x="616861" y="505143"/>
                  <a:pt x="621918" y="475137"/>
                </a:cubicBezTo>
                <a:lnTo>
                  <a:pt x="622458" y="468499"/>
                </a:lnTo>
                <a:cubicBezTo>
                  <a:pt x="622626" y="468495"/>
                  <a:pt x="622796" y="468490"/>
                  <a:pt x="622963" y="468437"/>
                </a:cubicBezTo>
                <a:cubicBezTo>
                  <a:pt x="649266" y="285283"/>
                  <a:pt x="738726" y="121703"/>
                  <a:pt x="870471" y="0"/>
                </a:cubicBezTo>
                <a:close/>
                <a:moveTo>
                  <a:pt x="126374" y="0"/>
                </a:moveTo>
                <a:lnTo>
                  <a:pt x="334376" y="0"/>
                </a:lnTo>
                <a:cubicBezTo>
                  <a:pt x="466684" y="121261"/>
                  <a:pt x="556352" y="285035"/>
                  <a:pt x="582690" y="468437"/>
                </a:cubicBezTo>
                <a:cubicBezTo>
                  <a:pt x="582857" y="468490"/>
                  <a:pt x="583026" y="468495"/>
                  <a:pt x="583195" y="468499"/>
                </a:cubicBezTo>
                <a:lnTo>
                  <a:pt x="583735" y="475137"/>
                </a:lnTo>
                <a:cubicBezTo>
                  <a:pt x="588792" y="505143"/>
                  <a:pt x="591242" y="535786"/>
                  <a:pt x="591199" y="566868"/>
                </a:cubicBezTo>
                <a:cubicBezTo>
                  <a:pt x="592511" y="572454"/>
                  <a:pt x="592570" y="578078"/>
                  <a:pt x="592570" y="583715"/>
                </a:cubicBezTo>
                <a:cubicBezTo>
                  <a:pt x="592570" y="587507"/>
                  <a:pt x="592543" y="591293"/>
                  <a:pt x="591977" y="595066"/>
                </a:cubicBezTo>
                <a:lnTo>
                  <a:pt x="591478" y="595033"/>
                </a:lnTo>
                <a:lnTo>
                  <a:pt x="591452" y="595524"/>
                </a:lnTo>
                <a:lnTo>
                  <a:pt x="574334" y="593911"/>
                </a:lnTo>
                <a:cubicBezTo>
                  <a:pt x="541959" y="593388"/>
                  <a:pt x="510079" y="590430"/>
                  <a:pt x="478907" y="584920"/>
                </a:cubicBezTo>
                <a:cubicBezTo>
                  <a:pt x="473330" y="585336"/>
                  <a:pt x="468001" y="584395"/>
                  <a:pt x="462690" y="583392"/>
                </a:cubicBezTo>
                <a:lnTo>
                  <a:pt x="462574" y="582253"/>
                </a:lnTo>
                <a:cubicBezTo>
                  <a:pt x="282200" y="552631"/>
                  <a:pt x="121485" y="467518"/>
                  <a:pt x="0" y="345575"/>
                </a:cubicBezTo>
                <a:lnTo>
                  <a:pt x="0" y="140406"/>
                </a:lnTo>
                <a:cubicBezTo>
                  <a:pt x="97584" y="296912"/>
                  <a:pt x="258975" y="411268"/>
                  <a:pt x="449203" y="451830"/>
                </a:cubicBezTo>
                <a:cubicBezTo>
                  <a:pt x="411344" y="260824"/>
                  <a:pt x="291889" y="97931"/>
                  <a:pt x="126374"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Title 1"/>
          <p:cNvSpPr>
            <a:spLocks noGrp="1"/>
          </p:cNvSpPr>
          <p:nvPr>
            <p:ph type="title"/>
          </p:nvPr>
        </p:nvSpPr>
        <p:spPr>
          <a:xfrm>
            <a:off x="502443" y="2683193"/>
            <a:ext cx="11187112" cy="1463040"/>
          </a:xfrm>
        </p:spPr>
        <p:txBody>
          <a:bodyPr anchor="ctr">
            <a:normAutofit/>
          </a:bodyPr>
          <a:lstStyle>
            <a:lvl1pPr algn="ctr">
              <a:defRPr sz="5000" b="0" spc="200" baseline="0"/>
            </a:lvl1pPr>
          </a:lstStyle>
          <a:p>
            <a:r>
              <a:rPr lang="en-US"/>
              <a:t>Click to edit Master title style</a:t>
            </a:r>
            <a:endParaRPr lang="en-US" dirty="0"/>
          </a:p>
        </p:txBody>
      </p:sp>
      <p:sp>
        <p:nvSpPr>
          <p:cNvPr id="10" name="Rectangle 9"/>
          <p:cNvSpPr/>
          <p:nvPr userDrawn="1"/>
        </p:nvSpPr>
        <p:spPr>
          <a:xfrm>
            <a:off x="0" y="4617721"/>
            <a:ext cx="12192000" cy="2257425"/>
          </a:xfrm>
          <a:prstGeom prst="rect">
            <a:avLst/>
          </a:prstGeom>
          <a:solidFill>
            <a:schemeClr val="accent3">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13" name="Oval 5"/>
          <p:cNvSpPr/>
          <p:nvPr userDrawn="1"/>
        </p:nvSpPr>
        <p:spPr>
          <a:xfrm>
            <a:off x="-1" y="4003358"/>
            <a:ext cx="12192000" cy="4572001"/>
          </a:xfrm>
          <a:custGeom>
            <a:avLst/>
            <a:gdLst/>
            <a:ahLst/>
            <a:cxnLst/>
            <a:rect l="l" t="t" r="r" b="b"/>
            <a:pathLst>
              <a:path w="12192000" h="4572001">
                <a:moveTo>
                  <a:pt x="12192000" y="4387986"/>
                </a:moveTo>
                <a:lnTo>
                  <a:pt x="12192000" y="4572001"/>
                </a:lnTo>
                <a:lnTo>
                  <a:pt x="12013927" y="4572001"/>
                </a:lnTo>
                <a:cubicBezTo>
                  <a:pt x="12084901" y="4522707"/>
                  <a:pt x="12145198" y="4460004"/>
                  <a:pt x="12192000" y="4387986"/>
                </a:cubicBezTo>
                <a:close/>
                <a:moveTo>
                  <a:pt x="12192000" y="4041440"/>
                </a:moveTo>
                <a:lnTo>
                  <a:pt x="12192000" y="4174488"/>
                </a:lnTo>
                <a:cubicBezTo>
                  <a:pt x="12005469" y="4244657"/>
                  <a:pt x="11857227" y="4389538"/>
                  <a:pt x="11786673" y="4572001"/>
                </a:cubicBezTo>
                <a:lnTo>
                  <a:pt x="11649784" y="4572001"/>
                </a:lnTo>
                <a:cubicBezTo>
                  <a:pt x="11730542" y="4320085"/>
                  <a:pt x="11933879" y="4121396"/>
                  <a:pt x="12192000" y="4041440"/>
                </a:cubicBezTo>
                <a:close/>
                <a:moveTo>
                  <a:pt x="10767111" y="3999419"/>
                </a:moveTo>
                <a:lnTo>
                  <a:pt x="10784198" y="4001042"/>
                </a:lnTo>
                <a:cubicBezTo>
                  <a:pt x="10816584" y="4001569"/>
                  <a:pt x="10848477" y="4004550"/>
                  <a:pt x="10879660" y="4010107"/>
                </a:cubicBezTo>
                <a:cubicBezTo>
                  <a:pt x="10885236" y="4009688"/>
                  <a:pt x="10890564" y="4010636"/>
                  <a:pt x="10895873" y="4011646"/>
                </a:cubicBezTo>
                <a:lnTo>
                  <a:pt x="10895990" y="4012794"/>
                </a:lnTo>
                <a:cubicBezTo>
                  <a:pt x="11208069" y="4064450"/>
                  <a:pt x="11461298" y="4283539"/>
                  <a:pt x="11554662" y="4572001"/>
                </a:cubicBezTo>
                <a:lnTo>
                  <a:pt x="11417114" y="4572001"/>
                </a:lnTo>
                <a:cubicBezTo>
                  <a:pt x="11333731" y="4357380"/>
                  <a:pt x="11143362" y="4194541"/>
                  <a:pt x="10909360" y="4144250"/>
                </a:cubicBezTo>
                <a:cubicBezTo>
                  <a:pt x="10943854" y="4319651"/>
                  <a:pt x="11046077" y="4471530"/>
                  <a:pt x="11189175" y="4572001"/>
                </a:cubicBezTo>
                <a:lnTo>
                  <a:pt x="10994934" y="4572001"/>
                </a:lnTo>
                <a:cubicBezTo>
                  <a:pt x="10878802" y="4452596"/>
                  <a:pt x="10800240" y="4298519"/>
                  <a:pt x="10775875" y="4127511"/>
                </a:cubicBezTo>
                <a:cubicBezTo>
                  <a:pt x="10775707" y="4127458"/>
                  <a:pt x="10775539" y="4127453"/>
                  <a:pt x="10775369" y="4127448"/>
                </a:cubicBezTo>
                <a:lnTo>
                  <a:pt x="10774831" y="4120772"/>
                </a:lnTo>
                <a:cubicBezTo>
                  <a:pt x="10769772" y="4090522"/>
                  <a:pt x="10767321" y="4059631"/>
                  <a:pt x="10767364" y="4028296"/>
                </a:cubicBezTo>
                <a:cubicBezTo>
                  <a:pt x="10766052" y="4022668"/>
                  <a:pt x="10765993" y="4017001"/>
                  <a:pt x="10765993" y="4011320"/>
                </a:cubicBezTo>
                <a:lnTo>
                  <a:pt x="10766587" y="3999880"/>
                </a:lnTo>
                <a:lnTo>
                  <a:pt x="10767085" y="3999913"/>
                </a:lnTo>
                <a:close/>
                <a:moveTo>
                  <a:pt x="10744358" y="3999419"/>
                </a:moveTo>
                <a:lnTo>
                  <a:pt x="10744384" y="3999913"/>
                </a:lnTo>
                <a:lnTo>
                  <a:pt x="10744882" y="3999880"/>
                </a:lnTo>
                <a:lnTo>
                  <a:pt x="10745476" y="4011320"/>
                </a:lnTo>
                <a:cubicBezTo>
                  <a:pt x="10745476" y="4017001"/>
                  <a:pt x="10745417" y="4022668"/>
                  <a:pt x="10744105" y="4028296"/>
                </a:cubicBezTo>
                <a:cubicBezTo>
                  <a:pt x="10744148" y="4059631"/>
                  <a:pt x="10741697" y="4090522"/>
                  <a:pt x="10736638" y="4120772"/>
                </a:cubicBezTo>
                <a:lnTo>
                  <a:pt x="10736100" y="4127448"/>
                </a:lnTo>
                <a:cubicBezTo>
                  <a:pt x="10735930" y="4127453"/>
                  <a:pt x="10735762" y="4127458"/>
                  <a:pt x="10735594" y="4127511"/>
                </a:cubicBezTo>
                <a:cubicBezTo>
                  <a:pt x="10711229" y="4298519"/>
                  <a:pt x="10632667" y="4452596"/>
                  <a:pt x="10516535" y="4572001"/>
                </a:cubicBezTo>
                <a:lnTo>
                  <a:pt x="10322294" y="4572001"/>
                </a:lnTo>
                <a:cubicBezTo>
                  <a:pt x="10465392" y="4471530"/>
                  <a:pt x="10567615" y="4319650"/>
                  <a:pt x="10602109" y="4144250"/>
                </a:cubicBezTo>
                <a:cubicBezTo>
                  <a:pt x="10368107" y="4194541"/>
                  <a:pt x="10177738" y="4357380"/>
                  <a:pt x="10094355" y="4572001"/>
                </a:cubicBezTo>
                <a:lnTo>
                  <a:pt x="9956808" y="4572001"/>
                </a:lnTo>
                <a:cubicBezTo>
                  <a:pt x="10050171" y="4283539"/>
                  <a:pt x="10303400" y="4064450"/>
                  <a:pt x="10615479" y="4012794"/>
                </a:cubicBezTo>
                <a:lnTo>
                  <a:pt x="10615596" y="4011646"/>
                </a:lnTo>
                <a:cubicBezTo>
                  <a:pt x="10620905" y="4010636"/>
                  <a:pt x="10626233" y="4009688"/>
                  <a:pt x="10631809" y="4010107"/>
                </a:cubicBezTo>
                <a:cubicBezTo>
                  <a:pt x="10662992" y="4004550"/>
                  <a:pt x="10694885" y="4001569"/>
                  <a:pt x="10727271" y="4001042"/>
                </a:cubicBezTo>
                <a:close/>
                <a:moveTo>
                  <a:pt x="9074958" y="3999419"/>
                </a:moveTo>
                <a:lnTo>
                  <a:pt x="9092045" y="4001042"/>
                </a:lnTo>
                <a:cubicBezTo>
                  <a:pt x="9124431" y="4001569"/>
                  <a:pt x="9156324" y="4004550"/>
                  <a:pt x="9187507" y="4010107"/>
                </a:cubicBezTo>
                <a:cubicBezTo>
                  <a:pt x="9193083" y="4009688"/>
                  <a:pt x="9198411" y="4010636"/>
                  <a:pt x="9203720" y="4011646"/>
                </a:cubicBezTo>
                <a:lnTo>
                  <a:pt x="9203837" y="4012794"/>
                </a:lnTo>
                <a:cubicBezTo>
                  <a:pt x="9515916" y="4064450"/>
                  <a:pt x="9769145" y="4283539"/>
                  <a:pt x="9862508" y="4572001"/>
                </a:cubicBezTo>
                <a:lnTo>
                  <a:pt x="9724961" y="4572001"/>
                </a:lnTo>
                <a:cubicBezTo>
                  <a:pt x="9641578" y="4357380"/>
                  <a:pt x="9451209" y="4194541"/>
                  <a:pt x="9217207" y="4144250"/>
                </a:cubicBezTo>
                <a:cubicBezTo>
                  <a:pt x="9251701" y="4319651"/>
                  <a:pt x="9353924" y="4471530"/>
                  <a:pt x="9497022" y="4572001"/>
                </a:cubicBezTo>
                <a:lnTo>
                  <a:pt x="9302781" y="4572001"/>
                </a:lnTo>
                <a:cubicBezTo>
                  <a:pt x="9186649" y="4452596"/>
                  <a:pt x="9108087" y="4298519"/>
                  <a:pt x="9083722" y="4127511"/>
                </a:cubicBezTo>
                <a:cubicBezTo>
                  <a:pt x="9083554" y="4127458"/>
                  <a:pt x="9083386" y="4127453"/>
                  <a:pt x="9083216" y="4127448"/>
                </a:cubicBezTo>
                <a:lnTo>
                  <a:pt x="9082678" y="4120772"/>
                </a:lnTo>
                <a:cubicBezTo>
                  <a:pt x="9077619" y="4090522"/>
                  <a:pt x="9075168" y="4059631"/>
                  <a:pt x="9075211" y="4028296"/>
                </a:cubicBezTo>
                <a:cubicBezTo>
                  <a:pt x="9073899" y="4022668"/>
                  <a:pt x="9073840" y="4017001"/>
                  <a:pt x="9073840" y="4011320"/>
                </a:cubicBezTo>
                <a:lnTo>
                  <a:pt x="9074434" y="3999880"/>
                </a:lnTo>
                <a:lnTo>
                  <a:pt x="9074932" y="3999913"/>
                </a:lnTo>
                <a:close/>
                <a:moveTo>
                  <a:pt x="9052207" y="3999419"/>
                </a:moveTo>
                <a:lnTo>
                  <a:pt x="9052233" y="3999913"/>
                </a:lnTo>
                <a:lnTo>
                  <a:pt x="9052731" y="3999880"/>
                </a:lnTo>
                <a:lnTo>
                  <a:pt x="9053325" y="4011320"/>
                </a:lnTo>
                <a:cubicBezTo>
                  <a:pt x="9053325" y="4017001"/>
                  <a:pt x="9053266" y="4022668"/>
                  <a:pt x="9051954" y="4028296"/>
                </a:cubicBezTo>
                <a:cubicBezTo>
                  <a:pt x="9051997" y="4059631"/>
                  <a:pt x="9049546" y="4090522"/>
                  <a:pt x="9044487" y="4120772"/>
                </a:cubicBezTo>
                <a:lnTo>
                  <a:pt x="9043949" y="4127448"/>
                </a:lnTo>
                <a:cubicBezTo>
                  <a:pt x="9043779" y="4127453"/>
                  <a:pt x="9043611" y="4127458"/>
                  <a:pt x="9043443" y="4127511"/>
                </a:cubicBezTo>
                <a:cubicBezTo>
                  <a:pt x="9019078" y="4298519"/>
                  <a:pt x="8940516" y="4452596"/>
                  <a:pt x="8824384" y="4572001"/>
                </a:cubicBezTo>
                <a:lnTo>
                  <a:pt x="8630143" y="4572001"/>
                </a:lnTo>
                <a:cubicBezTo>
                  <a:pt x="8773241" y="4471530"/>
                  <a:pt x="8875464" y="4319651"/>
                  <a:pt x="8909958" y="4144250"/>
                </a:cubicBezTo>
                <a:cubicBezTo>
                  <a:pt x="8675956" y="4194541"/>
                  <a:pt x="8485587" y="4357380"/>
                  <a:pt x="8402204" y="4572001"/>
                </a:cubicBezTo>
                <a:lnTo>
                  <a:pt x="8264656" y="4572001"/>
                </a:lnTo>
                <a:cubicBezTo>
                  <a:pt x="8358019" y="4283539"/>
                  <a:pt x="8611249" y="4064450"/>
                  <a:pt x="8923328" y="4012794"/>
                </a:cubicBezTo>
                <a:lnTo>
                  <a:pt x="8923445" y="4011646"/>
                </a:lnTo>
                <a:cubicBezTo>
                  <a:pt x="8928754" y="4010636"/>
                  <a:pt x="8934082" y="4009688"/>
                  <a:pt x="8939658" y="4010107"/>
                </a:cubicBezTo>
                <a:cubicBezTo>
                  <a:pt x="8970841" y="4004550"/>
                  <a:pt x="9002734" y="4001569"/>
                  <a:pt x="9035120" y="4001042"/>
                </a:cubicBezTo>
                <a:close/>
                <a:moveTo>
                  <a:pt x="7382807" y="3999419"/>
                </a:moveTo>
                <a:lnTo>
                  <a:pt x="7399895" y="4001042"/>
                </a:lnTo>
                <a:cubicBezTo>
                  <a:pt x="7432280" y="4001569"/>
                  <a:pt x="7464173" y="4004550"/>
                  <a:pt x="7495356" y="4010107"/>
                </a:cubicBezTo>
                <a:cubicBezTo>
                  <a:pt x="7500932" y="4009688"/>
                  <a:pt x="7506260" y="4010636"/>
                  <a:pt x="7511569" y="4011646"/>
                </a:cubicBezTo>
                <a:lnTo>
                  <a:pt x="7511686" y="4012794"/>
                </a:lnTo>
                <a:cubicBezTo>
                  <a:pt x="7823765" y="4064450"/>
                  <a:pt x="8076994" y="4283539"/>
                  <a:pt x="8170358" y="4572001"/>
                </a:cubicBezTo>
                <a:lnTo>
                  <a:pt x="8032809" y="4572001"/>
                </a:lnTo>
                <a:cubicBezTo>
                  <a:pt x="7949426" y="4357380"/>
                  <a:pt x="7759058" y="4194541"/>
                  <a:pt x="7525056" y="4144250"/>
                </a:cubicBezTo>
                <a:cubicBezTo>
                  <a:pt x="7559550" y="4319650"/>
                  <a:pt x="7661773" y="4471530"/>
                  <a:pt x="7804870" y="4572001"/>
                </a:cubicBezTo>
                <a:lnTo>
                  <a:pt x="7610630" y="4572001"/>
                </a:lnTo>
                <a:cubicBezTo>
                  <a:pt x="7494498" y="4452596"/>
                  <a:pt x="7415935" y="4298519"/>
                  <a:pt x="7391571" y="4127511"/>
                </a:cubicBezTo>
                <a:cubicBezTo>
                  <a:pt x="7391403" y="4127458"/>
                  <a:pt x="7391235" y="4127453"/>
                  <a:pt x="7391065" y="4127448"/>
                </a:cubicBezTo>
                <a:lnTo>
                  <a:pt x="7390527" y="4120772"/>
                </a:lnTo>
                <a:cubicBezTo>
                  <a:pt x="7385468" y="4090522"/>
                  <a:pt x="7383018" y="4059631"/>
                  <a:pt x="7383060" y="4028296"/>
                </a:cubicBezTo>
                <a:cubicBezTo>
                  <a:pt x="7381748" y="4022668"/>
                  <a:pt x="7381689" y="4017001"/>
                  <a:pt x="7381689" y="4011320"/>
                </a:cubicBezTo>
                <a:lnTo>
                  <a:pt x="7382283" y="3999880"/>
                </a:lnTo>
                <a:lnTo>
                  <a:pt x="7382781" y="3999913"/>
                </a:lnTo>
                <a:close/>
                <a:moveTo>
                  <a:pt x="7360056" y="3999419"/>
                </a:moveTo>
                <a:lnTo>
                  <a:pt x="7360082" y="3999913"/>
                </a:lnTo>
                <a:lnTo>
                  <a:pt x="7360580" y="3999880"/>
                </a:lnTo>
                <a:lnTo>
                  <a:pt x="7361174" y="4011320"/>
                </a:lnTo>
                <a:cubicBezTo>
                  <a:pt x="7361174" y="4017001"/>
                  <a:pt x="7361115" y="4022668"/>
                  <a:pt x="7359803" y="4028296"/>
                </a:cubicBezTo>
                <a:cubicBezTo>
                  <a:pt x="7359845" y="4059631"/>
                  <a:pt x="7357395" y="4090522"/>
                  <a:pt x="7352336" y="4120772"/>
                </a:cubicBezTo>
                <a:lnTo>
                  <a:pt x="7351798" y="4127448"/>
                </a:lnTo>
                <a:cubicBezTo>
                  <a:pt x="7351628" y="4127453"/>
                  <a:pt x="7351460" y="4127458"/>
                  <a:pt x="7351292" y="4127511"/>
                </a:cubicBezTo>
                <a:cubicBezTo>
                  <a:pt x="7326927" y="4298519"/>
                  <a:pt x="7248364" y="4452596"/>
                  <a:pt x="7132233" y="4572001"/>
                </a:cubicBezTo>
                <a:lnTo>
                  <a:pt x="6937992" y="4572001"/>
                </a:lnTo>
                <a:cubicBezTo>
                  <a:pt x="7081090" y="4471530"/>
                  <a:pt x="7183313" y="4319650"/>
                  <a:pt x="7217807" y="4144250"/>
                </a:cubicBezTo>
                <a:cubicBezTo>
                  <a:pt x="6983804" y="4194541"/>
                  <a:pt x="6793436" y="4357380"/>
                  <a:pt x="6710053" y="4572001"/>
                </a:cubicBezTo>
                <a:lnTo>
                  <a:pt x="6572505" y="4572001"/>
                </a:lnTo>
                <a:cubicBezTo>
                  <a:pt x="6665868" y="4283539"/>
                  <a:pt x="6919098" y="4064450"/>
                  <a:pt x="7231177" y="4012794"/>
                </a:cubicBezTo>
                <a:lnTo>
                  <a:pt x="7231294" y="4011646"/>
                </a:lnTo>
                <a:cubicBezTo>
                  <a:pt x="7236603" y="4010636"/>
                  <a:pt x="7241931" y="4009688"/>
                  <a:pt x="7247507" y="4010107"/>
                </a:cubicBezTo>
                <a:cubicBezTo>
                  <a:pt x="7278690" y="4004550"/>
                  <a:pt x="7310583" y="4001569"/>
                  <a:pt x="7342968" y="4001042"/>
                </a:cubicBezTo>
                <a:close/>
                <a:moveTo>
                  <a:pt x="5690656" y="3999419"/>
                </a:moveTo>
                <a:lnTo>
                  <a:pt x="5707743" y="4001042"/>
                </a:lnTo>
                <a:cubicBezTo>
                  <a:pt x="5740129" y="4001569"/>
                  <a:pt x="5772021" y="4004550"/>
                  <a:pt x="5803205" y="4010107"/>
                </a:cubicBezTo>
                <a:cubicBezTo>
                  <a:pt x="5808781" y="4009688"/>
                  <a:pt x="5814109" y="4010636"/>
                  <a:pt x="5819417" y="4011646"/>
                </a:cubicBezTo>
                <a:lnTo>
                  <a:pt x="5819534" y="4012794"/>
                </a:lnTo>
                <a:cubicBezTo>
                  <a:pt x="6131614" y="4064450"/>
                  <a:pt x="6384843" y="4283539"/>
                  <a:pt x="6478206" y="4572001"/>
                </a:cubicBezTo>
                <a:lnTo>
                  <a:pt x="6340658" y="4572001"/>
                </a:lnTo>
                <a:cubicBezTo>
                  <a:pt x="6257275" y="4357380"/>
                  <a:pt x="6066907" y="4194541"/>
                  <a:pt x="5832905" y="4144250"/>
                </a:cubicBezTo>
                <a:cubicBezTo>
                  <a:pt x="5867399" y="4319651"/>
                  <a:pt x="5969622" y="4471530"/>
                  <a:pt x="6112719" y="4572001"/>
                </a:cubicBezTo>
                <a:lnTo>
                  <a:pt x="5918478" y="4572001"/>
                </a:lnTo>
                <a:cubicBezTo>
                  <a:pt x="5802347" y="4452596"/>
                  <a:pt x="5723784" y="4298519"/>
                  <a:pt x="5699419" y="4127511"/>
                </a:cubicBezTo>
                <a:cubicBezTo>
                  <a:pt x="5699252" y="4127458"/>
                  <a:pt x="5699083" y="4127453"/>
                  <a:pt x="5698914" y="4127448"/>
                </a:cubicBezTo>
                <a:lnTo>
                  <a:pt x="5698375" y="4120772"/>
                </a:lnTo>
                <a:cubicBezTo>
                  <a:pt x="5693317" y="4090522"/>
                  <a:pt x="5690866" y="4059631"/>
                  <a:pt x="5690908" y="4028296"/>
                </a:cubicBezTo>
                <a:cubicBezTo>
                  <a:pt x="5689596" y="4022668"/>
                  <a:pt x="5689538" y="4017001"/>
                  <a:pt x="5689538" y="4011320"/>
                </a:cubicBezTo>
                <a:lnTo>
                  <a:pt x="5690132" y="3999880"/>
                </a:lnTo>
                <a:lnTo>
                  <a:pt x="5690630" y="3999913"/>
                </a:lnTo>
                <a:close/>
                <a:moveTo>
                  <a:pt x="5667905" y="3999419"/>
                </a:moveTo>
                <a:lnTo>
                  <a:pt x="5667931" y="3999913"/>
                </a:lnTo>
                <a:lnTo>
                  <a:pt x="5668429" y="3999880"/>
                </a:lnTo>
                <a:lnTo>
                  <a:pt x="5669023" y="4011320"/>
                </a:lnTo>
                <a:cubicBezTo>
                  <a:pt x="5669023" y="4017001"/>
                  <a:pt x="5668964" y="4022668"/>
                  <a:pt x="5667652" y="4028296"/>
                </a:cubicBezTo>
                <a:cubicBezTo>
                  <a:pt x="5667694" y="4059631"/>
                  <a:pt x="5665244" y="4090522"/>
                  <a:pt x="5660185" y="4120772"/>
                </a:cubicBezTo>
                <a:lnTo>
                  <a:pt x="5659647" y="4127448"/>
                </a:lnTo>
                <a:cubicBezTo>
                  <a:pt x="5659477" y="4127453"/>
                  <a:pt x="5659309" y="4127458"/>
                  <a:pt x="5659141" y="4127511"/>
                </a:cubicBezTo>
                <a:cubicBezTo>
                  <a:pt x="5634776" y="4298519"/>
                  <a:pt x="5556213" y="4452596"/>
                  <a:pt x="5440082" y="4572001"/>
                </a:cubicBezTo>
                <a:lnTo>
                  <a:pt x="5245841" y="4572001"/>
                </a:lnTo>
                <a:cubicBezTo>
                  <a:pt x="5388939" y="4471530"/>
                  <a:pt x="5491162" y="4319651"/>
                  <a:pt x="5525656" y="4144250"/>
                </a:cubicBezTo>
                <a:cubicBezTo>
                  <a:pt x="5291653" y="4194541"/>
                  <a:pt x="5101285" y="4357380"/>
                  <a:pt x="5017902" y="4572001"/>
                </a:cubicBezTo>
                <a:lnTo>
                  <a:pt x="4880354" y="4572001"/>
                </a:lnTo>
                <a:cubicBezTo>
                  <a:pt x="4973717" y="4283539"/>
                  <a:pt x="5226947" y="4064450"/>
                  <a:pt x="5539026" y="4012794"/>
                </a:cubicBezTo>
                <a:lnTo>
                  <a:pt x="5539143" y="4011646"/>
                </a:lnTo>
                <a:cubicBezTo>
                  <a:pt x="5544452" y="4010636"/>
                  <a:pt x="5549780" y="4009688"/>
                  <a:pt x="5555356" y="4010107"/>
                </a:cubicBezTo>
                <a:cubicBezTo>
                  <a:pt x="5586539" y="4004550"/>
                  <a:pt x="5618432" y="4001569"/>
                  <a:pt x="5650817" y="4001042"/>
                </a:cubicBezTo>
                <a:close/>
                <a:moveTo>
                  <a:pt x="3998505" y="3999419"/>
                </a:moveTo>
                <a:lnTo>
                  <a:pt x="4015592" y="4001042"/>
                </a:lnTo>
                <a:cubicBezTo>
                  <a:pt x="4047978" y="4001569"/>
                  <a:pt x="4079870" y="4004550"/>
                  <a:pt x="4111054" y="4010107"/>
                </a:cubicBezTo>
                <a:cubicBezTo>
                  <a:pt x="4116630" y="4009688"/>
                  <a:pt x="4121958" y="4010636"/>
                  <a:pt x="4127266" y="4011646"/>
                </a:cubicBezTo>
                <a:lnTo>
                  <a:pt x="4127384" y="4012794"/>
                </a:lnTo>
                <a:cubicBezTo>
                  <a:pt x="4439463" y="4064450"/>
                  <a:pt x="4692692" y="4283539"/>
                  <a:pt x="4786055" y="4572001"/>
                </a:cubicBezTo>
                <a:lnTo>
                  <a:pt x="4648508" y="4572001"/>
                </a:lnTo>
                <a:cubicBezTo>
                  <a:pt x="4565124" y="4357380"/>
                  <a:pt x="4374756" y="4194541"/>
                  <a:pt x="4140754" y="4144250"/>
                </a:cubicBezTo>
                <a:cubicBezTo>
                  <a:pt x="4175248" y="4319650"/>
                  <a:pt x="4277471" y="4471530"/>
                  <a:pt x="4420568" y="4572001"/>
                </a:cubicBezTo>
                <a:lnTo>
                  <a:pt x="4226327" y="4572001"/>
                </a:lnTo>
                <a:cubicBezTo>
                  <a:pt x="4110196" y="4452596"/>
                  <a:pt x="4031633" y="4298519"/>
                  <a:pt x="4007268" y="4127511"/>
                </a:cubicBezTo>
                <a:cubicBezTo>
                  <a:pt x="4007101" y="4127458"/>
                  <a:pt x="4006932" y="4127453"/>
                  <a:pt x="4006763" y="4127448"/>
                </a:cubicBezTo>
                <a:lnTo>
                  <a:pt x="4006225" y="4120772"/>
                </a:lnTo>
                <a:cubicBezTo>
                  <a:pt x="4001166" y="4090522"/>
                  <a:pt x="3998715" y="4059631"/>
                  <a:pt x="3998757" y="4028296"/>
                </a:cubicBezTo>
                <a:cubicBezTo>
                  <a:pt x="3997445" y="4022668"/>
                  <a:pt x="3997387" y="4017001"/>
                  <a:pt x="3997387" y="4011320"/>
                </a:cubicBezTo>
                <a:lnTo>
                  <a:pt x="3997981" y="3999880"/>
                </a:lnTo>
                <a:lnTo>
                  <a:pt x="3998479" y="3999913"/>
                </a:lnTo>
                <a:close/>
                <a:moveTo>
                  <a:pt x="3975754" y="3999419"/>
                </a:moveTo>
                <a:lnTo>
                  <a:pt x="3975780" y="3999913"/>
                </a:lnTo>
                <a:lnTo>
                  <a:pt x="3976278" y="3999880"/>
                </a:lnTo>
                <a:lnTo>
                  <a:pt x="3976872" y="4011320"/>
                </a:lnTo>
                <a:cubicBezTo>
                  <a:pt x="3976872" y="4017001"/>
                  <a:pt x="3976813" y="4022668"/>
                  <a:pt x="3975501" y="4028296"/>
                </a:cubicBezTo>
                <a:cubicBezTo>
                  <a:pt x="3975543" y="4059631"/>
                  <a:pt x="3973093" y="4090522"/>
                  <a:pt x="3968034" y="4120772"/>
                </a:cubicBezTo>
                <a:lnTo>
                  <a:pt x="3967496" y="4127448"/>
                </a:lnTo>
                <a:cubicBezTo>
                  <a:pt x="3967326" y="4127453"/>
                  <a:pt x="3967158" y="4127458"/>
                  <a:pt x="3966990" y="4127511"/>
                </a:cubicBezTo>
                <a:cubicBezTo>
                  <a:pt x="3942625" y="4298519"/>
                  <a:pt x="3864063" y="4452596"/>
                  <a:pt x="3747931" y="4572001"/>
                </a:cubicBezTo>
                <a:lnTo>
                  <a:pt x="3553690" y="4572001"/>
                </a:lnTo>
                <a:cubicBezTo>
                  <a:pt x="3696788" y="4471530"/>
                  <a:pt x="3799011" y="4319651"/>
                  <a:pt x="3833505" y="4144250"/>
                </a:cubicBezTo>
                <a:cubicBezTo>
                  <a:pt x="3599503" y="4194541"/>
                  <a:pt x="3409134" y="4357380"/>
                  <a:pt x="3325751" y="4572001"/>
                </a:cubicBezTo>
                <a:lnTo>
                  <a:pt x="3188203" y="4572001"/>
                </a:lnTo>
                <a:cubicBezTo>
                  <a:pt x="3281566" y="4283539"/>
                  <a:pt x="3534796" y="4064450"/>
                  <a:pt x="3846875" y="4012794"/>
                </a:cubicBezTo>
                <a:lnTo>
                  <a:pt x="3846992" y="4011646"/>
                </a:lnTo>
                <a:cubicBezTo>
                  <a:pt x="3852301" y="4010636"/>
                  <a:pt x="3857629" y="4009688"/>
                  <a:pt x="3863205" y="4010107"/>
                </a:cubicBezTo>
                <a:cubicBezTo>
                  <a:pt x="3894388" y="4004550"/>
                  <a:pt x="3926281" y="4001569"/>
                  <a:pt x="3958666" y="4001042"/>
                </a:cubicBezTo>
                <a:close/>
                <a:moveTo>
                  <a:pt x="2306354" y="3999419"/>
                </a:moveTo>
                <a:lnTo>
                  <a:pt x="2323441" y="4001042"/>
                </a:lnTo>
                <a:cubicBezTo>
                  <a:pt x="2355827" y="4001569"/>
                  <a:pt x="2387719" y="4004550"/>
                  <a:pt x="2418903" y="4010107"/>
                </a:cubicBezTo>
                <a:cubicBezTo>
                  <a:pt x="2424479" y="4009688"/>
                  <a:pt x="2429807" y="4010636"/>
                  <a:pt x="2435115" y="4011646"/>
                </a:cubicBezTo>
                <a:lnTo>
                  <a:pt x="2435233" y="4012794"/>
                </a:lnTo>
                <a:cubicBezTo>
                  <a:pt x="2747312" y="4064450"/>
                  <a:pt x="3000542" y="4283539"/>
                  <a:pt x="3093904" y="4572001"/>
                </a:cubicBezTo>
                <a:lnTo>
                  <a:pt x="2956357" y="4572001"/>
                </a:lnTo>
                <a:cubicBezTo>
                  <a:pt x="2872974" y="4357380"/>
                  <a:pt x="2682605" y="4194541"/>
                  <a:pt x="2448603" y="4144250"/>
                </a:cubicBezTo>
                <a:cubicBezTo>
                  <a:pt x="2483097" y="4319651"/>
                  <a:pt x="2585320" y="4471530"/>
                  <a:pt x="2728418" y="4572001"/>
                </a:cubicBezTo>
                <a:lnTo>
                  <a:pt x="2534177" y="4572001"/>
                </a:lnTo>
                <a:cubicBezTo>
                  <a:pt x="2418045" y="4452596"/>
                  <a:pt x="2339482" y="4298519"/>
                  <a:pt x="2315117" y="4127511"/>
                </a:cubicBezTo>
                <a:cubicBezTo>
                  <a:pt x="2314950" y="4127458"/>
                  <a:pt x="2314781" y="4127453"/>
                  <a:pt x="2314612" y="4127448"/>
                </a:cubicBezTo>
                <a:lnTo>
                  <a:pt x="2314074" y="4120772"/>
                </a:lnTo>
                <a:cubicBezTo>
                  <a:pt x="2309015" y="4090522"/>
                  <a:pt x="2306564" y="4059631"/>
                  <a:pt x="2306606" y="4028296"/>
                </a:cubicBezTo>
                <a:cubicBezTo>
                  <a:pt x="2305294" y="4022668"/>
                  <a:pt x="2305236" y="4017001"/>
                  <a:pt x="2305236" y="4011320"/>
                </a:cubicBezTo>
                <a:lnTo>
                  <a:pt x="2305830" y="3999880"/>
                </a:lnTo>
                <a:lnTo>
                  <a:pt x="2306328" y="3999913"/>
                </a:lnTo>
                <a:close/>
                <a:moveTo>
                  <a:pt x="2283603" y="3999419"/>
                </a:moveTo>
                <a:lnTo>
                  <a:pt x="2283629" y="3999913"/>
                </a:lnTo>
                <a:lnTo>
                  <a:pt x="2284127" y="3999880"/>
                </a:lnTo>
                <a:lnTo>
                  <a:pt x="2284721" y="4011320"/>
                </a:lnTo>
                <a:cubicBezTo>
                  <a:pt x="2284721" y="4017001"/>
                  <a:pt x="2284662" y="4022668"/>
                  <a:pt x="2283350" y="4028296"/>
                </a:cubicBezTo>
                <a:cubicBezTo>
                  <a:pt x="2283392" y="4059631"/>
                  <a:pt x="2280942" y="4090522"/>
                  <a:pt x="2275883" y="4120772"/>
                </a:cubicBezTo>
                <a:lnTo>
                  <a:pt x="2275345" y="4127448"/>
                </a:lnTo>
                <a:cubicBezTo>
                  <a:pt x="2275175" y="4127453"/>
                  <a:pt x="2275007" y="4127458"/>
                  <a:pt x="2274839" y="4127511"/>
                </a:cubicBezTo>
                <a:cubicBezTo>
                  <a:pt x="2250474" y="4298519"/>
                  <a:pt x="2171912" y="4452596"/>
                  <a:pt x="2055780" y="4572001"/>
                </a:cubicBezTo>
                <a:lnTo>
                  <a:pt x="1861539" y="4572001"/>
                </a:lnTo>
                <a:cubicBezTo>
                  <a:pt x="2004637" y="4471530"/>
                  <a:pt x="2106860" y="4319650"/>
                  <a:pt x="2141354" y="4144250"/>
                </a:cubicBezTo>
                <a:cubicBezTo>
                  <a:pt x="1907352" y="4194541"/>
                  <a:pt x="1716983" y="4357380"/>
                  <a:pt x="1633600" y="4572001"/>
                </a:cubicBezTo>
                <a:lnTo>
                  <a:pt x="1496052" y="4572001"/>
                </a:lnTo>
                <a:cubicBezTo>
                  <a:pt x="1589416" y="4283539"/>
                  <a:pt x="1842645" y="4064450"/>
                  <a:pt x="2154724" y="4012794"/>
                </a:cubicBezTo>
                <a:lnTo>
                  <a:pt x="2154841" y="4011646"/>
                </a:lnTo>
                <a:cubicBezTo>
                  <a:pt x="2160150" y="4010636"/>
                  <a:pt x="2165478" y="4009688"/>
                  <a:pt x="2171054" y="4010107"/>
                </a:cubicBezTo>
                <a:cubicBezTo>
                  <a:pt x="2202237" y="4004550"/>
                  <a:pt x="2234130" y="4001569"/>
                  <a:pt x="2266515" y="4001042"/>
                </a:cubicBezTo>
                <a:close/>
                <a:moveTo>
                  <a:pt x="614203" y="3999419"/>
                </a:moveTo>
                <a:lnTo>
                  <a:pt x="631290" y="4001042"/>
                </a:lnTo>
                <a:cubicBezTo>
                  <a:pt x="663676" y="4001569"/>
                  <a:pt x="695568" y="4004550"/>
                  <a:pt x="726752" y="4010107"/>
                </a:cubicBezTo>
                <a:cubicBezTo>
                  <a:pt x="732328" y="4009688"/>
                  <a:pt x="737656" y="4010636"/>
                  <a:pt x="742964" y="4011646"/>
                </a:cubicBezTo>
                <a:lnTo>
                  <a:pt x="743081" y="4012794"/>
                </a:lnTo>
                <a:cubicBezTo>
                  <a:pt x="1055161" y="4064450"/>
                  <a:pt x="1308390" y="4283539"/>
                  <a:pt x="1401754" y="4572001"/>
                </a:cubicBezTo>
                <a:lnTo>
                  <a:pt x="1264205" y="4572001"/>
                </a:lnTo>
                <a:cubicBezTo>
                  <a:pt x="1180823" y="4357380"/>
                  <a:pt x="990454" y="4194541"/>
                  <a:pt x="756452" y="4144250"/>
                </a:cubicBezTo>
                <a:cubicBezTo>
                  <a:pt x="790946" y="4319651"/>
                  <a:pt x="893169" y="4471530"/>
                  <a:pt x="1036266" y="4572001"/>
                </a:cubicBezTo>
                <a:lnTo>
                  <a:pt x="842026" y="4572001"/>
                </a:lnTo>
                <a:cubicBezTo>
                  <a:pt x="725894" y="4452596"/>
                  <a:pt x="647331" y="4298519"/>
                  <a:pt x="622966" y="4127511"/>
                </a:cubicBezTo>
                <a:cubicBezTo>
                  <a:pt x="622799" y="4127458"/>
                  <a:pt x="622630" y="4127453"/>
                  <a:pt x="622461" y="4127448"/>
                </a:cubicBezTo>
                <a:lnTo>
                  <a:pt x="621923" y="4120772"/>
                </a:lnTo>
                <a:cubicBezTo>
                  <a:pt x="616864" y="4090522"/>
                  <a:pt x="614413" y="4059631"/>
                  <a:pt x="614455" y="4028296"/>
                </a:cubicBezTo>
                <a:cubicBezTo>
                  <a:pt x="613143" y="4022668"/>
                  <a:pt x="613085" y="4017001"/>
                  <a:pt x="613085" y="4011320"/>
                </a:cubicBezTo>
                <a:lnTo>
                  <a:pt x="613679" y="3999880"/>
                </a:lnTo>
                <a:lnTo>
                  <a:pt x="614177" y="3999913"/>
                </a:lnTo>
                <a:close/>
                <a:moveTo>
                  <a:pt x="591452" y="3999419"/>
                </a:moveTo>
                <a:lnTo>
                  <a:pt x="591478" y="3999913"/>
                </a:lnTo>
                <a:lnTo>
                  <a:pt x="591976" y="3999880"/>
                </a:lnTo>
                <a:lnTo>
                  <a:pt x="592570" y="4011320"/>
                </a:lnTo>
                <a:cubicBezTo>
                  <a:pt x="592570" y="4017001"/>
                  <a:pt x="592511" y="4022668"/>
                  <a:pt x="591199" y="4028296"/>
                </a:cubicBezTo>
                <a:cubicBezTo>
                  <a:pt x="591242" y="4059631"/>
                  <a:pt x="588791" y="4090522"/>
                  <a:pt x="583732" y="4120772"/>
                </a:cubicBezTo>
                <a:lnTo>
                  <a:pt x="583194" y="4127448"/>
                </a:lnTo>
                <a:cubicBezTo>
                  <a:pt x="583024" y="4127453"/>
                  <a:pt x="582856" y="4127458"/>
                  <a:pt x="582689" y="4127511"/>
                </a:cubicBezTo>
                <a:cubicBezTo>
                  <a:pt x="558275" y="4298863"/>
                  <a:pt x="479445" y="4453216"/>
                  <a:pt x="362360" y="4572001"/>
                </a:cubicBezTo>
                <a:lnTo>
                  <a:pt x="169811" y="4572001"/>
                </a:lnTo>
                <a:cubicBezTo>
                  <a:pt x="312603" y="4471357"/>
                  <a:pt x="414729" y="4319551"/>
                  <a:pt x="449203" y="4144250"/>
                </a:cubicBezTo>
                <a:cubicBezTo>
                  <a:pt x="258971" y="4185134"/>
                  <a:pt x="97576" y="4300399"/>
                  <a:pt x="0" y="4458139"/>
                </a:cubicBezTo>
                <a:lnTo>
                  <a:pt x="0" y="4251345"/>
                </a:lnTo>
                <a:cubicBezTo>
                  <a:pt x="121484" y="4128438"/>
                  <a:pt x="282199" y="4042650"/>
                  <a:pt x="462573" y="4012794"/>
                </a:cubicBezTo>
                <a:lnTo>
                  <a:pt x="462690" y="4011646"/>
                </a:lnTo>
                <a:cubicBezTo>
                  <a:pt x="467999" y="4010636"/>
                  <a:pt x="473327" y="4009688"/>
                  <a:pt x="478903" y="4010107"/>
                </a:cubicBezTo>
                <a:cubicBezTo>
                  <a:pt x="510086" y="4004550"/>
                  <a:pt x="541979" y="4001569"/>
                  <a:pt x="574365" y="4001042"/>
                </a:cubicBezTo>
                <a:close/>
                <a:moveTo>
                  <a:pt x="11452667" y="3304913"/>
                </a:moveTo>
                <a:cubicBezTo>
                  <a:pt x="11177477" y="3363591"/>
                  <a:pt x="10962633" y="3576701"/>
                  <a:pt x="10909358" y="3845480"/>
                </a:cubicBezTo>
                <a:cubicBezTo>
                  <a:pt x="11184548" y="3786801"/>
                  <a:pt x="11399391" y="3573691"/>
                  <a:pt x="11452667" y="3304913"/>
                </a:cubicBezTo>
                <a:close/>
                <a:moveTo>
                  <a:pt x="10058800" y="3304913"/>
                </a:moveTo>
                <a:cubicBezTo>
                  <a:pt x="10112076" y="3573691"/>
                  <a:pt x="10326919" y="3786801"/>
                  <a:pt x="10602109" y="3845480"/>
                </a:cubicBezTo>
                <a:cubicBezTo>
                  <a:pt x="10548834" y="3576701"/>
                  <a:pt x="10333990" y="3363591"/>
                  <a:pt x="10058800" y="3304913"/>
                </a:cubicBezTo>
                <a:close/>
                <a:moveTo>
                  <a:pt x="9760514" y="3304913"/>
                </a:moveTo>
                <a:cubicBezTo>
                  <a:pt x="9485324" y="3363591"/>
                  <a:pt x="9270480" y="3576701"/>
                  <a:pt x="9217205" y="3845480"/>
                </a:cubicBezTo>
                <a:cubicBezTo>
                  <a:pt x="9492395" y="3786801"/>
                  <a:pt x="9707238" y="3573691"/>
                  <a:pt x="9760514" y="3304913"/>
                </a:cubicBezTo>
                <a:close/>
                <a:moveTo>
                  <a:pt x="8366649" y="3304913"/>
                </a:moveTo>
                <a:cubicBezTo>
                  <a:pt x="8419925" y="3573691"/>
                  <a:pt x="8634768" y="3786801"/>
                  <a:pt x="8909958" y="3845480"/>
                </a:cubicBezTo>
                <a:cubicBezTo>
                  <a:pt x="8856683" y="3576701"/>
                  <a:pt x="8641839" y="3363591"/>
                  <a:pt x="8366649" y="3304913"/>
                </a:cubicBezTo>
                <a:close/>
                <a:moveTo>
                  <a:pt x="8068363" y="3304913"/>
                </a:moveTo>
                <a:cubicBezTo>
                  <a:pt x="7793173" y="3363591"/>
                  <a:pt x="7578329" y="3576701"/>
                  <a:pt x="7525054" y="3845480"/>
                </a:cubicBezTo>
                <a:cubicBezTo>
                  <a:pt x="7800244" y="3786801"/>
                  <a:pt x="8015087" y="3573691"/>
                  <a:pt x="8068363" y="3304913"/>
                </a:cubicBezTo>
                <a:close/>
                <a:moveTo>
                  <a:pt x="6674498" y="3304913"/>
                </a:moveTo>
                <a:cubicBezTo>
                  <a:pt x="6727774" y="3573691"/>
                  <a:pt x="6942617" y="3786801"/>
                  <a:pt x="7217807" y="3845480"/>
                </a:cubicBezTo>
                <a:cubicBezTo>
                  <a:pt x="7164532" y="3576701"/>
                  <a:pt x="6949688" y="3363591"/>
                  <a:pt x="6674498" y="3304913"/>
                </a:cubicBezTo>
                <a:close/>
                <a:moveTo>
                  <a:pt x="6376212" y="3304913"/>
                </a:moveTo>
                <a:cubicBezTo>
                  <a:pt x="6101022" y="3363591"/>
                  <a:pt x="5886178" y="3576701"/>
                  <a:pt x="5832903" y="3845480"/>
                </a:cubicBezTo>
                <a:cubicBezTo>
                  <a:pt x="6108093" y="3786801"/>
                  <a:pt x="6322936" y="3573691"/>
                  <a:pt x="6376212" y="3304913"/>
                </a:cubicBezTo>
                <a:close/>
                <a:moveTo>
                  <a:pt x="4982347" y="3304913"/>
                </a:moveTo>
                <a:cubicBezTo>
                  <a:pt x="5035623" y="3573691"/>
                  <a:pt x="5250466" y="3786801"/>
                  <a:pt x="5525656" y="3845480"/>
                </a:cubicBezTo>
                <a:cubicBezTo>
                  <a:pt x="5472381" y="3576701"/>
                  <a:pt x="5257537" y="3363591"/>
                  <a:pt x="4982347" y="3304913"/>
                </a:cubicBezTo>
                <a:close/>
                <a:moveTo>
                  <a:pt x="4684061" y="3304913"/>
                </a:moveTo>
                <a:cubicBezTo>
                  <a:pt x="4408871" y="3363591"/>
                  <a:pt x="4194027" y="3576701"/>
                  <a:pt x="4140752" y="3845480"/>
                </a:cubicBezTo>
                <a:cubicBezTo>
                  <a:pt x="4415942" y="3786801"/>
                  <a:pt x="4630785" y="3573691"/>
                  <a:pt x="4684061" y="3304913"/>
                </a:cubicBezTo>
                <a:close/>
                <a:moveTo>
                  <a:pt x="3290196" y="3304913"/>
                </a:moveTo>
                <a:cubicBezTo>
                  <a:pt x="3343472" y="3573691"/>
                  <a:pt x="3558315" y="3786801"/>
                  <a:pt x="3833505" y="3845480"/>
                </a:cubicBezTo>
                <a:cubicBezTo>
                  <a:pt x="3780230" y="3576701"/>
                  <a:pt x="3565386" y="3363591"/>
                  <a:pt x="3290196" y="3304913"/>
                </a:cubicBezTo>
                <a:close/>
                <a:moveTo>
                  <a:pt x="2991910" y="3304913"/>
                </a:moveTo>
                <a:cubicBezTo>
                  <a:pt x="2716720" y="3363591"/>
                  <a:pt x="2501876" y="3576701"/>
                  <a:pt x="2448601" y="3845480"/>
                </a:cubicBezTo>
                <a:cubicBezTo>
                  <a:pt x="2723791" y="3786801"/>
                  <a:pt x="2938634" y="3573691"/>
                  <a:pt x="2991910" y="3304913"/>
                </a:cubicBezTo>
                <a:close/>
                <a:moveTo>
                  <a:pt x="1598045" y="3304913"/>
                </a:moveTo>
                <a:cubicBezTo>
                  <a:pt x="1651321" y="3573691"/>
                  <a:pt x="1866164" y="3786801"/>
                  <a:pt x="2141354" y="3845480"/>
                </a:cubicBezTo>
                <a:cubicBezTo>
                  <a:pt x="2088079" y="3576701"/>
                  <a:pt x="1873235" y="3363591"/>
                  <a:pt x="1598045" y="3304913"/>
                </a:cubicBezTo>
                <a:close/>
                <a:moveTo>
                  <a:pt x="1299759" y="3304913"/>
                </a:moveTo>
                <a:cubicBezTo>
                  <a:pt x="1024569" y="3363591"/>
                  <a:pt x="809725" y="3576701"/>
                  <a:pt x="756450" y="3845480"/>
                </a:cubicBezTo>
                <a:cubicBezTo>
                  <a:pt x="1031640" y="3786801"/>
                  <a:pt x="1246483" y="3573691"/>
                  <a:pt x="1299759" y="3304913"/>
                </a:cubicBezTo>
                <a:close/>
                <a:moveTo>
                  <a:pt x="0" y="3200906"/>
                </a:moveTo>
                <a:cubicBezTo>
                  <a:pt x="306658" y="3291386"/>
                  <a:pt x="537576" y="3547942"/>
                  <a:pt x="582690" y="3862087"/>
                </a:cubicBezTo>
                <a:cubicBezTo>
                  <a:pt x="582857" y="3862140"/>
                  <a:pt x="583026" y="3862145"/>
                  <a:pt x="583195" y="3862150"/>
                </a:cubicBezTo>
                <a:lnTo>
                  <a:pt x="583735" y="3868787"/>
                </a:lnTo>
                <a:cubicBezTo>
                  <a:pt x="588792" y="3898794"/>
                  <a:pt x="591242" y="3929436"/>
                  <a:pt x="591199" y="3960518"/>
                </a:cubicBezTo>
                <a:cubicBezTo>
                  <a:pt x="592511" y="3966104"/>
                  <a:pt x="592570" y="3971728"/>
                  <a:pt x="592570" y="3977366"/>
                </a:cubicBezTo>
                <a:cubicBezTo>
                  <a:pt x="592570" y="3981158"/>
                  <a:pt x="592543" y="3984944"/>
                  <a:pt x="591977" y="3988716"/>
                </a:cubicBezTo>
                <a:lnTo>
                  <a:pt x="591478" y="3988683"/>
                </a:lnTo>
                <a:lnTo>
                  <a:pt x="591452" y="3989174"/>
                </a:lnTo>
                <a:lnTo>
                  <a:pt x="574334" y="3987561"/>
                </a:lnTo>
                <a:cubicBezTo>
                  <a:pt x="541959" y="3987038"/>
                  <a:pt x="510079" y="3984080"/>
                  <a:pt x="478907" y="3978570"/>
                </a:cubicBezTo>
                <a:cubicBezTo>
                  <a:pt x="473330" y="3978986"/>
                  <a:pt x="468001" y="3978045"/>
                  <a:pt x="462690" y="3977042"/>
                </a:cubicBezTo>
                <a:lnTo>
                  <a:pt x="462574" y="3975903"/>
                </a:lnTo>
                <a:cubicBezTo>
                  <a:pt x="282200" y="3946281"/>
                  <a:pt x="121485" y="3861168"/>
                  <a:pt x="0" y="3739225"/>
                </a:cubicBezTo>
                <a:lnTo>
                  <a:pt x="0" y="3534056"/>
                </a:lnTo>
                <a:cubicBezTo>
                  <a:pt x="97584" y="3690562"/>
                  <a:pt x="258975" y="3804918"/>
                  <a:pt x="449203" y="3845480"/>
                </a:cubicBezTo>
                <a:cubicBezTo>
                  <a:pt x="402182" y="3608252"/>
                  <a:pt x="229297" y="3414390"/>
                  <a:pt x="0" y="3332205"/>
                </a:cubicBezTo>
                <a:close/>
                <a:moveTo>
                  <a:pt x="11608704" y="3161219"/>
                </a:moveTo>
                <a:lnTo>
                  <a:pt x="11625791" y="3162829"/>
                </a:lnTo>
                <a:cubicBezTo>
                  <a:pt x="11658177" y="3163352"/>
                  <a:pt x="11690070" y="3166310"/>
                  <a:pt x="11721253" y="3171823"/>
                </a:cubicBezTo>
                <a:cubicBezTo>
                  <a:pt x="11726829" y="3171407"/>
                  <a:pt x="11732157" y="3172348"/>
                  <a:pt x="11737466" y="3173350"/>
                </a:cubicBezTo>
                <a:lnTo>
                  <a:pt x="11737583" y="3174489"/>
                </a:lnTo>
                <a:cubicBezTo>
                  <a:pt x="11914088" y="3203476"/>
                  <a:pt x="12071767" y="3285599"/>
                  <a:pt x="12192000" y="3403667"/>
                </a:cubicBezTo>
                <a:lnTo>
                  <a:pt x="12192000" y="3603658"/>
                </a:lnTo>
                <a:cubicBezTo>
                  <a:pt x="12093732" y="3453636"/>
                  <a:pt x="11935983" y="3344367"/>
                  <a:pt x="11750953" y="3304913"/>
                </a:cubicBezTo>
                <a:cubicBezTo>
                  <a:pt x="11797422" y="3539349"/>
                  <a:pt x="11966808" y="3731433"/>
                  <a:pt x="12192000" y="3815480"/>
                </a:cubicBezTo>
                <a:lnTo>
                  <a:pt x="12192000" y="3947482"/>
                </a:lnTo>
                <a:cubicBezTo>
                  <a:pt x="11889465" y="3854506"/>
                  <a:pt x="11662185" y="3599697"/>
                  <a:pt x="11617468" y="3288305"/>
                </a:cubicBezTo>
                <a:cubicBezTo>
                  <a:pt x="11617300" y="3288253"/>
                  <a:pt x="11617132" y="3288248"/>
                  <a:pt x="11616962" y="3288243"/>
                </a:cubicBezTo>
                <a:lnTo>
                  <a:pt x="11616424" y="3281619"/>
                </a:lnTo>
                <a:cubicBezTo>
                  <a:pt x="11611365" y="3251607"/>
                  <a:pt x="11608914" y="3220958"/>
                  <a:pt x="11608957" y="3189869"/>
                </a:cubicBezTo>
                <a:cubicBezTo>
                  <a:pt x="11607645" y="3184286"/>
                  <a:pt x="11607586" y="3178663"/>
                  <a:pt x="11607586" y="3173027"/>
                </a:cubicBezTo>
                <a:lnTo>
                  <a:pt x="11608180" y="3161677"/>
                </a:lnTo>
                <a:lnTo>
                  <a:pt x="11608678" y="3161709"/>
                </a:lnTo>
                <a:close/>
                <a:moveTo>
                  <a:pt x="11594916" y="3161219"/>
                </a:moveTo>
                <a:lnTo>
                  <a:pt x="11594942" y="3161709"/>
                </a:lnTo>
                <a:lnTo>
                  <a:pt x="11595440" y="3161677"/>
                </a:lnTo>
                <a:lnTo>
                  <a:pt x="11596034" y="3173027"/>
                </a:lnTo>
                <a:cubicBezTo>
                  <a:pt x="11596034" y="3178663"/>
                  <a:pt x="11595975" y="3184286"/>
                  <a:pt x="11594663" y="3189869"/>
                </a:cubicBezTo>
                <a:cubicBezTo>
                  <a:pt x="11594706" y="3220958"/>
                  <a:pt x="11592255" y="3251607"/>
                  <a:pt x="11587196" y="3281619"/>
                </a:cubicBezTo>
                <a:lnTo>
                  <a:pt x="11586658" y="3288243"/>
                </a:lnTo>
                <a:cubicBezTo>
                  <a:pt x="11586488" y="3288248"/>
                  <a:pt x="11586320" y="3288253"/>
                  <a:pt x="11586152" y="3288305"/>
                </a:cubicBezTo>
                <a:cubicBezTo>
                  <a:pt x="11535877" y="3638399"/>
                  <a:pt x="11254838" y="3916971"/>
                  <a:pt x="10895987" y="3975903"/>
                </a:cubicBezTo>
                <a:lnTo>
                  <a:pt x="10895871" y="3977042"/>
                </a:lnTo>
                <a:cubicBezTo>
                  <a:pt x="10890560" y="3978045"/>
                  <a:pt x="10885231" y="3978986"/>
                  <a:pt x="10879654" y="3978570"/>
                </a:cubicBezTo>
                <a:cubicBezTo>
                  <a:pt x="10848482" y="3984080"/>
                  <a:pt x="10816602" y="3987038"/>
                  <a:pt x="10784227" y="3987561"/>
                </a:cubicBezTo>
                <a:lnTo>
                  <a:pt x="10767109" y="3989174"/>
                </a:lnTo>
                <a:lnTo>
                  <a:pt x="10767083" y="3988683"/>
                </a:lnTo>
                <a:lnTo>
                  <a:pt x="10766584" y="3988716"/>
                </a:lnTo>
                <a:cubicBezTo>
                  <a:pt x="10766018" y="3984944"/>
                  <a:pt x="10765991" y="3981158"/>
                  <a:pt x="10765991" y="3977366"/>
                </a:cubicBezTo>
                <a:cubicBezTo>
                  <a:pt x="10765991" y="3971728"/>
                  <a:pt x="10766050" y="3966104"/>
                  <a:pt x="10767362" y="3960518"/>
                </a:cubicBezTo>
                <a:cubicBezTo>
                  <a:pt x="10767319" y="3929436"/>
                  <a:pt x="10769769" y="3898794"/>
                  <a:pt x="10774826" y="3868787"/>
                </a:cubicBezTo>
                <a:lnTo>
                  <a:pt x="10775366" y="3862150"/>
                </a:lnTo>
                <a:cubicBezTo>
                  <a:pt x="10775535" y="3862145"/>
                  <a:pt x="10775704" y="3862140"/>
                  <a:pt x="10775872" y="3862087"/>
                </a:cubicBezTo>
                <a:cubicBezTo>
                  <a:pt x="10826148" y="3511992"/>
                  <a:pt x="11107187" y="3233421"/>
                  <a:pt x="11466037" y="3174489"/>
                </a:cubicBezTo>
                <a:lnTo>
                  <a:pt x="11466154" y="3173350"/>
                </a:lnTo>
                <a:cubicBezTo>
                  <a:pt x="11471463" y="3172348"/>
                  <a:pt x="11476791" y="3171407"/>
                  <a:pt x="11482367" y="3171823"/>
                </a:cubicBezTo>
                <a:cubicBezTo>
                  <a:pt x="11513550" y="3166310"/>
                  <a:pt x="11545443" y="3163352"/>
                  <a:pt x="11577829" y="3162829"/>
                </a:cubicBezTo>
                <a:close/>
                <a:moveTo>
                  <a:pt x="9916551" y="3161219"/>
                </a:moveTo>
                <a:lnTo>
                  <a:pt x="9933638" y="3162829"/>
                </a:lnTo>
                <a:cubicBezTo>
                  <a:pt x="9966024" y="3163352"/>
                  <a:pt x="9997917" y="3166310"/>
                  <a:pt x="10029100" y="3171823"/>
                </a:cubicBezTo>
                <a:cubicBezTo>
                  <a:pt x="10034676" y="3171407"/>
                  <a:pt x="10040004" y="3172348"/>
                  <a:pt x="10045313" y="3173350"/>
                </a:cubicBezTo>
                <a:lnTo>
                  <a:pt x="10045430" y="3174489"/>
                </a:lnTo>
                <a:cubicBezTo>
                  <a:pt x="10404280" y="3233421"/>
                  <a:pt x="10685319" y="3511992"/>
                  <a:pt x="10735596" y="3862087"/>
                </a:cubicBezTo>
                <a:cubicBezTo>
                  <a:pt x="10735763" y="3862140"/>
                  <a:pt x="10735932" y="3862145"/>
                  <a:pt x="10736101" y="3862150"/>
                </a:cubicBezTo>
                <a:lnTo>
                  <a:pt x="10736641" y="3868787"/>
                </a:lnTo>
                <a:cubicBezTo>
                  <a:pt x="10741698" y="3898794"/>
                  <a:pt x="10744148" y="3929436"/>
                  <a:pt x="10744105" y="3960518"/>
                </a:cubicBezTo>
                <a:cubicBezTo>
                  <a:pt x="10745417" y="3966104"/>
                  <a:pt x="10745476" y="3971728"/>
                  <a:pt x="10745476" y="3977366"/>
                </a:cubicBezTo>
                <a:cubicBezTo>
                  <a:pt x="10745476" y="3981158"/>
                  <a:pt x="10745449" y="3984944"/>
                  <a:pt x="10744883" y="3988716"/>
                </a:cubicBezTo>
                <a:lnTo>
                  <a:pt x="10744384" y="3988683"/>
                </a:lnTo>
                <a:lnTo>
                  <a:pt x="10744358" y="3989174"/>
                </a:lnTo>
                <a:lnTo>
                  <a:pt x="10727240" y="3987561"/>
                </a:lnTo>
                <a:cubicBezTo>
                  <a:pt x="10694865" y="3987038"/>
                  <a:pt x="10662985" y="3984080"/>
                  <a:pt x="10631813" y="3978570"/>
                </a:cubicBezTo>
                <a:cubicBezTo>
                  <a:pt x="10626236" y="3978986"/>
                  <a:pt x="10620907" y="3978045"/>
                  <a:pt x="10615596" y="3977042"/>
                </a:cubicBezTo>
                <a:lnTo>
                  <a:pt x="10615480" y="3975903"/>
                </a:lnTo>
                <a:cubicBezTo>
                  <a:pt x="10256629" y="3916971"/>
                  <a:pt x="9975590" y="3638399"/>
                  <a:pt x="9925315" y="3288305"/>
                </a:cubicBezTo>
                <a:cubicBezTo>
                  <a:pt x="9925147" y="3288253"/>
                  <a:pt x="9924979" y="3288248"/>
                  <a:pt x="9924809" y="3288243"/>
                </a:cubicBezTo>
                <a:lnTo>
                  <a:pt x="9924271" y="3281619"/>
                </a:lnTo>
                <a:cubicBezTo>
                  <a:pt x="9919212" y="3251607"/>
                  <a:pt x="9916761" y="3220958"/>
                  <a:pt x="9916804" y="3189869"/>
                </a:cubicBezTo>
                <a:cubicBezTo>
                  <a:pt x="9915492" y="3184286"/>
                  <a:pt x="9915433" y="3178663"/>
                  <a:pt x="9915433" y="3173027"/>
                </a:cubicBezTo>
                <a:lnTo>
                  <a:pt x="9916027" y="3161677"/>
                </a:lnTo>
                <a:lnTo>
                  <a:pt x="9916525" y="3161709"/>
                </a:lnTo>
                <a:close/>
                <a:moveTo>
                  <a:pt x="9902763" y="3161219"/>
                </a:moveTo>
                <a:lnTo>
                  <a:pt x="9902789" y="3161709"/>
                </a:lnTo>
                <a:lnTo>
                  <a:pt x="9903287" y="3161677"/>
                </a:lnTo>
                <a:lnTo>
                  <a:pt x="9903881" y="3173027"/>
                </a:lnTo>
                <a:cubicBezTo>
                  <a:pt x="9903881" y="3178663"/>
                  <a:pt x="9903822" y="3184286"/>
                  <a:pt x="9902510" y="3189869"/>
                </a:cubicBezTo>
                <a:cubicBezTo>
                  <a:pt x="9902553" y="3220958"/>
                  <a:pt x="9900102" y="3251607"/>
                  <a:pt x="9895043" y="3281619"/>
                </a:cubicBezTo>
                <a:lnTo>
                  <a:pt x="9894505" y="3288243"/>
                </a:lnTo>
                <a:cubicBezTo>
                  <a:pt x="9894335" y="3288248"/>
                  <a:pt x="9894167" y="3288253"/>
                  <a:pt x="9893999" y="3288305"/>
                </a:cubicBezTo>
                <a:cubicBezTo>
                  <a:pt x="9843724" y="3638399"/>
                  <a:pt x="9562685" y="3916971"/>
                  <a:pt x="9203834" y="3975903"/>
                </a:cubicBezTo>
                <a:lnTo>
                  <a:pt x="9203718" y="3977042"/>
                </a:lnTo>
                <a:cubicBezTo>
                  <a:pt x="9198407" y="3978045"/>
                  <a:pt x="9193078" y="3978986"/>
                  <a:pt x="9187501" y="3978570"/>
                </a:cubicBezTo>
                <a:cubicBezTo>
                  <a:pt x="9156329" y="3984080"/>
                  <a:pt x="9124449" y="3987038"/>
                  <a:pt x="9092074" y="3987561"/>
                </a:cubicBezTo>
                <a:lnTo>
                  <a:pt x="9074956" y="3989174"/>
                </a:lnTo>
                <a:lnTo>
                  <a:pt x="9074930" y="3988683"/>
                </a:lnTo>
                <a:lnTo>
                  <a:pt x="9074431" y="3988716"/>
                </a:lnTo>
                <a:cubicBezTo>
                  <a:pt x="9073865" y="3984944"/>
                  <a:pt x="9073838" y="3981158"/>
                  <a:pt x="9073838" y="3977366"/>
                </a:cubicBezTo>
                <a:cubicBezTo>
                  <a:pt x="9073838" y="3971728"/>
                  <a:pt x="9073897" y="3966104"/>
                  <a:pt x="9075209" y="3960518"/>
                </a:cubicBezTo>
                <a:cubicBezTo>
                  <a:pt x="9075166" y="3929436"/>
                  <a:pt x="9077616" y="3898794"/>
                  <a:pt x="9082673" y="3868787"/>
                </a:cubicBezTo>
                <a:lnTo>
                  <a:pt x="9083213" y="3862150"/>
                </a:lnTo>
                <a:cubicBezTo>
                  <a:pt x="9083382" y="3862145"/>
                  <a:pt x="9083551" y="3862140"/>
                  <a:pt x="9083718" y="3862087"/>
                </a:cubicBezTo>
                <a:cubicBezTo>
                  <a:pt x="9133995" y="3511992"/>
                  <a:pt x="9415034" y="3233421"/>
                  <a:pt x="9773884" y="3174489"/>
                </a:cubicBezTo>
                <a:lnTo>
                  <a:pt x="9774001" y="3173350"/>
                </a:lnTo>
                <a:cubicBezTo>
                  <a:pt x="9779310" y="3172348"/>
                  <a:pt x="9784638" y="3171407"/>
                  <a:pt x="9790214" y="3171823"/>
                </a:cubicBezTo>
                <a:cubicBezTo>
                  <a:pt x="9821397" y="3166310"/>
                  <a:pt x="9853290" y="3163352"/>
                  <a:pt x="9885676" y="3162829"/>
                </a:cubicBezTo>
                <a:close/>
                <a:moveTo>
                  <a:pt x="8224400" y="3161219"/>
                </a:moveTo>
                <a:lnTo>
                  <a:pt x="8241488" y="3162829"/>
                </a:lnTo>
                <a:cubicBezTo>
                  <a:pt x="8273873" y="3163352"/>
                  <a:pt x="8305766" y="3166310"/>
                  <a:pt x="8336949" y="3171823"/>
                </a:cubicBezTo>
                <a:cubicBezTo>
                  <a:pt x="8342525" y="3171407"/>
                  <a:pt x="8347853" y="3172348"/>
                  <a:pt x="8353162" y="3173350"/>
                </a:cubicBezTo>
                <a:lnTo>
                  <a:pt x="8353279" y="3174489"/>
                </a:lnTo>
                <a:cubicBezTo>
                  <a:pt x="8712129" y="3233421"/>
                  <a:pt x="8993168" y="3511992"/>
                  <a:pt x="9043444" y="3862087"/>
                </a:cubicBezTo>
                <a:cubicBezTo>
                  <a:pt x="9043612" y="3862140"/>
                  <a:pt x="9043781" y="3862145"/>
                  <a:pt x="9043950" y="3862150"/>
                </a:cubicBezTo>
                <a:lnTo>
                  <a:pt x="9044490" y="3868787"/>
                </a:lnTo>
                <a:cubicBezTo>
                  <a:pt x="9049547" y="3898794"/>
                  <a:pt x="9051997" y="3929436"/>
                  <a:pt x="9051954" y="3960518"/>
                </a:cubicBezTo>
                <a:cubicBezTo>
                  <a:pt x="9053266" y="3966104"/>
                  <a:pt x="9053325" y="3971728"/>
                  <a:pt x="9053325" y="3977366"/>
                </a:cubicBezTo>
                <a:cubicBezTo>
                  <a:pt x="9053325" y="3981158"/>
                  <a:pt x="9053298" y="3984944"/>
                  <a:pt x="9052732" y="3988716"/>
                </a:cubicBezTo>
                <a:lnTo>
                  <a:pt x="9052233" y="3988683"/>
                </a:lnTo>
                <a:lnTo>
                  <a:pt x="9052207" y="3989174"/>
                </a:lnTo>
                <a:lnTo>
                  <a:pt x="9035089" y="3987561"/>
                </a:lnTo>
                <a:cubicBezTo>
                  <a:pt x="9002714" y="3987038"/>
                  <a:pt x="8970834" y="3984080"/>
                  <a:pt x="8939662" y="3978570"/>
                </a:cubicBezTo>
                <a:cubicBezTo>
                  <a:pt x="8934085" y="3978986"/>
                  <a:pt x="8928756" y="3978045"/>
                  <a:pt x="8923445" y="3977042"/>
                </a:cubicBezTo>
                <a:lnTo>
                  <a:pt x="8923329" y="3975903"/>
                </a:lnTo>
                <a:cubicBezTo>
                  <a:pt x="8564478" y="3916971"/>
                  <a:pt x="8283439" y="3638399"/>
                  <a:pt x="8233164" y="3288305"/>
                </a:cubicBezTo>
                <a:cubicBezTo>
                  <a:pt x="8232996" y="3288253"/>
                  <a:pt x="8232828" y="3288248"/>
                  <a:pt x="8232658" y="3288243"/>
                </a:cubicBezTo>
                <a:lnTo>
                  <a:pt x="8232120" y="3281619"/>
                </a:lnTo>
                <a:cubicBezTo>
                  <a:pt x="8227061" y="3251607"/>
                  <a:pt x="8224611" y="3220958"/>
                  <a:pt x="8224653" y="3189869"/>
                </a:cubicBezTo>
                <a:cubicBezTo>
                  <a:pt x="8223341" y="3184286"/>
                  <a:pt x="8223282" y="3178663"/>
                  <a:pt x="8223282" y="3173027"/>
                </a:cubicBezTo>
                <a:lnTo>
                  <a:pt x="8223876" y="3161677"/>
                </a:lnTo>
                <a:lnTo>
                  <a:pt x="8224374" y="3161709"/>
                </a:lnTo>
                <a:close/>
                <a:moveTo>
                  <a:pt x="8210612" y="3161219"/>
                </a:moveTo>
                <a:lnTo>
                  <a:pt x="8210638" y="3161709"/>
                </a:lnTo>
                <a:lnTo>
                  <a:pt x="8211136" y="3161677"/>
                </a:lnTo>
                <a:lnTo>
                  <a:pt x="8211730" y="3173027"/>
                </a:lnTo>
                <a:cubicBezTo>
                  <a:pt x="8211730" y="3178663"/>
                  <a:pt x="8211672" y="3184286"/>
                  <a:pt x="8210360" y="3189869"/>
                </a:cubicBezTo>
                <a:cubicBezTo>
                  <a:pt x="8210402" y="3220958"/>
                  <a:pt x="8207951" y="3251607"/>
                  <a:pt x="8202893" y="3281619"/>
                </a:cubicBezTo>
                <a:lnTo>
                  <a:pt x="8202354" y="3288243"/>
                </a:lnTo>
                <a:cubicBezTo>
                  <a:pt x="8202185" y="3288248"/>
                  <a:pt x="8202016" y="3288253"/>
                  <a:pt x="8201849" y="3288305"/>
                </a:cubicBezTo>
                <a:cubicBezTo>
                  <a:pt x="8151573" y="3638399"/>
                  <a:pt x="7870534" y="3916971"/>
                  <a:pt x="7511683" y="3975903"/>
                </a:cubicBezTo>
                <a:lnTo>
                  <a:pt x="7511567" y="3977042"/>
                </a:lnTo>
                <a:cubicBezTo>
                  <a:pt x="7506256" y="3978045"/>
                  <a:pt x="7500927" y="3978986"/>
                  <a:pt x="7495350" y="3978570"/>
                </a:cubicBezTo>
                <a:cubicBezTo>
                  <a:pt x="7464178" y="3984080"/>
                  <a:pt x="7432298" y="3987038"/>
                  <a:pt x="7399924" y="3987561"/>
                </a:cubicBezTo>
                <a:lnTo>
                  <a:pt x="7382805" y="3989174"/>
                </a:lnTo>
                <a:lnTo>
                  <a:pt x="7382779" y="3988683"/>
                </a:lnTo>
                <a:lnTo>
                  <a:pt x="7382280" y="3988716"/>
                </a:lnTo>
                <a:cubicBezTo>
                  <a:pt x="7381714" y="3984944"/>
                  <a:pt x="7381687" y="3981158"/>
                  <a:pt x="7381687" y="3977366"/>
                </a:cubicBezTo>
                <a:cubicBezTo>
                  <a:pt x="7381687" y="3971728"/>
                  <a:pt x="7381746" y="3966104"/>
                  <a:pt x="7383058" y="3960518"/>
                </a:cubicBezTo>
                <a:cubicBezTo>
                  <a:pt x="7383016" y="3929436"/>
                  <a:pt x="7385465" y="3898794"/>
                  <a:pt x="7390522" y="3868787"/>
                </a:cubicBezTo>
                <a:lnTo>
                  <a:pt x="7391062" y="3862150"/>
                </a:lnTo>
                <a:cubicBezTo>
                  <a:pt x="7391231" y="3862145"/>
                  <a:pt x="7391400" y="3862140"/>
                  <a:pt x="7391568" y="3862087"/>
                </a:cubicBezTo>
                <a:cubicBezTo>
                  <a:pt x="7441844" y="3511992"/>
                  <a:pt x="7722883" y="3233421"/>
                  <a:pt x="8081734" y="3174489"/>
                </a:cubicBezTo>
                <a:lnTo>
                  <a:pt x="8081851" y="3173350"/>
                </a:lnTo>
                <a:cubicBezTo>
                  <a:pt x="8087159" y="3172348"/>
                  <a:pt x="8092487" y="3171407"/>
                  <a:pt x="8098063" y="3171823"/>
                </a:cubicBezTo>
                <a:cubicBezTo>
                  <a:pt x="8129247" y="3166310"/>
                  <a:pt x="8161139" y="3163352"/>
                  <a:pt x="8193525" y="3162829"/>
                </a:cubicBezTo>
                <a:close/>
                <a:moveTo>
                  <a:pt x="6532249" y="3161219"/>
                </a:moveTo>
                <a:lnTo>
                  <a:pt x="6549337" y="3162829"/>
                </a:lnTo>
                <a:cubicBezTo>
                  <a:pt x="6581722" y="3163352"/>
                  <a:pt x="6613615" y="3166310"/>
                  <a:pt x="6644798" y="3171823"/>
                </a:cubicBezTo>
                <a:cubicBezTo>
                  <a:pt x="6650374" y="3171407"/>
                  <a:pt x="6655702" y="3172348"/>
                  <a:pt x="6661011" y="3173350"/>
                </a:cubicBezTo>
                <a:lnTo>
                  <a:pt x="6661128" y="3174489"/>
                </a:lnTo>
                <a:cubicBezTo>
                  <a:pt x="7019978" y="3233421"/>
                  <a:pt x="7301017" y="3511992"/>
                  <a:pt x="7351294" y="3862087"/>
                </a:cubicBezTo>
                <a:cubicBezTo>
                  <a:pt x="7351461" y="3862140"/>
                  <a:pt x="7351631" y="3862145"/>
                  <a:pt x="7351799" y="3862150"/>
                </a:cubicBezTo>
                <a:lnTo>
                  <a:pt x="7352340" y="3868787"/>
                </a:lnTo>
                <a:cubicBezTo>
                  <a:pt x="7357396" y="3898794"/>
                  <a:pt x="7359846" y="3929436"/>
                  <a:pt x="7359804" y="3960518"/>
                </a:cubicBezTo>
                <a:cubicBezTo>
                  <a:pt x="7361116" y="3966104"/>
                  <a:pt x="7361174" y="3971728"/>
                  <a:pt x="7361174" y="3977366"/>
                </a:cubicBezTo>
                <a:cubicBezTo>
                  <a:pt x="7361174" y="3981158"/>
                  <a:pt x="7361147" y="3984944"/>
                  <a:pt x="7360581" y="3988716"/>
                </a:cubicBezTo>
                <a:lnTo>
                  <a:pt x="7360082" y="3988683"/>
                </a:lnTo>
                <a:lnTo>
                  <a:pt x="7360056" y="3989174"/>
                </a:lnTo>
                <a:lnTo>
                  <a:pt x="7342938" y="3987561"/>
                </a:lnTo>
                <a:cubicBezTo>
                  <a:pt x="7310564" y="3987038"/>
                  <a:pt x="7278683" y="3984080"/>
                  <a:pt x="7247511" y="3978570"/>
                </a:cubicBezTo>
                <a:cubicBezTo>
                  <a:pt x="7241934" y="3978986"/>
                  <a:pt x="7236605" y="3978045"/>
                  <a:pt x="7231295" y="3977042"/>
                </a:cubicBezTo>
                <a:lnTo>
                  <a:pt x="7231179" y="3975903"/>
                </a:lnTo>
                <a:cubicBezTo>
                  <a:pt x="6872327" y="3916971"/>
                  <a:pt x="6591288" y="3638399"/>
                  <a:pt x="6541013" y="3288305"/>
                </a:cubicBezTo>
                <a:cubicBezTo>
                  <a:pt x="6540845" y="3288253"/>
                  <a:pt x="6540677" y="3288248"/>
                  <a:pt x="6540507" y="3288243"/>
                </a:cubicBezTo>
                <a:lnTo>
                  <a:pt x="6539969" y="3281619"/>
                </a:lnTo>
                <a:cubicBezTo>
                  <a:pt x="6534910" y="3251607"/>
                  <a:pt x="6532460" y="3220958"/>
                  <a:pt x="6532502" y="3189869"/>
                </a:cubicBezTo>
                <a:cubicBezTo>
                  <a:pt x="6531190" y="3184286"/>
                  <a:pt x="6531131" y="3178663"/>
                  <a:pt x="6531131" y="3173027"/>
                </a:cubicBezTo>
                <a:lnTo>
                  <a:pt x="6531725" y="3161677"/>
                </a:lnTo>
                <a:lnTo>
                  <a:pt x="6532223" y="3161709"/>
                </a:lnTo>
                <a:close/>
                <a:moveTo>
                  <a:pt x="6518461" y="3161219"/>
                </a:moveTo>
                <a:lnTo>
                  <a:pt x="6518487" y="3161709"/>
                </a:lnTo>
                <a:lnTo>
                  <a:pt x="6518985" y="3161677"/>
                </a:lnTo>
                <a:lnTo>
                  <a:pt x="6519579" y="3173027"/>
                </a:lnTo>
                <a:cubicBezTo>
                  <a:pt x="6519579" y="3178663"/>
                  <a:pt x="6519520" y="3184286"/>
                  <a:pt x="6518208" y="3189869"/>
                </a:cubicBezTo>
                <a:cubicBezTo>
                  <a:pt x="6518250" y="3220958"/>
                  <a:pt x="6515800" y="3251607"/>
                  <a:pt x="6510741" y="3281619"/>
                </a:cubicBezTo>
                <a:lnTo>
                  <a:pt x="6510203" y="3288243"/>
                </a:lnTo>
                <a:cubicBezTo>
                  <a:pt x="6510033" y="3288248"/>
                  <a:pt x="6509865" y="3288253"/>
                  <a:pt x="6509697" y="3288305"/>
                </a:cubicBezTo>
                <a:cubicBezTo>
                  <a:pt x="6459422" y="3638399"/>
                  <a:pt x="6178383" y="3916971"/>
                  <a:pt x="5819531" y="3975903"/>
                </a:cubicBezTo>
                <a:lnTo>
                  <a:pt x="5819415" y="3977042"/>
                </a:lnTo>
                <a:cubicBezTo>
                  <a:pt x="5814105" y="3978045"/>
                  <a:pt x="5808776" y="3978986"/>
                  <a:pt x="5803199" y="3978570"/>
                </a:cubicBezTo>
                <a:cubicBezTo>
                  <a:pt x="5772027" y="3984080"/>
                  <a:pt x="5740146" y="3987038"/>
                  <a:pt x="5707772" y="3987561"/>
                </a:cubicBezTo>
                <a:lnTo>
                  <a:pt x="5690654" y="3989174"/>
                </a:lnTo>
                <a:lnTo>
                  <a:pt x="5690628" y="3988683"/>
                </a:lnTo>
                <a:lnTo>
                  <a:pt x="5690129" y="3988716"/>
                </a:lnTo>
                <a:cubicBezTo>
                  <a:pt x="5689563" y="3984944"/>
                  <a:pt x="5689536" y="3981158"/>
                  <a:pt x="5689536" y="3977366"/>
                </a:cubicBezTo>
                <a:cubicBezTo>
                  <a:pt x="5689536" y="3971728"/>
                  <a:pt x="5689594" y="3966104"/>
                  <a:pt x="5690906" y="3960518"/>
                </a:cubicBezTo>
                <a:cubicBezTo>
                  <a:pt x="5690864" y="3929436"/>
                  <a:pt x="5693314" y="3898794"/>
                  <a:pt x="5698370" y="3868787"/>
                </a:cubicBezTo>
                <a:lnTo>
                  <a:pt x="5698911" y="3862150"/>
                </a:lnTo>
                <a:cubicBezTo>
                  <a:pt x="5699079" y="3862145"/>
                  <a:pt x="5699249" y="3862140"/>
                  <a:pt x="5699416" y="3862087"/>
                </a:cubicBezTo>
                <a:cubicBezTo>
                  <a:pt x="5749693" y="3511992"/>
                  <a:pt x="6030732" y="3233421"/>
                  <a:pt x="6389582" y="3174489"/>
                </a:cubicBezTo>
                <a:lnTo>
                  <a:pt x="6389699" y="3173350"/>
                </a:lnTo>
                <a:cubicBezTo>
                  <a:pt x="6395008" y="3172348"/>
                  <a:pt x="6400336" y="3171407"/>
                  <a:pt x="6405912" y="3171823"/>
                </a:cubicBezTo>
                <a:cubicBezTo>
                  <a:pt x="6437095" y="3166310"/>
                  <a:pt x="6468988" y="3163352"/>
                  <a:pt x="6501373" y="3162829"/>
                </a:cubicBezTo>
                <a:close/>
                <a:moveTo>
                  <a:pt x="4840098" y="3161219"/>
                </a:moveTo>
                <a:lnTo>
                  <a:pt x="4857185" y="3162829"/>
                </a:lnTo>
                <a:cubicBezTo>
                  <a:pt x="4889571" y="3163352"/>
                  <a:pt x="4921463" y="3166310"/>
                  <a:pt x="4952647" y="3171823"/>
                </a:cubicBezTo>
                <a:cubicBezTo>
                  <a:pt x="4958223" y="3171407"/>
                  <a:pt x="4963551" y="3172348"/>
                  <a:pt x="4968859" y="3173350"/>
                </a:cubicBezTo>
                <a:lnTo>
                  <a:pt x="4968976" y="3174489"/>
                </a:lnTo>
                <a:cubicBezTo>
                  <a:pt x="5327827" y="3233421"/>
                  <a:pt x="5608866" y="3511992"/>
                  <a:pt x="5659142" y="3862087"/>
                </a:cubicBezTo>
                <a:cubicBezTo>
                  <a:pt x="5659310" y="3862140"/>
                  <a:pt x="5659479" y="3862145"/>
                  <a:pt x="5659648" y="3862150"/>
                </a:cubicBezTo>
                <a:lnTo>
                  <a:pt x="5660188" y="3868787"/>
                </a:lnTo>
                <a:cubicBezTo>
                  <a:pt x="5665245" y="3898794"/>
                  <a:pt x="5667694" y="3929436"/>
                  <a:pt x="5667652" y="3960518"/>
                </a:cubicBezTo>
                <a:cubicBezTo>
                  <a:pt x="5668964" y="3966104"/>
                  <a:pt x="5669023" y="3971728"/>
                  <a:pt x="5669023" y="3977366"/>
                </a:cubicBezTo>
                <a:cubicBezTo>
                  <a:pt x="5669023" y="3981158"/>
                  <a:pt x="5668996" y="3984944"/>
                  <a:pt x="5668430" y="3988716"/>
                </a:cubicBezTo>
                <a:lnTo>
                  <a:pt x="5667931" y="3988683"/>
                </a:lnTo>
                <a:lnTo>
                  <a:pt x="5667905" y="3989174"/>
                </a:lnTo>
                <a:lnTo>
                  <a:pt x="5650786" y="3987561"/>
                </a:lnTo>
                <a:cubicBezTo>
                  <a:pt x="5618412" y="3987038"/>
                  <a:pt x="5586532" y="3984080"/>
                  <a:pt x="5555360" y="3978570"/>
                </a:cubicBezTo>
                <a:cubicBezTo>
                  <a:pt x="5549783" y="3978986"/>
                  <a:pt x="5544454" y="3978045"/>
                  <a:pt x="5539143" y="3977042"/>
                </a:cubicBezTo>
                <a:lnTo>
                  <a:pt x="5539027" y="3975903"/>
                </a:lnTo>
                <a:cubicBezTo>
                  <a:pt x="5180176" y="3916971"/>
                  <a:pt x="4899137" y="3638399"/>
                  <a:pt x="4848861" y="3288305"/>
                </a:cubicBezTo>
                <a:cubicBezTo>
                  <a:pt x="4848694" y="3288253"/>
                  <a:pt x="4848525" y="3288248"/>
                  <a:pt x="4848356" y="3288243"/>
                </a:cubicBezTo>
                <a:lnTo>
                  <a:pt x="4847817" y="3281619"/>
                </a:lnTo>
                <a:cubicBezTo>
                  <a:pt x="4842759" y="3251607"/>
                  <a:pt x="4840308" y="3220958"/>
                  <a:pt x="4840350" y="3189869"/>
                </a:cubicBezTo>
                <a:cubicBezTo>
                  <a:pt x="4839038" y="3184286"/>
                  <a:pt x="4838980" y="3178663"/>
                  <a:pt x="4838980" y="3173027"/>
                </a:cubicBezTo>
                <a:lnTo>
                  <a:pt x="4839574" y="3161677"/>
                </a:lnTo>
                <a:lnTo>
                  <a:pt x="4840072" y="3161709"/>
                </a:lnTo>
                <a:close/>
                <a:moveTo>
                  <a:pt x="4826310" y="3161219"/>
                </a:moveTo>
                <a:lnTo>
                  <a:pt x="4826336" y="3161709"/>
                </a:lnTo>
                <a:lnTo>
                  <a:pt x="4826834" y="3161677"/>
                </a:lnTo>
                <a:lnTo>
                  <a:pt x="4827428" y="3173027"/>
                </a:lnTo>
                <a:cubicBezTo>
                  <a:pt x="4827428" y="3178663"/>
                  <a:pt x="4827369" y="3184286"/>
                  <a:pt x="4826057" y="3189869"/>
                </a:cubicBezTo>
                <a:cubicBezTo>
                  <a:pt x="4826099" y="3220958"/>
                  <a:pt x="4823649" y="3251607"/>
                  <a:pt x="4818590" y="3281619"/>
                </a:cubicBezTo>
                <a:lnTo>
                  <a:pt x="4818052" y="3288243"/>
                </a:lnTo>
                <a:cubicBezTo>
                  <a:pt x="4817882" y="3288248"/>
                  <a:pt x="4817714" y="3288253"/>
                  <a:pt x="4817546" y="3288305"/>
                </a:cubicBezTo>
                <a:cubicBezTo>
                  <a:pt x="4767271" y="3638399"/>
                  <a:pt x="4486232" y="3916971"/>
                  <a:pt x="4127381" y="3975903"/>
                </a:cubicBezTo>
                <a:lnTo>
                  <a:pt x="4127264" y="3977042"/>
                </a:lnTo>
                <a:cubicBezTo>
                  <a:pt x="4121954" y="3978045"/>
                  <a:pt x="4116625" y="3978986"/>
                  <a:pt x="4111048" y="3978570"/>
                </a:cubicBezTo>
                <a:cubicBezTo>
                  <a:pt x="4079876" y="3984080"/>
                  <a:pt x="4047996" y="3987038"/>
                  <a:pt x="4015621" y="3987561"/>
                </a:cubicBezTo>
                <a:lnTo>
                  <a:pt x="3998503" y="3989174"/>
                </a:lnTo>
                <a:lnTo>
                  <a:pt x="3998477" y="3988683"/>
                </a:lnTo>
                <a:lnTo>
                  <a:pt x="3997978" y="3988716"/>
                </a:lnTo>
                <a:cubicBezTo>
                  <a:pt x="3997412" y="3984944"/>
                  <a:pt x="3997385" y="3981158"/>
                  <a:pt x="3997385" y="3977366"/>
                </a:cubicBezTo>
                <a:cubicBezTo>
                  <a:pt x="3997385" y="3971728"/>
                  <a:pt x="3997443" y="3966104"/>
                  <a:pt x="3998755" y="3960518"/>
                </a:cubicBezTo>
                <a:cubicBezTo>
                  <a:pt x="3998713" y="3929436"/>
                  <a:pt x="4001163" y="3898794"/>
                  <a:pt x="4006219" y="3868787"/>
                </a:cubicBezTo>
                <a:lnTo>
                  <a:pt x="4006760" y="3862150"/>
                </a:lnTo>
                <a:cubicBezTo>
                  <a:pt x="4006928" y="3862145"/>
                  <a:pt x="4007098" y="3862140"/>
                  <a:pt x="4007265" y="3862087"/>
                </a:cubicBezTo>
                <a:cubicBezTo>
                  <a:pt x="4057542" y="3511992"/>
                  <a:pt x="4338581" y="3233421"/>
                  <a:pt x="4697431" y="3174489"/>
                </a:cubicBezTo>
                <a:lnTo>
                  <a:pt x="4697548" y="3173350"/>
                </a:lnTo>
                <a:cubicBezTo>
                  <a:pt x="4702857" y="3172348"/>
                  <a:pt x="4708185" y="3171407"/>
                  <a:pt x="4713761" y="3171823"/>
                </a:cubicBezTo>
                <a:cubicBezTo>
                  <a:pt x="4744944" y="3166310"/>
                  <a:pt x="4776837" y="3163352"/>
                  <a:pt x="4809222" y="3162829"/>
                </a:cubicBezTo>
                <a:close/>
                <a:moveTo>
                  <a:pt x="3147947" y="3161219"/>
                </a:moveTo>
                <a:lnTo>
                  <a:pt x="3165034" y="3162829"/>
                </a:lnTo>
                <a:cubicBezTo>
                  <a:pt x="3197420" y="3163352"/>
                  <a:pt x="3229312" y="3166310"/>
                  <a:pt x="3260496" y="3171823"/>
                </a:cubicBezTo>
                <a:cubicBezTo>
                  <a:pt x="3266072" y="3171407"/>
                  <a:pt x="3271400" y="3172348"/>
                  <a:pt x="3276708" y="3173350"/>
                </a:cubicBezTo>
                <a:lnTo>
                  <a:pt x="3276826" y="3174489"/>
                </a:lnTo>
                <a:cubicBezTo>
                  <a:pt x="3635676" y="3233421"/>
                  <a:pt x="3916715" y="3511992"/>
                  <a:pt x="3966991" y="3862087"/>
                </a:cubicBezTo>
                <a:cubicBezTo>
                  <a:pt x="3967159" y="3862140"/>
                  <a:pt x="3967328" y="3862145"/>
                  <a:pt x="3967497" y="3862150"/>
                </a:cubicBezTo>
                <a:lnTo>
                  <a:pt x="3968037" y="3868787"/>
                </a:lnTo>
                <a:cubicBezTo>
                  <a:pt x="3973094" y="3898794"/>
                  <a:pt x="3975543" y="3929436"/>
                  <a:pt x="3975501" y="3960518"/>
                </a:cubicBezTo>
                <a:cubicBezTo>
                  <a:pt x="3976813" y="3966104"/>
                  <a:pt x="3976872" y="3971728"/>
                  <a:pt x="3976872" y="3977366"/>
                </a:cubicBezTo>
                <a:cubicBezTo>
                  <a:pt x="3976872" y="3981158"/>
                  <a:pt x="3976845" y="3984944"/>
                  <a:pt x="3976279" y="3988716"/>
                </a:cubicBezTo>
                <a:lnTo>
                  <a:pt x="3975780" y="3988683"/>
                </a:lnTo>
                <a:lnTo>
                  <a:pt x="3975754" y="3989174"/>
                </a:lnTo>
                <a:lnTo>
                  <a:pt x="3958635" y="3987561"/>
                </a:lnTo>
                <a:cubicBezTo>
                  <a:pt x="3926261" y="3987038"/>
                  <a:pt x="3894381" y="3984080"/>
                  <a:pt x="3863209" y="3978570"/>
                </a:cubicBezTo>
                <a:cubicBezTo>
                  <a:pt x="3857632" y="3978986"/>
                  <a:pt x="3852303" y="3978045"/>
                  <a:pt x="3846992" y="3977042"/>
                </a:cubicBezTo>
                <a:lnTo>
                  <a:pt x="3846876" y="3975903"/>
                </a:lnTo>
                <a:cubicBezTo>
                  <a:pt x="3488025" y="3916971"/>
                  <a:pt x="3206986" y="3638399"/>
                  <a:pt x="3156710" y="3288305"/>
                </a:cubicBezTo>
                <a:cubicBezTo>
                  <a:pt x="3156543" y="3288253"/>
                  <a:pt x="3156374" y="3288248"/>
                  <a:pt x="3156205" y="3288243"/>
                </a:cubicBezTo>
                <a:lnTo>
                  <a:pt x="3155667" y="3281619"/>
                </a:lnTo>
                <a:cubicBezTo>
                  <a:pt x="3150608" y="3251607"/>
                  <a:pt x="3148157" y="3220958"/>
                  <a:pt x="3148199" y="3189869"/>
                </a:cubicBezTo>
                <a:cubicBezTo>
                  <a:pt x="3146887" y="3184286"/>
                  <a:pt x="3146829" y="3178663"/>
                  <a:pt x="3146829" y="3173027"/>
                </a:cubicBezTo>
                <a:lnTo>
                  <a:pt x="3147423" y="3161677"/>
                </a:lnTo>
                <a:lnTo>
                  <a:pt x="3147921" y="3161709"/>
                </a:lnTo>
                <a:close/>
                <a:moveTo>
                  <a:pt x="3134159" y="3161219"/>
                </a:moveTo>
                <a:lnTo>
                  <a:pt x="3134185" y="3161709"/>
                </a:lnTo>
                <a:lnTo>
                  <a:pt x="3134683" y="3161677"/>
                </a:lnTo>
                <a:lnTo>
                  <a:pt x="3135277" y="3173027"/>
                </a:lnTo>
                <a:cubicBezTo>
                  <a:pt x="3135277" y="3178663"/>
                  <a:pt x="3135218" y="3184286"/>
                  <a:pt x="3133906" y="3189869"/>
                </a:cubicBezTo>
                <a:cubicBezTo>
                  <a:pt x="3133948" y="3220958"/>
                  <a:pt x="3131498" y="3251607"/>
                  <a:pt x="3126439" y="3281619"/>
                </a:cubicBezTo>
                <a:lnTo>
                  <a:pt x="3125901" y="3288243"/>
                </a:lnTo>
                <a:cubicBezTo>
                  <a:pt x="3125731" y="3288248"/>
                  <a:pt x="3125563" y="3288253"/>
                  <a:pt x="3125395" y="3288305"/>
                </a:cubicBezTo>
                <a:cubicBezTo>
                  <a:pt x="3075120" y="3638399"/>
                  <a:pt x="2794081" y="3916971"/>
                  <a:pt x="2435230" y="3975903"/>
                </a:cubicBezTo>
                <a:lnTo>
                  <a:pt x="2435113" y="3977042"/>
                </a:lnTo>
                <a:cubicBezTo>
                  <a:pt x="2429803" y="3978045"/>
                  <a:pt x="2424474" y="3978986"/>
                  <a:pt x="2418897" y="3978570"/>
                </a:cubicBezTo>
                <a:cubicBezTo>
                  <a:pt x="2387725" y="3984080"/>
                  <a:pt x="2355845" y="3987038"/>
                  <a:pt x="2323470" y="3987561"/>
                </a:cubicBezTo>
                <a:lnTo>
                  <a:pt x="2306352" y="3989174"/>
                </a:lnTo>
                <a:lnTo>
                  <a:pt x="2306326" y="3988683"/>
                </a:lnTo>
                <a:lnTo>
                  <a:pt x="2305827" y="3988716"/>
                </a:lnTo>
                <a:cubicBezTo>
                  <a:pt x="2305261" y="3984944"/>
                  <a:pt x="2305234" y="3981158"/>
                  <a:pt x="2305234" y="3977366"/>
                </a:cubicBezTo>
                <a:cubicBezTo>
                  <a:pt x="2305234" y="3971728"/>
                  <a:pt x="2305292" y="3966104"/>
                  <a:pt x="2306604" y="3960518"/>
                </a:cubicBezTo>
                <a:cubicBezTo>
                  <a:pt x="2306562" y="3929436"/>
                  <a:pt x="2309012" y="3898794"/>
                  <a:pt x="2314068" y="3868787"/>
                </a:cubicBezTo>
                <a:lnTo>
                  <a:pt x="2314609" y="3862150"/>
                </a:lnTo>
                <a:cubicBezTo>
                  <a:pt x="2314777" y="3862145"/>
                  <a:pt x="2314947" y="3862140"/>
                  <a:pt x="2315114" y="3862087"/>
                </a:cubicBezTo>
                <a:cubicBezTo>
                  <a:pt x="2365391" y="3511992"/>
                  <a:pt x="2646430" y="3233421"/>
                  <a:pt x="3005280" y="3174489"/>
                </a:cubicBezTo>
                <a:lnTo>
                  <a:pt x="3005397" y="3173350"/>
                </a:lnTo>
                <a:cubicBezTo>
                  <a:pt x="3010706" y="3172348"/>
                  <a:pt x="3016034" y="3171407"/>
                  <a:pt x="3021610" y="3171823"/>
                </a:cubicBezTo>
                <a:cubicBezTo>
                  <a:pt x="3052793" y="3166310"/>
                  <a:pt x="3084686" y="3163352"/>
                  <a:pt x="3117071" y="3162829"/>
                </a:cubicBezTo>
                <a:close/>
                <a:moveTo>
                  <a:pt x="1455796" y="3161219"/>
                </a:moveTo>
                <a:lnTo>
                  <a:pt x="1472883" y="3162829"/>
                </a:lnTo>
                <a:cubicBezTo>
                  <a:pt x="1505269" y="3163352"/>
                  <a:pt x="1537161" y="3166310"/>
                  <a:pt x="1568345" y="3171823"/>
                </a:cubicBezTo>
                <a:cubicBezTo>
                  <a:pt x="1573921" y="3171407"/>
                  <a:pt x="1579249" y="3172348"/>
                  <a:pt x="1584557" y="3173350"/>
                </a:cubicBezTo>
                <a:lnTo>
                  <a:pt x="1584675" y="3174489"/>
                </a:lnTo>
                <a:cubicBezTo>
                  <a:pt x="1943525" y="3233421"/>
                  <a:pt x="2224564" y="3511992"/>
                  <a:pt x="2274840" y="3862087"/>
                </a:cubicBezTo>
                <a:cubicBezTo>
                  <a:pt x="2275008" y="3862140"/>
                  <a:pt x="2275177" y="3862145"/>
                  <a:pt x="2275346" y="3862150"/>
                </a:cubicBezTo>
                <a:lnTo>
                  <a:pt x="2275886" y="3868787"/>
                </a:lnTo>
                <a:cubicBezTo>
                  <a:pt x="2280943" y="3898794"/>
                  <a:pt x="2283392" y="3929436"/>
                  <a:pt x="2283350" y="3960518"/>
                </a:cubicBezTo>
                <a:cubicBezTo>
                  <a:pt x="2284662" y="3966104"/>
                  <a:pt x="2284721" y="3971728"/>
                  <a:pt x="2284721" y="3977366"/>
                </a:cubicBezTo>
                <a:cubicBezTo>
                  <a:pt x="2284721" y="3981158"/>
                  <a:pt x="2284694" y="3984944"/>
                  <a:pt x="2284128" y="3988716"/>
                </a:cubicBezTo>
                <a:lnTo>
                  <a:pt x="2283629" y="3988683"/>
                </a:lnTo>
                <a:lnTo>
                  <a:pt x="2283603" y="3989174"/>
                </a:lnTo>
                <a:lnTo>
                  <a:pt x="2266484" y="3987561"/>
                </a:lnTo>
                <a:cubicBezTo>
                  <a:pt x="2234110" y="3987038"/>
                  <a:pt x="2202230" y="3984080"/>
                  <a:pt x="2171058" y="3978570"/>
                </a:cubicBezTo>
                <a:cubicBezTo>
                  <a:pt x="2165481" y="3978986"/>
                  <a:pt x="2160152" y="3978045"/>
                  <a:pt x="2154841" y="3977042"/>
                </a:cubicBezTo>
                <a:lnTo>
                  <a:pt x="2154725" y="3975903"/>
                </a:lnTo>
                <a:cubicBezTo>
                  <a:pt x="1795874" y="3916971"/>
                  <a:pt x="1514835" y="3638399"/>
                  <a:pt x="1464559" y="3288305"/>
                </a:cubicBezTo>
                <a:cubicBezTo>
                  <a:pt x="1464392" y="3288253"/>
                  <a:pt x="1464223" y="3288248"/>
                  <a:pt x="1464054" y="3288243"/>
                </a:cubicBezTo>
                <a:lnTo>
                  <a:pt x="1463515" y="3281619"/>
                </a:lnTo>
                <a:cubicBezTo>
                  <a:pt x="1458457" y="3251607"/>
                  <a:pt x="1456006" y="3220958"/>
                  <a:pt x="1456048" y="3189869"/>
                </a:cubicBezTo>
                <a:cubicBezTo>
                  <a:pt x="1454736" y="3184286"/>
                  <a:pt x="1454678" y="3178663"/>
                  <a:pt x="1454678" y="3173027"/>
                </a:cubicBezTo>
                <a:lnTo>
                  <a:pt x="1455272" y="3161677"/>
                </a:lnTo>
                <a:lnTo>
                  <a:pt x="1455770" y="3161709"/>
                </a:lnTo>
                <a:close/>
                <a:moveTo>
                  <a:pt x="1442008" y="3161219"/>
                </a:moveTo>
                <a:lnTo>
                  <a:pt x="1442034" y="3161709"/>
                </a:lnTo>
                <a:lnTo>
                  <a:pt x="1442532" y="3161677"/>
                </a:lnTo>
                <a:lnTo>
                  <a:pt x="1443126" y="3173027"/>
                </a:lnTo>
                <a:cubicBezTo>
                  <a:pt x="1443126" y="3178663"/>
                  <a:pt x="1443067" y="3184286"/>
                  <a:pt x="1441755" y="3189869"/>
                </a:cubicBezTo>
                <a:cubicBezTo>
                  <a:pt x="1441797" y="3220958"/>
                  <a:pt x="1439347" y="3251607"/>
                  <a:pt x="1434288" y="3281619"/>
                </a:cubicBezTo>
                <a:lnTo>
                  <a:pt x="1433750" y="3288243"/>
                </a:lnTo>
                <a:cubicBezTo>
                  <a:pt x="1433580" y="3288248"/>
                  <a:pt x="1433412" y="3288253"/>
                  <a:pt x="1433244" y="3288305"/>
                </a:cubicBezTo>
                <a:cubicBezTo>
                  <a:pt x="1382969" y="3638399"/>
                  <a:pt x="1101930" y="3916971"/>
                  <a:pt x="743079" y="3975903"/>
                </a:cubicBezTo>
                <a:lnTo>
                  <a:pt x="742962" y="3977042"/>
                </a:lnTo>
                <a:cubicBezTo>
                  <a:pt x="737652" y="3978045"/>
                  <a:pt x="732323" y="3978986"/>
                  <a:pt x="726746" y="3978570"/>
                </a:cubicBezTo>
                <a:cubicBezTo>
                  <a:pt x="695574" y="3984080"/>
                  <a:pt x="663693" y="3987038"/>
                  <a:pt x="631319" y="3987561"/>
                </a:cubicBezTo>
                <a:lnTo>
                  <a:pt x="614201" y="3989174"/>
                </a:lnTo>
                <a:lnTo>
                  <a:pt x="614175" y="3988683"/>
                </a:lnTo>
                <a:lnTo>
                  <a:pt x="613676" y="3988716"/>
                </a:lnTo>
                <a:cubicBezTo>
                  <a:pt x="613110" y="3984944"/>
                  <a:pt x="613083" y="3981158"/>
                  <a:pt x="613083" y="3977366"/>
                </a:cubicBezTo>
                <a:cubicBezTo>
                  <a:pt x="613083" y="3971728"/>
                  <a:pt x="613141" y="3966104"/>
                  <a:pt x="614453" y="3960518"/>
                </a:cubicBezTo>
                <a:cubicBezTo>
                  <a:pt x="614411" y="3929436"/>
                  <a:pt x="616861" y="3898794"/>
                  <a:pt x="621917" y="3868787"/>
                </a:cubicBezTo>
                <a:lnTo>
                  <a:pt x="622458" y="3862150"/>
                </a:lnTo>
                <a:cubicBezTo>
                  <a:pt x="622626" y="3862145"/>
                  <a:pt x="622796" y="3862140"/>
                  <a:pt x="622963" y="3862087"/>
                </a:cubicBezTo>
                <a:cubicBezTo>
                  <a:pt x="673240" y="3511992"/>
                  <a:pt x="954279" y="3233421"/>
                  <a:pt x="1313129" y="3174489"/>
                </a:cubicBezTo>
                <a:lnTo>
                  <a:pt x="1313246" y="3173350"/>
                </a:lnTo>
                <a:cubicBezTo>
                  <a:pt x="1318555" y="3172348"/>
                  <a:pt x="1323883" y="3171407"/>
                  <a:pt x="1329459" y="3171823"/>
                </a:cubicBezTo>
                <a:cubicBezTo>
                  <a:pt x="1360642" y="3166310"/>
                  <a:pt x="1392535" y="3163352"/>
                  <a:pt x="1424920" y="3162829"/>
                </a:cubicBezTo>
                <a:close/>
                <a:moveTo>
                  <a:pt x="10909360" y="2447425"/>
                </a:moveTo>
                <a:cubicBezTo>
                  <a:pt x="10962636" y="2718331"/>
                  <a:pt x="11177479" y="2933128"/>
                  <a:pt x="11452669" y="2992271"/>
                </a:cubicBezTo>
                <a:cubicBezTo>
                  <a:pt x="11399394" y="2721365"/>
                  <a:pt x="11184550" y="2506568"/>
                  <a:pt x="10909360" y="2447425"/>
                </a:cubicBezTo>
                <a:close/>
                <a:moveTo>
                  <a:pt x="10602109" y="2447425"/>
                </a:moveTo>
                <a:cubicBezTo>
                  <a:pt x="10326919" y="2506568"/>
                  <a:pt x="10112075" y="2721365"/>
                  <a:pt x="10058800" y="2992271"/>
                </a:cubicBezTo>
                <a:cubicBezTo>
                  <a:pt x="10333990" y="2933128"/>
                  <a:pt x="10548833" y="2718331"/>
                  <a:pt x="10602109" y="2447425"/>
                </a:cubicBezTo>
                <a:close/>
                <a:moveTo>
                  <a:pt x="9217207" y="2447425"/>
                </a:moveTo>
                <a:cubicBezTo>
                  <a:pt x="9270483" y="2718331"/>
                  <a:pt x="9485326" y="2933128"/>
                  <a:pt x="9760516" y="2992271"/>
                </a:cubicBezTo>
                <a:cubicBezTo>
                  <a:pt x="9707241" y="2721365"/>
                  <a:pt x="9492397" y="2506568"/>
                  <a:pt x="9217207" y="2447425"/>
                </a:cubicBezTo>
                <a:close/>
                <a:moveTo>
                  <a:pt x="8909958" y="2447425"/>
                </a:moveTo>
                <a:cubicBezTo>
                  <a:pt x="8634768" y="2506568"/>
                  <a:pt x="8419924" y="2721365"/>
                  <a:pt x="8366649" y="2992271"/>
                </a:cubicBezTo>
                <a:cubicBezTo>
                  <a:pt x="8641839" y="2933128"/>
                  <a:pt x="8856682" y="2718331"/>
                  <a:pt x="8909958" y="2447425"/>
                </a:cubicBezTo>
                <a:close/>
                <a:moveTo>
                  <a:pt x="7525056" y="2447425"/>
                </a:moveTo>
                <a:cubicBezTo>
                  <a:pt x="7578332" y="2718331"/>
                  <a:pt x="7793175" y="2933128"/>
                  <a:pt x="8068365" y="2992271"/>
                </a:cubicBezTo>
                <a:cubicBezTo>
                  <a:pt x="8015090" y="2721365"/>
                  <a:pt x="7800246" y="2506568"/>
                  <a:pt x="7525056" y="2447425"/>
                </a:cubicBezTo>
                <a:close/>
                <a:moveTo>
                  <a:pt x="7217807" y="2447425"/>
                </a:moveTo>
                <a:cubicBezTo>
                  <a:pt x="6942617" y="2506568"/>
                  <a:pt x="6727773" y="2721365"/>
                  <a:pt x="6674498" y="2992271"/>
                </a:cubicBezTo>
                <a:cubicBezTo>
                  <a:pt x="6949688" y="2933128"/>
                  <a:pt x="7164531" y="2718331"/>
                  <a:pt x="7217807" y="2447425"/>
                </a:cubicBezTo>
                <a:close/>
                <a:moveTo>
                  <a:pt x="5832905" y="2447425"/>
                </a:moveTo>
                <a:cubicBezTo>
                  <a:pt x="5886181" y="2718331"/>
                  <a:pt x="6101024" y="2933128"/>
                  <a:pt x="6376214" y="2992271"/>
                </a:cubicBezTo>
                <a:cubicBezTo>
                  <a:pt x="6322939" y="2721365"/>
                  <a:pt x="6108095" y="2506568"/>
                  <a:pt x="5832905" y="2447425"/>
                </a:cubicBezTo>
                <a:close/>
                <a:moveTo>
                  <a:pt x="5525656" y="2447425"/>
                </a:moveTo>
                <a:cubicBezTo>
                  <a:pt x="5250466" y="2506568"/>
                  <a:pt x="5035622" y="2721365"/>
                  <a:pt x="4982347" y="2992271"/>
                </a:cubicBezTo>
                <a:cubicBezTo>
                  <a:pt x="5257537" y="2933128"/>
                  <a:pt x="5472380" y="2718331"/>
                  <a:pt x="5525656" y="2447425"/>
                </a:cubicBezTo>
                <a:close/>
                <a:moveTo>
                  <a:pt x="4140754" y="2447425"/>
                </a:moveTo>
                <a:cubicBezTo>
                  <a:pt x="4194030" y="2718331"/>
                  <a:pt x="4408873" y="2933128"/>
                  <a:pt x="4684063" y="2992271"/>
                </a:cubicBezTo>
                <a:cubicBezTo>
                  <a:pt x="4630788" y="2721365"/>
                  <a:pt x="4415944" y="2506568"/>
                  <a:pt x="4140754" y="2447425"/>
                </a:cubicBezTo>
                <a:close/>
                <a:moveTo>
                  <a:pt x="3833505" y="2447425"/>
                </a:moveTo>
                <a:cubicBezTo>
                  <a:pt x="3558315" y="2506568"/>
                  <a:pt x="3343471" y="2721365"/>
                  <a:pt x="3290196" y="2992271"/>
                </a:cubicBezTo>
                <a:cubicBezTo>
                  <a:pt x="3565386" y="2933128"/>
                  <a:pt x="3780229" y="2718331"/>
                  <a:pt x="3833505" y="2447425"/>
                </a:cubicBezTo>
                <a:close/>
                <a:moveTo>
                  <a:pt x="2448603" y="2447425"/>
                </a:moveTo>
                <a:cubicBezTo>
                  <a:pt x="2501879" y="2718331"/>
                  <a:pt x="2716722" y="2933128"/>
                  <a:pt x="2991912" y="2992271"/>
                </a:cubicBezTo>
                <a:cubicBezTo>
                  <a:pt x="2938637" y="2721365"/>
                  <a:pt x="2723793" y="2506568"/>
                  <a:pt x="2448603" y="2447425"/>
                </a:cubicBezTo>
                <a:close/>
                <a:moveTo>
                  <a:pt x="2141354" y="2447425"/>
                </a:moveTo>
                <a:cubicBezTo>
                  <a:pt x="1866164" y="2506568"/>
                  <a:pt x="1651320" y="2721365"/>
                  <a:pt x="1598045" y="2992271"/>
                </a:cubicBezTo>
                <a:cubicBezTo>
                  <a:pt x="1873235" y="2933128"/>
                  <a:pt x="2088078" y="2718331"/>
                  <a:pt x="2141354" y="2447425"/>
                </a:cubicBezTo>
                <a:close/>
                <a:moveTo>
                  <a:pt x="756452" y="2447425"/>
                </a:moveTo>
                <a:cubicBezTo>
                  <a:pt x="809728" y="2718331"/>
                  <a:pt x="1024571" y="2933128"/>
                  <a:pt x="1299761" y="2992271"/>
                </a:cubicBezTo>
                <a:cubicBezTo>
                  <a:pt x="1246486" y="2721365"/>
                  <a:pt x="1031642" y="2506568"/>
                  <a:pt x="756452" y="2447425"/>
                </a:cubicBezTo>
                <a:close/>
                <a:moveTo>
                  <a:pt x="12192000" y="2344615"/>
                </a:moveTo>
                <a:lnTo>
                  <a:pt x="12192000" y="2477663"/>
                </a:lnTo>
                <a:cubicBezTo>
                  <a:pt x="11966807" y="2562375"/>
                  <a:pt x="11797421" y="2755980"/>
                  <a:pt x="11750953" y="2992271"/>
                </a:cubicBezTo>
                <a:cubicBezTo>
                  <a:pt x="11935988" y="2952504"/>
                  <a:pt x="12093739" y="2842365"/>
                  <a:pt x="12192000" y="2691161"/>
                </a:cubicBezTo>
                <a:lnTo>
                  <a:pt x="12192000" y="2892735"/>
                </a:lnTo>
                <a:cubicBezTo>
                  <a:pt x="12071770" y="3011736"/>
                  <a:pt x="11914089" y="3094511"/>
                  <a:pt x="11737582" y="3123727"/>
                </a:cubicBezTo>
                <a:lnTo>
                  <a:pt x="11737466" y="3124875"/>
                </a:lnTo>
                <a:cubicBezTo>
                  <a:pt x="11732155" y="3125886"/>
                  <a:pt x="11726826" y="3126834"/>
                  <a:pt x="11721249" y="3126415"/>
                </a:cubicBezTo>
                <a:cubicBezTo>
                  <a:pt x="11690077" y="3131969"/>
                  <a:pt x="11658197" y="3134950"/>
                  <a:pt x="11625822" y="3135477"/>
                </a:cubicBezTo>
                <a:lnTo>
                  <a:pt x="11608704" y="3137103"/>
                </a:lnTo>
                <a:lnTo>
                  <a:pt x="11608678" y="3136608"/>
                </a:lnTo>
                <a:lnTo>
                  <a:pt x="11608179" y="3136641"/>
                </a:lnTo>
                <a:cubicBezTo>
                  <a:pt x="11607613" y="3132839"/>
                  <a:pt x="11607586" y="3129023"/>
                  <a:pt x="11607586" y="3125201"/>
                </a:cubicBezTo>
                <a:cubicBezTo>
                  <a:pt x="11607586" y="3119519"/>
                  <a:pt x="11607645" y="3113850"/>
                  <a:pt x="11608957" y="3108220"/>
                </a:cubicBezTo>
                <a:cubicBezTo>
                  <a:pt x="11608914" y="3076892"/>
                  <a:pt x="11611364" y="3046007"/>
                  <a:pt x="11616421" y="3015763"/>
                </a:cubicBezTo>
                <a:lnTo>
                  <a:pt x="11616961" y="3009073"/>
                </a:lnTo>
                <a:cubicBezTo>
                  <a:pt x="11617130" y="3009068"/>
                  <a:pt x="11617299" y="3009063"/>
                  <a:pt x="11617466" y="3009010"/>
                </a:cubicBezTo>
                <a:cubicBezTo>
                  <a:pt x="11662185" y="2695154"/>
                  <a:pt x="11889463" y="2438329"/>
                  <a:pt x="12192000" y="2344615"/>
                </a:cubicBezTo>
                <a:close/>
                <a:moveTo>
                  <a:pt x="10767111" y="2302594"/>
                </a:moveTo>
                <a:lnTo>
                  <a:pt x="10784198" y="2304217"/>
                </a:lnTo>
                <a:cubicBezTo>
                  <a:pt x="10816584" y="2304744"/>
                  <a:pt x="10848477" y="2307725"/>
                  <a:pt x="10879660" y="2313282"/>
                </a:cubicBezTo>
                <a:cubicBezTo>
                  <a:pt x="10885236" y="2312863"/>
                  <a:pt x="10890564" y="2313811"/>
                  <a:pt x="10895873" y="2314821"/>
                </a:cubicBezTo>
                <a:lnTo>
                  <a:pt x="10895990" y="2315969"/>
                </a:lnTo>
                <a:cubicBezTo>
                  <a:pt x="11254840" y="2375367"/>
                  <a:pt x="11535879" y="2656144"/>
                  <a:pt x="11586156" y="3009010"/>
                </a:cubicBezTo>
                <a:cubicBezTo>
                  <a:pt x="11586323" y="3009063"/>
                  <a:pt x="11586492" y="3009068"/>
                  <a:pt x="11586661" y="3009073"/>
                </a:cubicBezTo>
                <a:lnTo>
                  <a:pt x="11587201" y="3015763"/>
                </a:lnTo>
                <a:cubicBezTo>
                  <a:pt x="11592258" y="3046007"/>
                  <a:pt x="11594708" y="3076892"/>
                  <a:pt x="11594665" y="3108220"/>
                </a:cubicBezTo>
                <a:cubicBezTo>
                  <a:pt x="11595977" y="3113850"/>
                  <a:pt x="11596036" y="3119519"/>
                  <a:pt x="11596036" y="3125201"/>
                </a:cubicBezTo>
                <a:cubicBezTo>
                  <a:pt x="11596036" y="3129023"/>
                  <a:pt x="11596009" y="3132839"/>
                  <a:pt x="11595443" y="3136641"/>
                </a:cubicBezTo>
                <a:lnTo>
                  <a:pt x="11594944" y="3136608"/>
                </a:lnTo>
                <a:lnTo>
                  <a:pt x="11594918" y="3137103"/>
                </a:lnTo>
                <a:lnTo>
                  <a:pt x="11577800" y="3135477"/>
                </a:lnTo>
                <a:cubicBezTo>
                  <a:pt x="11545425" y="3134950"/>
                  <a:pt x="11513545" y="3131969"/>
                  <a:pt x="11482373" y="3126415"/>
                </a:cubicBezTo>
                <a:cubicBezTo>
                  <a:pt x="11476796" y="3126834"/>
                  <a:pt x="11471467" y="3125886"/>
                  <a:pt x="11466156" y="3124875"/>
                </a:cubicBezTo>
                <a:lnTo>
                  <a:pt x="11466040" y="3123727"/>
                </a:lnTo>
                <a:cubicBezTo>
                  <a:pt x="11107189" y="3064328"/>
                  <a:pt x="10826150" y="2783551"/>
                  <a:pt x="10775875" y="2430686"/>
                </a:cubicBezTo>
                <a:cubicBezTo>
                  <a:pt x="10775707" y="2430633"/>
                  <a:pt x="10775539" y="2430628"/>
                  <a:pt x="10775369" y="2430623"/>
                </a:cubicBezTo>
                <a:lnTo>
                  <a:pt x="10774831" y="2423947"/>
                </a:lnTo>
                <a:cubicBezTo>
                  <a:pt x="10769772" y="2393697"/>
                  <a:pt x="10767321" y="2362806"/>
                  <a:pt x="10767364" y="2331471"/>
                </a:cubicBezTo>
                <a:cubicBezTo>
                  <a:pt x="10766052" y="2325843"/>
                  <a:pt x="10765993" y="2320176"/>
                  <a:pt x="10765993" y="2314495"/>
                </a:cubicBezTo>
                <a:lnTo>
                  <a:pt x="10766587" y="2303055"/>
                </a:lnTo>
                <a:lnTo>
                  <a:pt x="10767085" y="2303088"/>
                </a:lnTo>
                <a:close/>
                <a:moveTo>
                  <a:pt x="10744358" y="2302594"/>
                </a:moveTo>
                <a:lnTo>
                  <a:pt x="10744384" y="2303088"/>
                </a:lnTo>
                <a:lnTo>
                  <a:pt x="10744882" y="2303055"/>
                </a:lnTo>
                <a:lnTo>
                  <a:pt x="10745476" y="2314495"/>
                </a:lnTo>
                <a:cubicBezTo>
                  <a:pt x="10745476" y="2320176"/>
                  <a:pt x="10745417" y="2325843"/>
                  <a:pt x="10744105" y="2331471"/>
                </a:cubicBezTo>
                <a:cubicBezTo>
                  <a:pt x="10744148" y="2362806"/>
                  <a:pt x="10741697" y="2393697"/>
                  <a:pt x="10736638" y="2423947"/>
                </a:cubicBezTo>
                <a:lnTo>
                  <a:pt x="10736100" y="2430623"/>
                </a:lnTo>
                <a:cubicBezTo>
                  <a:pt x="10735930" y="2430628"/>
                  <a:pt x="10735762" y="2430633"/>
                  <a:pt x="10735594" y="2430686"/>
                </a:cubicBezTo>
                <a:cubicBezTo>
                  <a:pt x="10685319" y="2783551"/>
                  <a:pt x="10404280" y="3064328"/>
                  <a:pt x="10045429" y="3123727"/>
                </a:cubicBezTo>
                <a:lnTo>
                  <a:pt x="10045313" y="3124875"/>
                </a:lnTo>
                <a:cubicBezTo>
                  <a:pt x="10040002" y="3125886"/>
                  <a:pt x="10034673" y="3126834"/>
                  <a:pt x="10029096" y="3126415"/>
                </a:cubicBezTo>
                <a:cubicBezTo>
                  <a:pt x="9997924" y="3131969"/>
                  <a:pt x="9966044" y="3134950"/>
                  <a:pt x="9933669" y="3135477"/>
                </a:cubicBezTo>
                <a:lnTo>
                  <a:pt x="9916551" y="3137103"/>
                </a:lnTo>
                <a:lnTo>
                  <a:pt x="9916525" y="3136608"/>
                </a:lnTo>
                <a:lnTo>
                  <a:pt x="9916026" y="3136641"/>
                </a:lnTo>
                <a:cubicBezTo>
                  <a:pt x="9915460" y="3132839"/>
                  <a:pt x="9915433" y="3129023"/>
                  <a:pt x="9915433" y="3125201"/>
                </a:cubicBezTo>
                <a:cubicBezTo>
                  <a:pt x="9915433" y="3119519"/>
                  <a:pt x="9915492" y="3113850"/>
                  <a:pt x="9916804" y="3108220"/>
                </a:cubicBezTo>
                <a:cubicBezTo>
                  <a:pt x="9916761" y="3076892"/>
                  <a:pt x="9919211" y="3046007"/>
                  <a:pt x="9924268" y="3015763"/>
                </a:cubicBezTo>
                <a:lnTo>
                  <a:pt x="9924808" y="3009073"/>
                </a:lnTo>
                <a:cubicBezTo>
                  <a:pt x="9924977" y="3009068"/>
                  <a:pt x="9925146" y="3009063"/>
                  <a:pt x="9925314" y="3009010"/>
                </a:cubicBezTo>
                <a:cubicBezTo>
                  <a:pt x="9975590" y="2656144"/>
                  <a:pt x="10256629" y="2375367"/>
                  <a:pt x="10615479" y="2315969"/>
                </a:cubicBezTo>
                <a:lnTo>
                  <a:pt x="10615596" y="2314821"/>
                </a:lnTo>
                <a:cubicBezTo>
                  <a:pt x="10620905" y="2313811"/>
                  <a:pt x="10626233" y="2312863"/>
                  <a:pt x="10631809" y="2313282"/>
                </a:cubicBezTo>
                <a:cubicBezTo>
                  <a:pt x="10662992" y="2307725"/>
                  <a:pt x="10694885" y="2304744"/>
                  <a:pt x="10727271" y="2304217"/>
                </a:cubicBezTo>
                <a:close/>
                <a:moveTo>
                  <a:pt x="9074958" y="2302594"/>
                </a:moveTo>
                <a:lnTo>
                  <a:pt x="9092045" y="2304217"/>
                </a:lnTo>
                <a:cubicBezTo>
                  <a:pt x="9124431" y="2304744"/>
                  <a:pt x="9156324" y="2307725"/>
                  <a:pt x="9187507" y="2313282"/>
                </a:cubicBezTo>
                <a:cubicBezTo>
                  <a:pt x="9193083" y="2312863"/>
                  <a:pt x="9198411" y="2313811"/>
                  <a:pt x="9203720" y="2314821"/>
                </a:cubicBezTo>
                <a:lnTo>
                  <a:pt x="9203837" y="2315969"/>
                </a:lnTo>
                <a:cubicBezTo>
                  <a:pt x="9562687" y="2375367"/>
                  <a:pt x="9843726" y="2656144"/>
                  <a:pt x="9894002" y="3009010"/>
                </a:cubicBezTo>
                <a:cubicBezTo>
                  <a:pt x="9894170" y="3009063"/>
                  <a:pt x="9894339" y="3009068"/>
                  <a:pt x="9894508" y="3009073"/>
                </a:cubicBezTo>
                <a:lnTo>
                  <a:pt x="9895048" y="3015763"/>
                </a:lnTo>
                <a:cubicBezTo>
                  <a:pt x="9900105" y="3046007"/>
                  <a:pt x="9902555" y="3076892"/>
                  <a:pt x="9902512" y="3108220"/>
                </a:cubicBezTo>
                <a:cubicBezTo>
                  <a:pt x="9903824" y="3113850"/>
                  <a:pt x="9903883" y="3119519"/>
                  <a:pt x="9903883" y="3125201"/>
                </a:cubicBezTo>
                <a:cubicBezTo>
                  <a:pt x="9903883" y="3129023"/>
                  <a:pt x="9903856" y="3132839"/>
                  <a:pt x="9903290" y="3136641"/>
                </a:cubicBezTo>
                <a:lnTo>
                  <a:pt x="9902791" y="3136608"/>
                </a:lnTo>
                <a:lnTo>
                  <a:pt x="9902765" y="3137103"/>
                </a:lnTo>
                <a:lnTo>
                  <a:pt x="9885647" y="3135477"/>
                </a:lnTo>
                <a:cubicBezTo>
                  <a:pt x="9853272" y="3134950"/>
                  <a:pt x="9821392" y="3131969"/>
                  <a:pt x="9790220" y="3126415"/>
                </a:cubicBezTo>
                <a:cubicBezTo>
                  <a:pt x="9784643" y="3126834"/>
                  <a:pt x="9779314" y="3125886"/>
                  <a:pt x="9774003" y="3124875"/>
                </a:cubicBezTo>
                <a:lnTo>
                  <a:pt x="9773887" y="3123727"/>
                </a:lnTo>
                <a:cubicBezTo>
                  <a:pt x="9415036" y="3064328"/>
                  <a:pt x="9133997" y="2783551"/>
                  <a:pt x="9083722" y="2430686"/>
                </a:cubicBezTo>
                <a:cubicBezTo>
                  <a:pt x="9083554" y="2430633"/>
                  <a:pt x="9083386" y="2430628"/>
                  <a:pt x="9083216" y="2430623"/>
                </a:cubicBezTo>
                <a:lnTo>
                  <a:pt x="9082678" y="2423947"/>
                </a:lnTo>
                <a:cubicBezTo>
                  <a:pt x="9077619" y="2393697"/>
                  <a:pt x="9075168" y="2362806"/>
                  <a:pt x="9075211" y="2331471"/>
                </a:cubicBezTo>
                <a:cubicBezTo>
                  <a:pt x="9073899" y="2325843"/>
                  <a:pt x="9073840" y="2320176"/>
                  <a:pt x="9073840" y="2314495"/>
                </a:cubicBezTo>
                <a:lnTo>
                  <a:pt x="9074434" y="2303055"/>
                </a:lnTo>
                <a:lnTo>
                  <a:pt x="9074932" y="2303088"/>
                </a:lnTo>
                <a:close/>
                <a:moveTo>
                  <a:pt x="9052207" y="2302594"/>
                </a:moveTo>
                <a:lnTo>
                  <a:pt x="9052233" y="2303088"/>
                </a:lnTo>
                <a:lnTo>
                  <a:pt x="9052731" y="2303055"/>
                </a:lnTo>
                <a:lnTo>
                  <a:pt x="9053325" y="2314495"/>
                </a:lnTo>
                <a:cubicBezTo>
                  <a:pt x="9053325" y="2320176"/>
                  <a:pt x="9053266" y="2325843"/>
                  <a:pt x="9051954" y="2331471"/>
                </a:cubicBezTo>
                <a:cubicBezTo>
                  <a:pt x="9051997" y="2362806"/>
                  <a:pt x="9049546" y="2393697"/>
                  <a:pt x="9044487" y="2423947"/>
                </a:cubicBezTo>
                <a:lnTo>
                  <a:pt x="9043949" y="2430623"/>
                </a:lnTo>
                <a:cubicBezTo>
                  <a:pt x="9043779" y="2430628"/>
                  <a:pt x="9043611" y="2430633"/>
                  <a:pt x="9043443" y="2430686"/>
                </a:cubicBezTo>
                <a:cubicBezTo>
                  <a:pt x="8993168" y="2783551"/>
                  <a:pt x="8712129" y="3064328"/>
                  <a:pt x="8353278" y="3123727"/>
                </a:cubicBezTo>
                <a:lnTo>
                  <a:pt x="8353162" y="3124875"/>
                </a:lnTo>
                <a:cubicBezTo>
                  <a:pt x="8347851" y="3125886"/>
                  <a:pt x="8342522" y="3126834"/>
                  <a:pt x="8336945" y="3126415"/>
                </a:cubicBezTo>
                <a:cubicBezTo>
                  <a:pt x="8305773" y="3131969"/>
                  <a:pt x="8273893" y="3134950"/>
                  <a:pt x="8241519" y="3135477"/>
                </a:cubicBezTo>
                <a:lnTo>
                  <a:pt x="8224400" y="3137103"/>
                </a:lnTo>
                <a:lnTo>
                  <a:pt x="8224374" y="3136608"/>
                </a:lnTo>
                <a:lnTo>
                  <a:pt x="8223875" y="3136641"/>
                </a:lnTo>
                <a:cubicBezTo>
                  <a:pt x="8223309" y="3132839"/>
                  <a:pt x="8223282" y="3129023"/>
                  <a:pt x="8223282" y="3125201"/>
                </a:cubicBezTo>
                <a:cubicBezTo>
                  <a:pt x="8223282" y="3119519"/>
                  <a:pt x="8223341" y="3113850"/>
                  <a:pt x="8224653" y="3108220"/>
                </a:cubicBezTo>
                <a:cubicBezTo>
                  <a:pt x="8224611" y="3076892"/>
                  <a:pt x="8227060" y="3046007"/>
                  <a:pt x="8232117" y="3015763"/>
                </a:cubicBezTo>
                <a:lnTo>
                  <a:pt x="8232657" y="3009073"/>
                </a:lnTo>
                <a:cubicBezTo>
                  <a:pt x="8232826" y="3009068"/>
                  <a:pt x="8232995" y="3009063"/>
                  <a:pt x="8233163" y="3009010"/>
                </a:cubicBezTo>
                <a:cubicBezTo>
                  <a:pt x="8283439" y="2656144"/>
                  <a:pt x="8564478" y="2375367"/>
                  <a:pt x="8923328" y="2315969"/>
                </a:cubicBezTo>
                <a:lnTo>
                  <a:pt x="8923445" y="2314821"/>
                </a:lnTo>
                <a:cubicBezTo>
                  <a:pt x="8928754" y="2313811"/>
                  <a:pt x="8934082" y="2312863"/>
                  <a:pt x="8939658" y="2313282"/>
                </a:cubicBezTo>
                <a:cubicBezTo>
                  <a:pt x="8970841" y="2307725"/>
                  <a:pt x="9002734" y="2304744"/>
                  <a:pt x="9035120" y="2304217"/>
                </a:cubicBezTo>
                <a:close/>
                <a:moveTo>
                  <a:pt x="7382807" y="2302594"/>
                </a:moveTo>
                <a:lnTo>
                  <a:pt x="7399895" y="2304217"/>
                </a:lnTo>
                <a:cubicBezTo>
                  <a:pt x="7432280" y="2304744"/>
                  <a:pt x="7464173" y="2307725"/>
                  <a:pt x="7495356" y="2313282"/>
                </a:cubicBezTo>
                <a:cubicBezTo>
                  <a:pt x="7500932" y="2312863"/>
                  <a:pt x="7506260" y="2313811"/>
                  <a:pt x="7511569" y="2314821"/>
                </a:cubicBezTo>
                <a:lnTo>
                  <a:pt x="7511686" y="2315969"/>
                </a:lnTo>
                <a:cubicBezTo>
                  <a:pt x="7870536" y="2375367"/>
                  <a:pt x="8151575" y="2656144"/>
                  <a:pt x="8201852" y="3009010"/>
                </a:cubicBezTo>
                <a:cubicBezTo>
                  <a:pt x="8202019" y="3009063"/>
                  <a:pt x="8202189" y="3009068"/>
                  <a:pt x="8202357" y="3009073"/>
                </a:cubicBezTo>
                <a:lnTo>
                  <a:pt x="8202898" y="3015763"/>
                </a:lnTo>
                <a:cubicBezTo>
                  <a:pt x="8207954" y="3046007"/>
                  <a:pt x="8210404" y="3076892"/>
                  <a:pt x="8210362" y="3108220"/>
                </a:cubicBezTo>
                <a:cubicBezTo>
                  <a:pt x="8211674" y="3113850"/>
                  <a:pt x="8211732" y="3119519"/>
                  <a:pt x="8211732" y="3125201"/>
                </a:cubicBezTo>
                <a:cubicBezTo>
                  <a:pt x="8211732" y="3129023"/>
                  <a:pt x="8211705" y="3132839"/>
                  <a:pt x="8211139" y="3136641"/>
                </a:cubicBezTo>
                <a:lnTo>
                  <a:pt x="8210640" y="3136608"/>
                </a:lnTo>
                <a:lnTo>
                  <a:pt x="8210614" y="3137103"/>
                </a:lnTo>
                <a:lnTo>
                  <a:pt x="8193496" y="3135477"/>
                </a:lnTo>
                <a:cubicBezTo>
                  <a:pt x="8161122" y="3134950"/>
                  <a:pt x="8129241" y="3131969"/>
                  <a:pt x="8098069" y="3126415"/>
                </a:cubicBezTo>
                <a:cubicBezTo>
                  <a:pt x="8092492" y="3126834"/>
                  <a:pt x="8087163" y="3125886"/>
                  <a:pt x="8081853" y="3124875"/>
                </a:cubicBezTo>
                <a:lnTo>
                  <a:pt x="8081737" y="3123727"/>
                </a:lnTo>
                <a:cubicBezTo>
                  <a:pt x="7722885" y="3064328"/>
                  <a:pt x="7441846" y="2783551"/>
                  <a:pt x="7391571" y="2430686"/>
                </a:cubicBezTo>
                <a:cubicBezTo>
                  <a:pt x="7391403" y="2430633"/>
                  <a:pt x="7391235" y="2430628"/>
                  <a:pt x="7391065" y="2430623"/>
                </a:cubicBezTo>
                <a:lnTo>
                  <a:pt x="7390527" y="2423947"/>
                </a:lnTo>
                <a:cubicBezTo>
                  <a:pt x="7385468" y="2393697"/>
                  <a:pt x="7383018" y="2362806"/>
                  <a:pt x="7383060" y="2331471"/>
                </a:cubicBezTo>
                <a:cubicBezTo>
                  <a:pt x="7381748" y="2325843"/>
                  <a:pt x="7381689" y="2320176"/>
                  <a:pt x="7381689" y="2314495"/>
                </a:cubicBezTo>
                <a:lnTo>
                  <a:pt x="7382283" y="2303055"/>
                </a:lnTo>
                <a:lnTo>
                  <a:pt x="7382781" y="2303088"/>
                </a:lnTo>
                <a:close/>
                <a:moveTo>
                  <a:pt x="7360056" y="2302594"/>
                </a:moveTo>
                <a:lnTo>
                  <a:pt x="7360082" y="2303088"/>
                </a:lnTo>
                <a:lnTo>
                  <a:pt x="7360580" y="2303055"/>
                </a:lnTo>
                <a:lnTo>
                  <a:pt x="7361174" y="2314495"/>
                </a:lnTo>
                <a:cubicBezTo>
                  <a:pt x="7361174" y="2320176"/>
                  <a:pt x="7361116" y="2325843"/>
                  <a:pt x="7359804" y="2331471"/>
                </a:cubicBezTo>
                <a:cubicBezTo>
                  <a:pt x="7359846" y="2362806"/>
                  <a:pt x="7357395" y="2393697"/>
                  <a:pt x="7352337" y="2423947"/>
                </a:cubicBezTo>
                <a:lnTo>
                  <a:pt x="7351798" y="2430623"/>
                </a:lnTo>
                <a:cubicBezTo>
                  <a:pt x="7351629" y="2430628"/>
                  <a:pt x="7351460" y="2430633"/>
                  <a:pt x="7351293" y="2430686"/>
                </a:cubicBezTo>
                <a:cubicBezTo>
                  <a:pt x="7301017" y="2783551"/>
                  <a:pt x="7019978" y="3064328"/>
                  <a:pt x="6661127" y="3123727"/>
                </a:cubicBezTo>
                <a:lnTo>
                  <a:pt x="6661011" y="3124875"/>
                </a:lnTo>
                <a:cubicBezTo>
                  <a:pt x="6655700" y="3125886"/>
                  <a:pt x="6650371" y="3126834"/>
                  <a:pt x="6644794" y="3126415"/>
                </a:cubicBezTo>
                <a:cubicBezTo>
                  <a:pt x="6613622" y="3131969"/>
                  <a:pt x="6581742" y="3134950"/>
                  <a:pt x="6549368" y="3135477"/>
                </a:cubicBezTo>
                <a:lnTo>
                  <a:pt x="6532249" y="3137103"/>
                </a:lnTo>
                <a:lnTo>
                  <a:pt x="6532223" y="3136608"/>
                </a:lnTo>
                <a:lnTo>
                  <a:pt x="6531724" y="3136641"/>
                </a:lnTo>
                <a:cubicBezTo>
                  <a:pt x="6531158" y="3132839"/>
                  <a:pt x="6531131" y="3129023"/>
                  <a:pt x="6531131" y="3125201"/>
                </a:cubicBezTo>
                <a:cubicBezTo>
                  <a:pt x="6531131" y="3119519"/>
                  <a:pt x="6531190" y="3113850"/>
                  <a:pt x="6532502" y="3108220"/>
                </a:cubicBezTo>
                <a:cubicBezTo>
                  <a:pt x="6532460" y="3076892"/>
                  <a:pt x="6534909" y="3046007"/>
                  <a:pt x="6539966" y="3015763"/>
                </a:cubicBezTo>
                <a:lnTo>
                  <a:pt x="6540506" y="3009073"/>
                </a:lnTo>
                <a:cubicBezTo>
                  <a:pt x="6540675" y="3009068"/>
                  <a:pt x="6540844" y="3009063"/>
                  <a:pt x="6541012" y="3009010"/>
                </a:cubicBezTo>
                <a:cubicBezTo>
                  <a:pt x="6591288" y="2656144"/>
                  <a:pt x="6872327" y="2375367"/>
                  <a:pt x="7231178" y="2315969"/>
                </a:cubicBezTo>
                <a:lnTo>
                  <a:pt x="7231295" y="2314821"/>
                </a:lnTo>
                <a:cubicBezTo>
                  <a:pt x="7236603" y="2313811"/>
                  <a:pt x="7241931" y="2312863"/>
                  <a:pt x="7247507" y="2313282"/>
                </a:cubicBezTo>
                <a:cubicBezTo>
                  <a:pt x="7278691" y="2307725"/>
                  <a:pt x="7310583" y="2304744"/>
                  <a:pt x="7342969" y="2304217"/>
                </a:cubicBezTo>
                <a:close/>
                <a:moveTo>
                  <a:pt x="5690656" y="2302594"/>
                </a:moveTo>
                <a:lnTo>
                  <a:pt x="5707743" y="2304217"/>
                </a:lnTo>
                <a:cubicBezTo>
                  <a:pt x="5740129" y="2304744"/>
                  <a:pt x="5772021" y="2307725"/>
                  <a:pt x="5803205" y="2313282"/>
                </a:cubicBezTo>
                <a:cubicBezTo>
                  <a:pt x="5808781" y="2312863"/>
                  <a:pt x="5814109" y="2313811"/>
                  <a:pt x="5819417" y="2314821"/>
                </a:cubicBezTo>
                <a:lnTo>
                  <a:pt x="5819534" y="2315969"/>
                </a:lnTo>
                <a:cubicBezTo>
                  <a:pt x="6178385" y="2375367"/>
                  <a:pt x="6459424" y="2656144"/>
                  <a:pt x="6509700" y="3009010"/>
                </a:cubicBezTo>
                <a:cubicBezTo>
                  <a:pt x="6509868" y="3009063"/>
                  <a:pt x="6510037" y="3009068"/>
                  <a:pt x="6510206" y="3009073"/>
                </a:cubicBezTo>
                <a:lnTo>
                  <a:pt x="6510746" y="3015763"/>
                </a:lnTo>
                <a:cubicBezTo>
                  <a:pt x="6515803" y="3046007"/>
                  <a:pt x="6518252" y="3076892"/>
                  <a:pt x="6518210" y="3108220"/>
                </a:cubicBezTo>
                <a:cubicBezTo>
                  <a:pt x="6519522" y="3113850"/>
                  <a:pt x="6519581" y="3119519"/>
                  <a:pt x="6519581" y="3125201"/>
                </a:cubicBezTo>
                <a:cubicBezTo>
                  <a:pt x="6519581" y="3129023"/>
                  <a:pt x="6519554" y="3132839"/>
                  <a:pt x="6518988" y="3136641"/>
                </a:cubicBezTo>
                <a:lnTo>
                  <a:pt x="6518489" y="3136608"/>
                </a:lnTo>
                <a:lnTo>
                  <a:pt x="6518463" y="3137103"/>
                </a:lnTo>
                <a:lnTo>
                  <a:pt x="6501344" y="3135477"/>
                </a:lnTo>
                <a:cubicBezTo>
                  <a:pt x="6468970" y="3134950"/>
                  <a:pt x="6437090" y="3131969"/>
                  <a:pt x="6405918" y="3126415"/>
                </a:cubicBezTo>
                <a:cubicBezTo>
                  <a:pt x="6400341" y="3126834"/>
                  <a:pt x="6395012" y="3125886"/>
                  <a:pt x="6389701" y="3124875"/>
                </a:cubicBezTo>
                <a:lnTo>
                  <a:pt x="6389585" y="3123727"/>
                </a:lnTo>
                <a:cubicBezTo>
                  <a:pt x="6030734" y="3064328"/>
                  <a:pt x="5749695" y="2783551"/>
                  <a:pt x="5699419" y="2430686"/>
                </a:cubicBezTo>
                <a:cubicBezTo>
                  <a:pt x="5699252" y="2430633"/>
                  <a:pt x="5699083" y="2430628"/>
                  <a:pt x="5698914" y="2430623"/>
                </a:cubicBezTo>
                <a:lnTo>
                  <a:pt x="5698375" y="2423947"/>
                </a:lnTo>
                <a:cubicBezTo>
                  <a:pt x="5693317" y="2393697"/>
                  <a:pt x="5690866" y="2362806"/>
                  <a:pt x="5690908" y="2331471"/>
                </a:cubicBezTo>
                <a:cubicBezTo>
                  <a:pt x="5689596" y="2325843"/>
                  <a:pt x="5689538" y="2320176"/>
                  <a:pt x="5689538" y="2314495"/>
                </a:cubicBezTo>
                <a:lnTo>
                  <a:pt x="5690132" y="2303055"/>
                </a:lnTo>
                <a:lnTo>
                  <a:pt x="5690630" y="2303088"/>
                </a:lnTo>
                <a:close/>
                <a:moveTo>
                  <a:pt x="5667905" y="2302594"/>
                </a:moveTo>
                <a:lnTo>
                  <a:pt x="5667931" y="2303088"/>
                </a:lnTo>
                <a:lnTo>
                  <a:pt x="5668429" y="2303055"/>
                </a:lnTo>
                <a:lnTo>
                  <a:pt x="5669023" y="2314495"/>
                </a:lnTo>
                <a:cubicBezTo>
                  <a:pt x="5669023" y="2320176"/>
                  <a:pt x="5668964" y="2325843"/>
                  <a:pt x="5667652" y="2331471"/>
                </a:cubicBezTo>
                <a:cubicBezTo>
                  <a:pt x="5667694" y="2362806"/>
                  <a:pt x="5665244" y="2393697"/>
                  <a:pt x="5660185" y="2423947"/>
                </a:cubicBezTo>
                <a:lnTo>
                  <a:pt x="5659647" y="2430623"/>
                </a:lnTo>
                <a:cubicBezTo>
                  <a:pt x="5659477" y="2430628"/>
                  <a:pt x="5659309" y="2430633"/>
                  <a:pt x="5659141" y="2430686"/>
                </a:cubicBezTo>
                <a:cubicBezTo>
                  <a:pt x="5608866" y="2783551"/>
                  <a:pt x="5327827" y="3064328"/>
                  <a:pt x="4968975" y="3123727"/>
                </a:cubicBezTo>
                <a:lnTo>
                  <a:pt x="4968859" y="3124875"/>
                </a:lnTo>
                <a:cubicBezTo>
                  <a:pt x="4963549" y="3125886"/>
                  <a:pt x="4958220" y="3126834"/>
                  <a:pt x="4952643" y="3126415"/>
                </a:cubicBezTo>
                <a:cubicBezTo>
                  <a:pt x="4921471" y="3131969"/>
                  <a:pt x="4889590" y="3134950"/>
                  <a:pt x="4857216" y="3135477"/>
                </a:cubicBezTo>
                <a:lnTo>
                  <a:pt x="4840098" y="3137103"/>
                </a:lnTo>
                <a:lnTo>
                  <a:pt x="4840072" y="3136608"/>
                </a:lnTo>
                <a:lnTo>
                  <a:pt x="4839573" y="3136641"/>
                </a:lnTo>
                <a:cubicBezTo>
                  <a:pt x="4839007" y="3132839"/>
                  <a:pt x="4838980" y="3129023"/>
                  <a:pt x="4838980" y="3125201"/>
                </a:cubicBezTo>
                <a:cubicBezTo>
                  <a:pt x="4838980" y="3119519"/>
                  <a:pt x="4839038" y="3113850"/>
                  <a:pt x="4840350" y="3108220"/>
                </a:cubicBezTo>
                <a:cubicBezTo>
                  <a:pt x="4840308" y="3076892"/>
                  <a:pt x="4842758" y="3046007"/>
                  <a:pt x="4847814" y="3015763"/>
                </a:cubicBezTo>
                <a:lnTo>
                  <a:pt x="4848355" y="3009073"/>
                </a:lnTo>
                <a:cubicBezTo>
                  <a:pt x="4848523" y="3009068"/>
                  <a:pt x="4848693" y="3009063"/>
                  <a:pt x="4848860" y="3009010"/>
                </a:cubicBezTo>
                <a:cubicBezTo>
                  <a:pt x="4899137" y="2656144"/>
                  <a:pt x="5180176" y="2375367"/>
                  <a:pt x="5539026" y="2315969"/>
                </a:cubicBezTo>
                <a:lnTo>
                  <a:pt x="5539143" y="2314821"/>
                </a:lnTo>
                <a:cubicBezTo>
                  <a:pt x="5544452" y="2313811"/>
                  <a:pt x="5549780" y="2312863"/>
                  <a:pt x="5555356" y="2313282"/>
                </a:cubicBezTo>
                <a:cubicBezTo>
                  <a:pt x="5586539" y="2307725"/>
                  <a:pt x="5618432" y="2304744"/>
                  <a:pt x="5650817" y="2304217"/>
                </a:cubicBezTo>
                <a:close/>
                <a:moveTo>
                  <a:pt x="3998505" y="2302594"/>
                </a:moveTo>
                <a:lnTo>
                  <a:pt x="4015592" y="2304217"/>
                </a:lnTo>
                <a:cubicBezTo>
                  <a:pt x="4047978" y="2304744"/>
                  <a:pt x="4079870" y="2307725"/>
                  <a:pt x="4111054" y="2313282"/>
                </a:cubicBezTo>
                <a:cubicBezTo>
                  <a:pt x="4116630" y="2312863"/>
                  <a:pt x="4121958" y="2313811"/>
                  <a:pt x="4127266" y="2314821"/>
                </a:cubicBezTo>
                <a:lnTo>
                  <a:pt x="4127384" y="2315969"/>
                </a:lnTo>
                <a:cubicBezTo>
                  <a:pt x="4486234" y="2375367"/>
                  <a:pt x="4767273" y="2656144"/>
                  <a:pt x="4817549" y="3009010"/>
                </a:cubicBezTo>
                <a:cubicBezTo>
                  <a:pt x="4817717" y="3009063"/>
                  <a:pt x="4817886" y="3009068"/>
                  <a:pt x="4818055" y="3009073"/>
                </a:cubicBezTo>
                <a:lnTo>
                  <a:pt x="4818595" y="3015763"/>
                </a:lnTo>
                <a:cubicBezTo>
                  <a:pt x="4823652" y="3046007"/>
                  <a:pt x="4826101" y="3076892"/>
                  <a:pt x="4826059" y="3108220"/>
                </a:cubicBezTo>
                <a:cubicBezTo>
                  <a:pt x="4827371" y="3113850"/>
                  <a:pt x="4827430" y="3119519"/>
                  <a:pt x="4827430" y="3125201"/>
                </a:cubicBezTo>
                <a:cubicBezTo>
                  <a:pt x="4827430" y="3129023"/>
                  <a:pt x="4827403" y="3132839"/>
                  <a:pt x="4826837" y="3136641"/>
                </a:cubicBezTo>
                <a:lnTo>
                  <a:pt x="4826338" y="3136608"/>
                </a:lnTo>
                <a:lnTo>
                  <a:pt x="4826312" y="3137103"/>
                </a:lnTo>
                <a:lnTo>
                  <a:pt x="4809193" y="3135477"/>
                </a:lnTo>
                <a:cubicBezTo>
                  <a:pt x="4776819" y="3134950"/>
                  <a:pt x="4744939" y="3131969"/>
                  <a:pt x="4713767" y="3126415"/>
                </a:cubicBezTo>
                <a:cubicBezTo>
                  <a:pt x="4708190" y="3126834"/>
                  <a:pt x="4702861" y="3125886"/>
                  <a:pt x="4697550" y="3124875"/>
                </a:cubicBezTo>
                <a:lnTo>
                  <a:pt x="4697434" y="3123727"/>
                </a:lnTo>
                <a:cubicBezTo>
                  <a:pt x="4338583" y="3064328"/>
                  <a:pt x="4057544" y="2783551"/>
                  <a:pt x="4007268" y="2430686"/>
                </a:cubicBezTo>
                <a:cubicBezTo>
                  <a:pt x="4007101" y="2430633"/>
                  <a:pt x="4006932" y="2430628"/>
                  <a:pt x="4006763" y="2430623"/>
                </a:cubicBezTo>
                <a:lnTo>
                  <a:pt x="4006225" y="2423947"/>
                </a:lnTo>
                <a:cubicBezTo>
                  <a:pt x="4001166" y="2393697"/>
                  <a:pt x="3998715" y="2362806"/>
                  <a:pt x="3998757" y="2331471"/>
                </a:cubicBezTo>
                <a:cubicBezTo>
                  <a:pt x="3997445" y="2325843"/>
                  <a:pt x="3997387" y="2320176"/>
                  <a:pt x="3997387" y="2314495"/>
                </a:cubicBezTo>
                <a:lnTo>
                  <a:pt x="3997981" y="2303055"/>
                </a:lnTo>
                <a:lnTo>
                  <a:pt x="3998479" y="2303088"/>
                </a:lnTo>
                <a:close/>
                <a:moveTo>
                  <a:pt x="3975754" y="2302594"/>
                </a:moveTo>
                <a:lnTo>
                  <a:pt x="3975780" y="2303088"/>
                </a:lnTo>
                <a:lnTo>
                  <a:pt x="3976278" y="2303055"/>
                </a:lnTo>
                <a:lnTo>
                  <a:pt x="3976872" y="2314495"/>
                </a:lnTo>
                <a:cubicBezTo>
                  <a:pt x="3976872" y="2320176"/>
                  <a:pt x="3976813" y="2325843"/>
                  <a:pt x="3975501" y="2331471"/>
                </a:cubicBezTo>
                <a:cubicBezTo>
                  <a:pt x="3975543" y="2362806"/>
                  <a:pt x="3973093" y="2393697"/>
                  <a:pt x="3968034" y="2423947"/>
                </a:cubicBezTo>
                <a:lnTo>
                  <a:pt x="3967496" y="2430623"/>
                </a:lnTo>
                <a:cubicBezTo>
                  <a:pt x="3967326" y="2430628"/>
                  <a:pt x="3967158" y="2430633"/>
                  <a:pt x="3966990" y="2430686"/>
                </a:cubicBezTo>
                <a:cubicBezTo>
                  <a:pt x="3916715" y="2783551"/>
                  <a:pt x="3635676" y="3064328"/>
                  <a:pt x="3276825" y="3123727"/>
                </a:cubicBezTo>
                <a:lnTo>
                  <a:pt x="3276708" y="3124875"/>
                </a:lnTo>
                <a:cubicBezTo>
                  <a:pt x="3271398" y="3125886"/>
                  <a:pt x="3266069" y="3126834"/>
                  <a:pt x="3260492" y="3126415"/>
                </a:cubicBezTo>
                <a:cubicBezTo>
                  <a:pt x="3229320" y="3131969"/>
                  <a:pt x="3197440" y="3134950"/>
                  <a:pt x="3165065" y="3135477"/>
                </a:cubicBezTo>
                <a:lnTo>
                  <a:pt x="3147947" y="3137103"/>
                </a:lnTo>
                <a:lnTo>
                  <a:pt x="3147921" y="3136608"/>
                </a:lnTo>
                <a:lnTo>
                  <a:pt x="3147422" y="3136641"/>
                </a:lnTo>
                <a:cubicBezTo>
                  <a:pt x="3146856" y="3132839"/>
                  <a:pt x="3146829" y="3129023"/>
                  <a:pt x="3146829" y="3125201"/>
                </a:cubicBezTo>
                <a:cubicBezTo>
                  <a:pt x="3146829" y="3119519"/>
                  <a:pt x="3146887" y="3113850"/>
                  <a:pt x="3148199" y="3108220"/>
                </a:cubicBezTo>
                <a:cubicBezTo>
                  <a:pt x="3148157" y="3076892"/>
                  <a:pt x="3150607" y="3046007"/>
                  <a:pt x="3155663" y="3015763"/>
                </a:cubicBezTo>
                <a:lnTo>
                  <a:pt x="3156204" y="3009073"/>
                </a:lnTo>
                <a:cubicBezTo>
                  <a:pt x="3156372" y="3009068"/>
                  <a:pt x="3156542" y="3009063"/>
                  <a:pt x="3156709" y="3009010"/>
                </a:cubicBezTo>
                <a:cubicBezTo>
                  <a:pt x="3206986" y="2656144"/>
                  <a:pt x="3488025" y="2375367"/>
                  <a:pt x="3846875" y="2315969"/>
                </a:cubicBezTo>
                <a:lnTo>
                  <a:pt x="3846992" y="2314821"/>
                </a:lnTo>
                <a:cubicBezTo>
                  <a:pt x="3852301" y="2313811"/>
                  <a:pt x="3857629" y="2312863"/>
                  <a:pt x="3863205" y="2313282"/>
                </a:cubicBezTo>
                <a:cubicBezTo>
                  <a:pt x="3894388" y="2307725"/>
                  <a:pt x="3926281" y="2304744"/>
                  <a:pt x="3958666" y="2304217"/>
                </a:cubicBezTo>
                <a:close/>
                <a:moveTo>
                  <a:pt x="2306354" y="2302594"/>
                </a:moveTo>
                <a:lnTo>
                  <a:pt x="2323441" y="2304217"/>
                </a:lnTo>
                <a:cubicBezTo>
                  <a:pt x="2355827" y="2304744"/>
                  <a:pt x="2387719" y="2307725"/>
                  <a:pt x="2418903" y="2313282"/>
                </a:cubicBezTo>
                <a:cubicBezTo>
                  <a:pt x="2424479" y="2312863"/>
                  <a:pt x="2429807" y="2313811"/>
                  <a:pt x="2435115" y="2314821"/>
                </a:cubicBezTo>
                <a:lnTo>
                  <a:pt x="2435233" y="2315969"/>
                </a:lnTo>
                <a:cubicBezTo>
                  <a:pt x="2794083" y="2375367"/>
                  <a:pt x="3075122" y="2656144"/>
                  <a:pt x="3125398" y="3009010"/>
                </a:cubicBezTo>
                <a:cubicBezTo>
                  <a:pt x="3125566" y="3009063"/>
                  <a:pt x="3125735" y="3009068"/>
                  <a:pt x="3125904" y="3009073"/>
                </a:cubicBezTo>
                <a:lnTo>
                  <a:pt x="3126444" y="3015763"/>
                </a:lnTo>
                <a:cubicBezTo>
                  <a:pt x="3131501" y="3046007"/>
                  <a:pt x="3133950" y="3076892"/>
                  <a:pt x="3133908" y="3108220"/>
                </a:cubicBezTo>
                <a:cubicBezTo>
                  <a:pt x="3135220" y="3113850"/>
                  <a:pt x="3135279" y="3119519"/>
                  <a:pt x="3135279" y="3125201"/>
                </a:cubicBezTo>
                <a:cubicBezTo>
                  <a:pt x="3135279" y="3129023"/>
                  <a:pt x="3135252" y="3132839"/>
                  <a:pt x="3134686" y="3136641"/>
                </a:cubicBezTo>
                <a:lnTo>
                  <a:pt x="3134187" y="3136608"/>
                </a:lnTo>
                <a:lnTo>
                  <a:pt x="3134161" y="3137103"/>
                </a:lnTo>
                <a:lnTo>
                  <a:pt x="3117042" y="3135477"/>
                </a:lnTo>
                <a:cubicBezTo>
                  <a:pt x="3084668" y="3134950"/>
                  <a:pt x="3052788" y="3131969"/>
                  <a:pt x="3021616" y="3126415"/>
                </a:cubicBezTo>
                <a:cubicBezTo>
                  <a:pt x="3016039" y="3126834"/>
                  <a:pt x="3010710" y="3125886"/>
                  <a:pt x="3005399" y="3124875"/>
                </a:cubicBezTo>
                <a:lnTo>
                  <a:pt x="3005283" y="3123727"/>
                </a:lnTo>
                <a:cubicBezTo>
                  <a:pt x="2646432" y="3064328"/>
                  <a:pt x="2365393" y="2783551"/>
                  <a:pt x="2315117" y="2430686"/>
                </a:cubicBezTo>
                <a:cubicBezTo>
                  <a:pt x="2314950" y="2430633"/>
                  <a:pt x="2314781" y="2430628"/>
                  <a:pt x="2314612" y="2430623"/>
                </a:cubicBezTo>
                <a:lnTo>
                  <a:pt x="2314074" y="2423947"/>
                </a:lnTo>
                <a:cubicBezTo>
                  <a:pt x="2309015" y="2393697"/>
                  <a:pt x="2306564" y="2362806"/>
                  <a:pt x="2306606" y="2331471"/>
                </a:cubicBezTo>
                <a:cubicBezTo>
                  <a:pt x="2305294" y="2325843"/>
                  <a:pt x="2305236" y="2320176"/>
                  <a:pt x="2305236" y="2314495"/>
                </a:cubicBezTo>
                <a:lnTo>
                  <a:pt x="2305830" y="2303055"/>
                </a:lnTo>
                <a:lnTo>
                  <a:pt x="2306328" y="2303088"/>
                </a:lnTo>
                <a:close/>
                <a:moveTo>
                  <a:pt x="2283603" y="2302594"/>
                </a:moveTo>
                <a:lnTo>
                  <a:pt x="2283629" y="2303088"/>
                </a:lnTo>
                <a:lnTo>
                  <a:pt x="2284127" y="2303055"/>
                </a:lnTo>
                <a:lnTo>
                  <a:pt x="2284721" y="2314495"/>
                </a:lnTo>
                <a:cubicBezTo>
                  <a:pt x="2284721" y="2320176"/>
                  <a:pt x="2284662" y="2325843"/>
                  <a:pt x="2283350" y="2331471"/>
                </a:cubicBezTo>
                <a:cubicBezTo>
                  <a:pt x="2283392" y="2362806"/>
                  <a:pt x="2280942" y="2393697"/>
                  <a:pt x="2275883" y="2423947"/>
                </a:cubicBezTo>
                <a:lnTo>
                  <a:pt x="2275345" y="2430623"/>
                </a:lnTo>
                <a:cubicBezTo>
                  <a:pt x="2275175" y="2430628"/>
                  <a:pt x="2275007" y="2430633"/>
                  <a:pt x="2274839" y="2430686"/>
                </a:cubicBezTo>
                <a:cubicBezTo>
                  <a:pt x="2224564" y="2783551"/>
                  <a:pt x="1943525" y="3064328"/>
                  <a:pt x="1584673" y="3123727"/>
                </a:cubicBezTo>
                <a:lnTo>
                  <a:pt x="1584557" y="3124875"/>
                </a:lnTo>
                <a:cubicBezTo>
                  <a:pt x="1579247" y="3125886"/>
                  <a:pt x="1573918" y="3126834"/>
                  <a:pt x="1568341" y="3126415"/>
                </a:cubicBezTo>
                <a:cubicBezTo>
                  <a:pt x="1537169" y="3131969"/>
                  <a:pt x="1505289" y="3134950"/>
                  <a:pt x="1472914" y="3135477"/>
                </a:cubicBezTo>
                <a:lnTo>
                  <a:pt x="1455796" y="3137103"/>
                </a:lnTo>
                <a:lnTo>
                  <a:pt x="1455770" y="3136608"/>
                </a:lnTo>
                <a:lnTo>
                  <a:pt x="1455271" y="3136641"/>
                </a:lnTo>
                <a:cubicBezTo>
                  <a:pt x="1454705" y="3132839"/>
                  <a:pt x="1454678" y="3129023"/>
                  <a:pt x="1454678" y="3125201"/>
                </a:cubicBezTo>
                <a:cubicBezTo>
                  <a:pt x="1454678" y="3119519"/>
                  <a:pt x="1454736" y="3113850"/>
                  <a:pt x="1456048" y="3108220"/>
                </a:cubicBezTo>
                <a:cubicBezTo>
                  <a:pt x="1456006" y="3076892"/>
                  <a:pt x="1458456" y="3046007"/>
                  <a:pt x="1463513" y="3015763"/>
                </a:cubicBezTo>
                <a:lnTo>
                  <a:pt x="1464053" y="3009073"/>
                </a:lnTo>
                <a:cubicBezTo>
                  <a:pt x="1464221" y="3009068"/>
                  <a:pt x="1464391" y="3009063"/>
                  <a:pt x="1464558" y="3009010"/>
                </a:cubicBezTo>
                <a:cubicBezTo>
                  <a:pt x="1514835" y="2656144"/>
                  <a:pt x="1795874" y="2375367"/>
                  <a:pt x="2154724" y="2315969"/>
                </a:cubicBezTo>
                <a:lnTo>
                  <a:pt x="2154841" y="2314821"/>
                </a:lnTo>
                <a:cubicBezTo>
                  <a:pt x="2160150" y="2313811"/>
                  <a:pt x="2165478" y="2312863"/>
                  <a:pt x="2171054" y="2313282"/>
                </a:cubicBezTo>
                <a:cubicBezTo>
                  <a:pt x="2202237" y="2307725"/>
                  <a:pt x="2234130" y="2304744"/>
                  <a:pt x="2266515" y="2304217"/>
                </a:cubicBezTo>
                <a:close/>
                <a:moveTo>
                  <a:pt x="614203" y="2302594"/>
                </a:moveTo>
                <a:lnTo>
                  <a:pt x="631290" y="2304217"/>
                </a:lnTo>
                <a:cubicBezTo>
                  <a:pt x="663676" y="2304744"/>
                  <a:pt x="695568" y="2307725"/>
                  <a:pt x="726752" y="2313282"/>
                </a:cubicBezTo>
                <a:cubicBezTo>
                  <a:pt x="732328" y="2312863"/>
                  <a:pt x="737656" y="2313811"/>
                  <a:pt x="742964" y="2314821"/>
                </a:cubicBezTo>
                <a:lnTo>
                  <a:pt x="743081" y="2315969"/>
                </a:lnTo>
                <a:cubicBezTo>
                  <a:pt x="1101932" y="2375367"/>
                  <a:pt x="1382971" y="2656144"/>
                  <a:pt x="1433247" y="3009010"/>
                </a:cubicBezTo>
                <a:cubicBezTo>
                  <a:pt x="1433415" y="3009063"/>
                  <a:pt x="1433584" y="3009068"/>
                  <a:pt x="1433753" y="3009073"/>
                </a:cubicBezTo>
                <a:lnTo>
                  <a:pt x="1434293" y="3015763"/>
                </a:lnTo>
                <a:cubicBezTo>
                  <a:pt x="1439350" y="3046007"/>
                  <a:pt x="1441799" y="3076892"/>
                  <a:pt x="1441757" y="3108220"/>
                </a:cubicBezTo>
                <a:cubicBezTo>
                  <a:pt x="1443069" y="3113850"/>
                  <a:pt x="1443128" y="3119519"/>
                  <a:pt x="1443128" y="3125201"/>
                </a:cubicBezTo>
                <a:cubicBezTo>
                  <a:pt x="1443128" y="3129023"/>
                  <a:pt x="1443101" y="3132839"/>
                  <a:pt x="1442535" y="3136641"/>
                </a:cubicBezTo>
                <a:lnTo>
                  <a:pt x="1442036" y="3136608"/>
                </a:lnTo>
                <a:lnTo>
                  <a:pt x="1442010" y="3137103"/>
                </a:lnTo>
                <a:lnTo>
                  <a:pt x="1424891" y="3135477"/>
                </a:lnTo>
                <a:cubicBezTo>
                  <a:pt x="1392517" y="3134950"/>
                  <a:pt x="1360637" y="3131969"/>
                  <a:pt x="1329465" y="3126415"/>
                </a:cubicBezTo>
                <a:cubicBezTo>
                  <a:pt x="1323888" y="3126834"/>
                  <a:pt x="1318559" y="3125886"/>
                  <a:pt x="1313248" y="3124875"/>
                </a:cubicBezTo>
                <a:lnTo>
                  <a:pt x="1313132" y="3123727"/>
                </a:lnTo>
                <a:cubicBezTo>
                  <a:pt x="954281" y="3064328"/>
                  <a:pt x="673242" y="2783551"/>
                  <a:pt x="622966" y="2430686"/>
                </a:cubicBezTo>
                <a:cubicBezTo>
                  <a:pt x="622799" y="2430633"/>
                  <a:pt x="622630" y="2430628"/>
                  <a:pt x="622461" y="2430623"/>
                </a:cubicBezTo>
                <a:lnTo>
                  <a:pt x="621923" y="2423947"/>
                </a:lnTo>
                <a:cubicBezTo>
                  <a:pt x="616864" y="2393697"/>
                  <a:pt x="614413" y="2362806"/>
                  <a:pt x="614455" y="2331471"/>
                </a:cubicBezTo>
                <a:cubicBezTo>
                  <a:pt x="613143" y="2325843"/>
                  <a:pt x="613085" y="2320176"/>
                  <a:pt x="613085" y="2314495"/>
                </a:cubicBezTo>
                <a:lnTo>
                  <a:pt x="613679" y="2303055"/>
                </a:lnTo>
                <a:lnTo>
                  <a:pt x="614177" y="2303088"/>
                </a:lnTo>
                <a:close/>
                <a:moveTo>
                  <a:pt x="591452" y="2302594"/>
                </a:moveTo>
                <a:lnTo>
                  <a:pt x="591478" y="2303088"/>
                </a:lnTo>
                <a:lnTo>
                  <a:pt x="591976" y="2303055"/>
                </a:lnTo>
                <a:lnTo>
                  <a:pt x="592570" y="2314495"/>
                </a:lnTo>
                <a:cubicBezTo>
                  <a:pt x="592570" y="2320176"/>
                  <a:pt x="592511" y="2325843"/>
                  <a:pt x="591199" y="2331471"/>
                </a:cubicBezTo>
                <a:cubicBezTo>
                  <a:pt x="591242" y="2362806"/>
                  <a:pt x="588791" y="2393697"/>
                  <a:pt x="583732" y="2423947"/>
                </a:cubicBezTo>
                <a:lnTo>
                  <a:pt x="583194" y="2430623"/>
                </a:lnTo>
                <a:cubicBezTo>
                  <a:pt x="583024" y="2430628"/>
                  <a:pt x="582856" y="2430633"/>
                  <a:pt x="582689" y="2430686"/>
                </a:cubicBezTo>
                <a:cubicBezTo>
                  <a:pt x="537576" y="2747315"/>
                  <a:pt x="306662" y="3005901"/>
                  <a:pt x="0" y="3097101"/>
                </a:cubicBezTo>
                <a:lnTo>
                  <a:pt x="0" y="2964763"/>
                </a:lnTo>
                <a:cubicBezTo>
                  <a:pt x="229298" y="2881926"/>
                  <a:pt x="402181" y="2686530"/>
                  <a:pt x="449203" y="2447425"/>
                </a:cubicBezTo>
                <a:cubicBezTo>
                  <a:pt x="258971" y="2488309"/>
                  <a:pt x="97576" y="2603574"/>
                  <a:pt x="0" y="2761314"/>
                </a:cubicBezTo>
                <a:lnTo>
                  <a:pt x="0" y="2554520"/>
                </a:lnTo>
                <a:cubicBezTo>
                  <a:pt x="121484" y="2431613"/>
                  <a:pt x="282199" y="2345825"/>
                  <a:pt x="462573" y="2315969"/>
                </a:cubicBezTo>
                <a:lnTo>
                  <a:pt x="462690" y="2314821"/>
                </a:lnTo>
                <a:cubicBezTo>
                  <a:pt x="467999" y="2313811"/>
                  <a:pt x="473327" y="2312863"/>
                  <a:pt x="478903" y="2313282"/>
                </a:cubicBezTo>
                <a:cubicBezTo>
                  <a:pt x="510086" y="2307725"/>
                  <a:pt x="541979" y="2304744"/>
                  <a:pt x="574365" y="2304217"/>
                </a:cubicBezTo>
                <a:close/>
                <a:moveTo>
                  <a:pt x="11452667" y="1608087"/>
                </a:moveTo>
                <a:cubicBezTo>
                  <a:pt x="11177477" y="1666766"/>
                  <a:pt x="10962633" y="1879876"/>
                  <a:pt x="10909358" y="2148655"/>
                </a:cubicBezTo>
                <a:cubicBezTo>
                  <a:pt x="11184548" y="2089976"/>
                  <a:pt x="11399391" y="1876866"/>
                  <a:pt x="11452667" y="1608087"/>
                </a:cubicBezTo>
                <a:close/>
                <a:moveTo>
                  <a:pt x="10058800" y="1608087"/>
                </a:moveTo>
                <a:cubicBezTo>
                  <a:pt x="10112076" y="1876866"/>
                  <a:pt x="10326919" y="2089976"/>
                  <a:pt x="10602109" y="2148655"/>
                </a:cubicBezTo>
                <a:cubicBezTo>
                  <a:pt x="10548834" y="1879876"/>
                  <a:pt x="10333990" y="1666766"/>
                  <a:pt x="10058800" y="1608087"/>
                </a:cubicBezTo>
                <a:close/>
                <a:moveTo>
                  <a:pt x="9760514" y="1608087"/>
                </a:moveTo>
                <a:cubicBezTo>
                  <a:pt x="9485324" y="1666766"/>
                  <a:pt x="9270480" y="1879876"/>
                  <a:pt x="9217205" y="2148655"/>
                </a:cubicBezTo>
                <a:cubicBezTo>
                  <a:pt x="9492395" y="2089976"/>
                  <a:pt x="9707238" y="1876866"/>
                  <a:pt x="9760514" y="1608087"/>
                </a:cubicBezTo>
                <a:close/>
                <a:moveTo>
                  <a:pt x="8366649" y="1608087"/>
                </a:moveTo>
                <a:cubicBezTo>
                  <a:pt x="8419925" y="1876866"/>
                  <a:pt x="8634768" y="2089976"/>
                  <a:pt x="8909958" y="2148655"/>
                </a:cubicBezTo>
                <a:cubicBezTo>
                  <a:pt x="8856683" y="1879876"/>
                  <a:pt x="8641839" y="1666766"/>
                  <a:pt x="8366649" y="1608087"/>
                </a:cubicBezTo>
                <a:close/>
                <a:moveTo>
                  <a:pt x="8068363" y="1608087"/>
                </a:moveTo>
                <a:cubicBezTo>
                  <a:pt x="7793173" y="1666766"/>
                  <a:pt x="7578329" y="1879876"/>
                  <a:pt x="7525054" y="2148655"/>
                </a:cubicBezTo>
                <a:cubicBezTo>
                  <a:pt x="7800244" y="2089976"/>
                  <a:pt x="8015087" y="1876866"/>
                  <a:pt x="8068363" y="1608087"/>
                </a:cubicBezTo>
                <a:close/>
                <a:moveTo>
                  <a:pt x="6674498" y="1608087"/>
                </a:moveTo>
                <a:cubicBezTo>
                  <a:pt x="6727774" y="1876866"/>
                  <a:pt x="6942617" y="2089976"/>
                  <a:pt x="7217807" y="2148655"/>
                </a:cubicBezTo>
                <a:cubicBezTo>
                  <a:pt x="7164532" y="1879876"/>
                  <a:pt x="6949688" y="1666766"/>
                  <a:pt x="6674498" y="1608087"/>
                </a:cubicBezTo>
                <a:close/>
                <a:moveTo>
                  <a:pt x="6376212" y="1608087"/>
                </a:moveTo>
                <a:cubicBezTo>
                  <a:pt x="6101022" y="1666766"/>
                  <a:pt x="5886178" y="1879876"/>
                  <a:pt x="5832903" y="2148655"/>
                </a:cubicBezTo>
                <a:cubicBezTo>
                  <a:pt x="6108093" y="2089976"/>
                  <a:pt x="6322936" y="1876866"/>
                  <a:pt x="6376212" y="1608087"/>
                </a:cubicBezTo>
                <a:close/>
                <a:moveTo>
                  <a:pt x="4982347" y="1608087"/>
                </a:moveTo>
                <a:cubicBezTo>
                  <a:pt x="5035623" y="1876866"/>
                  <a:pt x="5250466" y="2089976"/>
                  <a:pt x="5525656" y="2148655"/>
                </a:cubicBezTo>
                <a:cubicBezTo>
                  <a:pt x="5472381" y="1879876"/>
                  <a:pt x="5257537" y="1666766"/>
                  <a:pt x="4982347" y="1608087"/>
                </a:cubicBezTo>
                <a:close/>
                <a:moveTo>
                  <a:pt x="4684061" y="1608087"/>
                </a:moveTo>
                <a:cubicBezTo>
                  <a:pt x="4408871" y="1666766"/>
                  <a:pt x="4194027" y="1879876"/>
                  <a:pt x="4140752" y="2148655"/>
                </a:cubicBezTo>
                <a:cubicBezTo>
                  <a:pt x="4415942" y="2089976"/>
                  <a:pt x="4630785" y="1876866"/>
                  <a:pt x="4684061" y="1608087"/>
                </a:cubicBezTo>
                <a:close/>
                <a:moveTo>
                  <a:pt x="3290196" y="1608087"/>
                </a:moveTo>
                <a:cubicBezTo>
                  <a:pt x="3343472" y="1876866"/>
                  <a:pt x="3558315" y="2089976"/>
                  <a:pt x="3833505" y="2148655"/>
                </a:cubicBezTo>
                <a:cubicBezTo>
                  <a:pt x="3780230" y="1879876"/>
                  <a:pt x="3565386" y="1666766"/>
                  <a:pt x="3290196" y="1608087"/>
                </a:cubicBezTo>
                <a:close/>
                <a:moveTo>
                  <a:pt x="2991910" y="1608087"/>
                </a:moveTo>
                <a:cubicBezTo>
                  <a:pt x="2716720" y="1666766"/>
                  <a:pt x="2501876" y="1879876"/>
                  <a:pt x="2448601" y="2148655"/>
                </a:cubicBezTo>
                <a:cubicBezTo>
                  <a:pt x="2723791" y="2089976"/>
                  <a:pt x="2938634" y="1876866"/>
                  <a:pt x="2991910" y="1608087"/>
                </a:cubicBezTo>
                <a:close/>
                <a:moveTo>
                  <a:pt x="1598045" y="1608087"/>
                </a:moveTo>
                <a:cubicBezTo>
                  <a:pt x="1651321" y="1876866"/>
                  <a:pt x="1866164" y="2089976"/>
                  <a:pt x="2141354" y="2148655"/>
                </a:cubicBezTo>
                <a:cubicBezTo>
                  <a:pt x="2088079" y="1879876"/>
                  <a:pt x="1873235" y="1666766"/>
                  <a:pt x="1598045" y="1608087"/>
                </a:cubicBezTo>
                <a:close/>
                <a:moveTo>
                  <a:pt x="1299759" y="1608087"/>
                </a:moveTo>
                <a:cubicBezTo>
                  <a:pt x="1024569" y="1666766"/>
                  <a:pt x="809725" y="1879876"/>
                  <a:pt x="756450" y="2148655"/>
                </a:cubicBezTo>
                <a:cubicBezTo>
                  <a:pt x="1031640" y="2089976"/>
                  <a:pt x="1246483" y="1876866"/>
                  <a:pt x="1299759" y="1608087"/>
                </a:cubicBezTo>
                <a:close/>
                <a:moveTo>
                  <a:pt x="0" y="1504081"/>
                </a:moveTo>
                <a:cubicBezTo>
                  <a:pt x="306658" y="1594561"/>
                  <a:pt x="537576" y="1851117"/>
                  <a:pt x="582690" y="2165262"/>
                </a:cubicBezTo>
                <a:cubicBezTo>
                  <a:pt x="582857" y="2165315"/>
                  <a:pt x="583026" y="2165320"/>
                  <a:pt x="583195" y="2165325"/>
                </a:cubicBezTo>
                <a:lnTo>
                  <a:pt x="583735" y="2171962"/>
                </a:lnTo>
                <a:cubicBezTo>
                  <a:pt x="588792" y="2201969"/>
                  <a:pt x="591242" y="2232611"/>
                  <a:pt x="591199" y="2263693"/>
                </a:cubicBezTo>
                <a:cubicBezTo>
                  <a:pt x="592511" y="2269279"/>
                  <a:pt x="592570" y="2274903"/>
                  <a:pt x="592570" y="2280541"/>
                </a:cubicBezTo>
                <a:cubicBezTo>
                  <a:pt x="592570" y="2284333"/>
                  <a:pt x="592543" y="2288119"/>
                  <a:pt x="591977" y="2291891"/>
                </a:cubicBezTo>
                <a:lnTo>
                  <a:pt x="591478" y="2291858"/>
                </a:lnTo>
                <a:lnTo>
                  <a:pt x="591452" y="2292349"/>
                </a:lnTo>
                <a:lnTo>
                  <a:pt x="574334" y="2290736"/>
                </a:lnTo>
                <a:cubicBezTo>
                  <a:pt x="541959" y="2290213"/>
                  <a:pt x="510079" y="2287255"/>
                  <a:pt x="478907" y="2281745"/>
                </a:cubicBezTo>
                <a:cubicBezTo>
                  <a:pt x="473330" y="2282161"/>
                  <a:pt x="468001" y="2281220"/>
                  <a:pt x="462690" y="2280217"/>
                </a:cubicBezTo>
                <a:lnTo>
                  <a:pt x="462574" y="2279078"/>
                </a:lnTo>
                <a:cubicBezTo>
                  <a:pt x="282200" y="2249456"/>
                  <a:pt x="121485" y="2164343"/>
                  <a:pt x="0" y="2042401"/>
                </a:cubicBezTo>
                <a:lnTo>
                  <a:pt x="0" y="1837231"/>
                </a:lnTo>
                <a:cubicBezTo>
                  <a:pt x="97584" y="1993737"/>
                  <a:pt x="258975" y="2108093"/>
                  <a:pt x="449203" y="2148655"/>
                </a:cubicBezTo>
                <a:cubicBezTo>
                  <a:pt x="402182" y="1911427"/>
                  <a:pt x="229297" y="1717565"/>
                  <a:pt x="0" y="1635380"/>
                </a:cubicBezTo>
                <a:close/>
                <a:moveTo>
                  <a:pt x="11608704" y="1464394"/>
                </a:moveTo>
                <a:lnTo>
                  <a:pt x="11625791" y="1466004"/>
                </a:lnTo>
                <a:cubicBezTo>
                  <a:pt x="11658177" y="1466527"/>
                  <a:pt x="11690070" y="1469485"/>
                  <a:pt x="11721253" y="1474998"/>
                </a:cubicBezTo>
                <a:cubicBezTo>
                  <a:pt x="11726829" y="1474582"/>
                  <a:pt x="11732157" y="1475523"/>
                  <a:pt x="11737466" y="1476525"/>
                </a:cubicBezTo>
                <a:lnTo>
                  <a:pt x="11737583" y="1477664"/>
                </a:lnTo>
                <a:cubicBezTo>
                  <a:pt x="11914088" y="1506650"/>
                  <a:pt x="12071767" y="1588774"/>
                  <a:pt x="12192000" y="1706842"/>
                </a:cubicBezTo>
                <a:lnTo>
                  <a:pt x="12192000" y="1906833"/>
                </a:lnTo>
                <a:cubicBezTo>
                  <a:pt x="12093732" y="1756811"/>
                  <a:pt x="11935983" y="1647542"/>
                  <a:pt x="11750953" y="1608088"/>
                </a:cubicBezTo>
                <a:cubicBezTo>
                  <a:pt x="11797422" y="1842524"/>
                  <a:pt x="11966808" y="2034608"/>
                  <a:pt x="12192000" y="2118654"/>
                </a:cubicBezTo>
                <a:lnTo>
                  <a:pt x="12192000" y="2250657"/>
                </a:lnTo>
                <a:cubicBezTo>
                  <a:pt x="11889465" y="2157681"/>
                  <a:pt x="11662185" y="1902872"/>
                  <a:pt x="11617468" y="1591480"/>
                </a:cubicBezTo>
                <a:cubicBezTo>
                  <a:pt x="11617300" y="1591427"/>
                  <a:pt x="11617132" y="1591423"/>
                  <a:pt x="11616962" y="1591418"/>
                </a:cubicBezTo>
                <a:lnTo>
                  <a:pt x="11616424" y="1584794"/>
                </a:lnTo>
                <a:cubicBezTo>
                  <a:pt x="11611365" y="1554782"/>
                  <a:pt x="11608914" y="1524133"/>
                  <a:pt x="11608957" y="1493044"/>
                </a:cubicBezTo>
                <a:cubicBezTo>
                  <a:pt x="11607645" y="1487460"/>
                  <a:pt x="11607586" y="1481838"/>
                  <a:pt x="11607586" y="1476202"/>
                </a:cubicBezTo>
                <a:lnTo>
                  <a:pt x="11608180" y="1464851"/>
                </a:lnTo>
                <a:lnTo>
                  <a:pt x="11608678" y="1464884"/>
                </a:lnTo>
                <a:close/>
                <a:moveTo>
                  <a:pt x="11594916" y="1464394"/>
                </a:moveTo>
                <a:lnTo>
                  <a:pt x="11594942" y="1464884"/>
                </a:lnTo>
                <a:lnTo>
                  <a:pt x="11595440" y="1464852"/>
                </a:lnTo>
                <a:lnTo>
                  <a:pt x="11596034" y="1476202"/>
                </a:lnTo>
                <a:cubicBezTo>
                  <a:pt x="11596034" y="1481838"/>
                  <a:pt x="11595975" y="1487460"/>
                  <a:pt x="11594663" y="1493044"/>
                </a:cubicBezTo>
                <a:cubicBezTo>
                  <a:pt x="11594706" y="1524133"/>
                  <a:pt x="11592255" y="1554782"/>
                  <a:pt x="11587196" y="1584794"/>
                </a:cubicBezTo>
                <a:lnTo>
                  <a:pt x="11586658" y="1591418"/>
                </a:lnTo>
                <a:cubicBezTo>
                  <a:pt x="11586488" y="1591423"/>
                  <a:pt x="11586320" y="1591427"/>
                  <a:pt x="11586152" y="1591480"/>
                </a:cubicBezTo>
                <a:cubicBezTo>
                  <a:pt x="11535877" y="1941574"/>
                  <a:pt x="11254838" y="2220146"/>
                  <a:pt x="10895987" y="2279078"/>
                </a:cubicBezTo>
                <a:lnTo>
                  <a:pt x="10895871" y="2280217"/>
                </a:lnTo>
                <a:cubicBezTo>
                  <a:pt x="10890560" y="2281220"/>
                  <a:pt x="10885231" y="2282161"/>
                  <a:pt x="10879654" y="2281745"/>
                </a:cubicBezTo>
                <a:cubicBezTo>
                  <a:pt x="10848482" y="2287255"/>
                  <a:pt x="10816602" y="2290213"/>
                  <a:pt x="10784227" y="2290736"/>
                </a:cubicBezTo>
                <a:lnTo>
                  <a:pt x="10767109" y="2292349"/>
                </a:lnTo>
                <a:lnTo>
                  <a:pt x="10767083" y="2291858"/>
                </a:lnTo>
                <a:lnTo>
                  <a:pt x="10766584" y="2291891"/>
                </a:lnTo>
                <a:cubicBezTo>
                  <a:pt x="10766018" y="2288119"/>
                  <a:pt x="10765991" y="2284333"/>
                  <a:pt x="10765991" y="2280541"/>
                </a:cubicBezTo>
                <a:cubicBezTo>
                  <a:pt x="10765991" y="2274903"/>
                  <a:pt x="10766050" y="2269279"/>
                  <a:pt x="10767362" y="2263693"/>
                </a:cubicBezTo>
                <a:cubicBezTo>
                  <a:pt x="10767319" y="2232611"/>
                  <a:pt x="10769769" y="2201969"/>
                  <a:pt x="10774826" y="2171962"/>
                </a:cubicBezTo>
                <a:lnTo>
                  <a:pt x="10775366" y="2165325"/>
                </a:lnTo>
                <a:cubicBezTo>
                  <a:pt x="10775535" y="2165320"/>
                  <a:pt x="10775704" y="2165315"/>
                  <a:pt x="10775872" y="2165262"/>
                </a:cubicBezTo>
                <a:cubicBezTo>
                  <a:pt x="10826148" y="1815167"/>
                  <a:pt x="11107187" y="1536596"/>
                  <a:pt x="11466037" y="1477664"/>
                </a:cubicBezTo>
                <a:lnTo>
                  <a:pt x="11466154" y="1476525"/>
                </a:lnTo>
                <a:cubicBezTo>
                  <a:pt x="11471463" y="1475523"/>
                  <a:pt x="11476791" y="1474582"/>
                  <a:pt x="11482367" y="1474998"/>
                </a:cubicBezTo>
                <a:cubicBezTo>
                  <a:pt x="11513550" y="1469485"/>
                  <a:pt x="11545443" y="1466527"/>
                  <a:pt x="11577829" y="1466004"/>
                </a:cubicBezTo>
                <a:close/>
                <a:moveTo>
                  <a:pt x="9916551" y="1464394"/>
                </a:moveTo>
                <a:lnTo>
                  <a:pt x="9933638" y="1466004"/>
                </a:lnTo>
                <a:cubicBezTo>
                  <a:pt x="9966024" y="1466527"/>
                  <a:pt x="9997917" y="1469485"/>
                  <a:pt x="10029100" y="1474998"/>
                </a:cubicBezTo>
                <a:cubicBezTo>
                  <a:pt x="10034676" y="1474582"/>
                  <a:pt x="10040004" y="1475523"/>
                  <a:pt x="10045313" y="1476525"/>
                </a:cubicBezTo>
                <a:lnTo>
                  <a:pt x="10045430" y="1477664"/>
                </a:lnTo>
                <a:cubicBezTo>
                  <a:pt x="10404280" y="1536596"/>
                  <a:pt x="10685319" y="1815167"/>
                  <a:pt x="10735596" y="2165262"/>
                </a:cubicBezTo>
                <a:cubicBezTo>
                  <a:pt x="10735763" y="2165315"/>
                  <a:pt x="10735932" y="2165320"/>
                  <a:pt x="10736101" y="2165325"/>
                </a:cubicBezTo>
                <a:lnTo>
                  <a:pt x="10736641" y="2171962"/>
                </a:lnTo>
                <a:cubicBezTo>
                  <a:pt x="10741698" y="2201969"/>
                  <a:pt x="10744148" y="2232611"/>
                  <a:pt x="10744105" y="2263693"/>
                </a:cubicBezTo>
                <a:cubicBezTo>
                  <a:pt x="10745417" y="2269279"/>
                  <a:pt x="10745476" y="2274903"/>
                  <a:pt x="10745476" y="2280541"/>
                </a:cubicBezTo>
                <a:cubicBezTo>
                  <a:pt x="10745476" y="2284333"/>
                  <a:pt x="10745449" y="2288119"/>
                  <a:pt x="10744883" y="2291891"/>
                </a:cubicBezTo>
                <a:lnTo>
                  <a:pt x="10744384" y="2291858"/>
                </a:lnTo>
                <a:lnTo>
                  <a:pt x="10744358" y="2292349"/>
                </a:lnTo>
                <a:lnTo>
                  <a:pt x="10727240" y="2290736"/>
                </a:lnTo>
                <a:cubicBezTo>
                  <a:pt x="10694865" y="2290213"/>
                  <a:pt x="10662985" y="2287255"/>
                  <a:pt x="10631813" y="2281745"/>
                </a:cubicBezTo>
                <a:cubicBezTo>
                  <a:pt x="10626236" y="2282161"/>
                  <a:pt x="10620907" y="2281220"/>
                  <a:pt x="10615596" y="2280217"/>
                </a:cubicBezTo>
                <a:lnTo>
                  <a:pt x="10615480" y="2279078"/>
                </a:lnTo>
                <a:cubicBezTo>
                  <a:pt x="10256629" y="2220146"/>
                  <a:pt x="9975590" y="1941574"/>
                  <a:pt x="9925315" y="1591480"/>
                </a:cubicBezTo>
                <a:cubicBezTo>
                  <a:pt x="9925147" y="1591427"/>
                  <a:pt x="9924979" y="1591423"/>
                  <a:pt x="9924809" y="1591418"/>
                </a:cubicBezTo>
                <a:lnTo>
                  <a:pt x="9924271" y="1584794"/>
                </a:lnTo>
                <a:cubicBezTo>
                  <a:pt x="9919212" y="1554782"/>
                  <a:pt x="9916761" y="1524133"/>
                  <a:pt x="9916804" y="1493044"/>
                </a:cubicBezTo>
                <a:cubicBezTo>
                  <a:pt x="9915492" y="1487460"/>
                  <a:pt x="9915433" y="1481838"/>
                  <a:pt x="9915433" y="1476202"/>
                </a:cubicBezTo>
                <a:lnTo>
                  <a:pt x="9916027" y="1464852"/>
                </a:lnTo>
                <a:lnTo>
                  <a:pt x="9916525" y="1464884"/>
                </a:lnTo>
                <a:close/>
                <a:moveTo>
                  <a:pt x="9902763" y="1464394"/>
                </a:moveTo>
                <a:lnTo>
                  <a:pt x="9902789" y="1464884"/>
                </a:lnTo>
                <a:lnTo>
                  <a:pt x="9903287" y="1464852"/>
                </a:lnTo>
                <a:lnTo>
                  <a:pt x="9903881" y="1476202"/>
                </a:lnTo>
                <a:cubicBezTo>
                  <a:pt x="9903881" y="1481838"/>
                  <a:pt x="9903822" y="1487460"/>
                  <a:pt x="9902510" y="1493044"/>
                </a:cubicBezTo>
                <a:cubicBezTo>
                  <a:pt x="9902553" y="1524133"/>
                  <a:pt x="9900102" y="1554782"/>
                  <a:pt x="9895043" y="1584794"/>
                </a:cubicBezTo>
                <a:lnTo>
                  <a:pt x="9894505" y="1591418"/>
                </a:lnTo>
                <a:cubicBezTo>
                  <a:pt x="9894335" y="1591423"/>
                  <a:pt x="9894167" y="1591427"/>
                  <a:pt x="9893999" y="1591480"/>
                </a:cubicBezTo>
                <a:cubicBezTo>
                  <a:pt x="9843724" y="1941574"/>
                  <a:pt x="9562685" y="2220146"/>
                  <a:pt x="9203834" y="2279078"/>
                </a:cubicBezTo>
                <a:lnTo>
                  <a:pt x="9203718" y="2280217"/>
                </a:lnTo>
                <a:cubicBezTo>
                  <a:pt x="9198407" y="2281220"/>
                  <a:pt x="9193078" y="2282161"/>
                  <a:pt x="9187501" y="2281745"/>
                </a:cubicBezTo>
                <a:cubicBezTo>
                  <a:pt x="9156329" y="2287255"/>
                  <a:pt x="9124449" y="2290213"/>
                  <a:pt x="9092074" y="2290736"/>
                </a:cubicBezTo>
                <a:lnTo>
                  <a:pt x="9074956" y="2292349"/>
                </a:lnTo>
                <a:lnTo>
                  <a:pt x="9074930" y="2291858"/>
                </a:lnTo>
                <a:lnTo>
                  <a:pt x="9074431" y="2291891"/>
                </a:lnTo>
                <a:cubicBezTo>
                  <a:pt x="9073865" y="2288119"/>
                  <a:pt x="9073838" y="2284333"/>
                  <a:pt x="9073838" y="2280541"/>
                </a:cubicBezTo>
                <a:cubicBezTo>
                  <a:pt x="9073838" y="2274903"/>
                  <a:pt x="9073897" y="2269279"/>
                  <a:pt x="9075209" y="2263693"/>
                </a:cubicBezTo>
                <a:cubicBezTo>
                  <a:pt x="9075166" y="2232611"/>
                  <a:pt x="9077616" y="2201969"/>
                  <a:pt x="9082673" y="2171962"/>
                </a:cubicBezTo>
                <a:lnTo>
                  <a:pt x="9083213" y="2165325"/>
                </a:lnTo>
                <a:cubicBezTo>
                  <a:pt x="9083382" y="2165320"/>
                  <a:pt x="9083551" y="2165315"/>
                  <a:pt x="9083718" y="2165262"/>
                </a:cubicBezTo>
                <a:cubicBezTo>
                  <a:pt x="9133995" y="1815167"/>
                  <a:pt x="9415034" y="1536596"/>
                  <a:pt x="9773884" y="1477664"/>
                </a:cubicBezTo>
                <a:lnTo>
                  <a:pt x="9774001" y="1476525"/>
                </a:lnTo>
                <a:cubicBezTo>
                  <a:pt x="9779310" y="1475523"/>
                  <a:pt x="9784638" y="1474582"/>
                  <a:pt x="9790214" y="1474998"/>
                </a:cubicBezTo>
                <a:cubicBezTo>
                  <a:pt x="9821397" y="1469485"/>
                  <a:pt x="9853290" y="1466527"/>
                  <a:pt x="9885676" y="1466004"/>
                </a:cubicBezTo>
                <a:close/>
                <a:moveTo>
                  <a:pt x="8224400" y="1464394"/>
                </a:moveTo>
                <a:lnTo>
                  <a:pt x="8241488" y="1466004"/>
                </a:lnTo>
                <a:cubicBezTo>
                  <a:pt x="8273873" y="1466527"/>
                  <a:pt x="8305766" y="1469485"/>
                  <a:pt x="8336949" y="1474998"/>
                </a:cubicBezTo>
                <a:cubicBezTo>
                  <a:pt x="8342525" y="1474582"/>
                  <a:pt x="8347853" y="1475523"/>
                  <a:pt x="8353162" y="1476525"/>
                </a:cubicBezTo>
                <a:lnTo>
                  <a:pt x="8353279" y="1477664"/>
                </a:lnTo>
                <a:cubicBezTo>
                  <a:pt x="8712129" y="1536596"/>
                  <a:pt x="8993168" y="1815167"/>
                  <a:pt x="9043444" y="2165262"/>
                </a:cubicBezTo>
                <a:cubicBezTo>
                  <a:pt x="9043612" y="2165315"/>
                  <a:pt x="9043781" y="2165320"/>
                  <a:pt x="9043950" y="2165325"/>
                </a:cubicBezTo>
                <a:lnTo>
                  <a:pt x="9044490" y="2171962"/>
                </a:lnTo>
                <a:cubicBezTo>
                  <a:pt x="9049547" y="2201969"/>
                  <a:pt x="9051997" y="2232611"/>
                  <a:pt x="9051954" y="2263693"/>
                </a:cubicBezTo>
                <a:cubicBezTo>
                  <a:pt x="9053266" y="2269279"/>
                  <a:pt x="9053325" y="2274903"/>
                  <a:pt x="9053325" y="2280541"/>
                </a:cubicBezTo>
                <a:cubicBezTo>
                  <a:pt x="9053325" y="2284333"/>
                  <a:pt x="9053298" y="2288119"/>
                  <a:pt x="9052732" y="2291891"/>
                </a:cubicBezTo>
                <a:lnTo>
                  <a:pt x="9052233" y="2291858"/>
                </a:lnTo>
                <a:lnTo>
                  <a:pt x="9052207" y="2292349"/>
                </a:lnTo>
                <a:lnTo>
                  <a:pt x="9035089" y="2290736"/>
                </a:lnTo>
                <a:cubicBezTo>
                  <a:pt x="9002714" y="2290213"/>
                  <a:pt x="8970834" y="2287255"/>
                  <a:pt x="8939662" y="2281745"/>
                </a:cubicBezTo>
                <a:cubicBezTo>
                  <a:pt x="8934085" y="2282161"/>
                  <a:pt x="8928756" y="2281220"/>
                  <a:pt x="8923445" y="2280217"/>
                </a:cubicBezTo>
                <a:lnTo>
                  <a:pt x="8923329" y="2279078"/>
                </a:lnTo>
                <a:cubicBezTo>
                  <a:pt x="8564478" y="2220146"/>
                  <a:pt x="8283439" y="1941574"/>
                  <a:pt x="8233164" y="1591480"/>
                </a:cubicBezTo>
                <a:cubicBezTo>
                  <a:pt x="8232996" y="1591427"/>
                  <a:pt x="8232828" y="1591423"/>
                  <a:pt x="8232658" y="1591418"/>
                </a:cubicBezTo>
                <a:lnTo>
                  <a:pt x="8232120" y="1584794"/>
                </a:lnTo>
                <a:cubicBezTo>
                  <a:pt x="8227061" y="1554782"/>
                  <a:pt x="8224611" y="1524133"/>
                  <a:pt x="8224653" y="1493044"/>
                </a:cubicBezTo>
                <a:cubicBezTo>
                  <a:pt x="8223341" y="1487460"/>
                  <a:pt x="8223282" y="1481838"/>
                  <a:pt x="8223282" y="1476202"/>
                </a:cubicBezTo>
                <a:lnTo>
                  <a:pt x="8223876" y="1464852"/>
                </a:lnTo>
                <a:lnTo>
                  <a:pt x="8224374" y="1464884"/>
                </a:lnTo>
                <a:close/>
                <a:moveTo>
                  <a:pt x="8210612" y="1464394"/>
                </a:moveTo>
                <a:lnTo>
                  <a:pt x="8210638" y="1464884"/>
                </a:lnTo>
                <a:lnTo>
                  <a:pt x="8211136" y="1464852"/>
                </a:lnTo>
                <a:lnTo>
                  <a:pt x="8211730" y="1476202"/>
                </a:lnTo>
                <a:cubicBezTo>
                  <a:pt x="8211730" y="1481838"/>
                  <a:pt x="8211672" y="1487460"/>
                  <a:pt x="8210360" y="1493044"/>
                </a:cubicBezTo>
                <a:cubicBezTo>
                  <a:pt x="8210402" y="1524133"/>
                  <a:pt x="8207951" y="1554782"/>
                  <a:pt x="8202893" y="1584794"/>
                </a:cubicBezTo>
                <a:lnTo>
                  <a:pt x="8202354" y="1591418"/>
                </a:lnTo>
                <a:cubicBezTo>
                  <a:pt x="8202185" y="1591423"/>
                  <a:pt x="8202016" y="1591427"/>
                  <a:pt x="8201849" y="1591480"/>
                </a:cubicBezTo>
                <a:cubicBezTo>
                  <a:pt x="8151573" y="1941574"/>
                  <a:pt x="7870534" y="2220146"/>
                  <a:pt x="7511683" y="2279078"/>
                </a:cubicBezTo>
                <a:lnTo>
                  <a:pt x="7511567" y="2280217"/>
                </a:lnTo>
                <a:cubicBezTo>
                  <a:pt x="7506256" y="2281220"/>
                  <a:pt x="7500927" y="2282161"/>
                  <a:pt x="7495350" y="2281745"/>
                </a:cubicBezTo>
                <a:cubicBezTo>
                  <a:pt x="7464178" y="2287255"/>
                  <a:pt x="7432298" y="2290213"/>
                  <a:pt x="7399924" y="2290736"/>
                </a:cubicBezTo>
                <a:lnTo>
                  <a:pt x="7382805" y="2292349"/>
                </a:lnTo>
                <a:lnTo>
                  <a:pt x="7382779" y="2291858"/>
                </a:lnTo>
                <a:lnTo>
                  <a:pt x="7382280" y="2291891"/>
                </a:lnTo>
                <a:cubicBezTo>
                  <a:pt x="7381714" y="2288119"/>
                  <a:pt x="7381687" y="2284333"/>
                  <a:pt x="7381687" y="2280541"/>
                </a:cubicBezTo>
                <a:cubicBezTo>
                  <a:pt x="7381687" y="2274903"/>
                  <a:pt x="7381746" y="2269279"/>
                  <a:pt x="7383058" y="2263693"/>
                </a:cubicBezTo>
                <a:cubicBezTo>
                  <a:pt x="7383016" y="2232611"/>
                  <a:pt x="7385465" y="2201969"/>
                  <a:pt x="7390522" y="2171962"/>
                </a:cubicBezTo>
                <a:lnTo>
                  <a:pt x="7391062" y="2165325"/>
                </a:lnTo>
                <a:cubicBezTo>
                  <a:pt x="7391231" y="2165320"/>
                  <a:pt x="7391400" y="2165315"/>
                  <a:pt x="7391568" y="2165262"/>
                </a:cubicBezTo>
                <a:cubicBezTo>
                  <a:pt x="7441844" y="1815167"/>
                  <a:pt x="7722883" y="1536596"/>
                  <a:pt x="8081734" y="1477664"/>
                </a:cubicBezTo>
                <a:lnTo>
                  <a:pt x="8081851" y="1476525"/>
                </a:lnTo>
                <a:cubicBezTo>
                  <a:pt x="8087159" y="1475523"/>
                  <a:pt x="8092487" y="1474582"/>
                  <a:pt x="8098063" y="1474998"/>
                </a:cubicBezTo>
                <a:cubicBezTo>
                  <a:pt x="8129247" y="1469485"/>
                  <a:pt x="8161139" y="1466527"/>
                  <a:pt x="8193525" y="1466004"/>
                </a:cubicBezTo>
                <a:close/>
                <a:moveTo>
                  <a:pt x="6532249" y="1464394"/>
                </a:moveTo>
                <a:lnTo>
                  <a:pt x="6549337" y="1466004"/>
                </a:lnTo>
                <a:cubicBezTo>
                  <a:pt x="6581722" y="1466527"/>
                  <a:pt x="6613615" y="1469485"/>
                  <a:pt x="6644798" y="1474998"/>
                </a:cubicBezTo>
                <a:cubicBezTo>
                  <a:pt x="6650374" y="1474582"/>
                  <a:pt x="6655702" y="1475523"/>
                  <a:pt x="6661011" y="1476525"/>
                </a:cubicBezTo>
                <a:lnTo>
                  <a:pt x="6661128" y="1477664"/>
                </a:lnTo>
                <a:cubicBezTo>
                  <a:pt x="7019978" y="1536596"/>
                  <a:pt x="7301017" y="1815167"/>
                  <a:pt x="7351294" y="2165262"/>
                </a:cubicBezTo>
                <a:cubicBezTo>
                  <a:pt x="7351461" y="2165315"/>
                  <a:pt x="7351631" y="2165320"/>
                  <a:pt x="7351799" y="2165325"/>
                </a:cubicBezTo>
                <a:lnTo>
                  <a:pt x="7352340" y="2171962"/>
                </a:lnTo>
                <a:cubicBezTo>
                  <a:pt x="7357396" y="2201969"/>
                  <a:pt x="7359846" y="2232611"/>
                  <a:pt x="7359804" y="2263693"/>
                </a:cubicBezTo>
                <a:cubicBezTo>
                  <a:pt x="7361116" y="2269279"/>
                  <a:pt x="7361174" y="2274903"/>
                  <a:pt x="7361174" y="2280541"/>
                </a:cubicBezTo>
                <a:cubicBezTo>
                  <a:pt x="7361174" y="2284333"/>
                  <a:pt x="7361147" y="2288119"/>
                  <a:pt x="7360581" y="2291891"/>
                </a:cubicBezTo>
                <a:lnTo>
                  <a:pt x="7360082" y="2291858"/>
                </a:lnTo>
                <a:lnTo>
                  <a:pt x="7360056" y="2292349"/>
                </a:lnTo>
                <a:lnTo>
                  <a:pt x="7342938" y="2290736"/>
                </a:lnTo>
                <a:cubicBezTo>
                  <a:pt x="7310564" y="2290213"/>
                  <a:pt x="7278683" y="2287255"/>
                  <a:pt x="7247511" y="2281745"/>
                </a:cubicBezTo>
                <a:cubicBezTo>
                  <a:pt x="7241934" y="2282161"/>
                  <a:pt x="7236605" y="2281220"/>
                  <a:pt x="7231295" y="2280217"/>
                </a:cubicBezTo>
                <a:lnTo>
                  <a:pt x="7231179" y="2279078"/>
                </a:lnTo>
                <a:cubicBezTo>
                  <a:pt x="6872327" y="2220146"/>
                  <a:pt x="6591288" y="1941574"/>
                  <a:pt x="6541013" y="1591480"/>
                </a:cubicBezTo>
                <a:cubicBezTo>
                  <a:pt x="6540845" y="1591427"/>
                  <a:pt x="6540677" y="1591423"/>
                  <a:pt x="6540507" y="1591418"/>
                </a:cubicBezTo>
                <a:lnTo>
                  <a:pt x="6539969" y="1584794"/>
                </a:lnTo>
                <a:cubicBezTo>
                  <a:pt x="6534910" y="1554782"/>
                  <a:pt x="6532460" y="1524133"/>
                  <a:pt x="6532502" y="1493044"/>
                </a:cubicBezTo>
                <a:cubicBezTo>
                  <a:pt x="6531190" y="1487460"/>
                  <a:pt x="6531131" y="1481838"/>
                  <a:pt x="6531131" y="1476202"/>
                </a:cubicBezTo>
                <a:lnTo>
                  <a:pt x="6531725" y="1464852"/>
                </a:lnTo>
                <a:lnTo>
                  <a:pt x="6532223" y="1464884"/>
                </a:lnTo>
                <a:close/>
                <a:moveTo>
                  <a:pt x="6518461" y="1464394"/>
                </a:moveTo>
                <a:lnTo>
                  <a:pt x="6518487" y="1464884"/>
                </a:lnTo>
                <a:lnTo>
                  <a:pt x="6518985" y="1464852"/>
                </a:lnTo>
                <a:lnTo>
                  <a:pt x="6519579" y="1476202"/>
                </a:lnTo>
                <a:cubicBezTo>
                  <a:pt x="6519579" y="1481838"/>
                  <a:pt x="6519520" y="1487460"/>
                  <a:pt x="6518208" y="1493044"/>
                </a:cubicBezTo>
                <a:cubicBezTo>
                  <a:pt x="6518250" y="1524133"/>
                  <a:pt x="6515800" y="1554782"/>
                  <a:pt x="6510741" y="1584794"/>
                </a:cubicBezTo>
                <a:lnTo>
                  <a:pt x="6510203" y="1591418"/>
                </a:lnTo>
                <a:cubicBezTo>
                  <a:pt x="6510033" y="1591423"/>
                  <a:pt x="6509865" y="1591427"/>
                  <a:pt x="6509697" y="1591480"/>
                </a:cubicBezTo>
                <a:cubicBezTo>
                  <a:pt x="6459422" y="1941574"/>
                  <a:pt x="6178383" y="2220146"/>
                  <a:pt x="5819531" y="2279078"/>
                </a:cubicBezTo>
                <a:lnTo>
                  <a:pt x="5819415" y="2280217"/>
                </a:lnTo>
                <a:cubicBezTo>
                  <a:pt x="5814105" y="2281220"/>
                  <a:pt x="5808776" y="2282161"/>
                  <a:pt x="5803199" y="2281745"/>
                </a:cubicBezTo>
                <a:cubicBezTo>
                  <a:pt x="5772027" y="2287255"/>
                  <a:pt x="5740146" y="2290213"/>
                  <a:pt x="5707772" y="2290736"/>
                </a:cubicBezTo>
                <a:lnTo>
                  <a:pt x="5690654" y="2292349"/>
                </a:lnTo>
                <a:lnTo>
                  <a:pt x="5690628" y="2291858"/>
                </a:lnTo>
                <a:lnTo>
                  <a:pt x="5690129" y="2291891"/>
                </a:lnTo>
                <a:cubicBezTo>
                  <a:pt x="5689563" y="2288119"/>
                  <a:pt x="5689536" y="2284333"/>
                  <a:pt x="5689536" y="2280541"/>
                </a:cubicBezTo>
                <a:cubicBezTo>
                  <a:pt x="5689536" y="2274903"/>
                  <a:pt x="5689594" y="2269279"/>
                  <a:pt x="5690906" y="2263693"/>
                </a:cubicBezTo>
                <a:cubicBezTo>
                  <a:pt x="5690864" y="2232611"/>
                  <a:pt x="5693314" y="2201969"/>
                  <a:pt x="5698370" y="2171962"/>
                </a:cubicBezTo>
                <a:lnTo>
                  <a:pt x="5698911" y="2165325"/>
                </a:lnTo>
                <a:cubicBezTo>
                  <a:pt x="5699079" y="2165320"/>
                  <a:pt x="5699249" y="2165315"/>
                  <a:pt x="5699416" y="2165262"/>
                </a:cubicBezTo>
                <a:cubicBezTo>
                  <a:pt x="5749693" y="1815167"/>
                  <a:pt x="6030732" y="1536596"/>
                  <a:pt x="6389582" y="1477664"/>
                </a:cubicBezTo>
                <a:lnTo>
                  <a:pt x="6389699" y="1476525"/>
                </a:lnTo>
                <a:cubicBezTo>
                  <a:pt x="6395008" y="1475523"/>
                  <a:pt x="6400336" y="1474582"/>
                  <a:pt x="6405912" y="1474998"/>
                </a:cubicBezTo>
                <a:cubicBezTo>
                  <a:pt x="6437095" y="1469485"/>
                  <a:pt x="6468988" y="1466527"/>
                  <a:pt x="6501373" y="1466004"/>
                </a:cubicBezTo>
                <a:close/>
                <a:moveTo>
                  <a:pt x="4840098" y="1464394"/>
                </a:moveTo>
                <a:lnTo>
                  <a:pt x="4857185" y="1466004"/>
                </a:lnTo>
                <a:cubicBezTo>
                  <a:pt x="4889571" y="1466527"/>
                  <a:pt x="4921463" y="1469485"/>
                  <a:pt x="4952647" y="1474998"/>
                </a:cubicBezTo>
                <a:cubicBezTo>
                  <a:pt x="4958223" y="1474582"/>
                  <a:pt x="4963551" y="1475523"/>
                  <a:pt x="4968859" y="1476525"/>
                </a:cubicBezTo>
                <a:lnTo>
                  <a:pt x="4968976" y="1477664"/>
                </a:lnTo>
                <a:cubicBezTo>
                  <a:pt x="5327827" y="1536596"/>
                  <a:pt x="5608866" y="1815167"/>
                  <a:pt x="5659142" y="2165262"/>
                </a:cubicBezTo>
                <a:cubicBezTo>
                  <a:pt x="5659310" y="2165315"/>
                  <a:pt x="5659479" y="2165320"/>
                  <a:pt x="5659648" y="2165325"/>
                </a:cubicBezTo>
                <a:lnTo>
                  <a:pt x="5660188" y="2171962"/>
                </a:lnTo>
                <a:cubicBezTo>
                  <a:pt x="5665245" y="2201969"/>
                  <a:pt x="5667694" y="2232611"/>
                  <a:pt x="5667652" y="2263693"/>
                </a:cubicBezTo>
                <a:cubicBezTo>
                  <a:pt x="5668964" y="2269279"/>
                  <a:pt x="5669023" y="2274903"/>
                  <a:pt x="5669023" y="2280541"/>
                </a:cubicBezTo>
                <a:cubicBezTo>
                  <a:pt x="5669023" y="2284333"/>
                  <a:pt x="5668996" y="2288119"/>
                  <a:pt x="5668430" y="2291891"/>
                </a:cubicBezTo>
                <a:lnTo>
                  <a:pt x="5667931" y="2291858"/>
                </a:lnTo>
                <a:lnTo>
                  <a:pt x="5667905" y="2292349"/>
                </a:lnTo>
                <a:lnTo>
                  <a:pt x="5650786" y="2290736"/>
                </a:lnTo>
                <a:cubicBezTo>
                  <a:pt x="5618412" y="2290213"/>
                  <a:pt x="5586532" y="2287255"/>
                  <a:pt x="5555360" y="2281745"/>
                </a:cubicBezTo>
                <a:cubicBezTo>
                  <a:pt x="5549783" y="2282161"/>
                  <a:pt x="5544454" y="2281220"/>
                  <a:pt x="5539143" y="2280217"/>
                </a:cubicBezTo>
                <a:lnTo>
                  <a:pt x="5539027" y="2279078"/>
                </a:lnTo>
                <a:cubicBezTo>
                  <a:pt x="5180176" y="2220146"/>
                  <a:pt x="4899137" y="1941574"/>
                  <a:pt x="4848861" y="1591480"/>
                </a:cubicBezTo>
                <a:cubicBezTo>
                  <a:pt x="4848694" y="1591427"/>
                  <a:pt x="4848525" y="1591423"/>
                  <a:pt x="4848356" y="1591418"/>
                </a:cubicBezTo>
                <a:lnTo>
                  <a:pt x="4847817" y="1584794"/>
                </a:lnTo>
                <a:cubicBezTo>
                  <a:pt x="4842759" y="1554782"/>
                  <a:pt x="4840308" y="1524133"/>
                  <a:pt x="4840350" y="1493044"/>
                </a:cubicBezTo>
                <a:cubicBezTo>
                  <a:pt x="4839038" y="1487460"/>
                  <a:pt x="4838980" y="1481838"/>
                  <a:pt x="4838980" y="1476202"/>
                </a:cubicBezTo>
                <a:lnTo>
                  <a:pt x="4839574" y="1464852"/>
                </a:lnTo>
                <a:lnTo>
                  <a:pt x="4840072" y="1464884"/>
                </a:lnTo>
                <a:close/>
                <a:moveTo>
                  <a:pt x="4826310" y="1464394"/>
                </a:moveTo>
                <a:lnTo>
                  <a:pt x="4826336" y="1464884"/>
                </a:lnTo>
                <a:lnTo>
                  <a:pt x="4826834" y="1464852"/>
                </a:lnTo>
                <a:lnTo>
                  <a:pt x="4827428" y="1476202"/>
                </a:lnTo>
                <a:cubicBezTo>
                  <a:pt x="4827428" y="1481838"/>
                  <a:pt x="4827369" y="1487460"/>
                  <a:pt x="4826057" y="1493044"/>
                </a:cubicBezTo>
                <a:cubicBezTo>
                  <a:pt x="4826099" y="1524133"/>
                  <a:pt x="4823649" y="1554782"/>
                  <a:pt x="4818590" y="1584794"/>
                </a:cubicBezTo>
                <a:lnTo>
                  <a:pt x="4818052" y="1591418"/>
                </a:lnTo>
                <a:cubicBezTo>
                  <a:pt x="4817882" y="1591423"/>
                  <a:pt x="4817714" y="1591427"/>
                  <a:pt x="4817546" y="1591480"/>
                </a:cubicBezTo>
                <a:cubicBezTo>
                  <a:pt x="4767271" y="1941574"/>
                  <a:pt x="4486232" y="2220146"/>
                  <a:pt x="4127381" y="2279078"/>
                </a:cubicBezTo>
                <a:lnTo>
                  <a:pt x="4127264" y="2280217"/>
                </a:lnTo>
                <a:cubicBezTo>
                  <a:pt x="4121954" y="2281220"/>
                  <a:pt x="4116625" y="2282161"/>
                  <a:pt x="4111048" y="2281745"/>
                </a:cubicBezTo>
                <a:cubicBezTo>
                  <a:pt x="4079876" y="2287255"/>
                  <a:pt x="4047996" y="2290213"/>
                  <a:pt x="4015621" y="2290736"/>
                </a:cubicBezTo>
                <a:lnTo>
                  <a:pt x="3998503" y="2292349"/>
                </a:lnTo>
                <a:lnTo>
                  <a:pt x="3998477" y="2291858"/>
                </a:lnTo>
                <a:lnTo>
                  <a:pt x="3997978" y="2291891"/>
                </a:lnTo>
                <a:cubicBezTo>
                  <a:pt x="3997412" y="2288119"/>
                  <a:pt x="3997385" y="2284333"/>
                  <a:pt x="3997385" y="2280541"/>
                </a:cubicBezTo>
                <a:cubicBezTo>
                  <a:pt x="3997385" y="2274903"/>
                  <a:pt x="3997443" y="2269279"/>
                  <a:pt x="3998755" y="2263693"/>
                </a:cubicBezTo>
                <a:cubicBezTo>
                  <a:pt x="3998713" y="2232611"/>
                  <a:pt x="4001163" y="2201969"/>
                  <a:pt x="4006219" y="2171962"/>
                </a:cubicBezTo>
                <a:lnTo>
                  <a:pt x="4006760" y="2165325"/>
                </a:lnTo>
                <a:cubicBezTo>
                  <a:pt x="4006928" y="2165320"/>
                  <a:pt x="4007098" y="2165315"/>
                  <a:pt x="4007265" y="2165262"/>
                </a:cubicBezTo>
                <a:cubicBezTo>
                  <a:pt x="4057542" y="1815167"/>
                  <a:pt x="4338581" y="1536596"/>
                  <a:pt x="4697431" y="1477664"/>
                </a:cubicBezTo>
                <a:lnTo>
                  <a:pt x="4697548" y="1476525"/>
                </a:lnTo>
                <a:cubicBezTo>
                  <a:pt x="4702857" y="1475523"/>
                  <a:pt x="4708185" y="1474582"/>
                  <a:pt x="4713761" y="1474998"/>
                </a:cubicBezTo>
                <a:cubicBezTo>
                  <a:pt x="4744944" y="1469485"/>
                  <a:pt x="4776837" y="1466527"/>
                  <a:pt x="4809222" y="1466004"/>
                </a:cubicBezTo>
                <a:close/>
                <a:moveTo>
                  <a:pt x="3147947" y="1464394"/>
                </a:moveTo>
                <a:lnTo>
                  <a:pt x="3165034" y="1466004"/>
                </a:lnTo>
                <a:cubicBezTo>
                  <a:pt x="3197420" y="1466527"/>
                  <a:pt x="3229312" y="1469485"/>
                  <a:pt x="3260496" y="1474998"/>
                </a:cubicBezTo>
                <a:cubicBezTo>
                  <a:pt x="3266072" y="1474582"/>
                  <a:pt x="3271400" y="1475523"/>
                  <a:pt x="3276708" y="1476525"/>
                </a:cubicBezTo>
                <a:lnTo>
                  <a:pt x="3276826" y="1477664"/>
                </a:lnTo>
                <a:cubicBezTo>
                  <a:pt x="3635676" y="1536596"/>
                  <a:pt x="3916715" y="1815167"/>
                  <a:pt x="3966991" y="2165262"/>
                </a:cubicBezTo>
                <a:cubicBezTo>
                  <a:pt x="3967159" y="2165315"/>
                  <a:pt x="3967328" y="2165320"/>
                  <a:pt x="3967497" y="2165325"/>
                </a:cubicBezTo>
                <a:lnTo>
                  <a:pt x="3968037" y="2171962"/>
                </a:lnTo>
                <a:cubicBezTo>
                  <a:pt x="3973094" y="2201969"/>
                  <a:pt x="3975543" y="2232611"/>
                  <a:pt x="3975501" y="2263693"/>
                </a:cubicBezTo>
                <a:cubicBezTo>
                  <a:pt x="3976813" y="2269279"/>
                  <a:pt x="3976872" y="2274903"/>
                  <a:pt x="3976872" y="2280541"/>
                </a:cubicBezTo>
                <a:cubicBezTo>
                  <a:pt x="3976872" y="2284333"/>
                  <a:pt x="3976845" y="2288119"/>
                  <a:pt x="3976279" y="2291891"/>
                </a:cubicBezTo>
                <a:lnTo>
                  <a:pt x="3975780" y="2291858"/>
                </a:lnTo>
                <a:lnTo>
                  <a:pt x="3975754" y="2292349"/>
                </a:lnTo>
                <a:lnTo>
                  <a:pt x="3958635" y="2290736"/>
                </a:lnTo>
                <a:cubicBezTo>
                  <a:pt x="3926261" y="2290213"/>
                  <a:pt x="3894381" y="2287255"/>
                  <a:pt x="3863209" y="2281745"/>
                </a:cubicBezTo>
                <a:cubicBezTo>
                  <a:pt x="3857632" y="2282161"/>
                  <a:pt x="3852303" y="2281220"/>
                  <a:pt x="3846992" y="2280217"/>
                </a:cubicBezTo>
                <a:lnTo>
                  <a:pt x="3846876" y="2279078"/>
                </a:lnTo>
                <a:cubicBezTo>
                  <a:pt x="3488025" y="2220146"/>
                  <a:pt x="3206986" y="1941574"/>
                  <a:pt x="3156710" y="1591480"/>
                </a:cubicBezTo>
                <a:cubicBezTo>
                  <a:pt x="3156543" y="1591427"/>
                  <a:pt x="3156374" y="1591423"/>
                  <a:pt x="3156205" y="1591418"/>
                </a:cubicBezTo>
                <a:lnTo>
                  <a:pt x="3155667" y="1584794"/>
                </a:lnTo>
                <a:cubicBezTo>
                  <a:pt x="3150608" y="1554782"/>
                  <a:pt x="3148157" y="1524133"/>
                  <a:pt x="3148199" y="1493044"/>
                </a:cubicBezTo>
                <a:cubicBezTo>
                  <a:pt x="3146887" y="1487460"/>
                  <a:pt x="3146829" y="1481838"/>
                  <a:pt x="3146829" y="1476202"/>
                </a:cubicBezTo>
                <a:lnTo>
                  <a:pt x="3147423" y="1464852"/>
                </a:lnTo>
                <a:lnTo>
                  <a:pt x="3147921" y="1464884"/>
                </a:lnTo>
                <a:close/>
                <a:moveTo>
                  <a:pt x="3134159" y="1464394"/>
                </a:moveTo>
                <a:lnTo>
                  <a:pt x="3134185" y="1464884"/>
                </a:lnTo>
                <a:lnTo>
                  <a:pt x="3134683" y="1464852"/>
                </a:lnTo>
                <a:lnTo>
                  <a:pt x="3135277" y="1476202"/>
                </a:lnTo>
                <a:cubicBezTo>
                  <a:pt x="3135277" y="1481838"/>
                  <a:pt x="3135218" y="1487460"/>
                  <a:pt x="3133906" y="1493044"/>
                </a:cubicBezTo>
                <a:cubicBezTo>
                  <a:pt x="3133948" y="1524133"/>
                  <a:pt x="3131498" y="1554782"/>
                  <a:pt x="3126439" y="1584794"/>
                </a:cubicBezTo>
                <a:lnTo>
                  <a:pt x="3125901" y="1591418"/>
                </a:lnTo>
                <a:cubicBezTo>
                  <a:pt x="3125731" y="1591423"/>
                  <a:pt x="3125563" y="1591427"/>
                  <a:pt x="3125395" y="1591480"/>
                </a:cubicBezTo>
                <a:cubicBezTo>
                  <a:pt x="3075120" y="1941574"/>
                  <a:pt x="2794081" y="2220146"/>
                  <a:pt x="2435230" y="2279078"/>
                </a:cubicBezTo>
                <a:lnTo>
                  <a:pt x="2435113" y="2280217"/>
                </a:lnTo>
                <a:cubicBezTo>
                  <a:pt x="2429803" y="2281220"/>
                  <a:pt x="2424474" y="2282161"/>
                  <a:pt x="2418897" y="2281745"/>
                </a:cubicBezTo>
                <a:cubicBezTo>
                  <a:pt x="2387725" y="2287255"/>
                  <a:pt x="2355845" y="2290213"/>
                  <a:pt x="2323470" y="2290736"/>
                </a:cubicBezTo>
                <a:lnTo>
                  <a:pt x="2306352" y="2292349"/>
                </a:lnTo>
                <a:lnTo>
                  <a:pt x="2306326" y="2291858"/>
                </a:lnTo>
                <a:lnTo>
                  <a:pt x="2305827" y="2291891"/>
                </a:lnTo>
                <a:cubicBezTo>
                  <a:pt x="2305261" y="2288119"/>
                  <a:pt x="2305234" y="2284333"/>
                  <a:pt x="2305234" y="2280541"/>
                </a:cubicBezTo>
                <a:cubicBezTo>
                  <a:pt x="2305234" y="2274903"/>
                  <a:pt x="2305292" y="2269279"/>
                  <a:pt x="2306604" y="2263693"/>
                </a:cubicBezTo>
                <a:cubicBezTo>
                  <a:pt x="2306562" y="2232611"/>
                  <a:pt x="2309012" y="2201969"/>
                  <a:pt x="2314068" y="2171962"/>
                </a:cubicBezTo>
                <a:lnTo>
                  <a:pt x="2314609" y="2165325"/>
                </a:lnTo>
                <a:cubicBezTo>
                  <a:pt x="2314777" y="2165320"/>
                  <a:pt x="2314947" y="2165315"/>
                  <a:pt x="2315114" y="2165262"/>
                </a:cubicBezTo>
                <a:cubicBezTo>
                  <a:pt x="2365391" y="1815167"/>
                  <a:pt x="2646430" y="1536596"/>
                  <a:pt x="3005280" y="1477664"/>
                </a:cubicBezTo>
                <a:lnTo>
                  <a:pt x="3005397" y="1476525"/>
                </a:lnTo>
                <a:cubicBezTo>
                  <a:pt x="3010706" y="1475523"/>
                  <a:pt x="3016034" y="1474582"/>
                  <a:pt x="3021610" y="1474998"/>
                </a:cubicBezTo>
                <a:cubicBezTo>
                  <a:pt x="3052793" y="1469485"/>
                  <a:pt x="3084686" y="1466527"/>
                  <a:pt x="3117071" y="1466004"/>
                </a:cubicBezTo>
                <a:close/>
                <a:moveTo>
                  <a:pt x="1455796" y="1464394"/>
                </a:moveTo>
                <a:lnTo>
                  <a:pt x="1472883" y="1466004"/>
                </a:lnTo>
                <a:cubicBezTo>
                  <a:pt x="1505269" y="1466527"/>
                  <a:pt x="1537161" y="1469485"/>
                  <a:pt x="1568345" y="1474998"/>
                </a:cubicBezTo>
                <a:cubicBezTo>
                  <a:pt x="1573921" y="1474582"/>
                  <a:pt x="1579249" y="1475523"/>
                  <a:pt x="1584557" y="1476525"/>
                </a:cubicBezTo>
                <a:lnTo>
                  <a:pt x="1584675" y="1477664"/>
                </a:lnTo>
                <a:cubicBezTo>
                  <a:pt x="1943525" y="1536596"/>
                  <a:pt x="2224564" y="1815167"/>
                  <a:pt x="2274840" y="2165262"/>
                </a:cubicBezTo>
                <a:cubicBezTo>
                  <a:pt x="2275008" y="2165315"/>
                  <a:pt x="2275177" y="2165320"/>
                  <a:pt x="2275346" y="2165325"/>
                </a:cubicBezTo>
                <a:lnTo>
                  <a:pt x="2275886" y="2171962"/>
                </a:lnTo>
                <a:cubicBezTo>
                  <a:pt x="2280943" y="2201969"/>
                  <a:pt x="2283392" y="2232611"/>
                  <a:pt x="2283350" y="2263693"/>
                </a:cubicBezTo>
                <a:cubicBezTo>
                  <a:pt x="2284662" y="2269279"/>
                  <a:pt x="2284721" y="2274903"/>
                  <a:pt x="2284721" y="2280541"/>
                </a:cubicBezTo>
                <a:cubicBezTo>
                  <a:pt x="2284721" y="2284333"/>
                  <a:pt x="2284694" y="2288119"/>
                  <a:pt x="2284128" y="2291891"/>
                </a:cubicBezTo>
                <a:lnTo>
                  <a:pt x="2283629" y="2291858"/>
                </a:lnTo>
                <a:lnTo>
                  <a:pt x="2283603" y="2292349"/>
                </a:lnTo>
                <a:lnTo>
                  <a:pt x="2266484" y="2290736"/>
                </a:lnTo>
                <a:cubicBezTo>
                  <a:pt x="2234110" y="2290213"/>
                  <a:pt x="2202230" y="2287255"/>
                  <a:pt x="2171058" y="2281745"/>
                </a:cubicBezTo>
                <a:cubicBezTo>
                  <a:pt x="2165481" y="2282161"/>
                  <a:pt x="2160152" y="2281220"/>
                  <a:pt x="2154841" y="2280217"/>
                </a:cubicBezTo>
                <a:lnTo>
                  <a:pt x="2154725" y="2279078"/>
                </a:lnTo>
                <a:cubicBezTo>
                  <a:pt x="1795874" y="2220146"/>
                  <a:pt x="1514835" y="1941574"/>
                  <a:pt x="1464559" y="1591480"/>
                </a:cubicBezTo>
                <a:cubicBezTo>
                  <a:pt x="1464392" y="1591427"/>
                  <a:pt x="1464223" y="1591423"/>
                  <a:pt x="1464054" y="1591418"/>
                </a:cubicBezTo>
                <a:lnTo>
                  <a:pt x="1463515" y="1584794"/>
                </a:lnTo>
                <a:cubicBezTo>
                  <a:pt x="1458457" y="1554782"/>
                  <a:pt x="1456006" y="1524133"/>
                  <a:pt x="1456048" y="1493044"/>
                </a:cubicBezTo>
                <a:cubicBezTo>
                  <a:pt x="1454736" y="1487460"/>
                  <a:pt x="1454678" y="1481838"/>
                  <a:pt x="1454678" y="1476202"/>
                </a:cubicBezTo>
                <a:lnTo>
                  <a:pt x="1455272" y="1464852"/>
                </a:lnTo>
                <a:lnTo>
                  <a:pt x="1455770" y="1464884"/>
                </a:lnTo>
                <a:close/>
                <a:moveTo>
                  <a:pt x="1442008" y="1464394"/>
                </a:moveTo>
                <a:lnTo>
                  <a:pt x="1442034" y="1464884"/>
                </a:lnTo>
                <a:lnTo>
                  <a:pt x="1442532" y="1464852"/>
                </a:lnTo>
                <a:lnTo>
                  <a:pt x="1443126" y="1476202"/>
                </a:lnTo>
                <a:cubicBezTo>
                  <a:pt x="1443126" y="1481838"/>
                  <a:pt x="1443067" y="1487460"/>
                  <a:pt x="1441755" y="1493044"/>
                </a:cubicBezTo>
                <a:cubicBezTo>
                  <a:pt x="1441797" y="1524133"/>
                  <a:pt x="1439347" y="1554782"/>
                  <a:pt x="1434288" y="1584794"/>
                </a:cubicBezTo>
                <a:lnTo>
                  <a:pt x="1433750" y="1591418"/>
                </a:lnTo>
                <a:cubicBezTo>
                  <a:pt x="1433580" y="1591423"/>
                  <a:pt x="1433412" y="1591427"/>
                  <a:pt x="1433244" y="1591480"/>
                </a:cubicBezTo>
                <a:cubicBezTo>
                  <a:pt x="1382969" y="1941574"/>
                  <a:pt x="1101930" y="2220146"/>
                  <a:pt x="743079" y="2279078"/>
                </a:cubicBezTo>
                <a:lnTo>
                  <a:pt x="742962" y="2280217"/>
                </a:lnTo>
                <a:cubicBezTo>
                  <a:pt x="737652" y="2281220"/>
                  <a:pt x="732323" y="2282161"/>
                  <a:pt x="726746" y="2281745"/>
                </a:cubicBezTo>
                <a:cubicBezTo>
                  <a:pt x="695574" y="2287255"/>
                  <a:pt x="663693" y="2290213"/>
                  <a:pt x="631319" y="2290736"/>
                </a:cubicBezTo>
                <a:lnTo>
                  <a:pt x="614201" y="2292349"/>
                </a:lnTo>
                <a:lnTo>
                  <a:pt x="614175" y="2291858"/>
                </a:lnTo>
                <a:lnTo>
                  <a:pt x="613676" y="2291891"/>
                </a:lnTo>
                <a:cubicBezTo>
                  <a:pt x="613110" y="2288119"/>
                  <a:pt x="613083" y="2284333"/>
                  <a:pt x="613083" y="2280541"/>
                </a:cubicBezTo>
                <a:cubicBezTo>
                  <a:pt x="613083" y="2274903"/>
                  <a:pt x="613141" y="2269279"/>
                  <a:pt x="614453" y="2263693"/>
                </a:cubicBezTo>
                <a:cubicBezTo>
                  <a:pt x="614411" y="2232611"/>
                  <a:pt x="616861" y="2201969"/>
                  <a:pt x="621917" y="2171962"/>
                </a:cubicBezTo>
                <a:lnTo>
                  <a:pt x="622458" y="2165325"/>
                </a:lnTo>
                <a:cubicBezTo>
                  <a:pt x="622626" y="2165320"/>
                  <a:pt x="622796" y="2165315"/>
                  <a:pt x="622963" y="2165262"/>
                </a:cubicBezTo>
                <a:cubicBezTo>
                  <a:pt x="673240" y="1815167"/>
                  <a:pt x="954279" y="1536596"/>
                  <a:pt x="1313129" y="1477664"/>
                </a:cubicBezTo>
                <a:lnTo>
                  <a:pt x="1313246" y="1476525"/>
                </a:lnTo>
                <a:cubicBezTo>
                  <a:pt x="1318555" y="1475523"/>
                  <a:pt x="1323883" y="1474582"/>
                  <a:pt x="1329459" y="1474998"/>
                </a:cubicBezTo>
                <a:cubicBezTo>
                  <a:pt x="1360642" y="1469485"/>
                  <a:pt x="1392535" y="1466527"/>
                  <a:pt x="1424920" y="1466004"/>
                </a:cubicBezTo>
                <a:close/>
                <a:moveTo>
                  <a:pt x="10909360" y="750600"/>
                </a:moveTo>
                <a:cubicBezTo>
                  <a:pt x="10962636" y="1021506"/>
                  <a:pt x="11177479" y="1236303"/>
                  <a:pt x="11452669" y="1295446"/>
                </a:cubicBezTo>
                <a:cubicBezTo>
                  <a:pt x="11399394" y="1024540"/>
                  <a:pt x="11184550" y="809743"/>
                  <a:pt x="10909360" y="750600"/>
                </a:cubicBezTo>
                <a:close/>
                <a:moveTo>
                  <a:pt x="10602109" y="750600"/>
                </a:moveTo>
                <a:cubicBezTo>
                  <a:pt x="10326919" y="809743"/>
                  <a:pt x="10112075" y="1024540"/>
                  <a:pt x="10058800" y="1295446"/>
                </a:cubicBezTo>
                <a:cubicBezTo>
                  <a:pt x="10333990" y="1236303"/>
                  <a:pt x="10548833" y="1021506"/>
                  <a:pt x="10602109" y="750600"/>
                </a:cubicBezTo>
                <a:close/>
                <a:moveTo>
                  <a:pt x="9217207" y="750600"/>
                </a:moveTo>
                <a:cubicBezTo>
                  <a:pt x="9270483" y="1021506"/>
                  <a:pt x="9485326" y="1236303"/>
                  <a:pt x="9760516" y="1295446"/>
                </a:cubicBezTo>
                <a:cubicBezTo>
                  <a:pt x="9707241" y="1024540"/>
                  <a:pt x="9492397" y="809743"/>
                  <a:pt x="9217207" y="750600"/>
                </a:cubicBezTo>
                <a:close/>
                <a:moveTo>
                  <a:pt x="8909958" y="750600"/>
                </a:moveTo>
                <a:cubicBezTo>
                  <a:pt x="8634768" y="809743"/>
                  <a:pt x="8419924" y="1024540"/>
                  <a:pt x="8366649" y="1295446"/>
                </a:cubicBezTo>
                <a:cubicBezTo>
                  <a:pt x="8641839" y="1236303"/>
                  <a:pt x="8856682" y="1021506"/>
                  <a:pt x="8909958" y="750600"/>
                </a:cubicBezTo>
                <a:close/>
                <a:moveTo>
                  <a:pt x="7525056" y="750600"/>
                </a:moveTo>
                <a:cubicBezTo>
                  <a:pt x="7578332" y="1021506"/>
                  <a:pt x="7793175" y="1236303"/>
                  <a:pt x="8068365" y="1295446"/>
                </a:cubicBezTo>
                <a:cubicBezTo>
                  <a:pt x="8015090" y="1024540"/>
                  <a:pt x="7800246" y="809743"/>
                  <a:pt x="7525056" y="750600"/>
                </a:cubicBezTo>
                <a:close/>
                <a:moveTo>
                  <a:pt x="7217807" y="750600"/>
                </a:moveTo>
                <a:cubicBezTo>
                  <a:pt x="6942617" y="809743"/>
                  <a:pt x="6727773" y="1024540"/>
                  <a:pt x="6674498" y="1295446"/>
                </a:cubicBezTo>
                <a:cubicBezTo>
                  <a:pt x="6949688" y="1236303"/>
                  <a:pt x="7164531" y="1021506"/>
                  <a:pt x="7217807" y="750600"/>
                </a:cubicBezTo>
                <a:close/>
                <a:moveTo>
                  <a:pt x="5832905" y="750600"/>
                </a:moveTo>
                <a:cubicBezTo>
                  <a:pt x="5886181" y="1021506"/>
                  <a:pt x="6101024" y="1236303"/>
                  <a:pt x="6376214" y="1295446"/>
                </a:cubicBezTo>
                <a:cubicBezTo>
                  <a:pt x="6322939" y="1024540"/>
                  <a:pt x="6108095" y="809743"/>
                  <a:pt x="5832905" y="750600"/>
                </a:cubicBezTo>
                <a:close/>
                <a:moveTo>
                  <a:pt x="5525656" y="750600"/>
                </a:moveTo>
                <a:cubicBezTo>
                  <a:pt x="5250466" y="809743"/>
                  <a:pt x="5035622" y="1024540"/>
                  <a:pt x="4982347" y="1295446"/>
                </a:cubicBezTo>
                <a:cubicBezTo>
                  <a:pt x="5257537" y="1236303"/>
                  <a:pt x="5472380" y="1021506"/>
                  <a:pt x="5525656" y="750600"/>
                </a:cubicBezTo>
                <a:close/>
                <a:moveTo>
                  <a:pt x="4140754" y="750600"/>
                </a:moveTo>
                <a:cubicBezTo>
                  <a:pt x="4194030" y="1021506"/>
                  <a:pt x="4408873" y="1236303"/>
                  <a:pt x="4684063" y="1295446"/>
                </a:cubicBezTo>
                <a:cubicBezTo>
                  <a:pt x="4630788" y="1024540"/>
                  <a:pt x="4415944" y="809743"/>
                  <a:pt x="4140754" y="750600"/>
                </a:cubicBezTo>
                <a:close/>
                <a:moveTo>
                  <a:pt x="3833505" y="750600"/>
                </a:moveTo>
                <a:cubicBezTo>
                  <a:pt x="3558315" y="809743"/>
                  <a:pt x="3343471" y="1024540"/>
                  <a:pt x="3290196" y="1295446"/>
                </a:cubicBezTo>
                <a:cubicBezTo>
                  <a:pt x="3565386" y="1236303"/>
                  <a:pt x="3780229" y="1021506"/>
                  <a:pt x="3833505" y="750600"/>
                </a:cubicBezTo>
                <a:close/>
                <a:moveTo>
                  <a:pt x="2448603" y="750600"/>
                </a:moveTo>
                <a:cubicBezTo>
                  <a:pt x="2501879" y="1021506"/>
                  <a:pt x="2716722" y="1236303"/>
                  <a:pt x="2991912" y="1295446"/>
                </a:cubicBezTo>
                <a:cubicBezTo>
                  <a:pt x="2938637" y="1024540"/>
                  <a:pt x="2723793" y="809743"/>
                  <a:pt x="2448603" y="750600"/>
                </a:cubicBezTo>
                <a:close/>
                <a:moveTo>
                  <a:pt x="2141354" y="750600"/>
                </a:moveTo>
                <a:cubicBezTo>
                  <a:pt x="1866164" y="809743"/>
                  <a:pt x="1651320" y="1024540"/>
                  <a:pt x="1598045" y="1295446"/>
                </a:cubicBezTo>
                <a:cubicBezTo>
                  <a:pt x="1873235" y="1236303"/>
                  <a:pt x="2088078" y="1021506"/>
                  <a:pt x="2141354" y="750600"/>
                </a:cubicBezTo>
                <a:close/>
                <a:moveTo>
                  <a:pt x="756452" y="750600"/>
                </a:moveTo>
                <a:cubicBezTo>
                  <a:pt x="809728" y="1021506"/>
                  <a:pt x="1024571" y="1236303"/>
                  <a:pt x="1299761" y="1295446"/>
                </a:cubicBezTo>
                <a:cubicBezTo>
                  <a:pt x="1246486" y="1024540"/>
                  <a:pt x="1031642" y="809743"/>
                  <a:pt x="756452" y="750600"/>
                </a:cubicBezTo>
                <a:close/>
                <a:moveTo>
                  <a:pt x="12192000" y="647790"/>
                </a:moveTo>
                <a:lnTo>
                  <a:pt x="12192000" y="780838"/>
                </a:lnTo>
                <a:cubicBezTo>
                  <a:pt x="11966807" y="865550"/>
                  <a:pt x="11797421" y="1059155"/>
                  <a:pt x="11750953" y="1295446"/>
                </a:cubicBezTo>
                <a:cubicBezTo>
                  <a:pt x="11935988" y="1255679"/>
                  <a:pt x="12093739" y="1145540"/>
                  <a:pt x="12192000" y="994335"/>
                </a:cubicBezTo>
                <a:lnTo>
                  <a:pt x="12192000" y="1195909"/>
                </a:lnTo>
                <a:cubicBezTo>
                  <a:pt x="12071770" y="1314911"/>
                  <a:pt x="11914089" y="1397686"/>
                  <a:pt x="11737582" y="1426902"/>
                </a:cubicBezTo>
                <a:lnTo>
                  <a:pt x="11737466" y="1428050"/>
                </a:lnTo>
                <a:cubicBezTo>
                  <a:pt x="11732155" y="1429061"/>
                  <a:pt x="11726826" y="1430009"/>
                  <a:pt x="11721249" y="1429590"/>
                </a:cubicBezTo>
                <a:cubicBezTo>
                  <a:pt x="11690077" y="1435144"/>
                  <a:pt x="11658197" y="1438125"/>
                  <a:pt x="11625822" y="1438652"/>
                </a:cubicBezTo>
                <a:lnTo>
                  <a:pt x="11608704" y="1440278"/>
                </a:lnTo>
                <a:lnTo>
                  <a:pt x="11608678" y="1439783"/>
                </a:lnTo>
                <a:lnTo>
                  <a:pt x="11608179" y="1439816"/>
                </a:lnTo>
                <a:cubicBezTo>
                  <a:pt x="11607613" y="1436014"/>
                  <a:pt x="11607586" y="1432198"/>
                  <a:pt x="11607586" y="1428376"/>
                </a:cubicBezTo>
                <a:cubicBezTo>
                  <a:pt x="11607586" y="1422694"/>
                  <a:pt x="11607645" y="1417025"/>
                  <a:pt x="11608957" y="1411395"/>
                </a:cubicBezTo>
                <a:cubicBezTo>
                  <a:pt x="11608914" y="1380067"/>
                  <a:pt x="11611364" y="1349182"/>
                  <a:pt x="11616421" y="1318938"/>
                </a:cubicBezTo>
                <a:lnTo>
                  <a:pt x="11616961" y="1312248"/>
                </a:lnTo>
                <a:cubicBezTo>
                  <a:pt x="11617130" y="1312243"/>
                  <a:pt x="11617299" y="1312238"/>
                  <a:pt x="11617466" y="1312185"/>
                </a:cubicBezTo>
                <a:cubicBezTo>
                  <a:pt x="11662185" y="998329"/>
                  <a:pt x="11889463" y="741504"/>
                  <a:pt x="12192000" y="647790"/>
                </a:cubicBezTo>
                <a:close/>
                <a:moveTo>
                  <a:pt x="10767111" y="605769"/>
                </a:moveTo>
                <a:lnTo>
                  <a:pt x="10784198" y="607392"/>
                </a:lnTo>
                <a:cubicBezTo>
                  <a:pt x="10816584" y="607919"/>
                  <a:pt x="10848477" y="610900"/>
                  <a:pt x="10879660" y="616457"/>
                </a:cubicBezTo>
                <a:cubicBezTo>
                  <a:pt x="10885236" y="616038"/>
                  <a:pt x="10890564" y="616986"/>
                  <a:pt x="10895873" y="617996"/>
                </a:cubicBezTo>
                <a:lnTo>
                  <a:pt x="10895990" y="619144"/>
                </a:lnTo>
                <a:cubicBezTo>
                  <a:pt x="11254840" y="678542"/>
                  <a:pt x="11535879" y="959319"/>
                  <a:pt x="11586156" y="1312185"/>
                </a:cubicBezTo>
                <a:cubicBezTo>
                  <a:pt x="11586323" y="1312238"/>
                  <a:pt x="11586492" y="1312243"/>
                  <a:pt x="11586661" y="1312248"/>
                </a:cubicBezTo>
                <a:lnTo>
                  <a:pt x="11587201" y="1318938"/>
                </a:lnTo>
                <a:cubicBezTo>
                  <a:pt x="11592258" y="1349182"/>
                  <a:pt x="11594708" y="1380067"/>
                  <a:pt x="11594665" y="1411395"/>
                </a:cubicBezTo>
                <a:cubicBezTo>
                  <a:pt x="11595977" y="1417025"/>
                  <a:pt x="11596036" y="1422694"/>
                  <a:pt x="11596036" y="1428376"/>
                </a:cubicBezTo>
                <a:cubicBezTo>
                  <a:pt x="11596036" y="1432198"/>
                  <a:pt x="11596009" y="1436014"/>
                  <a:pt x="11595443" y="1439816"/>
                </a:cubicBezTo>
                <a:lnTo>
                  <a:pt x="11594944" y="1439783"/>
                </a:lnTo>
                <a:lnTo>
                  <a:pt x="11594918" y="1440278"/>
                </a:lnTo>
                <a:lnTo>
                  <a:pt x="11577800" y="1438652"/>
                </a:lnTo>
                <a:cubicBezTo>
                  <a:pt x="11545425" y="1438125"/>
                  <a:pt x="11513545" y="1435144"/>
                  <a:pt x="11482373" y="1429590"/>
                </a:cubicBezTo>
                <a:cubicBezTo>
                  <a:pt x="11476796" y="1430009"/>
                  <a:pt x="11471467" y="1429061"/>
                  <a:pt x="11466156" y="1428050"/>
                </a:cubicBezTo>
                <a:lnTo>
                  <a:pt x="11466040" y="1426902"/>
                </a:lnTo>
                <a:cubicBezTo>
                  <a:pt x="11107189" y="1367503"/>
                  <a:pt x="10826150" y="1086726"/>
                  <a:pt x="10775875" y="733861"/>
                </a:cubicBezTo>
                <a:cubicBezTo>
                  <a:pt x="10775707" y="733808"/>
                  <a:pt x="10775539" y="733803"/>
                  <a:pt x="10775369" y="733798"/>
                </a:cubicBezTo>
                <a:lnTo>
                  <a:pt x="10774831" y="727122"/>
                </a:lnTo>
                <a:cubicBezTo>
                  <a:pt x="10769772" y="696872"/>
                  <a:pt x="10767321" y="665981"/>
                  <a:pt x="10767364" y="634646"/>
                </a:cubicBezTo>
                <a:cubicBezTo>
                  <a:pt x="10766052" y="629018"/>
                  <a:pt x="10765993" y="623351"/>
                  <a:pt x="10765993" y="617670"/>
                </a:cubicBezTo>
                <a:lnTo>
                  <a:pt x="10766587" y="606230"/>
                </a:lnTo>
                <a:lnTo>
                  <a:pt x="10767085" y="606263"/>
                </a:lnTo>
                <a:close/>
                <a:moveTo>
                  <a:pt x="10744358" y="605769"/>
                </a:moveTo>
                <a:lnTo>
                  <a:pt x="10744384" y="606263"/>
                </a:lnTo>
                <a:lnTo>
                  <a:pt x="10744882" y="606230"/>
                </a:lnTo>
                <a:lnTo>
                  <a:pt x="10745476" y="617670"/>
                </a:lnTo>
                <a:cubicBezTo>
                  <a:pt x="10745476" y="623351"/>
                  <a:pt x="10745417" y="629018"/>
                  <a:pt x="10744105" y="634646"/>
                </a:cubicBezTo>
                <a:cubicBezTo>
                  <a:pt x="10744148" y="665981"/>
                  <a:pt x="10741697" y="696872"/>
                  <a:pt x="10736638" y="727122"/>
                </a:cubicBezTo>
                <a:lnTo>
                  <a:pt x="10736100" y="733798"/>
                </a:lnTo>
                <a:cubicBezTo>
                  <a:pt x="10735930" y="733803"/>
                  <a:pt x="10735762" y="733808"/>
                  <a:pt x="10735594" y="733861"/>
                </a:cubicBezTo>
                <a:cubicBezTo>
                  <a:pt x="10685319" y="1086726"/>
                  <a:pt x="10404280" y="1367503"/>
                  <a:pt x="10045429" y="1426902"/>
                </a:cubicBezTo>
                <a:lnTo>
                  <a:pt x="10045313" y="1428050"/>
                </a:lnTo>
                <a:cubicBezTo>
                  <a:pt x="10040002" y="1429061"/>
                  <a:pt x="10034673" y="1430009"/>
                  <a:pt x="10029096" y="1429590"/>
                </a:cubicBezTo>
                <a:cubicBezTo>
                  <a:pt x="9997924" y="1435144"/>
                  <a:pt x="9966044" y="1438125"/>
                  <a:pt x="9933669" y="1438652"/>
                </a:cubicBezTo>
                <a:lnTo>
                  <a:pt x="9916551" y="1440278"/>
                </a:lnTo>
                <a:lnTo>
                  <a:pt x="9916525" y="1439783"/>
                </a:lnTo>
                <a:lnTo>
                  <a:pt x="9916026" y="1439816"/>
                </a:lnTo>
                <a:cubicBezTo>
                  <a:pt x="9915460" y="1436014"/>
                  <a:pt x="9915433" y="1432198"/>
                  <a:pt x="9915433" y="1428376"/>
                </a:cubicBezTo>
                <a:cubicBezTo>
                  <a:pt x="9915433" y="1422694"/>
                  <a:pt x="9915492" y="1417025"/>
                  <a:pt x="9916804" y="1411395"/>
                </a:cubicBezTo>
                <a:cubicBezTo>
                  <a:pt x="9916761" y="1380067"/>
                  <a:pt x="9919211" y="1349182"/>
                  <a:pt x="9924268" y="1318938"/>
                </a:cubicBezTo>
                <a:lnTo>
                  <a:pt x="9924808" y="1312248"/>
                </a:lnTo>
                <a:cubicBezTo>
                  <a:pt x="9924977" y="1312243"/>
                  <a:pt x="9925146" y="1312238"/>
                  <a:pt x="9925314" y="1312185"/>
                </a:cubicBezTo>
                <a:cubicBezTo>
                  <a:pt x="9975590" y="959319"/>
                  <a:pt x="10256629" y="678542"/>
                  <a:pt x="10615479" y="619144"/>
                </a:cubicBezTo>
                <a:lnTo>
                  <a:pt x="10615596" y="617996"/>
                </a:lnTo>
                <a:cubicBezTo>
                  <a:pt x="10620905" y="616986"/>
                  <a:pt x="10626233" y="616038"/>
                  <a:pt x="10631809" y="616457"/>
                </a:cubicBezTo>
                <a:cubicBezTo>
                  <a:pt x="10662992" y="610900"/>
                  <a:pt x="10694885" y="607919"/>
                  <a:pt x="10727271" y="607392"/>
                </a:cubicBezTo>
                <a:close/>
                <a:moveTo>
                  <a:pt x="9074958" y="605769"/>
                </a:moveTo>
                <a:lnTo>
                  <a:pt x="9092045" y="607392"/>
                </a:lnTo>
                <a:cubicBezTo>
                  <a:pt x="9124431" y="607919"/>
                  <a:pt x="9156324" y="610900"/>
                  <a:pt x="9187507" y="616457"/>
                </a:cubicBezTo>
                <a:cubicBezTo>
                  <a:pt x="9193083" y="616038"/>
                  <a:pt x="9198411" y="616986"/>
                  <a:pt x="9203720" y="617996"/>
                </a:cubicBezTo>
                <a:lnTo>
                  <a:pt x="9203837" y="619144"/>
                </a:lnTo>
                <a:cubicBezTo>
                  <a:pt x="9562687" y="678542"/>
                  <a:pt x="9843726" y="959319"/>
                  <a:pt x="9894002" y="1312185"/>
                </a:cubicBezTo>
                <a:cubicBezTo>
                  <a:pt x="9894170" y="1312238"/>
                  <a:pt x="9894339" y="1312243"/>
                  <a:pt x="9894508" y="1312248"/>
                </a:cubicBezTo>
                <a:lnTo>
                  <a:pt x="9895048" y="1318938"/>
                </a:lnTo>
                <a:cubicBezTo>
                  <a:pt x="9900105" y="1349182"/>
                  <a:pt x="9902555" y="1380067"/>
                  <a:pt x="9902512" y="1411395"/>
                </a:cubicBezTo>
                <a:cubicBezTo>
                  <a:pt x="9903824" y="1417025"/>
                  <a:pt x="9903883" y="1422694"/>
                  <a:pt x="9903883" y="1428376"/>
                </a:cubicBezTo>
                <a:cubicBezTo>
                  <a:pt x="9903883" y="1432198"/>
                  <a:pt x="9903856" y="1436014"/>
                  <a:pt x="9903290" y="1439816"/>
                </a:cubicBezTo>
                <a:lnTo>
                  <a:pt x="9902791" y="1439783"/>
                </a:lnTo>
                <a:lnTo>
                  <a:pt x="9902765" y="1440278"/>
                </a:lnTo>
                <a:lnTo>
                  <a:pt x="9885647" y="1438652"/>
                </a:lnTo>
                <a:cubicBezTo>
                  <a:pt x="9853272" y="1438125"/>
                  <a:pt x="9821392" y="1435144"/>
                  <a:pt x="9790220" y="1429590"/>
                </a:cubicBezTo>
                <a:cubicBezTo>
                  <a:pt x="9784643" y="1430009"/>
                  <a:pt x="9779314" y="1429061"/>
                  <a:pt x="9774003" y="1428050"/>
                </a:cubicBezTo>
                <a:lnTo>
                  <a:pt x="9773887" y="1426902"/>
                </a:lnTo>
                <a:cubicBezTo>
                  <a:pt x="9415036" y="1367503"/>
                  <a:pt x="9133997" y="1086726"/>
                  <a:pt x="9083722" y="733861"/>
                </a:cubicBezTo>
                <a:cubicBezTo>
                  <a:pt x="9083554" y="733808"/>
                  <a:pt x="9083386" y="733803"/>
                  <a:pt x="9083216" y="733798"/>
                </a:cubicBezTo>
                <a:lnTo>
                  <a:pt x="9082678" y="727122"/>
                </a:lnTo>
                <a:cubicBezTo>
                  <a:pt x="9077619" y="696872"/>
                  <a:pt x="9075168" y="665981"/>
                  <a:pt x="9075211" y="634646"/>
                </a:cubicBezTo>
                <a:cubicBezTo>
                  <a:pt x="9073899" y="629018"/>
                  <a:pt x="9073840" y="623351"/>
                  <a:pt x="9073840" y="617670"/>
                </a:cubicBezTo>
                <a:lnTo>
                  <a:pt x="9074434" y="606230"/>
                </a:lnTo>
                <a:lnTo>
                  <a:pt x="9074932" y="606263"/>
                </a:lnTo>
                <a:close/>
                <a:moveTo>
                  <a:pt x="9052207" y="605769"/>
                </a:moveTo>
                <a:lnTo>
                  <a:pt x="9052233" y="606263"/>
                </a:lnTo>
                <a:lnTo>
                  <a:pt x="9052731" y="606230"/>
                </a:lnTo>
                <a:lnTo>
                  <a:pt x="9053325" y="617670"/>
                </a:lnTo>
                <a:cubicBezTo>
                  <a:pt x="9053325" y="623351"/>
                  <a:pt x="9053266" y="629018"/>
                  <a:pt x="9051954" y="634646"/>
                </a:cubicBezTo>
                <a:cubicBezTo>
                  <a:pt x="9051997" y="665981"/>
                  <a:pt x="9049546" y="696872"/>
                  <a:pt x="9044487" y="727122"/>
                </a:cubicBezTo>
                <a:lnTo>
                  <a:pt x="9043949" y="733798"/>
                </a:lnTo>
                <a:cubicBezTo>
                  <a:pt x="9043779" y="733803"/>
                  <a:pt x="9043611" y="733808"/>
                  <a:pt x="9043443" y="733861"/>
                </a:cubicBezTo>
                <a:cubicBezTo>
                  <a:pt x="8993168" y="1086726"/>
                  <a:pt x="8712129" y="1367503"/>
                  <a:pt x="8353278" y="1426902"/>
                </a:cubicBezTo>
                <a:lnTo>
                  <a:pt x="8353162" y="1428050"/>
                </a:lnTo>
                <a:cubicBezTo>
                  <a:pt x="8347851" y="1429061"/>
                  <a:pt x="8342522" y="1430009"/>
                  <a:pt x="8336945" y="1429590"/>
                </a:cubicBezTo>
                <a:cubicBezTo>
                  <a:pt x="8305773" y="1435144"/>
                  <a:pt x="8273893" y="1438125"/>
                  <a:pt x="8241519" y="1438652"/>
                </a:cubicBezTo>
                <a:lnTo>
                  <a:pt x="8224400" y="1440278"/>
                </a:lnTo>
                <a:lnTo>
                  <a:pt x="8224374" y="1439783"/>
                </a:lnTo>
                <a:lnTo>
                  <a:pt x="8223875" y="1439816"/>
                </a:lnTo>
                <a:cubicBezTo>
                  <a:pt x="8223309" y="1436014"/>
                  <a:pt x="8223282" y="1432198"/>
                  <a:pt x="8223282" y="1428376"/>
                </a:cubicBezTo>
                <a:cubicBezTo>
                  <a:pt x="8223282" y="1422694"/>
                  <a:pt x="8223341" y="1417025"/>
                  <a:pt x="8224653" y="1411395"/>
                </a:cubicBezTo>
                <a:cubicBezTo>
                  <a:pt x="8224611" y="1380067"/>
                  <a:pt x="8227060" y="1349182"/>
                  <a:pt x="8232117" y="1318938"/>
                </a:cubicBezTo>
                <a:lnTo>
                  <a:pt x="8232657" y="1312248"/>
                </a:lnTo>
                <a:cubicBezTo>
                  <a:pt x="8232826" y="1312243"/>
                  <a:pt x="8232995" y="1312238"/>
                  <a:pt x="8233163" y="1312185"/>
                </a:cubicBezTo>
                <a:cubicBezTo>
                  <a:pt x="8283439" y="959319"/>
                  <a:pt x="8564478" y="678542"/>
                  <a:pt x="8923328" y="619144"/>
                </a:cubicBezTo>
                <a:lnTo>
                  <a:pt x="8923445" y="617996"/>
                </a:lnTo>
                <a:cubicBezTo>
                  <a:pt x="8928754" y="616986"/>
                  <a:pt x="8934082" y="616038"/>
                  <a:pt x="8939658" y="616457"/>
                </a:cubicBezTo>
                <a:cubicBezTo>
                  <a:pt x="8970841" y="610900"/>
                  <a:pt x="9002734" y="607919"/>
                  <a:pt x="9035120" y="607392"/>
                </a:cubicBezTo>
                <a:close/>
                <a:moveTo>
                  <a:pt x="7382807" y="605769"/>
                </a:moveTo>
                <a:lnTo>
                  <a:pt x="7399895" y="607392"/>
                </a:lnTo>
                <a:cubicBezTo>
                  <a:pt x="7432280" y="607919"/>
                  <a:pt x="7464173" y="610900"/>
                  <a:pt x="7495356" y="616457"/>
                </a:cubicBezTo>
                <a:cubicBezTo>
                  <a:pt x="7500932" y="616038"/>
                  <a:pt x="7506260" y="616986"/>
                  <a:pt x="7511569" y="617996"/>
                </a:cubicBezTo>
                <a:lnTo>
                  <a:pt x="7511686" y="619144"/>
                </a:lnTo>
                <a:cubicBezTo>
                  <a:pt x="7870536" y="678542"/>
                  <a:pt x="8151575" y="959319"/>
                  <a:pt x="8201852" y="1312185"/>
                </a:cubicBezTo>
                <a:cubicBezTo>
                  <a:pt x="8202019" y="1312238"/>
                  <a:pt x="8202189" y="1312243"/>
                  <a:pt x="8202357" y="1312248"/>
                </a:cubicBezTo>
                <a:lnTo>
                  <a:pt x="8202898" y="1318938"/>
                </a:lnTo>
                <a:cubicBezTo>
                  <a:pt x="8207954" y="1349182"/>
                  <a:pt x="8210404" y="1380067"/>
                  <a:pt x="8210362" y="1411395"/>
                </a:cubicBezTo>
                <a:cubicBezTo>
                  <a:pt x="8211674" y="1417025"/>
                  <a:pt x="8211732" y="1422694"/>
                  <a:pt x="8211732" y="1428376"/>
                </a:cubicBezTo>
                <a:cubicBezTo>
                  <a:pt x="8211732" y="1432198"/>
                  <a:pt x="8211705" y="1436014"/>
                  <a:pt x="8211139" y="1439816"/>
                </a:cubicBezTo>
                <a:lnTo>
                  <a:pt x="8210640" y="1439783"/>
                </a:lnTo>
                <a:lnTo>
                  <a:pt x="8210614" y="1440278"/>
                </a:lnTo>
                <a:lnTo>
                  <a:pt x="8193496" y="1438652"/>
                </a:lnTo>
                <a:cubicBezTo>
                  <a:pt x="8161122" y="1438125"/>
                  <a:pt x="8129241" y="1435144"/>
                  <a:pt x="8098069" y="1429590"/>
                </a:cubicBezTo>
                <a:cubicBezTo>
                  <a:pt x="8092492" y="1430009"/>
                  <a:pt x="8087163" y="1429061"/>
                  <a:pt x="8081853" y="1428050"/>
                </a:cubicBezTo>
                <a:lnTo>
                  <a:pt x="8081737" y="1426902"/>
                </a:lnTo>
                <a:cubicBezTo>
                  <a:pt x="7722885" y="1367503"/>
                  <a:pt x="7441846" y="1086726"/>
                  <a:pt x="7391571" y="733861"/>
                </a:cubicBezTo>
                <a:cubicBezTo>
                  <a:pt x="7391403" y="733808"/>
                  <a:pt x="7391235" y="733803"/>
                  <a:pt x="7391065" y="733798"/>
                </a:cubicBezTo>
                <a:lnTo>
                  <a:pt x="7390527" y="727122"/>
                </a:lnTo>
                <a:cubicBezTo>
                  <a:pt x="7385468" y="696872"/>
                  <a:pt x="7383018" y="665981"/>
                  <a:pt x="7383060" y="634646"/>
                </a:cubicBezTo>
                <a:cubicBezTo>
                  <a:pt x="7381748" y="629018"/>
                  <a:pt x="7381689" y="623351"/>
                  <a:pt x="7381689" y="617670"/>
                </a:cubicBezTo>
                <a:lnTo>
                  <a:pt x="7382283" y="606230"/>
                </a:lnTo>
                <a:lnTo>
                  <a:pt x="7382781" y="606263"/>
                </a:lnTo>
                <a:close/>
                <a:moveTo>
                  <a:pt x="5690656" y="605769"/>
                </a:moveTo>
                <a:lnTo>
                  <a:pt x="5707743" y="607392"/>
                </a:lnTo>
                <a:cubicBezTo>
                  <a:pt x="5740129" y="607919"/>
                  <a:pt x="5772021" y="610900"/>
                  <a:pt x="5803205" y="616457"/>
                </a:cubicBezTo>
                <a:cubicBezTo>
                  <a:pt x="5808781" y="616038"/>
                  <a:pt x="5814109" y="616986"/>
                  <a:pt x="5819417" y="617996"/>
                </a:cubicBezTo>
                <a:lnTo>
                  <a:pt x="5819534" y="619144"/>
                </a:lnTo>
                <a:cubicBezTo>
                  <a:pt x="6178385" y="678542"/>
                  <a:pt x="6459424" y="959319"/>
                  <a:pt x="6509700" y="1312185"/>
                </a:cubicBezTo>
                <a:cubicBezTo>
                  <a:pt x="6509868" y="1312238"/>
                  <a:pt x="6510037" y="1312243"/>
                  <a:pt x="6510206" y="1312248"/>
                </a:cubicBezTo>
                <a:lnTo>
                  <a:pt x="6510746" y="1318938"/>
                </a:lnTo>
                <a:cubicBezTo>
                  <a:pt x="6515803" y="1349182"/>
                  <a:pt x="6518252" y="1380067"/>
                  <a:pt x="6518210" y="1411395"/>
                </a:cubicBezTo>
                <a:cubicBezTo>
                  <a:pt x="6519522" y="1417025"/>
                  <a:pt x="6519581" y="1422694"/>
                  <a:pt x="6519581" y="1428376"/>
                </a:cubicBezTo>
                <a:cubicBezTo>
                  <a:pt x="6519581" y="1432198"/>
                  <a:pt x="6519554" y="1436014"/>
                  <a:pt x="6518988" y="1439816"/>
                </a:cubicBezTo>
                <a:lnTo>
                  <a:pt x="6518489" y="1439783"/>
                </a:lnTo>
                <a:lnTo>
                  <a:pt x="6518463" y="1440278"/>
                </a:lnTo>
                <a:lnTo>
                  <a:pt x="6501344" y="1438652"/>
                </a:lnTo>
                <a:cubicBezTo>
                  <a:pt x="6468970" y="1438125"/>
                  <a:pt x="6437090" y="1435144"/>
                  <a:pt x="6405918" y="1429590"/>
                </a:cubicBezTo>
                <a:cubicBezTo>
                  <a:pt x="6400341" y="1430009"/>
                  <a:pt x="6395012" y="1429061"/>
                  <a:pt x="6389701" y="1428050"/>
                </a:cubicBezTo>
                <a:lnTo>
                  <a:pt x="6389585" y="1426902"/>
                </a:lnTo>
                <a:cubicBezTo>
                  <a:pt x="6030734" y="1367503"/>
                  <a:pt x="5749695" y="1086726"/>
                  <a:pt x="5699419" y="733861"/>
                </a:cubicBezTo>
                <a:cubicBezTo>
                  <a:pt x="5699252" y="733808"/>
                  <a:pt x="5699083" y="733803"/>
                  <a:pt x="5698914" y="733798"/>
                </a:cubicBezTo>
                <a:lnTo>
                  <a:pt x="5698375" y="727122"/>
                </a:lnTo>
                <a:cubicBezTo>
                  <a:pt x="5693317" y="696872"/>
                  <a:pt x="5690866" y="665981"/>
                  <a:pt x="5690908" y="634646"/>
                </a:cubicBezTo>
                <a:cubicBezTo>
                  <a:pt x="5689596" y="629018"/>
                  <a:pt x="5689538" y="623351"/>
                  <a:pt x="5689538" y="617670"/>
                </a:cubicBezTo>
                <a:lnTo>
                  <a:pt x="5690132" y="606230"/>
                </a:lnTo>
                <a:lnTo>
                  <a:pt x="5690630" y="606263"/>
                </a:lnTo>
                <a:close/>
                <a:moveTo>
                  <a:pt x="5667905" y="605769"/>
                </a:moveTo>
                <a:lnTo>
                  <a:pt x="5667931" y="606263"/>
                </a:lnTo>
                <a:lnTo>
                  <a:pt x="5668429" y="606230"/>
                </a:lnTo>
                <a:lnTo>
                  <a:pt x="5669023" y="617670"/>
                </a:lnTo>
                <a:cubicBezTo>
                  <a:pt x="5669023" y="623351"/>
                  <a:pt x="5668964" y="629018"/>
                  <a:pt x="5667652" y="634646"/>
                </a:cubicBezTo>
                <a:cubicBezTo>
                  <a:pt x="5667694" y="665981"/>
                  <a:pt x="5665244" y="696872"/>
                  <a:pt x="5660185" y="727122"/>
                </a:cubicBezTo>
                <a:lnTo>
                  <a:pt x="5659647" y="733798"/>
                </a:lnTo>
                <a:cubicBezTo>
                  <a:pt x="5659477" y="733803"/>
                  <a:pt x="5659309" y="733808"/>
                  <a:pt x="5659141" y="733861"/>
                </a:cubicBezTo>
                <a:cubicBezTo>
                  <a:pt x="5608866" y="1086726"/>
                  <a:pt x="5327827" y="1367503"/>
                  <a:pt x="4968975" y="1426902"/>
                </a:cubicBezTo>
                <a:lnTo>
                  <a:pt x="4968859" y="1428050"/>
                </a:lnTo>
                <a:cubicBezTo>
                  <a:pt x="4963549" y="1429061"/>
                  <a:pt x="4958220" y="1430009"/>
                  <a:pt x="4952643" y="1429590"/>
                </a:cubicBezTo>
                <a:cubicBezTo>
                  <a:pt x="4921471" y="1435144"/>
                  <a:pt x="4889590" y="1438125"/>
                  <a:pt x="4857216" y="1438652"/>
                </a:cubicBezTo>
                <a:lnTo>
                  <a:pt x="4840098" y="1440278"/>
                </a:lnTo>
                <a:lnTo>
                  <a:pt x="4840072" y="1439783"/>
                </a:lnTo>
                <a:lnTo>
                  <a:pt x="4839573" y="1439816"/>
                </a:lnTo>
                <a:cubicBezTo>
                  <a:pt x="4839007" y="1436014"/>
                  <a:pt x="4838980" y="1432198"/>
                  <a:pt x="4838980" y="1428376"/>
                </a:cubicBezTo>
                <a:cubicBezTo>
                  <a:pt x="4838980" y="1422694"/>
                  <a:pt x="4839038" y="1417025"/>
                  <a:pt x="4840350" y="1411395"/>
                </a:cubicBezTo>
                <a:cubicBezTo>
                  <a:pt x="4840308" y="1380067"/>
                  <a:pt x="4842758" y="1349182"/>
                  <a:pt x="4847814" y="1318938"/>
                </a:cubicBezTo>
                <a:lnTo>
                  <a:pt x="4848355" y="1312248"/>
                </a:lnTo>
                <a:cubicBezTo>
                  <a:pt x="4848523" y="1312243"/>
                  <a:pt x="4848693" y="1312238"/>
                  <a:pt x="4848860" y="1312185"/>
                </a:cubicBezTo>
                <a:cubicBezTo>
                  <a:pt x="4899137" y="959319"/>
                  <a:pt x="5180176" y="678542"/>
                  <a:pt x="5539026" y="619144"/>
                </a:cubicBezTo>
                <a:lnTo>
                  <a:pt x="5539143" y="617996"/>
                </a:lnTo>
                <a:cubicBezTo>
                  <a:pt x="5544452" y="616986"/>
                  <a:pt x="5549780" y="616038"/>
                  <a:pt x="5555356" y="616457"/>
                </a:cubicBezTo>
                <a:cubicBezTo>
                  <a:pt x="5586539" y="610900"/>
                  <a:pt x="5618432" y="607919"/>
                  <a:pt x="5650817" y="607392"/>
                </a:cubicBezTo>
                <a:close/>
                <a:moveTo>
                  <a:pt x="3998505" y="605769"/>
                </a:moveTo>
                <a:lnTo>
                  <a:pt x="4015592" y="607392"/>
                </a:lnTo>
                <a:cubicBezTo>
                  <a:pt x="4047978" y="607919"/>
                  <a:pt x="4079870" y="610900"/>
                  <a:pt x="4111054" y="616457"/>
                </a:cubicBezTo>
                <a:cubicBezTo>
                  <a:pt x="4116630" y="616038"/>
                  <a:pt x="4121958" y="616986"/>
                  <a:pt x="4127266" y="617996"/>
                </a:cubicBezTo>
                <a:lnTo>
                  <a:pt x="4127384" y="619144"/>
                </a:lnTo>
                <a:cubicBezTo>
                  <a:pt x="4486234" y="678542"/>
                  <a:pt x="4767273" y="959319"/>
                  <a:pt x="4817549" y="1312185"/>
                </a:cubicBezTo>
                <a:cubicBezTo>
                  <a:pt x="4817717" y="1312238"/>
                  <a:pt x="4817886" y="1312243"/>
                  <a:pt x="4818055" y="1312248"/>
                </a:cubicBezTo>
                <a:lnTo>
                  <a:pt x="4818595" y="1318938"/>
                </a:lnTo>
                <a:cubicBezTo>
                  <a:pt x="4823652" y="1349182"/>
                  <a:pt x="4826101" y="1380067"/>
                  <a:pt x="4826059" y="1411395"/>
                </a:cubicBezTo>
                <a:cubicBezTo>
                  <a:pt x="4827371" y="1417025"/>
                  <a:pt x="4827430" y="1422694"/>
                  <a:pt x="4827430" y="1428376"/>
                </a:cubicBezTo>
                <a:cubicBezTo>
                  <a:pt x="4827430" y="1432198"/>
                  <a:pt x="4827403" y="1436014"/>
                  <a:pt x="4826837" y="1439816"/>
                </a:cubicBezTo>
                <a:lnTo>
                  <a:pt x="4826338" y="1439783"/>
                </a:lnTo>
                <a:lnTo>
                  <a:pt x="4826312" y="1440278"/>
                </a:lnTo>
                <a:lnTo>
                  <a:pt x="4809193" y="1438652"/>
                </a:lnTo>
                <a:cubicBezTo>
                  <a:pt x="4776819" y="1438125"/>
                  <a:pt x="4744939" y="1435144"/>
                  <a:pt x="4713767" y="1429590"/>
                </a:cubicBezTo>
                <a:cubicBezTo>
                  <a:pt x="4708190" y="1430009"/>
                  <a:pt x="4702861" y="1429061"/>
                  <a:pt x="4697550" y="1428050"/>
                </a:cubicBezTo>
                <a:lnTo>
                  <a:pt x="4697434" y="1426902"/>
                </a:lnTo>
                <a:cubicBezTo>
                  <a:pt x="4338583" y="1367503"/>
                  <a:pt x="4057544" y="1086726"/>
                  <a:pt x="4007268" y="733861"/>
                </a:cubicBezTo>
                <a:cubicBezTo>
                  <a:pt x="4007101" y="733808"/>
                  <a:pt x="4006932" y="733803"/>
                  <a:pt x="4006763" y="733798"/>
                </a:cubicBezTo>
                <a:lnTo>
                  <a:pt x="4006225" y="727122"/>
                </a:lnTo>
                <a:cubicBezTo>
                  <a:pt x="4001166" y="696872"/>
                  <a:pt x="3998715" y="665981"/>
                  <a:pt x="3998757" y="634646"/>
                </a:cubicBezTo>
                <a:cubicBezTo>
                  <a:pt x="3997445" y="629018"/>
                  <a:pt x="3997387" y="623351"/>
                  <a:pt x="3997387" y="617670"/>
                </a:cubicBezTo>
                <a:lnTo>
                  <a:pt x="3997981" y="606230"/>
                </a:lnTo>
                <a:lnTo>
                  <a:pt x="3998479" y="606263"/>
                </a:lnTo>
                <a:close/>
                <a:moveTo>
                  <a:pt x="3975754" y="605769"/>
                </a:moveTo>
                <a:lnTo>
                  <a:pt x="3975780" y="606263"/>
                </a:lnTo>
                <a:lnTo>
                  <a:pt x="3976278" y="606230"/>
                </a:lnTo>
                <a:lnTo>
                  <a:pt x="3976872" y="617670"/>
                </a:lnTo>
                <a:cubicBezTo>
                  <a:pt x="3976872" y="623351"/>
                  <a:pt x="3976813" y="629018"/>
                  <a:pt x="3975501" y="634646"/>
                </a:cubicBezTo>
                <a:cubicBezTo>
                  <a:pt x="3975543" y="665981"/>
                  <a:pt x="3973093" y="696872"/>
                  <a:pt x="3968034" y="727122"/>
                </a:cubicBezTo>
                <a:lnTo>
                  <a:pt x="3967496" y="733798"/>
                </a:lnTo>
                <a:cubicBezTo>
                  <a:pt x="3967326" y="733803"/>
                  <a:pt x="3967158" y="733808"/>
                  <a:pt x="3966990" y="733861"/>
                </a:cubicBezTo>
                <a:cubicBezTo>
                  <a:pt x="3916715" y="1086726"/>
                  <a:pt x="3635676" y="1367503"/>
                  <a:pt x="3276825" y="1426902"/>
                </a:cubicBezTo>
                <a:lnTo>
                  <a:pt x="3276708" y="1428050"/>
                </a:lnTo>
                <a:cubicBezTo>
                  <a:pt x="3271398" y="1429061"/>
                  <a:pt x="3266069" y="1430009"/>
                  <a:pt x="3260492" y="1429590"/>
                </a:cubicBezTo>
                <a:cubicBezTo>
                  <a:pt x="3229320" y="1435144"/>
                  <a:pt x="3197440" y="1438125"/>
                  <a:pt x="3165065" y="1438652"/>
                </a:cubicBezTo>
                <a:lnTo>
                  <a:pt x="3147947" y="1440278"/>
                </a:lnTo>
                <a:lnTo>
                  <a:pt x="3147921" y="1439783"/>
                </a:lnTo>
                <a:lnTo>
                  <a:pt x="3147422" y="1439816"/>
                </a:lnTo>
                <a:cubicBezTo>
                  <a:pt x="3146856" y="1436014"/>
                  <a:pt x="3146829" y="1432198"/>
                  <a:pt x="3146829" y="1428376"/>
                </a:cubicBezTo>
                <a:cubicBezTo>
                  <a:pt x="3146829" y="1422694"/>
                  <a:pt x="3146887" y="1417025"/>
                  <a:pt x="3148199" y="1411395"/>
                </a:cubicBezTo>
                <a:cubicBezTo>
                  <a:pt x="3148157" y="1380067"/>
                  <a:pt x="3150607" y="1349182"/>
                  <a:pt x="3155663" y="1318938"/>
                </a:cubicBezTo>
                <a:lnTo>
                  <a:pt x="3156204" y="1312248"/>
                </a:lnTo>
                <a:cubicBezTo>
                  <a:pt x="3156372" y="1312243"/>
                  <a:pt x="3156542" y="1312238"/>
                  <a:pt x="3156709" y="1312185"/>
                </a:cubicBezTo>
                <a:cubicBezTo>
                  <a:pt x="3206986" y="959319"/>
                  <a:pt x="3488025" y="678542"/>
                  <a:pt x="3846875" y="619144"/>
                </a:cubicBezTo>
                <a:lnTo>
                  <a:pt x="3846992" y="617996"/>
                </a:lnTo>
                <a:cubicBezTo>
                  <a:pt x="3852301" y="616986"/>
                  <a:pt x="3857629" y="616038"/>
                  <a:pt x="3863205" y="616457"/>
                </a:cubicBezTo>
                <a:cubicBezTo>
                  <a:pt x="3894388" y="610900"/>
                  <a:pt x="3926281" y="607919"/>
                  <a:pt x="3958666" y="607392"/>
                </a:cubicBezTo>
                <a:close/>
                <a:moveTo>
                  <a:pt x="2306354" y="605769"/>
                </a:moveTo>
                <a:lnTo>
                  <a:pt x="2323441" y="607392"/>
                </a:lnTo>
                <a:cubicBezTo>
                  <a:pt x="2355827" y="607919"/>
                  <a:pt x="2387719" y="610900"/>
                  <a:pt x="2418903" y="616457"/>
                </a:cubicBezTo>
                <a:cubicBezTo>
                  <a:pt x="2424479" y="616038"/>
                  <a:pt x="2429807" y="616986"/>
                  <a:pt x="2435115" y="617996"/>
                </a:cubicBezTo>
                <a:lnTo>
                  <a:pt x="2435233" y="619144"/>
                </a:lnTo>
                <a:cubicBezTo>
                  <a:pt x="2794083" y="678542"/>
                  <a:pt x="3075122" y="959319"/>
                  <a:pt x="3125398" y="1312185"/>
                </a:cubicBezTo>
                <a:cubicBezTo>
                  <a:pt x="3125566" y="1312238"/>
                  <a:pt x="3125735" y="1312243"/>
                  <a:pt x="3125904" y="1312248"/>
                </a:cubicBezTo>
                <a:lnTo>
                  <a:pt x="3126444" y="1318938"/>
                </a:lnTo>
                <a:cubicBezTo>
                  <a:pt x="3131501" y="1349182"/>
                  <a:pt x="3133950" y="1380067"/>
                  <a:pt x="3133908" y="1411395"/>
                </a:cubicBezTo>
                <a:cubicBezTo>
                  <a:pt x="3135220" y="1417025"/>
                  <a:pt x="3135279" y="1422694"/>
                  <a:pt x="3135279" y="1428376"/>
                </a:cubicBezTo>
                <a:cubicBezTo>
                  <a:pt x="3135279" y="1432198"/>
                  <a:pt x="3135252" y="1436014"/>
                  <a:pt x="3134686" y="1439816"/>
                </a:cubicBezTo>
                <a:lnTo>
                  <a:pt x="3134187" y="1439783"/>
                </a:lnTo>
                <a:lnTo>
                  <a:pt x="3134161" y="1440278"/>
                </a:lnTo>
                <a:lnTo>
                  <a:pt x="3117042" y="1438652"/>
                </a:lnTo>
                <a:cubicBezTo>
                  <a:pt x="3084668" y="1438125"/>
                  <a:pt x="3052788" y="1435144"/>
                  <a:pt x="3021616" y="1429590"/>
                </a:cubicBezTo>
                <a:cubicBezTo>
                  <a:pt x="3016039" y="1430009"/>
                  <a:pt x="3010710" y="1429061"/>
                  <a:pt x="3005399" y="1428050"/>
                </a:cubicBezTo>
                <a:lnTo>
                  <a:pt x="3005283" y="1426902"/>
                </a:lnTo>
                <a:cubicBezTo>
                  <a:pt x="2646432" y="1367503"/>
                  <a:pt x="2365393" y="1086726"/>
                  <a:pt x="2315117" y="733861"/>
                </a:cubicBezTo>
                <a:cubicBezTo>
                  <a:pt x="2314950" y="733808"/>
                  <a:pt x="2314781" y="733803"/>
                  <a:pt x="2314612" y="733798"/>
                </a:cubicBezTo>
                <a:lnTo>
                  <a:pt x="2314074" y="727122"/>
                </a:lnTo>
                <a:cubicBezTo>
                  <a:pt x="2309015" y="696872"/>
                  <a:pt x="2306564" y="665981"/>
                  <a:pt x="2306606" y="634646"/>
                </a:cubicBezTo>
                <a:cubicBezTo>
                  <a:pt x="2305294" y="629018"/>
                  <a:pt x="2305236" y="623351"/>
                  <a:pt x="2305236" y="617670"/>
                </a:cubicBezTo>
                <a:lnTo>
                  <a:pt x="2305830" y="606230"/>
                </a:lnTo>
                <a:lnTo>
                  <a:pt x="2306328" y="606263"/>
                </a:lnTo>
                <a:close/>
                <a:moveTo>
                  <a:pt x="2283603" y="605769"/>
                </a:moveTo>
                <a:lnTo>
                  <a:pt x="2283629" y="606263"/>
                </a:lnTo>
                <a:lnTo>
                  <a:pt x="2284127" y="606230"/>
                </a:lnTo>
                <a:lnTo>
                  <a:pt x="2284721" y="617670"/>
                </a:lnTo>
                <a:cubicBezTo>
                  <a:pt x="2284721" y="623351"/>
                  <a:pt x="2284662" y="629018"/>
                  <a:pt x="2283350" y="634646"/>
                </a:cubicBezTo>
                <a:cubicBezTo>
                  <a:pt x="2283392" y="665981"/>
                  <a:pt x="2280942" y="696872"/>
                  <a:pt x="2275883" y="727122"/>
                </a:cubicBezTo>
                <a:lnTo>
                  <a:pt x="2275345" y="733798"/>
                </a:lnTo>
                <a:cubicBezTo>
                  <a:pt x="2275175" y="733803"/>
                  <a:pt x="2275007" y="733808"/>
                  <a:pt x="2274839" y="733861"/>
                </a:cubicBezTo>
                <a:cubicBezTo>
                  <a:pt x="2224564" y="1086726"/>
                  <a:pt x="1943525" y="1367503"/>
                  <a:pt x="1584673" y="1426902"/>
                </a:cubicBezTo>
                <a:lnTo>
                  <a:pt x="1584557" y="1428050"/>
                </a:lnTo>
                <a:cubicBezTo>
                  <a:pt x="1579247" y="1429061"/>
                  <a:pt x="1573918" y="1430009"/>
                  <a:pt x="1568341" y="1429590"/>
                </a:cubicBezTo>
                <a:cubicBezTo>
                  <a:pt x="1537169" y="1435144"/>
                  <a:pt x="1505289" y="1438125"/>
                  <a:pt x="1472914" y="1438652"/>
                </a:cubicBezTo>
                <a:lnTo>
                  <a:pt x="1455796" y="1440278"/>
                </a:lnTo>
                <a:lnTo>
                  <a:pt x="1455770" y="1439783"/>
                </a:lnTo>
                <a:lnTo>
                  <a:pt x="1455271" y="1439816"/>
                </a:lnTo>
                <a:cubicBezTo>
                  <a:pt x="1454705" y="1436014"/>
                  <a:pt x="1454678" y="1432198"/>
                  <a:pt x="1454678" y="1428376"/>
                </a:cubicBezTo>
                <a:cubicBezTo>
                  <a:pt x="1454678" y="1422694"/>
                  <a:pt x="1454736" y="1417025"/>
                  <a:pt x="1456048" y="1411395"/>
                </a:cubicBezTo>
                <a:cubicBezTo>
                  <a:pt x="1456006" y="1380067"/>
                  <a:pt x="1458456" y="1349182"/>
                  <a:pt x="1463513" y="1318938"/>
                </a:cubicBezTo>
                <a:lnTo>
                  <a:pt x="1464053" y="1312248"/>
                </a:lnTo>
                <a:cubicBezTo>
                  <a:pt x="1464221" y="1312243"/>
                  <a:pt x="1464391" y="1312238"/>
                  <a:pt x="1464558" y="1312185"/>
                </a:cubicBezTo>
                <a:cubicBezTo>
                  <a:pt x="1514835" y="959319"/>
                  <a:pt x="1795874" y="678542"/>
                  <a:pt x="2154724" y="619144"/>
                </a:cubicBezTo>
                <a:lnTo>
                  <a:pt x="2154841" y="617996"/>
                </a:lnTo>
                <a:cubicBezTo>
                  <a:pt x="2160150" y="616986"/>
                  <a:pt x="2165478" y="616038"/>
                  <a:pt x="2171054" y="616457"/>
                </a:cubicBezTo>
                <a:cubicBezTo>
                  <a:pt x="2202237" y="610900"/>
                  <a:pt x="2234130" y="607919"/>
                  <a:pt x="2266515" y="607392"/>
                </a:cubicBezTo>
                <a:close/>
                <a:moveTo>
                  <a:pt x="614203" y="605769"/>
                </a:moveTo>
                <a:lnTo>
                  <a:pt x="631290" y="607392"/>
                </a:lnTo>
                <a:cubicBezTo>
                  <a:pt x="663676" y="607919"/>
                  <a:pt x="695568" y="610900"/>
                  <a:pt x="726752" y="616457"/>
                </a:cubicBezTo>
                <a:cubicBezTo>
                  <a:pt x="732328" y="616038"/>
                  <a:pt x="737656" y="616986"/>
                  <a:pt x="742964" y="617996"/>
                </a:cubicBezTo>
                <a:lnTo>
                  <a:pt x="743081" y="619144"/>
                </a:lnTo>
                <a:cubicBezTo>
                  <a:pt x="1101932" y="678542"/>
                  <a:pt x="1382971" y="959319"/>
                  <a:pt x="1433247" y="1312185"/>
                </a:cubicBezTo>
                <a:cubicBezTo>
                  <a:pt x="1433415" y="1312238"/>
                  <a:pt x="1433584" y="1312243"/>
                  <a:pt x="1433753" y="1312248"/>
                </a:cubicBezTo>
                <a:lnTo>
                  <a:pt x="1434293" y="1318938"/>
                </a:lnTo>
                <a:cubicBezTo>
                  <a:pt x="1439350" y="1349182"/>
                  <a:pt x="1441799" y="1380067"/>
                  <a:pt x="1441757" y="1411395"/>
                </a:cubicBezTo>
                <a:cubicBezTo>
                  <a:pt x="1443069" y="1417025"/>
                  <a:pt x="1443128" y="1422694"/>
                  <a:pt x="1443128" y="1428376"/>
                </a:cubicBezTo>
                <a:cubicBezTo>
                  <a:pt x="1443128" y="1432198"/>
                  <a:pt x="1443101" y="1436014"/>
                  <a:pt x="1442535" y="1439816"/>
                </a:cubicBezTo>
                <a:lnTo>
                  <a:pt x="1442036" y="1439783"/>
                </a:lnTo>
                <a:lnTo>
                  <a:pt x="1442010" y="1440278"/>
                </a:lnTo>
                <a:lnTo>
                  <a:pt x="1424891" y="1438652"/>
                </a:lnTo>
                <a:cubicBezTo>
                  <a:pt x="1392517" y="1438125"/>
                  <a:pt x="1360637" y="1435144"/>
                  <a:pt x="1329465" y="1429590"/>
                </a:cubicBezTo>
                <a:cubicBezTo>
                  <a:pt x="1323888" y="1430009"/>
                  <a:pt x="1318559" y="1429061"/>
                  <a:pt x="1313248" y="1428050"/>
                </a:cubicBezTo>
                <a:lnTo>
                  <a:pt x="1313132" y="1426902"/>
                </a:lnTo>
                <a:cubicBezTo>
                  <a:pt x="954281" y="1367503"/>
                  <a:pt x="673242" y="1086726"/>
                  <a:pt x="622966" y="733861"/>
                </a:cubicBezTo>
                <a:cubicBezTo>
                  <a:pt x="622799" y="733808"/>
                  <a:pt x="622630" y="733803"/>
                  <a:pt x="622461" y="733798"/>
                </a:cubicBezTo>
                <a:lnTo>
                  <a:pt x="621923" y="727122"/>
                </a:lnTo>
                <a:cubicBezTo>
                  <a:pt x="616864" y="696872"/>
                  <a:pt x="614413" y="665981"/>
                  <a:pt x="614455" y="634646"/>
                </a:cubicBezTo>
                <a:cubicBezTo>
                  <a:pt x="613143" y="629018"/>
                  <a:pt x="613085" y="623351"/>
                  <a:pt x="613085" y="617670"/>
                </a:cubicBezTo>
                <a:lnTo>
                  <a:pt x="613679" y="606230"/>
                </a:lnTo>
                <a:lnTo>
                  <a:pt x="614177" y="606263"/>
                </a:lnTo>
                <a:close/>
                <a:moveTo>
                  <a:pt x="7360056" y="605769"/>
                </a:moveTo>
                <a:lnTo>
                  <a:pt x="7360082" y="606263"/>
                </a:lnTo>
                <a:lnTo>
                  <a:pt x="7360580" y="606230"/>
                </a:lnTo>
                <a:lnTo>
                  <a:pt x="7361174" y="617670"/>
                </a:lnTo>
                <a:cubicBezTo>
                  <a:pt x="7361174" y="623351"/>
                  <a:pt x="7361116" y="629018"/>
                  <a:pt x="7359804" y="634646"/>
                </a:cubicBezTo>
                <a:cubicBezTo>
                  <a:pt x="7359846" y="665981"/>
                  <a:pt x="7357395" y="696872"/>
                  <a:pt x="7352337" y="727122"/>
                </a:cubicBezTo>
                <a:lnTo>
                  <a:pt x="7351798" y="733798"/>
                </a:lnTo>
                <a:cubicBezTo>
                  <a:pt x="7351629" y="733803"/>
                  <a:pt x="7351460" y="733808"/>
                  <a:pt x="7351293" y="733861"/>
                </a:cubicBezTo>
                <a:cubicBezTo>
                  <a:pt x="7301017" y="1086726"/>
                  <a:pt x="7019978" y="1367503"/>
                  <a:pt x="6661127" y="1426902"/>
                </a:cubicBezTo>
                <a:lnTo>
                  <a:pt x="6661011" y="1428050"/>
                </a:lnTo>
                <a:cubicBezTo>
                  <a:pt x="6655700" y="1429061"/>
                  <a:pt x="6650371" y="1430009"/>
                  <a:pt x="6644794" y="1429590"/>
                </a:cubicBezTo>
                <a:cubicBezTo>
                  <a:pt x="6613622" y="1435144"/>
                  <a:pt x="6581742" y="1438125"/>
                  <a:pt x="6549368" y="1438652"/>
                </a:cubicBezTo>
                <a:lnTo>
                  <a:pt x="6532249" y="1440278"/>
                </a:lnTo>
                <a:lnTo>
                  <a:pt x="6532223" y="1439783"/>
                </a:lnTo>
                <a:lnTo>
                  <a:pt x="6531724" y="1439816"/>
                </a:lnTo>
                <a:cubicBezTo>
                  <a:pt x="6531158" y="1436014"/>
                  <a:pt x="6531131" y="1432198"/>
                  <a:pt x="6531131" y="1428376"/>
                </a:cubicBezTo>
                <a:cubicBezTo>
                  <a:pt x="6531131" y="1422694"/>
                  <a:pt x="6531190" y="1417025"/>
                  <a:pt x="6532502" y="1411395"/>
                </a:cubicBezTo>
                <a:cubicBezTo>
                  <a:pt x="6532460" y="1380067"/>
                  <a:pt x="6534909" y="1349182"/>
                  <a:pt x="6539966" y="1318938"/>
                </a:cubicBezTo>
                <a:lnTo>
                  <a:pt x="6540506" y="1312248"/>
                </a:lnTo>
                <a:cubicBezTo>
                  <a:pt x="6540675" y="1312243"/>
                  <a:pt x="6540844" y="1312238"/>
                  <a:pt x="6541012" y="1312185"/>
                </a:cubicBezTo>
                <a:cubicBezTo>
                  <a:pt x="6591288" y="959319"/>
                  <a:pt x="6872327" y="678542"/>
                  <a:pt x="7231178" y="619144"/>
                </a:cubicBezTo>
                <a:lnTo>
                  <a:pt x="7231295" y="617996"/>
                </a:lnTo>
                <a:cubicBezTo>
                  <a:pt x="7236603" y="616986"/>
                  <a:pt x="7241931" y="616038"/>
                  <a:pt x="7247507" y="616457"/>
                </a:cubicBezTo>
                <a:cubicBezTo>
                  <a:pt x="7278691" y="610900"/>
                  <a:pt x="7310583" y="607919"/>
                  <a:pt x="7342969" y="607392"/>
                </a:cubicBezTo>
                <a:close/>
                <a:moveTo>
                  <a:pt x="591452" y="605769"/>
                </a:moveTo>
                <a:lnTo>
                  <a:pt x="591478" y="606263"/>
                </a:lnTo>
                <a:lnTo>
                  <a:pt x="591976" y="606230"/>
                </a:lnTo>
                <a:lnTo>
                  <a:pt x="592570" y="617670"/>
                </a:lnTo>
                <a:cubicBezTo>
                  <a:pt x="592570" y="623351"/>
                  <a:pt x="592511" y="629018"/>
                  <a:pt x="591199" y="634646"/>
                </a:cubicBezTo>
                <a:cubicBezTo>
                  <a:pt x="591242" y="665981"/>
                  <a:pt x="588791" y="696872"/>
                  <a:pt x="583732" y="727122"/>
                </a:cubicBezTo>
                <a:lnTo>
                  <a:pt x="583194" y="733798"/>
                </a:lnTo>
                <a:cubicBezTo>
                  <a:pt x="583024" y="733803"/>
                  <a:pt x="582856" y="733808"/>
                  <a:pt x="582689" y="733861"/>
                </a:cubicBezTo>
                <a:cubicBezTo>
                  <a:pt x="537576" y="1050490"/>
                  <a:pt x="306662" y="1309076"/>
                  <a:pt x="0" y="1400276"/>
                </a:cubicBezTo>
                <a:lnTo>
                  <a:pt x="0" y="1267938"/>
                </a:lnTo>
                <a:cubicBezTo>
                  <a:pt x="229298" y="1185101"/>
                  <a:pt x="402181" y="989705"/>
                  <a:pt x="449203" y="750600"/>
                </a:cubicBezTo>
                <a:cubicBezTo>
                  <a:pt x="258971" y="791484"/>
                  <a:pt x="97576" y="906749"/>
                  <a:pt x="0" y="1064489"/>
                </a:cubicBezTo>
                <a:lnTo>
                  <a:pt x="0" y="857695"/>
                </a:lnTo>
                <a:cubicBezTo>
                  <a:pt x="121484" y="734788"/>
                  <a:pt x="282199" y="649000"/>
                  <a:pt x="462573" y="619144"/>
                </a:cubicBezTo>
                <a:lnTo>
                  <a:pt x="462690" y="617996"/>
                </a:lnTo>
                <a:cubicBezTo>
                  <a:pt x="467999" y="616986"/>
                  <a:pt x="473327" y="616038"/>
                  <a:pt x="478903" y="616457"/>
                </a:cubicBezTo>
                <a:cubicBezTo>
                  <a:pt x="510086" y="610900"/>
                  <a:pt x="541979" y="607919"/>
                  <a:pt x="574365" y="607392"/>
                </a:cubicBezTo>
                <a:close/>
                <a:moveTo>
                  <a:pt x="11969013" y="0"/>
                </a:moveTo>
                <a:lnTo>
                  <a:pt x="12180097" y="0"/>
                </a:lnTo>
                <a:cubicBezTo>
                  <a:pt x="12184579" y="2797"/>
                  <a:pt x="12188307" y="6390"/>
                  <a:pt x="12192000" y="10016"/>
                </a:cubicBezTo>
                <a:lnTo>
                  <a:pt x="12192000" y="210008"/>
                </a:lnTo>
                <a:cubicBezTo>
                  <a:pt x="12135666" y="124006"/>
                  <a:pt x="12059786" y="51396"/>
                  <a:pt x="11969013" y="0"/>
                </a:cubicBezTo>
                <a:close/>
                <a:moveTo>
                  <a:pt x="11640695" y="0"/>
                </a:moveTo>
                <a:lnTo>
                  <a:pt x="11775234" y="0"/>
                </a:lnTo>
                <a:cubicBezTo>
                  <a:pt x="11842228" y="193636"/>
                  <a:pt x="11995970" y="348667"/>
                  <a:pt x="12192000" y="421829"/>
                </a:cubicBezTo>
                <a:lnTo>
                  <a:pt x="12192000" y="553832"/>
                </a:lnTo>
                <a:cubicBezTo>
                  <a:pt x="11924422" y="471599"/>
                  <a:pt x="11715712" y="262771"/>
                  <a:pt x="11640695" y="0"/>
                </a:cubicBezTo>
                <a:close/>
                <a:moveTo>
                  <a:pt x="11023379" y="0"/>
                </a:moveTo>
                <a:lnTo>
                  <a:pt x="11232088" y="0"/>
                </a:lnTo>
                <a:cubicBezTo>
                  <a:pt x="11066618" y="98005"/>
                  <a:pt x="10947209" y="260867"/>
                  <a:pt x="10909358" y="451830"/>
                </a:cubicBezTo>
                <a:cubicBezTo>
                  <a:pt x="11153410" y="399791"/>
                  <a:pt x="11350000" y="226290"/>
                  <a:pt x="11427896" y="0"/>
                </a:cubicBezTo>
                <a:lnTo>
                  <a:pt x="11561912" y="0"/>
                </a:lnTo>
                <a:cubicBezTo>
                  <a:pt x="11477134" y="299826"/>
                  <a:pt x="11217862" y="529393"/>
                  <a:pt x="10895987" y="582253"/>
                </a:cubicBezTo>
                <a:lnTo>
                  <a:pt x="10895871" y="583392"/>
                </a:lnTo>
                <a:cubicBezTo>
                  <a:pt x="10890560" y="584395"/>
                  <a:pt x="10885231" y="585336"/>
                  <a:pt x="10879654" y="584920"/>
                </a:cubicBezTo>
                <a:cubicBezTo>
                  <a:pt x="10848482" y="590430"/>
                  <a:pt x="10816602" y="593388"/>
                  <a:pt x="10784227" y="593911"/>
                </a:cubicBezTo>
                <a:lnTo>
                  <a:pt x="10767109" y="595524"/>
                </a:lnTo>
                <a:lnTo>
                  <a:pt x="10767083" y="595033"/>
                </a:lnTo>
                <a:lnTo>
                  <a:pt x="10766584" y="595066"/>
                </a:lnTo>
                <a:cubicBezTo>
                  <a:pt x="10766018" y="591293"/>
                  <a:pt x="10765991" y="587507"/>
                  <a:pt x="10765991" y="583715"/>
                </a:cubicBezTo>
                <a:cubicBezTo>
                  <a:pt x="10765991" y="578078"/>
                  <a:pt x="10766050" y="572454"/>
                  <a:pt x="10767362" y="566868"/>
                </a:cubicBezTo>
                <a:cubicBezTo>
                  <a:pt x="10767319" y="535786"/>
                  <a:pt x="10769769" y="505143"/>
                  <a:pt x="10774826" y="475137"/>
                </a:cubicBezTo>
                <a:lnTo>
                  <a:pt x="10775366" y="468500"/>
                </a:lnTo>
                <a:cubicBezTo>
                  <a:pt x="10775535" y="468495"/>
                  <a:pt x="10775704" y="468490"/>
                  <a:pt x="10775872" y="468437"/>
                </a:cubicBezTo>
                <a:cubicBezTo>
                  <a:pt x="10802174" y="285283"/>
                  <a:pt x="10891635" y="121704"/>
                  <a:pt x="11023379" y="0"/>
                </a:cubicBezTo>
                <a:close/>
                <a:moveTo>
                  <a:pt x="9949555" y="0"/>
                </a:moveTo>
                <a:lnTo>
                  <a:pt x="10083571" y="0"/>
                </a:lnTo>
                <a:cubicBezTo>
                  <a:pt x="10161467" y="226290"/>
                  <a:pt x="10358057" y="399791"/>
                  <a:pt x="10602109" y="451830"/>
                </a:cubicBezTo>
                <a:cubicBezTo>
                  <a:pt x="10564258" y="260867"/>
                  <a:pt x="10444849" y="98005"/>
                  <a:pt x="10279379" y="0"/>
                </a:cubicBezTo>
                <a:lnTo>
                  <a:pt x="10488089" y="0"/>
                </a:lnTo>
                <a:cubicBezTo>
                  <a:pt x="10619833" y="121704"/>
                  <a:pt x="10709293" y="285283"/>
                  <a:pt x="10735596" y="468437"/>
                </a:cubicBezTo>
                <a:cubicBezTo>
                  <a:pt x="10735763" y="468490"/>
                  <a:pt x="10735932" y="468495"/>
                  <a:pt x="10736101" y="468500"/>
                </a:cubicBezTo>
                <a:lnTo>
                  <a:pt x="10736641" y="475137"/>
                </a:lnTo>
                <a:cubicBezTo>
                  <a:pt x="10741698" y="505143"/>
                  <a:pt x="10744148" y="535786"/>
                  <a:pt x="10744105" y="566868"/>
                </a:cubicBezTo>
                <a:cubicBezTo>
                  <a:pt x="10745417" y="572454"/>
                  <a:pt x="10745476" y="578078"/>
                  <a:pt x="10745476" y="583715"/>
                </a:cubicBezTo>
                <a:cubicBezTo>
                  <a:pt x="10745476" y="587507"/>
                  <a:pt x="10745449" y="591293"/>
                  <a:pt x="10744883" y="595066"/>
                </a:cubicBezTo>
                <a:lnTo>
                  <a:pt x="10744384" y="595033"/>
                </a:lnTo>
                <a:lnTo>
                  <a:pt x="10744358" y="595524"/>
                </a:lnTo>
                <a:lnTo>
                  <a:pt x="10727240" y="593911"/>
                </a:lnTo>
                <a:cubicBezTo>
                  <a:pt x="10694865" y="593388"/>
                  <a:pt x="10662985" y="590430"/>
                  <a:pt x="10631813" y="584920"/>
                </a:cubicBezTo>
                <a:cubicBezTo>
                  <a:pt x="10626236" y="585336"/>
                  <a:pt x="10620907" y="584395"/>
                  <a:pt x="10615596" y="583392"/>
                </a:cubicBezTo>
                <a:lnTo>
                  <a:pt x="10615480" y="582253"/>
                </a:lnTo>
                <a:cubicBezTo>
                  <a:pt x="10293605" y="529393"/>
                  <a:pt x="10034333" y="299826"/>
                  <a:pt x="9949555" y="0"/>
                </a:cubicBezTo>
                <a:close/>
                <a:moveTo>
                  <a:pt x="9331225" y="0"/>
                </a:moveTo>
                <a:lnTo>
                  <a:pt x="9539935" y="0"/>
                </a:lnTo>
                <a:cubicBezTo>
                  <a:pt x="9374465" y="98005"/>
                  <a:pt x="9255056" y="260867"/>
                  <a:pt x="9217205" y="451830"/>
                </a:cubicBezTo>
                <a:cubicBezTo>
                  <a:pt x="9461257" y="399791"/>
                  <a:pt x="9657847" y="226290"/>
                  <a:pt x="9735743" y="0"/>
                </a:cubicBezTo>
                <a:lnTo>
                  <a:pt x="9869759" y="0"/>
                </a:lnTo>
                <a:cubicBezTo>
                  <a:pt x="9784981" y="299826"/>
                  <a:pt x="9525709" y="529393"/>
                  <a:pt x="9203834" y="582253"/>
                </a:cubicBezTo>
                <a:lnTo>
                  <a:pt x="9203718" y="583392"/>
                </a:lnTo>
                <a:cubicBezTo>
                  <a:pt x="9198407" y="584395"/>
                  <a:pt x="9193078" y="585336"/>
                  <a:pt x="9187501" y="584920"/>
                </a:cubicBezTo>
                <a:cubicBezTo>
                  <a:pt x="9156329" y="590430"/>
                  <a:pt x="9124449" y="593388"/>
                  <a:pt x="9092074" y="593911"/>
                </a:cubicBezTo>
                <a:lnTo>
                  <a:pt x="9074956" y="595524"/>
                </a:lnTo>
                <a:lnTo>
                  <a:pt x="9074930" y="595033"/>
                </a:lnTo>
                <a:lnTo>
                  <a:pt x="9074431" y="595066"/>
                </a:lnTo>
                <a:cubicBezTo>
                  <a:pt x="9073865" y="591293"/>
                  <a:pt x="9073838" y="587507"/>
                  <a:pt x="9073838" y="583715"/>
                </a:cubicBezTo>
                <a:cubicBezTo>
                  <a:pt x="9073838" y="578078"/>
                  <a:pt x="9073897" y="572454"/>
                  <a:pt x="9075209" y="566868"/>
                </a:cubicBezTo>
                <a:cubicBezTo>
                  <a:pt x="9075166" y="535786"/>
                  <a:pt x="9077616" y="505143"/>
                  <a:pt x="9082673" y="475137"/>
                </a:cubicBezTo>
                <a:lnTo>
                  <a:pt x="9083213" y="468500"/>
                </a:lnTo>
                <a:cubicBezTo>
                  <a:pt x="9083382" y="468495"/>
                  <a:pt x="9083551" y="468490"/>
                  <a:pt x="9083718" y="468437"/>
                </a:cubicBezTo>
                <a:cubicBezTo>
                  <a:pt x="9110021" y="285283"/>
                  <a:pt x="9199481" y="121704"/>
                  <a:pt x="9331225" y="0"/>
                </a:cubicBezTo>
                <a:close/>
                <a:moveTo>
                  <a:pt x="8257405" y="0"/>
                </a:moveTo>
                <a:lnTo>
                  <a:pt x="8391420" y="0"/>
                </a:lnTo>
                <a:cubicBezTo>
                  <a:pt x="8469316" y="226290"/>
                  <a:pt x="8665906" y="399791"/>
                  <a:pt x="8909958" y="451830"/>
                </a:cubicBezTo>
                <a:cubicBezTo>
                  <a:pt x="8872107" y="260867"/>
                  <a:pt x="8752698" y="98005"/>
                  <a:pt x="8587228" y="0"/>
                </a:cubicBezTo>
                <a:lnTo>
                  <a:pt x="8795937" y="0"/>
                </a:lnTo>
                <a:cubicBezTo>
                  <a:pt x="8927681" y="121704"/>
                  <a:pt x="9017142" y="285283"/>
                  <a:pt x="9043444" y="468437"/>
                </a:cubicBezTo>
                <a:cubicBezTo>
                  <a:pt x="9043612" y="468490"/>
                  <a:pt x="9043781" y="468495"/>
                  <a:pt x="9043950" y="468500"/>
                </a:cubicBezTo>
                <a:lnTo>
                  <a:pt x="9044490" y="475137"/>
                </a:lnTo>
                <a:cubicBezTo>
                  <a:pt x="9049547" y="505143"/>
                  <a:pt x="9051997" y="535786"/>
                  <a:pt x="9051954" y="566868"/>
                </a:cubicBezTo>
                <a:cubicBezTo>
                  <a:pt x="9053266" y="572454"/>
                  <a:pt x="9053325" y="578078"/>
                  <a:pt x="9053325" y="583715"/>
                </a:cubicBezTo>
                <a:cubicBezTo>
                  <a:pt x="9053325" y="587507"/>
                  <a:pt x="9053298" y="591293"/>
                  <a:pt x="9052732" y="595066"/>
                </a:cubicBezTo>
                <a:lnTo>
                  <a:pt x="9052233" y="595033"/>
                </a:lnTo>
                <a:lnTo>
                  <a:pt x="9052207" y="595524"/>
                </a:lnTo>
                <a:lnTo>
                  <a:pt x="9035089" y="593911"/>
                </a:lnTo>
                <a:cubicBezTo>
                  <a:pt x="9002714" y="593388"/>
                  <a:pt x="8970834" y="590430"/>
                  <a:pt x="8939662" y="584920"/>
                </a:cubicBezTo>
                <a:cubicBezTo>
                  <a:pt x="8934085" y="585336"/>
                  <a:pt x="8928756" y="584395"/>
                  <a:pt x="8923445" y="583392"/>
                </a:cubicBezTo>
                <a:lnTo>
                  <a:pt x="8923329" y="582253"/>
                </a:lnTo>
                <a:cubicBezTo>
                  <a:pt x="8601454" y="529393"/>
                  <a:pt x="8342182" y="299826"/>
                  <a:pt x="8257405" y="0"/>
                </a:cubicBezTo>
                <a:close/>
                <a:moveTo>
                  <a:pt x="7639075" y="0"/>
                </a:moveTo>
                <a:lnTo>
                  <a:pt x="7847784" y="0"/>
                </a:lnTo>
                <a:cubicBezTo>
                  <a:pt x="7682314" y="98005"/>
                  <a:pt x="7562905" y="260867"/>
                  <a:pt x="7525054" y="451830"/>
                </a:cubicBezTo>
                <a:cubicBezTo>
                  <a:pt x="7769107" y="399791"/>
                  <a:pt x="7965696" y="226290"/>
                  <a:pt x="8043592" y="0"/>
                </a:cubicBezTo>
                <a:lnTo>
                  <a:pt x="8177609" y="0"/>
                </a:lnTo>
                <a:cubicBezTo>
                  <a:pt x="8092830" y="299826"/>
                  <a:pt x="7833558" y="529393"/>
                  <a:pt x="7511683" y="582253"/>
                </a:cubicBezTo>
                <a:lnTo>
                  <a:pt x="7511567" y="583392"/>
                </a:lnTo>
                <a:cubicBezTo>
                  <a:pt x="7506256" y="584395"/>
                  <a:pt x="7500927" y="585336"/>
                  <a:pt x="7495350" y="584920"/>
                </a:cubicBezTo>
                <a:cubicBezTo>
                  <a:pt x="7464178" y="590430"/>
                  <a:pt x="7432298" y="593388"/>
                  <a:pt x="7399924" y="593911"/>
                </a:cubicBezTo>
                <a:lnTo>
                  <a:pt x="7382805" y="595524"/>
                </a:lnTo>
                <a:lnTo>
                  <a:pt x="7382779" y="595033"/>
                </a:lnTo>
                <a:lnTo>
                  <a:pt x="7382280" y="595066"/>
                </a:lnTo>
                <a:cubicBezTo>
                  <a:pt x="7381714" y="591293"/>
                  <a:pt x="7381687" y="587507"/>
                  <a:pt x="7381687" y="583715"/>
                </a:cubicBezTo>
                <a:cubicBezTo>
                  <a:pt x="7381687" y="578078"/>
                  <a:pt x="7381746" y="572454"/>
                  <a:pt x="7383058" y="566868"/>
                </a:cubicBezTo>
                <a:cubicBezTo>
                  <a:pt x="7383016" y="535786"/>
                  <a:pt x="7385465" y="505143"/>
                  <a:pt x="7390522" y="475137"/>
                </a:cubicBezTo>
                <a:lnTo>
                  <a:pt x="7391062" y="468500"/>
                </a:lnTo>
                <a:cubicBezTo>
                  <a:pt x="7391231" y="468495"/>
                  <a:pt x="7391400" y="468490"/>
                  <a:pt x="7391568" y="468437"/>
                </a:cubicBezTo>
                <a:cubicBezTo>
                  <a:pt x="7417870" y="285283"/>
                  <a:pt x="7507331" y="121703"/>
                  <a:pt x="7639075" y="0"/>
                </a:cubicBezTo>
                <a:close/>
                <a:moveTo>
                  <a:pt x="6565254" y="0"/>
                </a:moveTo>
                <a:lnTo>
                  <a:pt x="6699270" y="0"/>
                </a:lnTo>
                <a:cubicBezTo>
                  <a:pt x="6777166" y="226290"/>
                  <a:pt x="6973755" y="399791"/>
                  <a:pt x="7217807" y="451830"/>
                </a:cubicBezTo>
                <a:cubicBezTo>
                  <a:pt x="7179956" y="260867"/>
                  <a:pt x="7060547" y="98005"/>
                  <a:pt x="6895077" y="0"/>
                </a:cubicBezTo>
                <a:lnTo>
                  <a:pt x="7103787" y="0"/>
                </a:lnTo>
                <a:cubicBezTo>
                  <a:pt x="7235531" y="121704"/>
                  <a:pt x="7324992" y="285283"/>
                  <a:pt x="7351294" y="468437"/>
                </a:cubicBezTo>
                <a:cubicBezTo>
                  <a:pt x="7351461" y="468490"/>
                  <a:pt x="7351631" y="468495"/>
                  <a:pt x="7351799" y="468500"/>
                </a:cubicBezTo>
                <a:lnTo>
                  <a:pt x="7352340" y="475137"/>
                </a:lnTo>
                <a:cubicBezTo>
                  <a:pt x="7357396" y="505143"/>
                  <a:pt x="7359846" y="535786"/>
                  <a:pt x="7359804" y="566868"/>
                </a:cubicBezTo>
                <a:cubicBezTo>
                  <a:pt x="7361116" y="572454"/>
                  <a:pt x="7361174" y="578078"/>
                  <a:pt x="7361174" y="583715"/>
                </a:cubicBezTo>
                <a:cubicBezTo>
                  <a:pt x="7361174" y="587507"/>
                  <a:pt x="7361147" y="591293"/>
                  <a:pt x="7360581" y="595066"/>
                </a:cubicBezTo>
                <a:lnTo>
                  <a:pt x="7360082" y="595033"/>
                </a:lnTo>
                <a:lnTo>
                  <a:pt x="7360056" y="595524"/>
                </a:lnTo>
                <a:lnTo>
                  <a:pt x="7342938" y="593911"/>
                </a:lnTo>
                <a:cubicBezTo>
                  <a:pt x="7310564" y="593388"/>
                  <a:pt x="7278683" y="590430"/>
                  <a:pt x="7247511" y="584920"/>
                </a:cubicBezTo>
                <a:cubicBezTo>
                  <a:pt x="7241934" y="585336"/>
                  <a:pt x="7236605" y="584395"/>
                  <a:pt x="7231295" y="583392"/>
                </a:cubicBezTo>
                <a:lnTo>
                  <a:pt x="7231179" y="582253"/>
                </a:lnTo>
                <a:cubicBezTo>
                  <a:pt x="6909304" y="529393"/>
                  <a:pt x="6650032" y="299826"/>
                  <a:pt x="6565254" y="0"/>
                </a:cubicBezTo>
                <a:close/>
                <a:moveTo>
                  <a:pt x="5946924" y="0"/>
                </a:moveTo>
                <a:lnTo>
                  <a:pt x="6155633" y="0"/>
                </a:lnTo>
                <a:cubicBezTo>
                  <a:pt x="5990163" y="98005"/>
                  <a:pt x="5870754" y="260867"/>
                  <a:pt x="5832903" y="451830"/>
                </a:cubicBezTo>
                <a:cubicBezTo>
                  <a:pt x="6076956" y="399791"/>
                  <a:pt x="6273545" y="226290"/>
                  <a:pt x="6351441" y="0"/>
                </a:cubicBezTo>
                <a:lnTo>
                  <a:pt x="6485457" y="0"/>
                </a:lnTo>
                <a:cubicBezTo>
                  <a:pt x="6400679" y="299826"/>
                  <a:pt x="6141407" y="529393"/>
                  <a:pt x="5819531" y="582253"/>
                </a:cubicBezTo>
                <a:lnTo>
                  <a:pt x="5819415" y="583392"/>
                </a:lnTo>
                <a:cubicBezTo>
                  <a:pt x="5814105" y="584395"/>
                  <a:pt x="5808776" y="585336"/>
                  <a:pt x="5803199" y="584920"/>
                </a:cubicBezTo>
                <a:cubicBezTo>
                  <a:pt x="5772027" y="590430"/>
                  <a:pt x="5740146" y="593388"/>
                  <a:pt x="5707772" y="593911"/>
                </a:cubicBezTo>
                <a:lnTo>
                  <a:pt x="5690654" y="595524"/>
                </a:lnTo>
                <a:lnTo>
                  <a:pt x="5690628" y="595033"/>
                </a:lnTo>
                <a:lnTo>
                  <a:pt x="5690129" y="595066"/>
                </a:lnTo>
                <a:cubicBezTo>
                  <a:pt x="5689563" y="591293"/>
                  <a:pt x="5689536" y="587507"/>
                  <a:pt x="5689536" y="583715"/>
                </a:cubicBezTo>
                <a:cubicBezTo>
                  <a:pt x="5689536" y="578078"/>
                  <a:pt x="5689594" y="572454"/>
                  <a:pt x="5690906" y="566868"/>
                </a:cubicBezTo>
                <a:cubicBezTo>
                  <a:pt x="5690864" y="535786"/>
                  <a:pt x="5693314" y="505143"/>
                  <a:pt x="5698370" y="475137"/>
                </a:cubicBezTo>
                <a:lnTo>
                  <a:pt x="5698911" y="468500"/>
                </a:lnTo>
                <a:cubicBezTo>
                  <a:pt x="5699079" y="468495"/>
                  <a:pt x="5699249" y="468490"/>
                  <a:pt x="5699416" y="468437"/>
                </a:cubicBezTo>
                <a:cubicBezTo>
                  <a:pt x="5725719" y="285283"/>
                  <a:pt x="5815180" y="121704"/>
                  <a:pt x="5946924" y="0"/>
                </a:cubicBezTo>
                <a:close/>
                <a:moveTo>
                  <a:pt x="4873102" y="0"/>
                </a:moveTo>
                <a:lnTo>
                  <a:pt x="5007119" y="0"/>
                </a:lnTo>
                <a:cubicBezTo>
                  <a:pt x="5085015" y="226291"/>
                  <a:pt x="5281604" y="399791"/>
                  <a:pt x="5525656" y="451830"/>
                </a:cubicBezTo>
                <a:cubicBezTo>
                  <a:pt x="5487805" y="260867"/>
                  <a:pt x="5368397" y="98005"/>
                  <a:pt x="5202927" y="0"/>
                </a:cubicBezTo>
                <a:lnTo>
                  <a:pt x="5411635" y="0"/>
                </a:lnTo>
                <a:cubicBezTo>
                  <a:pt x="5543380" y="121703"/>
                  <a:pt x="5632840" y="285283"/>
                  <a:pt x="5659142" y="468437"/>
                </a:cubicBezTo>
                <a:cubicBezTo>
                  <a:pt x="5659310" y="468490"/>
                  <a:pt x="5659479" y="468495"/>
                  <a:pt x="5659648" y="468499"/>
                </a:cubicBezTo>
                <a:lnTo>
                  <a:pt x="5660188" y="475137"/>
                </a:lnTo>
                <a:cubicBezTo>
                  <a:pt x="5665245" y="505143"/>
                  <a:pt x="5667694" y="535786"/>
                  <a:pt x="5667652" y="566868"/>
                </a:cubicBezTo>
                <a:cubicBezTo>
                  <a:pt x="5668964" y="572454"/>
                  <a:pt x="5669023" y="578078"/>
                  <a:pt x="5669023" y="583715"/>
                </a:cubicBezTo>
                <a:cubicBezTo>
                  <a:pt x="5669023" y="587508"/>
                  <a:pt x="5668996" y="591293"/>
                  <a:pt x="5668430" y="595066"/>
                </a:cubicBezTo>
                <a:lnTo>
                  <a:pt x="5667931" y="595033"/>
                </a:lnTo>
                <a:lnTo>
                  <a:pt x="5667905" y="595524"/>
                </a:lnTo>
                <a:lnTo>
                  <a:pt x="5650786" y="593911"/>
                </a:lnTo>
                <a:cubicBezTo>
                  <a:pt x="5618412" y="593388"/>
                  <a:pt x="5586532" y="590430"/>
                  <a:pt x="5555360" y="584920"/>
                </a:cubicBezTo>
                <a:cubicBezTo>
                  <a:pt x="5549783" y="585336"/>
                  <a:pt x="5544454" y="584395"/>
                  <a:pt x="5539143" y="583392"/>
                </a:cubicBezTo>
                <a:lnTo>
                  <a:pt x="5539027" y="582253"/>
                </a:lnTo>
                <a:cubicBezTo>
                  <a:pt x="5217153" y="529393"/>
                  <a:pt x="4957881" y="299826"/>
                  <a:pt x="4873102" y="0"/>
                </a:cubicBezTo>
                <a:close/>
                <a:moveTo>
                  <a:pt x="4254773" y="0"/>
                </a:moveTo>
                <a:lnTo>
                  <a:pt x="4463482" y="0"/>
                </a:lnTo>
                <a:cubicBezTo>
                  <a:pt x="4298012" y="98005"/>
                  <a:pt x="4178603" y="260867"/>
                  <a:pt x="4140752" y="451830"/>
                </a:cubicBezTo>
                <a:cubicBezTo>
                  <a:pt x="4384804" y="399791"/>
                  <a:pt x="4581394" y="226291"/>
                  <a:pt x="4659290" y="0"/>
                </a:cubicBezTo>
                <a:lnTo>
                  <a:pt x="4793306" y="0"/>
                </a:lnTo>
                <a:cubicBezTo>
                  <a:pt x="4708528" y="299826"/>
                  <a:pt x="4449256" y="529393"/>
                  <a:pt x="4127381" y="582253"/>
                </a:cubicBezTo>
                <a:lnTo>
                  <a:pt x="4127264" y="583392"/>
                </a:lnTo>
                <a:cubicBezTo>
                  <a:pt x="4121954" y="584395"/>
                  <a:pt x="4116625" y="585336"/>
                  <a:pt x="4111048" y="584920"/>
                </a:cubicBezTo>
                <a:cubicBezTo>
                  <a:pt x="4079876" y="590430"/>
                  <a:pt x="4047996" y="593388"/>
                  <a:pt x="4015621" y="593911"/>
                </a:cubicBezTo>
                <a:lnTo>
                  <a:pt x="3998503" y="595524"/>
                </a:lnTo>
                <a:lnTo>
                  <a:pt x="3998477" y="595033"/>
                </a:lnTo>
                <a:lnTo>
                  <a:pt x="3997978" y="595066"/>
                </a:lnTo>
                <a:cubicBezTo>
                  <a:pt x="3997412" y="591293"/>
                  <a:pt x="3997385" y="587507"/>
                  <a:pt x="3997385" y="583715"/>
                </a:cubicBezTo>
                <a:cubicBezTo>
                  <a:pt x="3997385" y="578078"/>
                  <a:pt x="3997443" y="572454"/>
                  <a:pt x="3998755" y="566868"/>
                </a:cubicBezTo>
                <a:cubicBezTo>
                  <a:pt x="3998713" y="535786"/>
                  <a:pt x="4001163" y="505143"/>
                  <a:pt x="4006219" y="475137"/>
                </a:cubicBezTo>
                <a:lnTo>
                  <a:pt x="4006760" y="468499"/>
                </a:lnTo>
                <a:cubicBezTo>
                  <a:pt x="4006928" y="468495"/>
                  <a:pt x="4007098" y="468490"/>
                  <a:pt x="4007265" y="468437"/>
                </a:cubicBezTo>
                <a:cubicBezTo>
                  <a:pt x="4033568" y="285283"/>
                  <a:pt x="4123028" y="121703"/>
                  <a:pt x="4254773" y="0"/>
                </a:cubicBezTo>
                <a:close/>
                <a:moveTo>
                  <a:pt x="3180951" y="0"/>
                </a:moveTo>
                <a:lnTo>
                  <a:pt x="3314968" y="0"/>
                </a:lnTo>
                <a:cubicBezTo>
                  <a:pt x="3392864" y="226291"/>
                  <a:pt x="3589453" y="399791"/>
                  <a:pt x="3833505" y="451830"/>
                </a:cubicBezTo>
                <a:cubicBezTo>
                  <a:pt x="3795654" y="260867"/>
                  <a:pt x="3676245" y="98005"/>
                  <a:pt x="3510776" y="0"/>
                </a:cubicBezTo>
                <a:lnTo>
                  <a:pt x="3719484" y="0"/>
                </a:lnTo>
                <a:cubicBezTo>
                  <a:pt x="3851229" y="121703"/>
                  <a:pt x="3940689" y="285283"/>
                  <a:pt x="3966991" y="468437"/>
                </a:cubicBezTo>
                <a:cubicBezTo>
                  <a:pt x="3967159" y="468490"/>
                  <a:pt x="3967328" y="468495"/>
                  <a:pt x="3967497" y="468499"/>
                </a:cubicBezTo>
                <a:lnTo>
                  <a:pt x="3968037" y="475137"/>
                </a:lnTo>
                <a:cubicBezTo>
                  <a:pt x="3973094" y="505143"/>
                  <a:pt x="3975543" y="535786"/>
                  <a:pt x="3975501" y="566868"/>
                </a:cubicBezTo>
                <a:cubicBezTo>
                  <a:pt x="3976813" y="572454"/>
                  <a:pt x="3976872" y="578078"/>
                  <a:pt x="3976872" y="583715"/>
                </a:cubicBezTo>
                <a:cubicBezTo>
                  <a:pt x="3976872" y="587508"/>
                  <a:pt x="3976845" y="591293"/>
                  <a:pt x="3976279" y="595066"/>
                </a:cubicBezTo>
                <a:lnTo>
                  <a:pt x="3975780" y="595033"/>
                </a:lnTo>
                <a:lnTo>
                  <a:pt x="3975754" y="595524"/>
                </a:lnTo>
                <a:lnTo>
                  <a:pt x="3958635" y="593911"/>
                </a:lnTo>
                <a:cubicBezTo>
                  <a:pt x="3926261" y="593388"/>
                  <a:pt x="3894381" y="590430"/>
                  <a:pt x="3863209" y="584920"/>
                </a:cubicBezTo>
                <a:cubicBezTo>
                  <a:pt x="3857632" y="585336"/>
                  <a:pt x="3852303" y="584395"/>
                  <a:pt x="3846992" y="583392"/>
                </a:cubicBezTo>
                <a:lnTo>
                  <a:pt x="3846876" y="582253"/>
                </a:lnTo>
                <a:cubicBezTo>
                  <a:pt x="3525002" y="529393"/>
                  <a:pt x="3265729" y="299826"/>
                  <a:pt x="3180951" y="0"/>
                </a:cubicBezTo>
                <a:close/>
                <a:moveTo>
                  <a:pt x="2562622" y="0"/>
                </a:moveTo>
                <a:lnTo>
                  <a:pt x="2771330" y="0"/>
                </a:lnTo>
                <a:cubicBezTo>
                  <a:pt x="2605861" y="98005"/>
                  <a:pt x="2486452" y="260867"/>
                  <a:pt x="2448601" y="451830"/>
                </a:cubicBezTo>
                <a:cubicBezTo>
                  <a:pt x="2692653" y="399791"/>
                  <a:pt x="2889242" y="226291"/>
                  <a:pt x="2967139" y="0"/>
                </a:cubicBezTo>
                <a:lnTo>
                  <a:pt x="3101155" y="0"/>
                </a:lnTo>
                <a:cubicBezTo>
                  <a:pt x="3016377" y="299826"/>
                  <a:pt x="2757105" y="529393"/>
                  <a:pt x="2435230" y="582253"/>
                </a:cubicBezTo>
                <a:lnTo>
                  <a:pt x="2435113" y="583392"/>
                </a:lnTo>
                <a:cubicBezTo>
                  <a:pt x="2429803" y="584395"/>
                  <a:pt x="2424474" y="585336"/>
                  <a:pt x="2418897" y="584920"/>
                </a:cubicBezTo>
                <a:cubicBezTo>
                  <a:pt x="2387725" y="590430"/>
                  <a:pt x="2355845" y="593388"/>
                  <a:pt x="2323470" y="593911"/>
                </a:cubicBezTo>
                <a:lnTo>
                  <a:pt x="2306352" y="595524"/>
                </a:lnTo>
                <a:lnTo>
                  <a:pt x="2306326" y="595033"/>
                </a:lnTo>
                <a:lnTo>
                  <a:pt x="2305827" y="595066"/>
                </a:lnTo>
                <a:cubicBezTo>
                  <a:pt x="2305261" y="591293"/>
                  <a:pt x="2305234" y="587507"/>
                  <a:pt x="2305234" y="583715"/>
                </a:cubicBezTo>
                <a:cubicBezTo>
                  <a:pt x="2305234" y="578078"/>
                  <a:pt x="2305292" y="572454"/>
                  <a:pt x="2306604" y="566868"/>
                </a:cubicBezTo>
                <a:cubicBezTo>
                  <a:pt x="2306562" y="535786"/>
                  <a:pt x="2309012" y="505143"/>
                  <a:pt x="2314068" y="475137"/>
                </a:cubicBezTo>
                <a:lnTo>
                  <a:pt x="2314609" y="468499"/>
                </a:lnTo>
                <a:cubicBezTo>
                  <a:pt x="2314777" y="468495"/>
                  <a:pt x="2314947" y="468490"/>
                  <a:pt x="2315114" y="468437"/>
                </a:cubicBezTo>
                <a:cubicBezTo>
                  <a:pt x="2341417" y="285283"/>
                  <a:pt x="2430877" y="121704"/>
                  <a:pt x="2562622" y="0"/>
                </a:cubicBezTo>
                <a:close/>
                <a:moveTo>
                  <a:pt x="1488800" y="0"/>
                </a:moveTo>
                <a:lnTo>
                  <a:pt x="1622816" y="0"/>
                </a:lnTo>
                <a:cubicBezTo>
                  <a:pt x="1700712" y="226290"/>
                  <a:pt x="1897302" y="399791"/>
                  <a:pt x="2141354" y="451830"/>
                </a:cubicBezTo>
                <a:cubicBezTo>
                  <a:pt x="2103503" y="260867"/>
                  <a:pt x="1984094" y="98005"/>
                  <a:pt x="1818624" y="0"/>
                </a:cubicBezTo>
                <a:lnTo>
                  <a:pt x="2027333" y="0"/>
                </a:lnTo>
                <a:cubicBezTo>
                  <a:pt x="2159078" y="121703"/>
                  <a:pt x="2248538" y="285283"/>
                  <a:pt x="2274840" y="468437"/>
                </a:cubicBezTo>
                <a:cubicBezTo>
                  <a:pt x="2275008" y="468490"/>
                  <a:pt x="2275177" y="468495"/>
                  <a:pt x="2275346" y="468500"/>
                </a:cubicBezTo>
                <a:lnTo>
                  <a:pt x="2275886" y="475137"/>
                </a:lnTo>
                <a:cubicBezTo>
                  <a:pt x="2280943" y="505143"/>
                  <a:pt x="2283392" y="535786"/>
                  <a:pt x="2283350" y="566868"/>
                </a:cubicBezTo>
                <a:cubicBezTo>
                  <a:pt x="2284662" y="572454"/>
                  <a:pt x="2284721" y="578078"/>
                  <a:pt x="2284721" y="583715"/>
                </a:cubicBezTo>
                <a:cubicBezTo>
                  <a:pt x="2284721" y="587508"/>
                  <a:pt x="2284694" y="591293"/>
                  <a:pt x="2284128" y="595066"/>
                </a:cubicBezTo>
                <a:lnTo>
                  <a:pt x="2283629" y="595033"/>
                </a:lnTo>
                <a:lnTo>
                  <a:pt x="2283603" y="595524"/>
                </a:lnTo>
                <a:lnTo>
                  <a:pt x="2266484" y="593911"/>
                </a:lnTo>
                <a:cubicBezTo>
                  <a:pt x="2234110" y="593388"/>
                  <a:pt x="2202230" y="590430"/>
                  <a:pt x="2171058" y="584920"/>
                </a:cubicBezTo>
                <a:cubicBezTo>
                  <a:pt x="2165481" y="585336"/>
                  <a:pt x="2160152" y="584395"/>
                  <a:pt x="2154841" y="583392"/>
                </a:cubicBezTo>
                <a:lnTo>
                  <a:pt x="2154725" y="582253"/>
                </a:lnTo>
                <a:cubicBezTo>
                  <a:pt x="1832850" y="529393"/>
                  <a:pt x="1573578" y="299826"/>
                  <a:pt x="1488800" y="0"/>
                </a:cubicBezTo>
                <a:close/>
                <a:moveTo>
                  <a:pt x="870471" y="0"/>
                </a:moveTo>
                <a:lnTo>
                  <a:pt x="1079179" y="0"/>
                </a:lnTo>
                <a:cubicBezTo>
                  <a:pt x="913710" y="98005"/>
                  <a:pt x="794301" y="260867"/>
                  <a:pt x="756450" y="451830"/>
                </a:cubicBezTo>
                <a:cubicBezTo>
                  <a:pt x="1000502" y="399791"/>
                  <a:pt x="1197091" y="226291"/>
                  <a:pt x="1274988" y="0"/>
                </a:cubicBezTo>
                <a:lnTo>
                  <a:pt x="1409004" y="0"/>
                </a:lnTo>
                <a:cubicBezTo>
                  <a:pt x="1324226" y="299826"/>
                  <a:pt x="1064954" y="529393"/>
                  <a:pt x="743078" y="582253"/>
                </a:cubicBezTo>
                <a:lnTo>
                  <a:pt x="742962" y="583392"/>
                </a:lnTo>
                <a:cubicBezTo>
                  <a:pt x="737652" y="584395"/>
                  <a:pt x="732323" y="585336"/>
                  <a:pt x="726746" y="584920"/>
                </a:cubicBezTo>
                <a:cubicBezTo>
                  <a:pt x="695574" y="590430"/>
                  <a:pt x="663693" y="593388"/>
                  <a:pt x="631319" y="593911"/>
                </a:cubicBezTo>
                <a:lnTo>
                  <a:pt x="614201" y="595524"/>
                </a:lnTo>
                <a:lnTo>
                  <a:pt x="614175" y="595033"/>
                </a:lnTo>
                <a:lnTo>
                  <a:pt x="613676" y="595066"/>
                </a:lnTo>
                <a:cubicBezTo>
                  <a:pt x="613110" y="591293"/>
                  <a:pt x="613083" y="587507"/>
                  <a:pt x="613083" y="583715"/>
                </a:cubicBezTo>
                <a:cubicBezTo>
                  <a:pt x="613083" y="578078"/>
                  <a:pt x="613141" y="572454"/>
                  <a:pt x="614453" y="566868"/>
                </a:cubicBezTo>
                <a:cubicBezTo>
                  <a:pt x="614411" y="535786"/>
                  <a:pt x="616861" y="505143"/>
                  <a:pt x="621918" y="475137"/>
                </a:cubicBezTo>
                <a:lnTo>
                  <a:pt x="622458" y="468499"/>
                </a:lnTo>
                <a:cubicBezTo>
                  <a:pt x="622626" y="468495"/>
                  <a:pt x="622796" y="468490"/>
                  <a:pt x="622963" y="468437"/>
                </a:cubicBezTo>
                <a:cubicBezTo>
                  <a:pt x="649266" y="285283"/>
                  <a:pt x="738726" y="121703"/>
                  <a:pt x="870471" y="0"/>
                </a:cubicBezTo>
                <a:close/>
                <a:moveTo>
                  <a:pt x="126374" y="0"/>
                </a:moveTo>
                <a:lnTo>
                  <a:pt x="334376" y="0"/>
                </a:lnTo>
                <a:cubicBezTo>
                  <a:pt x="466684" y="121261"/>
                  <a:pt x="556352" y="285035"/>
                  <a:pt x="582690" y="468437"/>
                </a:cubicBezTo>
                <a:cubicBezTo>
                  <a:pt x="582857" y="468490"/>
                  <a:pt x="583026" y="468495"/>
                  <a:pt x="583195" y="468499"/>
                </a:cubicBezTo>
                <a:lnTo>
                  <a:pt x="583735" y="475137"/>
                </a:lnTo>
                <a:cubicBezTo>
                  <a:pt x="588792" y="505143"/>
                  <a:pt x="591242" y="535786"/>
                  <a:pt x="591199" y="566868"/>
                </a:cubicBezTo>
                <a:cubicBezTo>
                  <a:pt x="592511" y="572454"/>
                  <a:pt x="592570" y="578078"/>
                  <a:pt x="592570" y="583715"/>
                </a:cubicBezTo>
                <a:cubicBezTo>
                  <a:pt x="592570" y="587507"/>
                  <a:pt x="592543" y="591293"/>
                  <a:pt x="591977" y="595066"/>
                </a:cubicBezTo>
                <a:lnTo>
                  <a:pt x="591478" y="595033"/>
                </a:lnTo>
                <a:lnTo>
                  <a:pt x="591452" y="595524"/>
                </a:lnTo>
                <a:lnTo>
                  <a:pt x="574334" y="593911"/>
                </a:lnTo>
                <a:cubicBezTo>
                  <a:pt x="541959" y="593388"/>
                  <a:pt x="510079" y="590430"/>
                  <a:pt x="478907" y="584920"/>
                </a:cubicBezTo>
                <a:cubicBezTo>
                  <a:pt x="473330" y="585336"/>
                  <a:pt x="468001" y="584395"/>
                  <a:pt x="462690" y="583392"/>
                </a:cubicBezTo>
                <a:lnTo>
                  <a:pt x="462574" y="582253"/>
                </a:lnTo>
                <a:cubicBezTo>
                  <a:pt x="282200" y="552631"/>
                  <a:pt x="121485" y="467518"/>
                  <a:pt x="0" y="345575"/>
                </a:cubicBezTo>
                <a:lnTo>
                  <a:pt x="0" y="140406"/>
                </a:lnTo>
                <a:cubicBezTo>
                  <a:pt x="97584" y="296912"/>
                  <a:pt x="258975" y="411268"/>
                  <a:pt x="449203" y="451830"/>
                </a:cubicBezTo>
                <a:cubicBezTo>
                  <a:pt x="411344" y="260824"/>
                  <a:pt x="291889" y="97931"/>
                  <a:pt x="126374"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Tree>
    <p:extLst>
      <p:ext uri="{BB962C8B-B14F-4D97-AF65-F5344CB8AC3E}">
        <p14:creationId xmlns:p14="http://schemas.microsoft.com/office/powerpoint/2010/main" val="2229420693"/>
      </p:ext>
    </p:extLst>
  </p:cSld>
  <p:clrMapOvr>
    <a:masterClrMapping/>
  </p:clrMapOvr>
  <p:extLst>
    <p:ext uri="{DCECCB84-F9BA-43D5-87BE-67443E8EF086}">
      <p15:sldGuideLst xmlns:p15="http://schemas.microsoft.com/office/powerpoint/2012/main"/>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Standard Content Slide">
  <p:cSld name="Standard Content Slide">
    <p:spTree>
      <p:nvGrpSpPr>
        <p:cNvPr id="1" name="Shape 31"/>
        <p:cNvGrpSpPr/>
        <p:nvPr/>
      </p:nvGrpSpPr>
      <p:grpSpPr>
        <a:xfrm>
          <a:off x="0" y="0"/>
          <a:ext cx="0" cy="0"/>
          <a:chOff x="0" y="0"/>
          <a:chExt cx="0" cy="0"/>
        </a:xfrm>
      </p:grpSpPr>
      <p:pic>
        <p:nvPicPr>
          <p:cNvPr id="32" name="Google Shape;32;p16" descr="Icon&#10;&#10;Description automatically generated with low confidence"/>
          <p:cNvPicPr preferRelativeResize="0"/>
          <p:nvPr/>
        </p:nvPicPr>
        <p:blipFill rotWithShape="1">
          <a:blip r:embed="rId2">
            <a:alphaModFix amt="5000"/>
          </a:blip>
          <a:srcRect l="14322" t="2614" r="19845" b="19931"/>
          <a:stretch/>
        </p:blipFill>
        <p:spPr>
          <a:xfrm>
            <a:off x="6735337" y="646771"/>
            <a:ext cx="5456664" cy="6211229"/>
          </a:xfrm>
          <a:prstGeom prst="rect">
            <a:avLst/>
          </a:prstGeom>
          <a:noFill/>
          <a:ln>
            <a:noFill/>
          </a:ln>
        </p:spPr>
      </p:pic>
      <p:sp>
        <p:nvSpPr>
          <p:cNvPr id="33" name="Google Shape;33;p16"/>
          <p:cNvSpPr txBox="1">
            <a:spLocks noGrp="1"/>
          </p:cNvSpPr>
          <p:nvPr>
            <p:ph type="body" idx="1"/>
          </p:nvPr>
        </p:nvSpPr>
        <p:spPr>
          <a:xfrm>
            <a:off x="838200" y="1825625"/>
            <a:ext cx="10515599" cy="3937866"/>
          </a:xfrm>
          <a:prstGeom prst="rect">
            <a:avLst/>
          </a:prstGeom>
          <a:noFill/>
          <a:ln>
            <a:noFill/>
          </a:ln>
        </p:spPr>
        <p:txBody>
          <a:bodyPr spcFirstLastPara="1" wrap="square" lIns="91425" tIns="45700" rIns="91425" bIns="45700" anchor="t" anchorCtr="0">
            <a:normAutofit/>
          </a:bodyPr>
          <a:lstStyle>
            <a:lvl1pPr marL="457200" lvl="0" indent="-419100" algn="l">
              <a:lnSpc>
                <a:spcPct val="122222"/>
              </a:lnSpc>
              <a:spcBef>
                <a:spcPts val="1000"/>
              </a:spcBef>
              <a:spcAft>
                <a:spcPts val="0"/>
              </a:spcAft>
              <a:buClr>
                <a:srgbClr val="B01F24"/>
              </a:buClr>
              <a:buSzPts val="3000"/>
              <a:buChar char="•"/>
              <a:defRPr sz="3000"/>
            </a:lvl1pPr>
            <a:lvl2pPr marL="914400" lvl="1" indent="-393700" algn="l">
              <a:lnSpc>
                <a:spcPct val="122222"/>
              </a:lnSpc>
              <a:spcBef>
                <a:spcPts val="500"/>
              </a:spcBef>
              <a:spcAft>
                <a:spcPts val="0"/>
              </a:spcAft>
              <a:buClr>
                <a:srgbClr val="B01F24"/>
              </a:buClr>
              <a:buSzPts val="2600"/>
              <a:buChar char="•"/>
              <a:defRPr sz="2600"/>
            </a:lvl2pPr>
            <a:lvl3pPr marL="1371600" lvl="2" indent="-368300" algn="l">
              <a:lnSpc>
                <a:spcPct val="122222"/>
              </a:lnSpc>
              <a:spcBef>
                <a:spcPts val="500"/>
              </a:spcBef>
              <a:spcAft>
                <a:spcPts val="0"/>
              </a:spcAft>
              <a:buClr>
                <a:srgbClr val="B01F24"/>
              </a:buClr>
              <a:buSzPts val="2200"/>
              <a:buChar char="•"/>
              <a:defRPr sz="2200"/>
            </a:lvl3pPr>
            <a:lvl4pPr marL="1828800" lvl="3" indent="-342900" algn="l">
              <a:lnSpc>
                <a:spcPct val="122222"/>
              </a:lnSpc>
              <a:spcBef>
                <a:spcPts val="500"/>
              </a:spcBef>
              <a:spcAft>
                <a:spcPts val="0"/>
              </a:spcAft>
              <a:buClr>
                <a:srgbClr val="B01F24"/>
              </a:buClr>
              <a:buSzPts val="1800"/>
              <a:buChar char="•"/>
              <a:defRPr/>
            </a:lvl4pPr>
            <a:lvl5pPr marL="2286000" lvl="4" indent="-342900" algn="l">
              <a:lnSpc>
                <a:spcPct val="122222"/>
              </a:lnSpc>
              <a:spcBef>
                <a:spcPts val="500"/>
              </a:spcBef>
              <a:spcAft>
                <a:spcPts val="0"/>
              </a:spcAft>
              <a:buClr>
                <a:srgbClr val="B01F24"/>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4" name="Google Shape;34;p16"/>
          <p:cNvSpPr txBox="1">
            <a:spLocks noGrp="1"/>
          </p:cNvSpPr>
          <p:nvPr>
            <p:ph type="title"/>
          </p:nvPr>
        </p:nvSpPr>
        <p:spPr>
          <a:xfrm>
            <a:off x="838200" y="365126"/>
            <a:ext cx="10515600" cy="867624"/>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rgbClr val="B01F24"/>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5" name="Google Shape;35;p16"/>
          <p:cNvSpPr txBox="1">
            <a:spLocks noGrp="1"/>
          </p:cNvSpPr>
          <p:nvPr>
            <p:ph type="ftr" idx="11"/>
          </p:nvPr>
        </p:nvSpPr>
        <p:spPr>
          <a:xfrm>
            <a:off x="984211" y="6122795"/>
            <a:ext cx="2247508"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sz="1000">
                <a:solidFill>
                  <a:srgbClr val="58595B"/>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6" name="Google Shape;36;p16"/>
          <p:cNvSpPr txBox="1">
            <a:spLocks noGrp="1"/>
          </p:cNvSpPr>
          <p:nvPr>
            <p:ph type="sldNum" idx="12"/>
          </p:nvPr>
        </p:nvSpPr>
        <p:spPr>
          <a:xfrm>
            <a:off x="254193" y="6122796"/>
            <a:ext cx="638159"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1632009251"/>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Chart">
  <p:cSld name="Chart">
    <p:spTree>
      <p:nvGrpSpPr>
        <p:cNvPr id="1" name="Shape 44"/>
        <p:cNvGrpSpPr/>
        <p:nvPr/>
      </p:nvGrpSpPr>
      <p:grpSpPr>
        <a:xfrm>
          <a:off x="0" y="0"/>
          <a:ext cx="0" cy="0"/>
          <a:chOff x="0" y="0"/>
          <a:chExt cx="0" cy="0"/>
        </a:xfrm>
      </p:grpSpPr>
      <p:pic>
        <p:nvPicPr>
          <p:cNvPr id="45" name="Google Shape;45;p22" descr="Icon&#10;&#10;Description automatically generated with low confidence"/>
          <p:cNvPicPr preferRelativeResize="0"/>
          <p:nvPr/>
        </p:nvPicPr>
        <p:blipFill rotWithShape="1">
          <a:blip r:embed="rId2">
            <a:alphaModFix amt="5000"/>
          </a:blip>
          <a:srcRect l="14322" t="2614" r="19845" b="19931"/>
          <a:stretch/>
        </p:blipFill>
        <p:spPr>
          <a:xfrm>
            <a:off x="6735337" y="646771"/>
            <a:ext cx="5456664" cy="6211229"/>
          </a:xfrm>
          <a:prstGeom prst="rect">
            <a:avLst/>
          </a:prstGeom>
          <a:noFill/>
          <a:ln>
            <a:noFill/>
          </a:ln>
        </p:spPr>
      </p:pic>
      <p:sp>
        <p:nvSpPr>
          <p:cNvPr id="46" name="Google Shape;46;p22"/>
          <p:cNvSpPr txBox="1">
            <a:spLocks noGrp="1"/>
          </p:cNvSpPr>
          <p:nvPr>
            <p:ph type="title"/>
          </p:nvPr>
        </p:nvSpPr>
        <p:spPr>
          <a:xfrm>
            <a:off x="838200" y="365126"/>
            <a:ext cx="10515600" cy="867624"/>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rgbClr val="B01F24"/>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7" name="Google Shape;47;p22"/>
          <p:cNvSpPr>
            <a:spLocks noGrp="1"/>
          </p:cNvSpPr>
          <p:nvPr>
            <p:ph type="chart" idx="2"/>
          </p:nvPr>
        </p:nvSpPr>
        <p:spPr>
          <a:xfrm>
            <a:off x="838200" y="2600596"/>
            <a:ext cx="7857567" cy="2980596"/>
          </a:xfrm>
          <a:prstGeom prst="rect">
            <a:avLst/>
          </a:prstGeom>
          <a:noFill/>
          <a:ln>
            <a:noFill/>
          </a:ln>
        </p:spPr>
        <p:txBody>
          <a:bodyPr spcFirstLastPara="1" wrap="square" lIns="91425" tIns="45700" rIns="91425" bIns="45700" anchor="t" anchorCtr="0">
            <a:normAutofit/>
          </a:bodyPr>
          <a:lstStyle>
            <a:lvl1pPr marR="0" lvl="0" algn="l" rtl="0">
              <a:lnSpc>
                <a:spcPct val="122222"/>
              </a:lnSpc>
              <a:spcBef>
                <a:spcPts val="1000"/>
              </a:spcBef>
              <a:spcAft>
                <a:spcPts val="0"/>
              </a:spcAft>
              <a:buClr>
                <a:srgbClr val="B01F24"/>
              </a:buClr>
              <a:buSzPts val="1800"/>
              <a:buFont typeface="Arial"/>
              <a:buNone/>
              <a:defRPr sz="1800" b="0" i="0" u="none" strike="noStrike" cap="none">
                <a:solidFill>
                  <a:srgbClr val="58595B"/>
                </a:solidFill>
                <a:latin typeface="Arial"/>
                <a:ea typeface="Arial"/>
                <a:cs typeface="Arial"/>
                <a:sym typeface="Arial"/>
              </a:defRPr>
            </a:lvl1pPr>
            <a:lvl2pPr marR="0" lvl="1" algn="l" rtl="0">
              <a:lnSpc>
                <a:spcPct val="122222"/>
              </a:lnSpc>
              <a:spcBef>
                <a:spcPts val="500"/>
              </a:spcBef>
              <a:spcAft>
                <a:spcPts val="0"/>
              </a:spcAft>
              <a:buClr>
                <a:srgbClr val="B01F24"/>
              </a:buClr>
              <a:buSzPts val="1800"/>
              <a:buFont typeface="Arial"/>
              <a:buChar char="•"/>
              <a:defRPr sz="1800" b="0" i="0" u="none" strike="noStrike" cap="none">
                <a:solidFill>
                  <a:srgbClr val="58595B"/>
                </a:solidFill>
                <a:latin typeface="Arial"/>
                <a:ea typeface="Arial"/>
                <a:cs typeface="Arial"/>
                <a:sym typeface="Arial"/>
              </a:defRPr>
            </a:lvl2pPr>
            <a:lvl3pPr marR="0" lvl="2" algn="l" rtl="0">
              <a:lnSpc>
                <a:spcPct val="122222"/>
              </a:lnSpc>
              <a:spcBef>
                <a:spcPts val="500"/>
              </a:spcBef>
              <a:spcAft>
                <a:spcPts val="0"/>
              </a:spcAft>
              <a:buClr>
                <a:srgbClr val="B01F24"/>
              </a:buClr>
              <a:buSzPts val="1800"/>
              <a:buFont typeface="Arial"/>
              <a:buChar char="•"/>
              <a:defRPr sz="1800" b="0" i="0" u="none" strike="noStrike" cap="none">
                <a:solidFill>
                  <a:srgbClr val="58595B"/>
                </a:solidFill>
                <a:latin typeface="Arial"/>
                <a:ea typeface="Arial"/>
                <a:cs typeface="Arial"/>
                <a:sym typeface="Arial"/>
              </a:defRPr>
            </a:lvl3pPr>
            <a:lvl4pPr marR="0" lvl="3" algn="l" rtl="0">
              <a:lnSpc>
                <a:spcPct val="122222"/>
              </a:lnSpc>
              <a:spcBef>
                <a:spcPts val="500"/>
              </a:spcBef>
              <a:spcAft>
                <a:spcPts val="0"/>
              </a:spcAft>
              <a:buClr>
                <a:srgbClr val="B01F24"/>
              </a:buClr>
              <a:buSzPts val="1800"/>
              <a:buFont typeface="Arial"/>
              <a:buChar char="•"/>
              <a:defRPr sz="1800" b="0" i="0" u="none" strike="noStrike" cap="none">
                <a:solidFill>
                  <a:srgbClr val="58595B"/>
                </a:solidFill>
                <a:latin typeface="Arial"/>
                <a:ea typeface="Arial"/>
                <a:cs typeface="Arial"/>
                <a:sym typeface="Arial"/>
              </a:defRPr>
            </a:lvl4pPr>
            <a:lvl5pPr marR="0" lvl="4" algn="l" rtl="0">
              <a:lnSpc>
                <a:spcPct val="122222"/>
              </a:lnSpc>
              <a:spcBef>
                <a:spcPts val="500"/>
              </a:spcBef>
              <a:spcAft>
                <a:spcPts val="0"/>
              </a:spcAft>
              <a:buClr>
                <a:srgbClr val="B01F24"/>
              </a:buClr>
              <a:buSzPts val="1800"/>
              <a:buFont typeface="Arial"/>
              <a:buChar char="•"/>
              <a:defRPr sz="1800" b="0" i="0" u="none" strike="noStrike" cap="none">
                <a:solidFill>
                  <a:srgbClr val="58595B"/>
                </a:solidFill>
                <a:latin typeface="Arial"/>
                <a:ea typeface="Arial"/>
                <a:cs typeface="Arial"/>
                <a:sym typeface="Arial"/>
              </a:defRPr>
            </a:lvl5pPr>
            <a:lvl6pPr marR="0" lvl="5"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R="0" lvl="6"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R="0" lvl="7"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R="0" lvl="8"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48" name="Google Shape;48;p22"/>
          <p:cNvSpPr txBox="1">
            <a:spLocks noGrp="1"/>
          </p:cNvSpPr>
          <p:nvPr>
            <p:ph type="body" idx="1"/>
          </p:nvPr>
        </p:nvSpPr>
        <p:spPr>
          <a:xfrm>
            <a:off x="838200" y="1828800"/>
            <a:ext cx="10515600" cy="745958"/>
          </a:xfrm>
          <a:prstGeom prst="rect">
            <a:avLst/>
          </a:prstGeom>
          <a:noFill/>
          <a:ln>
            <a:noFill/>
          </a:ln>
        </p:spPr>
        <p:txBody>
          <a:bodyPr spcFirstLastPara="1" wrap="square" lIns="91425" tIns="45700" rIns="91425" bIns="45700" anchor="t" anchorCtr="0">
            <a:normAutofit/>
          </a:bodyPr>
          <a:lstStyle>
            <a:lvl1pPr marL="457200" lvl="0" indent="-228600" algn="l">
              <a:lnSpc>
                <a:spcPct val="122222"/>
              </a:lnSpc>
              <a:spcBef>
                <a:spcPts val="1000"/>
              </a:spcBef>
              <a:spcAft>
                <a:spcPts val="0"/>
              </a:spcAft>
              <a:buSzPts val="1800"/>
              <a:buFont typeface="Arial"/>
              <a:buNone/>
              <a:defRPr/>
            </a:lvl1pPr>
            <a:lvl2pPr marL="914400" lvl="1" indent="-228600" algn="l">
              <a:lnSpc>
                <a:spcPct val="122222"/>
              </a:lnSpc>
              <a:spcBef>
                <a:spcPts val="500"/>
              </a:spcBef>
              <a:spcAft>
                <a:spcPts val="0"/>
              </a:spcAft>
              <a:buSzPts val="1800"/>
              <a:buFont typeface="Arial"/>
              <a:buNone/>
              <a:defRPr/>
            </a:lvl2pPr>
            <a:lvl3pPr marL="1371600" lvl="2" indent="-228600" algn="l">
              <a:lnSpc>
                <a:spcPct val="122222"/>
              </a:lnSpc>
              <a:spcBef>
                <a:spcPts val="500"/>
              </a:spcBef>
              <a:spcAft>
                <a:spcPts val="0"/>
              </a:spcAft>
              <a:buSzPts val="1800"/>
              <a:buFont typeface="Arial"/>
              <a:buNone/>
              <a:defRPr/>
            </a:lvl3pPr>
            <a:lvl4pPr marL="1828800" lvl="3" indent="-228600" algn="l">
              <a:lnSpc>
                <a:spcPct val="122222"/>
              </a:lnSpc>
              <a:spcBef>
                <a:spcPts val="500"/>
              </a:spcBef>
              <a:spcAft>
                <a:spcPts val="0"/>
              </a:spcAft>
              <a:buSzPts val="1800"/>
              <a:buFont typeface="Arial"/>
              <a:buNone/>
              <a:defRPr/>
            </a:lvl4pPr>
            <a:lvl5pPr marL="2286000" lvl="4" indent="-228600" algn="l">
              <a:lnSpc>
                <a:spcPct val="122222"/>
              </a:lnSpc>
              <a:spcBef>
                <a:spcPts val="500"/>
              </a:spcBef>
              <a:spcAft>
                <a:spcPts val="0"/>
              </a:spcAft>
              <a:buSzPts val="1800"/>
              <a:buFont typeface="Arial"/>
              <a:buNone/>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9" name="Google Shape;49;p22"/>
          <p:cNvSpPr txBox="1">
            <a:spLocks noGrp="1"/>
          </p:cNvSpPr>
          <p:nvPr>
            <p:ph type="ftr" idx="11"/>
          </p:nvPr>
        </p:nvSpPr>
        <p:spPr>
          <a:xfrm>
            <a:off x="984211" y="6122795"/>
            <a:ext cx="2247508"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sz="1000">
                <a:solidFill>
                  <a:srgbClr val="58595B"/>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0" name="Google Shape;50;p22"/>
          <p:cNvSpPr txBox="1">
            <a:spLocks noGrp="1"/>
          </p:cNvSpPr>
          <p:nvPr>
            <p:ph type="sldNum" idx="12"/>
          </p:nvPr>
        </p:nvSpPr>
        <p:spPr>
          <a:xfrm>
            <a:off x="254193" y="6122796"/>
            <a:ext cx="638159"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1075893242"/>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Standard Content + Picture">
  <p:cSld name="Standard Content + Picture">
    <p:spTree>
      <p:nvGrpSpPr>
        <p:cNvPr id="1" name="Shape 60"/>
        <p:cNvGrpSpPr/>
        <p:nvPr/>
      </p:nvGrpSpPr>
      <p:grpSpPr>
        <a:xfrm>
          <a:off x="0" y="0"/>
          <a:ext cx="0" cy="0"/>
          <a:chOff x="0" y="0"/>
          <a:chExt cx="0" cy="0"/>
        </a:xfrm>
      </p:grpSpPr>
      <p:pic>
        <p:nvPicPr>
          <p:cNvPr id="61" name="Google Shape;61;p19" descr="Icon&#10;&#10;Description automatically generated with low confidence"/>
          <p:cNvPicPr preferRelativeResize="0"/>
          <p:nvPr/>
        </p:nvPicPr>
        <p:blipFill rotWithShape="1">
          <a:blip r:embed="rId2">
            <a:alphaModFix amt="5000"/>
          </a:blip>
          <a:srcRect l="14322" t="2614" r="19845" b="19931"/>
          <a:stretch/>
        </p:blipFill>
        <p:spPr>
          <a:xfrm>
            <a:off x="6735337" y="646771"/>
            <a:ext cx="5456664" cy="6211229"/>
          </a:xfrm>
          <a:prstGeom prst="rect">
            <a:avLst/>
          </a:prstGeom>
          <a:noFill/>
          <a:ln>
            <a:noFill/>
          </a:ln>
        </p:spPr>
      </p:pic>
      <p:sp>
        <p:nvSpPr>
          <p:cNvPr id="62" name="Google Shape;62;p19"/>
          <p:cNvSpPr>
            <a:spLocks noGrp="1"/>
          </p:cNvSpPr>
          <p:nvPr>
            <p:ph type="pic" idx="2"/>
          </p:nvPr>
        </p:nvSpPr>
        <p:spPr>
          <a:xfrm flipH="1">
            <a:off x="6816435" y="1839479"/>
            <a:ext cx="4537759" cy="3937864"/>
          </a:xfrm>
          <a:prstGeom prst="rect">
            <a:avLst/>
          </a:prstGeom>
          <a:noFill/>
          <a:ln>
            <a:noFill/>
          </a:ln>
        </p:spPr>
      </p:sp>
      <p:sp>
        <p:nvSpPr>
          <p:cNvPr id="63" name="Google Shape;63;p19"/>
          <p:cNvSpPr txBox="1">
            <a:spLocks noGrp="1"/>
          </p:cNvSpPr>
          <p:nvPr>
            <p:ph type="body" idx="1"/>
          </p:nvPr>
        </p:nvSpPr>
        <p:spPr>
          <a:xfrm>
            <a:off x="838201" y="1825625"/>
            <a:ext cx="5675334" cy="3937866"/>
          </a:xfrm>
          <a:prstGeom prst="rect">
            <a:avLst/>
          </a:prstGeom>
          <a:noFill/>
          <a:ln>
            <a:noFill/>
          </a:ln>
        </p:spPr>
        <p:txBody>
          <a:bodyPr spcFirstLastPara="1" wrap="square" lIns="91425" tIns="45700" rIns="91425" bIns="45700" anchor="t" anchorCtr="0">
            <a:normAutofit/>
          </a:bodyPr>
          <a:lstStyle>
            <a:lvl1pPr marL="457200" lvl="0" indent="-342900" algn="l">
              <a:lnSpc>
                <a:spcPct val="122222"/>
              </a:lnSpc>
              <a:spcBef>
                <a:spcPts val="1000"/>
              </a:spcBef>
              <a:spcAft>
                <a:spcPts val="0"/>
              </a:spcAft>
              <a:buClr>
                <a:srgbClr val="B01F24"/>
              </a:buClr>
              <a:buSzPts val="1800"/>
              <a:buChar char="•"/>
              <a:defRPr/>
            </a:lvl1pPr>
            <a:lvl2pPr marL="914400" lvl="1" indent="-342900" algn="l">
              <a:lnSpc>
                <a:spcPct val="122222"/>
              </a:lnSpc>
              <a:spcBef>
                <a:spcPts val="500"/>
              </a:spcBef>
              <a:spcAft>
                <a:spcPts val="0"/>
              </a:spcAft>
              <a:buSzPts val="1800"/>
              <a:buChar char="•"/>
              <a:defRPr/>
            </a:lvl2pPr>
            <a:lvl3pPr marL="1371600" lvl="2" indent="-342900" algn="l">
              <a:lnSpc>
                <a:spcPct val="122222"/>
              </a:lnSpc>
              <a:spcBef>
                <a:spcPts val="500"/>
              </a:spcBef>
              <a:spcAft>
                <a:spcPts val="0"/>
              </a:spcAft>
              <a:buSzPts val="1800"/>
              <a:buChar char="•"/>
              <a:defRPr/>
            </a:lvl3pPr>
            <a:lvl4pPr marL="1828800" lvl="3" indent="-342900" algn="l">
              <a:lnSpc>
                <a:spcPct val="122222"/>
              </a:lnSpc>
              <a:spcBef>
                <a:spcPts val="500"/>
              </a:spcBef>
              <a:spcAft>
                <a:spcPts val="0"/>
              </a:spcAft>
              <a:buSzPts val="1800"/>
              <a:buChar char="•"/>
              <a:defRPr/>
            </a:lvl4pPr>
            <a:lvl5pPr marL="2286000" lvl="4" indent="-342900" algn="l">
              <a:lnSpc>
                <a:spcPct val="122222"/>
              </a:lnSpc>
              <a:spcBef>
                <a:spcPts val="500"/>
              </a:spcBef>
              <a:spcAft>
                <a:spcPts val="0"/>
              </a:spcAft>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64" name="Google Shape;64;p19"/>
          <p:cNvSpPr txBox="1">
            <a:spLocks noGrp="1"/>
          </p:cNvSpPr>
          <p:nvPr>
            <p:ph type="title"/>
          </p:nvPr>
        </p:nvSpPr>
        <p:spPr>
          <a:xfrm>
            <a:off x="838200" y="365126"/>
            <a:ext cx="10515600" cy="867624"/>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rgbClr val="B01F24"/>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5" name="Google Shape;65;p19"/>
          <p:cNvSpPr txBox="1">
            <a:spLocks noGrp="1"/>
          </p:cNvSpPr>
          <p:nvPr>
            <p:ph type="ftr" idx="11"/>
          </p:nvPr>
        </p:nvSpPr>
        <p:spPr>
          <a:xfrm>
            <a:off x="984211" y="6122795"/>
            <a:ext cx="2247508"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sz="1000">
                <a:solidFill>
                  <a:srgbClr val="58595B"/>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6" name="Google Shape;66;p19"/>
          <p:cNvSpPr txBox="1">
            <a:spLocks noGrp="1"/>
          </p:cNvSpPr>
          <p:nvPr>
            <p:ph type="sldNum" idx="12"/>
          </p:nvPr>
        </p:nvSpPr>
        <p:spPr>
          <a:xfrm>
            <a:off x="254193" y="6122796"/>
            <a:ext cx="638159"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934922559"/>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Standard Content Slide - Blank">
  <p:cSld name="Standard Content Slide - Blank">
    <p:spTree>
      <p:nvGrpSpPr>
        <p:cNvPr id="1" name="Shape 53"/>
        <p:cNvGrpSpPr/>
        <p:nvPr/>
      </p:nvGrpSpPr>
      <p:grpSpPr>
        <a:xfrm>
          <a:off x="0" y="0"/>
          <a:ext cx="0" cy="0"/>
          <a:chOff x="0" y="0"/>
          <a:chExt cx="0" cy="0"/>
        </a:xfrm>
      </p:grpSpPr>
      <p:sp>
        <p:nvSpPr>
          <p:cNvPr id="54" name="Google Shape;54;p17"/>
          <p:cNvSpPr/>
          <p:nvPr/>
        </p:nvSpPr>
        <p:spPr>
          <a:xfrm>
            <a:off x="892352" y="1376412"/>
            <a:ext cx="1311833" cy="215641"/>
          </a:xfrm>
          <a:prstGeom prst="rect">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pic>
        <p:nvPicPr>
          <p:cNvPr id="55" name="Google Shape;55;p17" descr="Icon&#10;&#10;Description automatically generated with low confidence"/>
          <p:cNvPicPr preferRelativeResize="0"/>
          <p:nvPr/>
        </p:nvPicPr>
        <p:blipFill rotWithShape="1">
          <a:blip r:embed="rId2">
            <a:alphaModFix amt="5000"/>
          </a:blip>
          <a:srcRect l="14322" t="2614" r="19845" b="19931"/>
          <a:stretch/>
        </p:blipFill>
        <p:spPr>
          <a:xfrm>
            <a:off x="6735337" y="646771"/>
            <a:ext cx="5456664" cy="6211229"/>
          </a:xfrm>
          <a:prstGeom prst="rect">
            <a:avLst/>
          </a:prstGeom>
          <a:noFill/>
          <a:ln>
            <a:noFill/>
          </a:ln>
        </p:spPr>
      </p:pic>
      <p:sp>
        <p:nvSpPr>
          <p:cNvPr id="56" name="Google Shape;56;p17"/>
          <p:cNvSpPr txBox="1">
            <a:spLocks noGrp="1"/>
          </p:cNvSpPr>
          <p:nvPr>
            <p:ph type="body" idx="1"/>
          </p:nvPr>
        </p:nvSpPr>
        <p:spPr>
          <a:xfrm>
            <a:off x="838200" y="1443789"/>
            <a:ext cx="10515599" cy="4319702"/>
          </a:xfrm>
          <a:prstGeom prst="rect">
            <a:avLst/>
          </a:prstGeom>
          <a:noFill/>
          <a:ln>
            <a:noFill/>
          </a:ln>
        </p:spPr>
        <p:txBody>
          <a:bodyPr spcFirstLastPara="1" wrap="square" lIns="91425" tIns="45700" rIns="91425" bIns="45700" anchor="t" anchorCtr="0">
            <a:normAutofit/>
          </a:bodyPr>
          <a:lstStyle>
            <a:lvl1pPr marL="457200" lvl="0" indent="-342900" algn="l">
              <a:lnSpc>
                <a:spcPct val="122222"/>
              </a:lnSpc>
              <a:spcBef>
                <a:spcPts val="1000"/>
              </a:spcBef>
              <a:spcAft>
                <a:spcPts val="0"/>
              </a:spcAft>
              <a:buClr>
                <a:srgbClr val="B01F24"/>
              </a:buClr>
              <a:buSzPts val="1800"/>
              <a:buChar char="•"/>
              <a:defRPr/>
            </a:lvl1pPr>
            <a:lvl2pPr marL="914400" lvl="1" indent="-342900" algn="l">
              <a:lnSpc>
                <a:spcPct val="122222"/>
              </a:lnSpc>
              <a:spcBef>
                <a:spcPts val="500"/>
              </a:spcBef>
              <a:spcAft>
                <a:spcPts val="0"/>
              </a:spcAft>
              <a:buClr>
                <a:srgbClr val="B01F24"/>
              </a:buClr>
              <a:buSzPts val="1800"/>
              <a:buChar char="•"/>
              <a:defRPr/>
            </a:lvl2pPr>
            <a:lvl3pPr marL="1371600" lvl="2" indent="-342900" algn="l">
              <a:lnSpc>
                <a:spcPct val="122222"/>
              </a:lnSpc>
              <a:spcBef>
                <a:spcPts val="500"/>
              </a:spcBef>
              <a:spcAft>
                <a:spcPts val="0"/>
              </a:spcAft>
              <a:buClr>
                <a:srgbClr val="B01F24"/>
              </a:buClr>
              <a:buSzPts val="1800"/>
              <a:buChar char="•"/>
              <a:defRPr/>
            </a:lvl3pPr>
            <a:lvl4pPr marL="1828800" lvl="3" indent="-342900" algn="l">
              <a:lnSpc>
                <a:spcPct val="122222"/>
              </a:lnSpc>
              <a:spcBef>
                <a:spcPts val="500"/>
              </a:spcBef>
              <a:spcAft>
                <a:spcPts val="0"/>
              </a:spcAft>
              <a:buClr>
                <a:srgbClr val="B01F24"/>
              </a:buClr>
              <a:buSzPts val="1800"/>
              <a:buChar char="•"/>
              <a:defRPr/>
            </a:lvl4pPr>
            <a:lvl5pPr marL="2286000" lvl="4" indent="-342900" algn="l">
              <a:lnSpc>
                <a:spcPct val="122222"/>
              </a:lnSpc>
              <a:spcBef>
                <a:spcPts val="500"/>
              </a:spcBef>
              <a:spcAft>
                <a:spcPts val="0"/>
              </a:spcAft>
              <a:buClr>
                <a:srgbClr val="B01F24"/>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57" name="Google Shape;57;p17"/>
          <p:cNvSpPr txBox="1">
            <a:spLocks noGrp="1"/>
          </p:cNvSpPr>
          <p:nvPr>
            <p:ph type="title"/>
          </p:nvPr>
        </p:nvSpPr>
        <p:spPr>
          <a:xfrm>
            <a:off x="838200" y="365126"/>
            <a:ext cx="10515600" cy="867624"/>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rgbClr val="B01F24"/>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8" name="Google Shape;58;p17"/>
          <p:cNvSpPr txBox="1">
            <a:spLocks noGrp="1"/>
          </p:cNvSpPr>
          <p:nvPr>
            <p:ph type="ftr" idx="11"/>
          </p:nvPr>
        </p:nvSpPr>
        <p:spPr>
          <a:xfrm>
            <a:off x="984211" y="6122795"/>
            <a:ext cx="2247508"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sz="1000">
                <a:solidFill>
                  <a:srgbClr val="58595B"/>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9" name="Google Shape;59;p17"/>
          <p:cNvSpPr txBox="1">
            <a:spLocks noGrp="1"/>
          </p:cNvSpPr>
          <p:nvPr>
            <p:ph type="sldNum" idx="12"/>
          </p:nvPr>
        </p:nvSpPr>
        <p:spPr>
          <a:xfrm>
            <a:off x="254193" y="6122796"/>
            <a:ext cx="638159"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4229078690"/>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showMasterSp="0" userDrawn="1">
  <p:cSld name="Your_Turn_5min">
    <p:bg>
      <p:bgPr>
        <a:gradFill flip="none" rotWithShape="1">
          <a:gsLst>
            <a:gs pos="0">
              <a:schemeClr val="accent6">
                <a:lumMod val="5000"/>
                <a:lumOff val="95000"/>
              </a:schemeClr>
            </a:gs>
            <a:gs pos="74000">
              <a:schemeClr val="accent6">
                <a:lumMod val="45000"/>
                <a:lumOff val="55000"/>
              </a:schemeClr>
            </a:gs>
            <a:gs pos="83000">
              <a:schemeClr val="accent6">
                <a:lumMod val="45000"/>
                <a:lumOff val="55000"/>
              </a:schemeClr>
            </a:gs>
            <a:gs pos="100000">
              <a:schemeClr val="accent6">
                <a:lumMod val="30000"/>
                <a:lumOff val="70000"/>
              </a:schemeClr>
            </a:gs>
          </a:gsLst>
          <a:lin ang="5400000" scaled="1"/>
          <a:tileRect/>
        </a:gradFill>
        <a:effectLst/>
      </p:bgPr>
    </p:bg>
    <p:spTree>
      <p:nvGrpSpPr>
        <p:cNvPr id="1" name=""/>
        <p:cNvGrpSpPr/>
        <p:nvPr/>
      </p:nvGrpSpPr>
      <p:grpSpPr>
        <a:xfrm>
          <a:off x="0" y="0"/>
          <a:ext cx="0" cy="0"/>
          <a:chOff x="0" y="0"/>
          <a:chExt cx="0" cy="0"/>
        </a:xfrm>
      </p:grpSpPr>
      <p:pic>
        <p:nvPicPr>
          <p:cNvPr id="6" name="Timer_Black_W_10_Alarm-6">
            <a:hlinkClick r:id="" action="ppaction://media"/>
          </p:cNvPr>
          <p:cNvPicPr>
            <a:picLocks noChangeAspect="1"/>
          </p:cNvPicPr>
          <p:nvPr userDrawn="1">
            <a:videoFile r:link="rId2"/>
            <p:extLst>
              <p:ext uri="{DAA4B4D4-6D71-4841-9C94-3DE7FCFB9230}">
                <p14:media xmlns:p14="http://schemas.microsoft.com/office/powerpoint/2010/main" r:embed="rId1"/>
              </p:ext>
            </p:extLst>
          </p:nvPr>
        </p:nvPicPr>
        <p:blipFill>
          <a:blip r:embed="rId4"/>
          <a:stretch>
            <a:fillRect/>
          </a:stretch>
        </p:blipFill>
        <p:spPr>
          <a:xfrm>
            <a:off x="9680030" y="5679828"/>
            <a:ext cx="2130970" cy="637613"/>
          </a:xfrm>
          <a:prstGeom prst="rect">
            <a:avLst/>
          </a:prstGeom>
          <a:ln>
            <a:solidFill>
              <a:schemeClr val="bg1">
                <a:lumMod val="50000"/>
              </a:schemeClr>
            </a:solidFill>
          </a:ln>
        </p:spPr>
      </p:pic>
      <p:sp>
        <p:nvSpPr>
          <p:cNvPr id="2" name="Date Placeholder 1"/>
          <p:cNvSpPr>
            <a:spLocks noGrp="1"/>
          </p:cNvSpPr>
          <p:nvPr>
            <p:ph type="dt" sz="half" idx="10"/>
          </p:nvPr>
        </p:nvSpPr>
        <p:spPr/>
        <p:txBody>
          <a:bodyPr/>
          <a:lstStyle/>
          <a:p>
            <a:fld id="{79F5013B-1C83-744C-AE64-CBAFADC9E8F0}" type="datetime1">
              <a:rPr lang="en-US" smtClean="0">
                <a:solidFill>
                  <a:prstClr val="black">
                    <a:lumMod val="95000"/>
                    <a:lumOff val="5000"/>
                  </a:prstClr>
                </a:solidFill>
              </a:rPr>
              <a:t>10/1/26</a:t>
            </a:fld>
            <a:endParaRPr lang="en-US">
              <a:solidFill>
                <a:prstClr val="black">
                  <a:lumMod val="95000"/>
                  <a:lumOff val="5000"/>
                </a:prstClr>
              </a:solidFill>
            </a:endParaRPr>
          </a:p>
        </p:txBody>
      </p:sp>
      <p:sp>
        <p:nvSpPr>
          <p:cNvPr id="3" name="Footer Placeholder 2"/>
          <p:cNvSpPr>
            <a:spLocks noGrp="1"/>
          </p:cNvSpPr>
          <p:nvPr>
            <p:ph type="ftr" sz="quarter" idx="11"/>
          </p:nvPr>
        </p:nvSpPr>
        <p:spPr/>
        <p:txBody>
          <a:bodyPr/>
          <a:lstStyle/>
          <a:p>
            <a:endParaRPr lang="en-US">
              <a:solidFill>
                <a:prstClr val="black">
                  <a:lumMod val="95000"/>
                  <a:lumOff val="5000"/>
                </a:prstClr>
              </a:solidFill>
            </a:endParaRPr>
          </a:p>
        </p:txBody>
      </p:sp>
      <p:sp>
        <p:nvSpPr>
          <p:cNvPr id="4" name="Slide Number Placeholder 3"/>
          <p:cNvSpPr>
            <a:spLocks noGrp="1"/>
          </p:cNvSpPr>
          <p:nvPr>
            <p:ph type="sldNum" sz="quarter" idx="12"/>
          </p:nvPr>
        </p:nvSpPr>
        <p:spPr/>
        <p:txBody>
          <a:bodyPr/>
          <a:lstStyle/>
          <a:p>
            <a:fld id="{E7EBC154-6848-214C-B925-399887F0DE31}" type="slidenum">
              <a:rPr lang="en-US" smtClean="0">
                <a:solidFill>
                  <a:prstClr val="black">
                    <a:lumMod val="95000"/>
                    <a:lumOff val="5000"/>
                  </a:prstClr>
                </a:solidFill>
              </a:rPr>
              <a:pPr/>
              <a:t>‹#›</a:t>
            </a:fld>
            <a:endParaRPr lang="en-US">
              <a:solidFill>
                <a:prstClr val="black">
                  <a:lumMod val="95000"/>
                  <a:lumOff val="5000"/>
                </a:prstClr>
              </a:solidFill>
            </a:endParaRPr>
          </a:p>
        </p:txBody>
      </p:sp>
      <p:sp>
        <p:nvSpPr>
          <p:cNvPr id="5" name="Title 1"/>
          <p:cNvSpPr>
            <a:spLocks noGrp="1"/>
          </p:cNvSpPr>
          <p:nvPr>
            <p:ph type="title" hasCustomPrompt="1"/>
          </p:nvPr>
        </p:nvSpPr>
        <p:spPr>
          <a:xfrm>
            <a:off x="1024128" y="585216"/>
            <a:ext cx="9720072" cy="1499616"/>
          </a:xfrm>
        </p:spPr>
        <p:txBody>
          <a:bodyPr>
            <a:normAutofit/>
          </a:bodyPr>
          <a:lstStyle>
            <a:lvl1pPr algn="ctr">
              <a:defRPr sz="6600">
                <a:solidFill>
                  <a:schemeClr val="accent4">
                    <a:lumMod val="75000"/>
                  </a:schemeClr>
                </a:solidFill>
              </a:defRPr>
            </a:lvl1pPr>
          </a:lstStyle>
          <a:p>
            <a:r>
              <a:rPr lang="en-US" dirty="0"/>
              <a:t>Your Turn</a:t>
            </a:r>
          </a:p>
        </p:txBody>
      </p:sp>
      <p:pic>
        <p:nvPicPr>
          <p:cNvPr id="8" name="Timer_Black_W_10_Alarm-6.mov" descr="Timer_Black_W_10_Alarm-6.mov"/>
          <p:cNvPicPr>
            <a:picLocks/>
          </p:cNvPicPr>
          <p:nvPr userDrawn="1">
            <a:videoFile r:link="rId2"/>
            <p:extLst>
              <p:ext uri="{DAA4B4D4-6D71-4841-9C94-3DE7FCFB9230}">
                <p14:media xmlns:p14="http://schemas.microsoft.com/office/powerpoint/2010/main" r:embed="rId1"/>
              </p:ext>
            </p:extLst>
          </p:nvPr>
        </p:nvPicPr>
        <p:blipFill>
          <a:blip r:embed="rId5"/>
          <a:stretch>
            <a:fillRect/>
          </a:stretch>
        </p:blipFill>
        <p:spPr>
          <a:xfrm>
            <a:off x="19088406" y="11645648"/>
            <a:ext cx="4544635" cy="1359812"/>
          </a:xfrm>
          <a:prstGeom prst="rect">
            <a:avLst/>
          </a:prstGeom>
          <a:ln w="12700">
            <a:solidFill>
              <a:srgbClr val="A6AAA9"/>
            </a:solidFill>
            <a:miter lim="400000"/>
          </a:ln>
        </p:spPr>
      </p:pic>
      <p:sp>
        <p:nvSpPr>
          <p:cNvPr id="10" name="Text Placeholder 17"/>
          <p:cNvSpPr>
            <a:spLocks noGrp="1"/>
          </p:cNvSpPr>
          <p:nvPr>
            <p:ph type="body" sz="quarter" idx="13" hasCustomPrompt="1"/>
          </p:nvPr>
        </p:nvSpPr>
        <p:spPr>
          <a:xfrm>
            <a:off x="1024128" y="2238375"/>
            <a:ext cx="9720072" cy="3178175"/>
          </a:xfrm>
        </p:spPr>
        <p:txBody>
          <a:bodyPr>
            <a:normAutofit/>
          </a:bodyPr>
          <a:lstStyle>
            <a:lvl1pPr>
              <a:defRPr sz="4800">
                <a:solidFill>
                  <a:schemeClr val="accent4">
                    <a:lumMod val="75000"/>
                  </a:schemeClr>
                </a:solidFill>
              </a:defRPr>
            </a:lvl1pPr>
            <a:lvl2pPr>
              <a:defRPr sz="2800"/>
            </a:lvl2pPr>
            <a:lvl3pPr>
              <a:defRPr sz="2000"/>
            </a:lvl3pPr>
            <a:lvl4pPr>
              <a:defRPr sz="2000"/>
            </a:lvl4pPr>
            <a:lvl5pPr>
              <a:defRPr sz="2000"/>
            </a:lvl5pPr>
          </a:lstStyle>
          <a:p>
            <a:pPr lvl="0"/>
            <a:r>
              <a:rPr lang="en-US" dirty="0"/>
              <a:t>An exercise</a:t>
            </a:r>
          </a:p>
        </p:txBody>
      </p:sp>
    </p:spTree>
    <p:extLst>
      <p:ext uri="{BB962C8B-B14F-4D97-AF65-F5344CB8AC3E}">
        <p14:creationId xmlns:p14="http://schemas.microsoft.com/office/powerpoint/2010/main" val="42849342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90000000" fill="hold"/>
                                        <p:tgtEl>
                                          <p:spTgt spid="8"/>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100000">
                <p:cTn id="7" fill="hold" display="0">
                  <p:stCondLst>
                    <p:cond delay="indefinite"/>
                  </p:stCondLst>
                </p:cTn>
                <p:tgtEl>
                  <p:spTgt spid="8"/>
                </p:tgtEl>
              </p:cMediaNode>
            </p:video>
            <p:seq concurrent="1" nextAc="seek">
              <p:cTn id="8" restart="whenNotActive" fill="hold" evtFilter="cancelBubble" nodeType="interactiveSeq">
                <p:stCondLst>
                  <p:cond evt="onClick" delay="0">
                    <p:tgtEl>
                      <p:spTgt spid="6"/>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6"/>
                                        </p:tgtEl>
                                      </p:cBhvr>
                                    </p:cmd>
                                  </p:childTnLst>
                                </p:cTn>
                              </p:par>
                            </p:childTnLst>
                          </p:cTn>
                        </p:par>
                      </p:childTnLst>
                    </p:cTn>
                  </p:par>
                </p:childTnLst>
              </p:cTn>
              <p:nextCondLst>
                <p:cond evt="onClick" delay="0">
                  <p:tgtEl>
                    <p:spTgt spid="6"/>
                  </p:tgtEl>
                </p:cond>
              </p:nextCondLst>
            </p:seq>
            <p:video>
              <p:cMediaNode vol="80000">
                <p:cTn id="13" fill="hold" display="0">
                  <p:stCondLst>
                    <p:cond delay="indefinite"/>
                  </p:stCondLst>
                </p:cTn>
                <p:tgtEl>
                  <p:spTgt spid="6"/>
                </p:tgtEl>
              </p:cMediaNode>
            </p:video>
          </p:childTnLst>
        </p:cTn>
      </p:par>
    </p:tnLst>
  </p:timing>
  <p:extLst>
    <p:ext uri="{DCECCB84-F9BA-43D5-87BE-67443E8EF086}">
      <p15:sldGuideLst xmlns:p15="http://schemas.microsoft.com/office/powerpoint/2012/main"/>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showMasterSp="0" userDrawn="1">
  <p:cSld name="Your_Turn_3min">
    <p:bg>
      <p:bgPr>
        <a:gradFill flip="none" rotWithShape="1">
          <a:gsLst>
            <a:gs pos="0">
              <a:schemeClr val="accent6">
                <a:lumMod val="5000"/>
                <a:lumOff val="95000"/>
              </a:schemeClr>
            </a:gs>
            <a:gs pos="74000">
              <a:schemeClr val="accent6">
                <a:lumMod val="45000"/>
                <a:lumOff val="55000"/>
              </a:schemeClr>
            </a:gs>
            <a:gs pos="83000">
              <a:schemeClr val="accent6">
                <a:lumMod val="45000"/>
                <a:lumOff val="55000"/>
              </a:schemeClr>
            </a:gs>
            <a:gs pos="100000">
              <a:schemeClr val="accent6">
                <a:lumMod val="30000"/>
                <a:lumOff val="70000"/>
              </a:schemeClr>
            </a:gs>
          </a:gsLst>
          <a:lin ang="5400000" scaled="1"/>
          <a:tileRect/>
        </a:gradFill>
        <a:effectLst/>
      </p:bgPr>
    </p:bg>
    <p:spTree>
      <p:nvGrpSpPr>
        <p:cNvPr id="1" name=""/>
        <p:cNvGrpSpPr/>
        <p:nvPr/>
      </p:nvGrpSpPr>
      <p:grpSpPr>
        <a:xfrm>
          <a:off x="0" y="0"/>
          <a:ext cx="0" cy="0"/>
          <a:chOff x="0" y="0"/>
          <a:chExt cx="0" cy="0"/>
        </a:xfrm>
      </p:grpSpPr>
      <p:pic>
        <p:nvPicPr>
          <p:cNvPr id="6" name="timer_3min">
            <a:hlinkClick r:id="" action="ppaction://media"/>
          </p:cNvPr>
          <p:cNvPicPr>
            <a:picLocks noChangeAspect="1"/>
          </p:cNvPicPr>
          <p:nvPr userDrawn="1">
            <a:videoFile r:link="rId2"/>
            <p:extLst>
              <p:ext uri="{DAA4B4D4-6D71-4841-9C94-3DE7FCFB9230}">
                <p14:media xmlns:p14="http://schemas.microsoft.com/office/powerpoint/2010/main" r:embed="rId1"/>
              </p:ext>
            </p:extLst>
          </p:nvPr>
        </p:nvPicPr>
        <p:blipFill>
          <a:blip r:embed="rId4"/>
          <a:stretch>
            <a:fillRect/>
          </a:stretch>
        </p:blipFill>
        <p:spPr>
          <a:xfrm>
            <a:off x="9680030" y="5679827"/>
            <a:ext cx="2130970" cy="637613"/>
          </a:xfrm>
          <a:prstGeom prst="rect">
            <a:avLst/>
          </a:prstGeom>
          <a:ln>
            <a:solidFill>
              <a:schemeClr val="bg1">
                <a:lumMod val="50000"/>
              </a:schemeClr>
            </a:solidFill>
          </a:ln>
        </p:spPr>
      </p:pic>
      <p:sp>
        <p:nvSpPr>
          <p:cNvPr id="2" name="Date Placeholder 1"/>
          <p:cNvSpPr>
            <a:spLocks noGrp="1"/>
          </p:cNvSpPr>
          <p:nvPr>
            <p:ph type="dt" sz="half" idx="10"/>
          </p:nvPr>
        </p:nvSpPr>
        <p:spPr/>
        <p:txBody>
          <a:bodyPr/>
          <a:lstStyle/>
          <a:p>
            <a:fld id="{F50D20D1-FB23-684F-9AB5-129D6BD98B56}" type="datetimeFigureOut">
              <a:rPr lang="en-US" smtClean="0">
                <a:solidFill>
                  <a:prstClr val="black">
                    <a:lumMod val="95000"/>
                    <a:lumOff val="5000"/>
                  </a:prstClr>
                </a:solidFill>
              </a:rPr>
              <a:pPr/>
              <a:t>10/1/26</a:t>
            </a:fld>
            <a:endParaRPr lang="en-US">
              <a:solidFill>
                <a:prstClr val="black">
                  <a:lumMod val="95000"/>
                  <a:lumOff val="5000"/>
                </a:prstClr>
              </a:solidFill>
            </a:endParaRPr>
          </a:p>
        </p:txBody>
      </p:sp>
      <p:sp>
        <p:nvSpPr>
          <p:cNvPr id="3" name="Footer Placeholder 2"/>
          <p:cNvSpPr>
            <a:spLocks noGrp="1"/>
          </p:cNvSpPr>
          <p:nvPr>
            <p:ph type="ftr" sz="quarter" idx="11"/>
          </p:nvPr>
        </p:nvSpPr>
        <p:spPr/>
        <p:txBody>
          <a:bodyPr/>
          <a:lstStyle/>
          <a:p>
            <a:endParaRPr lang="en-US">
              <a:solidFill>
                <a:prstClr val="black">
                  <a:lumMod val="95000"/>
                  <a:lumOff val="5000"/>
                </a:prstClr>
              </a:solidFill>
            </a:endParaRPr>
          </a:p>
        </p:txBody>
      </p:sp>
      <p:sp>
        <p:nvSpPr>
          <p:cNvPr id="4" name="Slide Number Placeholder 3"/>
          <p:cNvSpPr>
            <a:spLocks noGrp="1"/>
          </p:cNvSpPr>
          <p:nvPr>
            <p:ph type="sldNum" sz="quarter" idx="12"/>
          </p:nvPr>
        </p:nvSpPr>
        <p:spPr/>
        <p:txBody>
          <a:bodyPr/>
          <a:lstStyle/>
          <a:p>
            <a:fld id="{E7EBC154-6848-214C-B925-399887F0DE31}" type="slidenum">
              <a:rPr lang="en-US" smtClean="0">
                <a:solidFill>
                  <a:prstClr val="black">
                    <a:lumMod val="95000"/>
                    <a:lumOff val="5000"/>
                  </a:prstClr>
                </a:solidFill>
              </a:rPr>
              <a:pPr/>
              <a:t>‹#›</a:t>
            </a:fld>
            <a:endParaRPr lang="en-US">
              <a:solidFill>
                <a:prstClr val="black">
                  <a:lumMod val="95000"/>
                  <a:lumOff val="5000"/>
                </a:prstClr>
              </a:solidFill>
            </a:endParaRPr>
          </a:p>
        </p:txBody>
      </p:sp>
      <p:sp>
        <p:nvSpPr>
          <p:cNvPr id="5" name="Title 1"/>
          <p:cNvSpPr>
            <a:spLocks noGrp="1"/>
          </p:cNvSpPr>
          <p:nvPr>
            <p:ph type="title" hasCustomPrompt="1"/>
          </p:nvPr>
        </p:nvSpPr>
        <p:spPr>
          <a:xfrm>
            <a:off x="1024128" y="585216"/>
            <a:ext cx="9720072" cy="1499616"/>
          </a:xfrm>
        </p:spPr>
        <p:txBody>
          <a:bodyPr>
            <a:normAutofit/>
          </a:bodyPr>
          <a:lstStyle>
            <a:lvl1pPr algn="ctr">
              <a:defRPr sz="6600">
                <a:solidFill>
                  <a:schemeClr val="accent4">
                    <a:lumMod val="75000"/>
                  </a:schemeClr>
                </a:solidFill>
              </a:defRPr>
            </a:lvl1pPr>
          </a:lstStyle>
          <a:p>
            <a:r>
              <a:rPr lang="en-US" dirty="0"/>
              <a:t>Your Turn</a:t>
            </a:r>
          </a:p>
        </p:txBody>
      </p:sp>
      <p:sp>
        <p:nvSpPr>
          <p:cNvPr id="10" name="Text Placeholder 17"/>
          <p:cNvSpPr>
            <a:spLocks noGrp="1"/>
          </p:cNvSpPr>
          <p:nvPr>
            <p:ph type="body" sz="quarter" idx="13" hasCustomPrompt="1"/>
          </p:nvPr>
        </p:nvSpPr>
        <p:spPr>
          <a:xfrm>
            <a:off x="1024128" y="2238375"/>
            <a:ext cx="9720072" cy="3178175"/>
          </a:xfrm>
        </p:spPr>
        <p:txBody>
          <a:bodyPr>
            <a:normAutofit/>
          </a:bodyPr>
          <a:lstStyle>
            <a:lvl1pPr>
              <a:defRPr sz="4800">
                <a:solidFill>
                  <a:schemeClr val="accent4">
                    <a:lumMod val="75000"/>
                  </a:schemeClr>
                </a:solidFill>
              </a:defRPr>
            </a:lvl1pPr>
            <a:lvl2pPr>
              <a:defRPr sz="2800"/>
            </a:lvl2pPr>
            <a:lvl3pPr>
              <a:defRPr sz="2000"/>
            </a:lvl3pPr>
            <a:lvl4pPr>
              <a:defRPr sz="2000"/>
            </a:lvl4pPr>
            <a:lvl5pPr>
              <a:defRPr sz="2000"/>
            </a:lvl5pPr>
          </a:lstStyle>
          <a:p>
            <a:pPr lvl="0"/>
            <a:r>
              <a:rPr lang="en-US" dirty="0"/>
              <a:t>An exercise</a:t>
            </a:r>
          </a:p>
        </p:txBody>
      </p:sp>
    </p:spTree>
    <p:extLst>
      <p:ext uri="{BB962C8B-B14F-4D97-AF65-F5344CB8AC3E}">
        <p14:creationId xmlns:p14="http://schemas.microsoft.com/office/powerpoint/2010/main" val="2958134171"/>
      </p:ext>
    </p:extLst>
  </p:cSld>
  <p:clrMapOvr>
    <a:masterClrMapping/>
  </p:clrMapOvr>
  <p:timing>
    <p:tnLst>
      <p:par>
        <p:cTn id="1" dur="indefinite" restart="never" nodeType="tmRoot">
          <p:childTnLst>
            <p:seq concurrent="1" nextAc="seek">
              <p:cTn id="2" restart="whenNotActive" fill="hold" evtFilter="cancelBubble" nodeType="interactiveSeq">
                <p:stCondLst>
                  <p:cond evt="onClick" delay="0">
                    <p:tgtEl>
                      <p:spTgt spid="6"/>
                    </p:tgtEl>
                  </p:cond>
                </p:stCondLst>
                <p:endSync evt="end" delay="0">
                  <p:rtn val="all"/>
                </p:endSync>
                <p:childTnLst>
                  <p:par>
                    <p:cTn id="3" fill="hold">
                      <p:stCondLst>
                        <p:cond delay="0"/>
                      </p:stCondLst>
                      <p:childTnLst>
                        <p:par>
                          <p:cTn id="4" fill="hold">
                            <p:stCondLst>
                              <p:cond delay="0"/>
                            </p:stCondLst>
                            <p:childTnLst>
                              <p:par>
                                <p:cTn id="5" presetID="2" presetClass="mediacall" presetSubtype="0" fill="hold" nodeType="clickEffect">
                                  <p:stCondLst>
                                    <p:cond delay="0"/>
                                  </p:stCondLst>
                                  <p:childTnLst>
                                    <p:cmd type="call" cmd="togglePause">
                                      <p:cBhvr>
                                        <p:cTn id="6" dur="1" fill="hold"/>
                                        <p:tgtEl>
                                          <p:spTgt spid="6"/>
                                        </p:tgtEl>
                                      </p:cBhvr>
                                    </p:cmd>
                                  </p:childTnLst>
                                </p:cTn>
                              </p:par>
                            </p:childTnLst>
                          </p:cTn>
                        </p:par>
                      </p:childTnLst>
                    </p:cTn>
                  </p:par>
                </p:childTnLst>
              </p:cTn>
              <p:nextCondLst>
                <p:cond evt="onClick" delay="0">
                  <p:tgtEl>
                    <p:spTgt spid="6"/>
                  </p:tgtEl>
                </p:cond>
              </p:nextCondLst>
            </p:seq>
            <p:video>
              <p:cMediaNode vol="80000">
                <p:cTn id="7" fill="hold" display="0">
                  <p:stCondLst>
                    <p:cond delay="indefinite"/>
                  </p:stCondLst>
                </p:cTn>
                <p:tgtEl>
                  <p:spTgt spid="6"/>
                </p:tgtEl>
              </p:cMediaNode>
            </p:video>
          </p:childTnLst>
        </p:cTn>
      </p:par>
    </p:tnLst>
  </p:timing>
  <p:extLst>
    <p:ext uri="{DCECCB84-F9BA-43D5-87BE-67443E8EF086}">
      <p15:sldGuideLst xmlns:p15="http://schemas.microsoft.com/office/powerpoint/2012/main"/>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showMasterSp="0" userDrawn="1">
  <p:cSld name="1_Your_Turn_1min">
    <p:bg>
      <p:bgPr>
        <a:gradFill flip="none" rotWithShape="1">
          <a:gsLst>
            <a:gs pos="0">
              <a:schemeClr val="accent6">
                <a:lumMod val="5000"/>
                <a:lumOff val="95000"/>
              </a:schemeClr>
            </a:gs>
            <a:gs pos="74000">
              <a:schemeClr val="accent6">
                <a:lumMod val="45000"/>
                <a:lumOff val="55000"/>
              </a:schemeClr>
            </a:gs>
            <a:gs pos="83000">
              <a:schemeClr val="accent6">
                <a:lumMod val="45000"/>
                <a:lumOff val="55000"/>
              </a:schemeClr>
            </a:gs>
            <a:gs pos="100000">
              <a:schemeClr val="accent6">
                <a:lumMod val="30000"/>
                <a:lumOff val="70000"/>
              </a:schemeClr>
            </a:gs>
          </a:gsLst>
          <a:lin ang="5400000" scaled="1"/>
          <a:tileRect/>
        </a:gradFill>
        <a:effectLst/>
      </p:bgPr>
    </p:bg>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F50D20D1-FB23-684F-9AB5-129D6BD98B56}" type="datetimeFigureOut">
              <a:rPr lang="en-US" smtClean="0">
                <a:solidFill>
                  <a:prstClr val="black">
                    <a:lumMod val="95000"/>
                    <a:lumOff val="5000"/>
                  </a:prstClr>
                </a:solidFill>
              </a:rPr>
              <a:pPr/>
              <a:t>10/1/26</a:t>
            </a:fld>
            <a:endParaRPr lang="en-US">
              <a:solidFill>
                <a:prstClr val="black">
                  <a:lumMod val="95000"/>
                  <a:lumOff val="5000"/>
                </a:prstClr>
              </a:solidFill>
            </a:endParaRPr>
          </a:p>
        </p:txBody>
      </p:sp>
      <p:sp>
        <p:nvSpPr>
          <p:cNvPr id="3" name="Footer Placeholder 2"/>
          <p:cNvSpPr>
            <a:spLocks noGrp="1"/>
          </p:cNvSpPr>
          <p:nvPr>
            <p:ph type="ftr" sz="quarter" idx="11"/>
          </p:nvPr>
        </p:nvSpPr>
        <p:spPr/>
        <p:txBody>
          <a:bodyPr/>
          <a:lstStyle/>
          <a:p>
            <a:endParaRPr lang="en-US">
              <a:solidFill>
                <a:prstClr val="black">
                  <a:lumMod val="95000"/>
                  <a:lumOff val="5000"/>
                </a:prstClr>
              </a:solidFill>
            </a:endParaRPr>
          </a:p>
        </p:txBody>
      </p:sp>
      <p:sp>
        <p:nvSpPr>
          <p:cNvPr id="4" name="Slide Number Placeholder 3"/>
          <p:cNvSpPr>
            <a:spLocks noGrp="1"/>
          </p:cNvSpPr>
          <p:nvPr>
            <p:ph type="sldNum" sz="quarter" idx="12"/>
          </p:nvPr>
        </p:nvSpPr>
        <p:spPr/>
        <p:txBody>
          <a:bodyPr/>
          <a:lstStyle/>
          <a:p>
            <a:fld id="{E7EBC154-6848-214C-B925-399887F0DE31}" type="slidenum">
              <a:rPr lang="en-US" smtClean="0">
                <a:solidFill>
                  <a:prstClr val="black">
                    <a:lumMod val="95000"/>
                    <a:lumOff val="5000"/>
                  </a:prstClr>
                </a:solidFill>
              </a:rPr>
              <a:pPr/>
              <a:t>‹#›</a:t>
            </a:fld>
            <a:endParaRPr lang="en-US">
              <a:solidFill>
                <a:prstClr val="black">
                  <a:lumMod val="95000"/>
                  <a:lumOff val="5000"/>
                </a:prstClr>
              </a:solidFill>
            </a:endParaRPr>
          </a:p>
        </p:txBody>
      </p:sp>
      <p:sp>
        <p:nvSpPr>
          <p:cNvPr id="5" name="Title 1"/>
          <p:cNvSpPr>
            <a:spLocks noGrp="1"/>
          </p:cNvSpPr>
          <p:nvPr>
            <p:ph type="title" hasCustomPrompt="1"/>
          </p:nvPr>
        </p:nvSpPr>
        <p:spPr>
          <a:xfrm>
            <a:off x="1024128" y="585216"/>
            <a:ext cx="9720072" cy="1499616"/>
          </a:xfrm>
        </p:spPr>
        <p:txBody>
          <a:bodyPr>
            <a:normAutofit/>
          </a:bodyPr>
          <a:lstStyle>
            <a:lvl1pPr algn="ctr">
              <a:defRPr sz="6600">
                <a:solidFill>
                  <a:schemeClr val="accent4">
                    <a:lumMod val="75000"/>
                  </a:schemeClr>
                </a:solidFill>
              </a:defRPr>
            </a:lvl1pPr>
          </a:lstStyle>
          <a:p>
            <a:r>
              <a:rPr lang="en-US" dirty="0"/>
              <a:t>Your Turn</a:t>
            </a:r>
          </a:p>
        </p:txBody>
      </p:sp>
      <p:sp>
        <p:nvSpPr>
          <p:cNvPr id="11" name="Text Placeholder 17"/>
          <p:cNvSpPr>
            <a:spLocks noGrp="1"/>
          </p:cNvSpPr>
          <p:nvPr>
            <p:ph type="body" sz="quarter" idx="13" hasCustomPrompt="1"/>
          </p:nvPr>
        </p:nvSpPr>
        <p:spPr>
          <a:xfrm>
            <a:off x="1024128" y="2238375"/>
            <a:ext cx="9720072" cy="3178175"/>
          </a:xfrm>
        </p:spPr>
        <p:txBody>
          <a:bodyPr>
            <a:normAutofit/>
          </a:bodyPr>
          <a:lstStyle>
            <a:lvl1pPr>
              <a:defRPr sz="4800">
                <a:solidFill>
                  <a:schemeClr val="accent4">
                    <a:lumMod val="75000"/>
                  </a:schemeClr>
                </a:solidFill>
              </a:defRPr>
            </a:lvl1pPr>
            <a:lvl2pPr>
              <a:defRPr sz="2800"/>
            </a:lvl2pPr>
            <a:lvl3pPr>
              <a:defRPr sz="2000"/>
            </a:lvl3pPr>
            <a:lvl4pPr>
              <a:defRPr sz="2000"/>
            </a:lvl4pPr>
            <a:lvl5pPr>
              <a:defRPr sz="2000"/>
            </a:lvl5pPr>
          </a:lstStyle>
          <a:p>
            <a:pPr lvl="0"/>
            <a:r>
              <a:rPr lang="en-US" dirty="0"/>
              <a:t>An exercise</a:t>
            </a:r>
          </a:p>
        </p:txBody>
      </p:sp>
    </p:spTree>
    <p:extLst>
      <p:ext uri="{BB962C8B-B14F-4D97-AF65-F5344CB8AC3E}">
        <p14:creationId xmlns:p14="http://schemas.microsoft.com/office/powerpoint/2010/main" val="3983372278"/>
      </p:ext>
    </p:extLst>
  </p:cSld>
  <p:clrMapOvr>
    <a:masterClrMapping/>
  </p:clrMapOvr>
  <p:extLst>
    <p:ext uri="{DCECCB84-F9BA-43D5-87BE-67443E8EF086}">
      <p15:sldGuideLst xmlns:p15="http://schemas.microsoft.com/office/powerpoint/2012/main"/>
    </p:ext>
  </p:extLs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024128" y="585216"/>
            <a:ext cx="9720072" cy="1499616"/>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1024128" y="2286000"/>
            <a:ext cx="9720073" cy="4023360"/>
          </a:xfrm>
          <a:prstGeom prst="rect">
            <a:avLst/>
          </a:prstGeom>
        </p:spPr>
        <p:txBody>
          <a:bodyPr vert="horz" lIns="45720" tIns="45720" rIns="4572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1024129" y="6470704"/>
            <a:ext cx="2154143" cy="274320"/>
          </a:xfrm>
          <a:prstGeom prst="rect">
            <a:avLst/>
          </a:prstGeom>
        </p:spPr>
        <p:txBody>
          <a:bodyPr vert="horz" lIns="91440" tIns="45720" rIns="91440" bIns="45720" rtlCol="0" anchor="ctr"/>
          <a:lstStyle>
            <a:lvl1pPr algn="l">
              <a:defRPr sz="1000">
                <a:solidFill>
                  <a:schemeClr val="tx1">
                    <a:lumMod val="95000"/>
                    <a:lumOff val="5000"/>
                  </a:schemeClr>
                </a:solidFill>
                <a:latin typeface="+mj-lt"/>
              </a:defRPr>
            </a:lvl1pPr>
          </a:lstStyle>
          <a:p>
            <a:fld id="{EC085D8A-9CAE-5C47-9CA8-75814F650544}" type="datetimeFigureOut">
              <a:rPr lang="en-US" smtClean="0"/>
              <a:t>10/1/26</a:t>
            </a:fld>
            <a:endParaRPr lang="en-US"/>
          </a:p>
        </p:txBody>
      </p:sp>
      <p:sp>
        <p:nvSpPr>
          <p:cNvPr id="5" name="Footer Placeholder 4"/>
          <p:cNvSpPr>
            <a:spLocks noGrp="1"/>
          </p:cNvSpPr>
          <p:nvPr>
            <p:ph type="ftr" sz="quarter" idx="3"/>
          </p:nvPr>
        </p:nvSpPr>
        <p:spPr>
          <a:xfrm>
            <a:off x="4842932" y="6470704"/>
            <a:ext cx="5901459" cy="274320"/>
          </a:xfrm>
          <a:prstGeom prst="rect">
            <a:avLst/>
          </a:prstGeom>
        </p:spPr>
        <p:txBody>
          <a:bodyPr vert="horz" lIns="91440" tIns="45720" rIns="91440" bIns="45720" rtlCol="0" anchor="ctr"/>
          <a:lstStyle>
            <a:lvl1pPr algn="r">
              <a:defRPr sz="1000" cap="all" baseline="0">
                <a:solidFill>
                  <a:schemeClr val="tx1">
                    <a:lumMod val="95000"/>
                    <a:lumOff val="5000"/>
                  </a:schemeClr>
                </a:solidFill>
                <a:latin typeface="+mj-lt"/>
              </a:defRPr>
            </a:lvl1pPr>
          </a:lstStyle>
          <a:p>
            <a:endParaRPr lang="en-US"/>
          </a:p>
        </p:txBody>
      </p:sp>
      <p:sp>
        <p:nvSpPr>
          <p:cNvPr id="6" name="Slide Number Placeholder 5"/>
          <p:cNvSpPr>
            <a:spLocks noGrp="1"/>
          </p:cNvSpPr>
          <p:nvPr>
            <p:ph type="sldNum" sz="quarter" idx="4"/>
          </p:nvPr>
        </p:nvSpPr>
        <p:spPr>
          <a:xfrm>
            <a:off x="10837333" y="6470704"/>
            <a:ext cx="973667" cy="274320"/>
          </a:xfrm>
          <a:prstGeom prst="rect">
            <a:avLst/>
          </a:prstGeom>
        </p:spPr>
        <p:txBody>
          <a:bodyPr vert="horz" lIns="91440" tIns="45720" rIns="91440" bIns="45720" rtlCol="0" anchor="ctr"/>
          <a:lstStyle>
            <a:lvl1pPr algn="l">
              <a:defRPr sz="1000">
                <a:solidFill>
                  <a:schemeClr val="tx1">
                    <a:lumMod val="95000"/>
                    <a:lumOff val="5000"/>
                  </a:schemeClr>
                </a:solidFill>
                <a:latin typeface="+mj-lt"/>
              </a:defRPr>
            </a:lvl1pPr>
          </a:lstStyle>
          <a:p>
            <a:fld id="{A4070D86-A789-4044-8569-EB7759992B5A}" type="slidenum">
              <a:rPr lang="en-US" smtClean="0"/>
              <a:t>‹#›</a:t>
            </a:fld>
            <a:endParaRPr lang="en-US"/>
          </a:p>
        </p:txBody>
      </p:sp>
      <p:cxnSp>
        <p:nvCxnSpPr>
          <p:cNvPr id="7" name="Straight Connector 6"/>
          <p:cNvCxnSpPr/>
          <p:nvPr/>
        </p:nvCxnSpPr>
        <p:spPr>
          <a:xfrm flipV="1">
            <a:off x="762000" y="826324"/>
            <a:ext cx="0" cy="91440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84233929"/>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4" r:id="rId13"/>
    <p:sldLayoutId id="2147483675" r:id="rId14"/>
    <p:sldLayoutId id="2147483676" r:id="rId15"/>
    <p:sldLayoutId id="2147483677" r:id="rId16"/>
    <p:sldLayoutId id="2147483678" r:id="rId17"/>
    <p:sldLayoutId id="2147483679" r:id="rId18"/>
    <p:sldLayoutId id="2147483680" r:id="rId19"/>
  </p:sldLayoutIdLst>
  <p:txStyles>
    <p:titleStyle>
      <a:lvl1pPr algn="l" defTabSz="914400" rtl="0" eaLnBrk="1" latinLnBrk="0" hangingPunct="1">
        <a:lnSpc>
          <a:spcPct val="80000"/>
        </a:lnSpc>
        <a:spcBef>
          <a:spcPct val="0"/>
        </a:spcBef>
        <a:buNone/>
        <a:defRPr sz="5000" kern="1200" cap="all" spc="100" baseline="0">
          <a:solidFill>
            <a:schemeClr val="tx1">
              <a:lumMod val="95000"/>
              <a:lumOff val="5000"/>
            </a:schemeClr>
          </a:solidFill>
          <a:latin typeface="+mj-lt"/>
          <a:ea typeface="+mj-ea"/>
          <a:cs typeface="+mj-cs"/>
        </a:defRPr>
      </a:lvl1pPr>
    </p:titleStyle>
    <p:bodyStyle>
      <a:lvl1pPr marL="91440" indent="-91440" algn="l" defTabSz="914400" rtl="0" eaLnBrk="1" latinLnBrk="0" hangingPunct="1">
        <a:lnSpc>
          <a:spcPct val="90000"/>
        </a:lnSpc>
        <a:spcBef>
          <a:spcPts val="1200"/>
        </a:spcBef>
        <a:spcAft>
          <a:spcPts val="200"/>
        </a:spcAft>
        <a:buClr>
          <a:schemeClr val="accent1"/>
        </a:buClr>
        <a:buSzPct val="100000"/>
        <a:buFont typeface="Tw Cen MT" panose="020B0602020104020603" pitchFamily="34" charset="0"/>
        <a:buChar char=" "/>
        <a:defRPr sz="2200" kern="1200">
          <a:solidFill>
            <a:schemeClr val="tx1"/>
          </a:solidFill>
          <a:latin typeface="+mn-lt"/>
          <a:ea typeface="+mn-ea"/>
          <a:cs typeface="+mn-cs"/>
        </a:defRPr>
      </a:lvl1pPr>
      <a:lvl2pPr marL="265176" indent="-137160" algn="l" defTabSz="914400" rtl="0" eaLnBrk="1" latinLnBrk="0" hangingPunct="1">
        <a:lnSpc>
          <a:spcPct val="90000"/>
        </a:lnSpc>
        <a:spcBef>
          <a:spcPts val="200"/>
        </a:spcBef>
        <a:spcAft>
          <a:spcPts val="400"/>
        </a:spcAft>
        <a:buClr>
          <a:schemeClr val="accent1"/>
        </a:buClr>
        <a:buFont typeface="Wingdings 3" pitchFamily="18" charset="2"/>
        <a:buChar char=""/>
        <a:defRPr sz="1800" kern="1200">
          <a:solidFill>
            <a:schemeClr val="tx1"/>
          </a:solidFill>
          <a:latin typeface="+mn-lt"/>
          <a:ea typeface="+mn-ea"/>
          <a:cs typeface="+mn-cs"/>
        </a:defRPr>
      </a:lvl2pPr>
      <a:lvl3pPr marL="448056"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3pPr>
      <a:lvl4pPr marL="594360"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4pPr>
      <a:lvl5pPr marL="777240"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5pPr>
      <a:lvl6pPr marL="914400"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6pPr>
      <a:lvl7pPr marL="1060704"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7pPr>
      <a:lvl8pPr marL="1216152"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8pPr>
      <a:lvl9pPr marL="1362456"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xml"/><Relationship Id="rId1" Type="http://schemas.openxmlformats.org/officeDocument/2006/relationships/slideLayout" Target="../slideLayouts/slideLayout7.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7.png"/></Relationships>
</file>

<file path=ppt/slides/_rels/slide4.xml.rels><?xml version="1.0" encoding="UTF-8" standalone="yes"?>
<Relationships xmlns="http://schemas.openxmlformats.org/package/2006/relationships"><Relationship Id="rId3" Type="http://schemas.openxmlformats.org/officeDocument/2006/relationships/image" Target="../media/image10.jpg"/><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2.xml"/></Relationships>
</file>

<file path=ppt/slides/_rels/slide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4.xml"/><Relationship Id="rId1" Type="http://schemas.openxmlformats.org/officeDocument/2006/relationships/slideLayout" Target="../slideLayouts/slideLayout7.xml"/><Relationship Id="rId4" Type="http://schemas.openxmlformats.org/officeDocument/2006/relationships/image" Target="../media/image9.png"/></Relationships>
</file>

<file path=ppt/slides/_rels/slide7.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6.xml"/><Relationship Id="rId1" Type="http://schemas.openxmlformats.org/officeDocument/2006/relationships/slideLayout" Target="../slideLayouts/slideLayout7.xml"/><Relationship Id="rId5" Type="http://schemas.openxmlformats.org/officeDocument/2006/relationships/image" Target="../media/image13.png"/><Relationship Id="rId4" Type="http://schemas.openxmlformats.org/officeDocument/2006/relationships/image" Target="../media/image12.png"/></Relationships>
</file>

<file path=ppt/slides/_rels/slide9.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7.xml"/><Relationship Id="rId1" Type="http://schemas.openxmlformats.org/officeDocument/2006/relationships/slideLayout" Target="../slideLayouts/slideLayout7.xml"/><Relationship Id="rId4" Type="http://schemas.openxmlformats.org/officeDocument/2006/relationships/image" Target="../media/image13.png"/></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8.xml"/></Relationships>
</file>

<file path=ppt/slides/_rels/slide11.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8.xml"/></Relationships>
</file>

<file path=ppt/slides/_rels/slide16.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image" Target="../media/image19.tiff"/></Relationships>
</file>

<file path=ppt/slides/_rels/slide17.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9.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2.xml"/></Relationships>
</file>

<file path=ppt/slides/_rels/slide20.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3.xml"/><Relationship Id="rId1"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4.xml"/><Relationship Id="rId1"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15.xml"/><Relationship Id="rId1" Type="http://schemas.openxmlformats.org/officeDocument/2006/relationships/slideLayout" Target="../slideLayouts/slideLayout6.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6.xml"/></Relationships>
</file>

<file path=ppt/slides/_rels/slide26.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17.xml"/><Relationship Id="rId1" Type="http://schemas.openxmlformats.org/officeDocument/2006/relationships/slideLayout" Target="../slideLayouts/slideLayout6.xml"/></Relationships>
</file>

<file path=ppt/slides/_rels/slide27.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18.xml"/><Relationship Id="rId1" Type="http://schemas.openxmlformats.org/officeDocument/2006/relationships/slideLayout" Target="../slideLayouts/slideLayout7.xml"/><Relationship Id="rId5" Type="http://schemas.openxmlformats.org/officeDocument/2006/relationships/image" Target="../media/image29.png"/><Relationship Id="rId4" Type="http://schemas.openxmlformats.org/officeDocument/2006/relationships/image" Target="../media/image28.png"/></Relationships>
</file>

<file path=ppt/slides/_rels/slide28.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19.xml"/><Relationship Id="rId1" Type="http://schemas.openxmlformats.org/officeDocument/2006/relationships/slideLayout" Target="../slideLayouts/slideLayout6.xml"/><Relationship Id="rId4" Type="http://schemas.openxmlformats.org/officeDocument/2006/relationships/image" Target="../media/image31.png"/></Relationships>
</file>

<file path=ppt/slides/_rels/slide29.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20.xml"/><Relationship Id="rId1" Type="http://schemas.openxmlformats.org/officeDocument/2006/relationships/slideLayout" Target="../slideLayouts/slideLayout1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image" Target="../media/image33.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hyperlink" Target="http://r4ds.had.co.nz/" TargetMode="External"/><Relationship Id="rId2" Type="http://schemas.openxmlformats.org/officeDocument/2006/relationships/notesSlide" Target="../notesSlides/notesSlide21.xml"/><Relationship Id="rId1" Type="http://schemas.openxmlformats.org/officeDocument/2006/relationships/slideLayout" Target="../slideLayouts/slideLayout6.xml"/><Relationship Id="rId4" Type="http://schemas.openxmlformats.org/officeDocument/2006/relationships/image" Target="../media/image35.png"/></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2.xml"/></Relationships>
</file>

<file path=ppt/slides/_rels/slide34.xml.rels><?xml version="1.0" encoding="UTF-8" standalone="yes"?>
<Relationships xmlns="http://schemas.openxmlformats.org/package/2006/relationships"><Relationship Id="rId3" Type="http://schemas.openxmlformats.org/officeDocument/2006/relationships/image" Target="../media/image36.tiff"/><Relationship Id="rId2" Type="http://schemas.openxmlformats.org/officeDocument/2006/relationships/notesSlide" Target="../notesSlides/notesSlide23.xml"/><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8" Type="http://schemas.openxmlformats.org/officeDocument/2006/relationships/image" Target="../media/image42.png"/><Relationship Id="rId3" Type="http://schemas.openxmlformats.org/officeDocument/2006/relationships/image" Target="../media/image37.png"/><Relationship Id="rId7" Type="http://schemas.openxmlformats.org/officeDocument/2006/relationships/image" Target="../media/image41.png"/><Relationship Id="rId12" Type="http://schemas.openxmlformats.org/officeDocument/2006/relationships/image" Target="../media/image46.png"/><Relationship Id="rId2" Type="http://schemas.openxmlformats.org/officeDocument/2006/relationships/notesSlide" Target="../notesSlides/notesSlide24.xml"/><Relationship Id="rId1" Type="http://schemas.openxmlformats.org/officeDocument/2006/relationships/slideLayout" Target="../slideLayouts/slideLayout7.xml"/><Relationship Id="rId6" Type="http://schemas.openxmlformats.org/officeDocument/2006/relationships/image" Target="../media/image40.png"/><Relationship Id="rId11" Type="http://schemas.openxmlformats.org/officeDocument/2006/relationships/image" Target="../media/image45.png"/><Relationship Id="rId5" Type="http://schemas.openxmlformats.org/officeDocument/2006/relationships/image" Target="../media/image39.png"/><Relationship Id="rId10" Type="http://schemas.openxmlformats.org/officeDocument/2006/relationships/image" Target="../media/image44.png"/><Relationship Id="rId4" Type="http://schemas.openxmlformats.org/officeDocument/2006/relationships/image" Target="../media/image38.png"/><Relationship Id="rId9" Type="http://schemas.openxmlformats.org/officeDocument/2006/relationships/image" Target="../media/image43.png"/></Relationships>
</file>

<file path=ppt/slides/_rels/slide36.xml.rels><?xml version="1.0" encoding="UTF-8" standalone="yes"?>
<Relationships xmlns="http://schemas.openxmlformats.org/package/2006/relationships"><Relationship Id="rId3" Type="http://schemas.openxmlformats.org/officeDocument/2006/relationships/image" Target="../media/image47.tiff"/><Relationship Id="rId2" Type="http://schemas.openxmlformats.org/officeDocument/2006/relationships/notesSlide" Target="../notesSlides/notesSlide25.xml"/><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notesSlide" Target="../notesSlides/notesSlide26.xml"/><Relationship Id="rId1" Type="http://schemas.openxmlformats.org/officeDocument/2006/relationships/slideLayout" Target="../slideLayouts/slideLayout7.xml"/><Relationship Id="rId5" Type="http://schemas.openxmlformats.org/officeDocument/2006/relationships/image" Target="../media/image50.png"/><Relationship Id="rId4" Type="http://schemas.openxmlformats.org/officeDocument/2006/relationships/image" Target="../media/image49.png"/></Relationships>
</file>

<file path=ppt/slides/_rels/slide38.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notesSlide" Target="../notesSlides/notesSlide27.xml"/><Relationship Id="rId1" Type="http://schemas.openxmlformats.org/officeDocument/2006/relationships/slideLayout" Target="../slideLayouts/slideLayout18.xml"/></Relationships>
</file>

<file path=ppt/slides/_rels/slide39.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notesSlide" Target="../notesSlides/notesSlide28.xml"/><Relationship Id="rId1" Type="http://schemas.openxmlformats.org/officeDocument/2006/relationships/slideLayout" Target="../slideLayouts/slideLayout6.xml"/><Relationship Id="rId6" Type="http://schemas.openxmlformats.org/officeDocument/2006/relationships/image" Target="../media/image54.png"/><Relationship Id="rId5" Type="http://schemas.openxmlformats.org/officeDocument/2006/relationships/image" Target="../media/image53.tiff"/><Relationship Id="rId4" Type="http://schemas.openxmlformats.org/officeDocument/2006/relationships/image" Target="../media/image38.png"/></Relationships>
</file>

<file path=ppt/slides/_rels/slide40.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29.xml"/><Relationship Id="rId1" Type="http://schemas.openxmlformats.org/officeDocument/2006/relationships/slideLayout" Target="../slideLayouts/slideLayout7.xml"/><Relationship Id="rId6" Type="http://schemas.openxmlformats.org/officeDocument/2006/relationships/image" Target="../media/image55.png"/><Relationship Id="rId5" Type="http://schemas.openxmlformats.org/officeDocument/2006/relationships/image" Target="../media/image54.png"/><Relationship Id="rId4" Type="http://schemas.openxmlformats.org/officeDocument/2006/relationships/image" Target="../media/image52.png"/></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34.xml"/><Relationship Id="rId1" Type="http://schemas.openxmlformats.org/officeDocument/2006/relationships/slideLayout" Target="../slideLayouts/slideLayout7.xml"/><Relationship Id="rId5" Type="http://schemas.openxmlformats.org/officeDocument/2006/relationships/image" Target="../media/image54.png"/><Relationship Id="rId4" Type="http://schemas.openxmlformats.org/officeDocument/2006/relationships/image" Target="../media/image52.png"/></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18.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19.xml"/></Relationships>
</file>

<file path=ppt/slides/_rels/slide51.xml.rels><?xml version="1.0" encoding="UTF-8" standalone="yes"?>
<Relationships xmlns="http://schemas.openxmlformats.org/package/2006/relationships"><Relationship Id="rId2" Type="http://schemas.openxmlformats.org/officeDocument/2006/relationships/image" Target="../media/image56.png"/><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2" Type="http://schemas.openxmlformats.org/officeDocument/2006/relationships/image" Target="../media/image57.png"/><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60.xml.rels><?xml version="1.0" encoding="UTF-8" standalone="yes"?>
<Relationships xmlns="http://schemas.openxmlformats.org/package/2006/relationships"><Relationship Id="rId2" Type="http://schemas.openxmlformats.org/officeDocument/2006/relationships/image" Target="../media/image58.png"/><Relationship Id="rId1" Type="http://schemas.openxmlformats.org/officeDocument/2006/relationships/slideLayout" Target="../slideLayouts/slideLayout6.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2" Type="http://schemas.openxmlformats.org/officeDocument/2006/relationships/image" Target="../media/image59.png"/><Relationship Id="rId1" Type="http://schemas.openxmlformats.org/officeDocument/2006/relationships/slideLayout" Target="../slideLayouts/slideLayout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2" Type="http://schemas.openxmlformats.org/officeDocument/2006/relationships/image" Target="../media/image60.png"/><Relationship Id="rId1" Type="http://schemas.openxmlformats.org/officeDocument/2006/relationships/slideLayout" Target="../slideLayouts/slideLayout6.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2" Type="http://schemas.openxmlformats.org/officeDocument/2006/relationships/image" Target="../media/image61.png"/><Relationship Id="rId1" Type="http://schemas.openxmlformats.org/officeDocument/2006/relationships/slideLayout" Target="../slideLayouts/slideLayout6.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rPr lang="en-US" b="1" cap="none" dirty="0"/>
              <a:t>Introduction to R and RStudio</a:t>
            </a:r>
          </a:p>
        </p:txBody>
      </p:sp>
      <p:sp>
        <p:nvSpPr>
          <p:cNvPr id="3" name="Subtitle 2"/>
          <p:cNvSpPr>
            <a:spLocks noGrp="1"/>
          </p:cNvSpPr>
          <p:nvPr>
            <p:ph type="subTitle" idx="1"/>
          </p:nvPr>
        </p:nvSpPr>
        <p:spPr/>
        <p:txBody>
          <a:bodyPr>
            <a:normAutofit/>
          </a:bodyPr>
          <a:lstStyle/>
          <a:p>
            <a:r>
              <a:rPr lang="en-US" sz="2800" dirty="0"/>
              <a:t>DS 100 — Module 2</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Module 2 Learning Objectives</a:t>
            </a:r>
          </a:p>
        </p:txBody>
      </p:sp>
      <p:sp>
        <p:nvSpPr>
          <p:cNvPr id="3" name="Content Placeholder 2"/>
          <p:cNvSpPr>
            <a:spLocks noGrp="1"/>
          </p:cNvSpPr>
          <p:nvPr>
            <p:ph idx="1"/>
          </p:nvPr>
        </p:nvSpPr>
        <p:spPr>
          <a:xfrm>
            <a:off x="1024128" y="2084833"/>
            <a:ext cx="9720073" cy="4329414"/>
          </a:xfrm>
        </p:spPr>
        <p:txBody>
          <a:bodyPr>
            <a:normAutofit/>
          </a:bodyPr>
          <a:lstStyle/>
          <a:p>
            <a:r>
              <a:rPr lang="en-US" dirty="0"/>
              <a:t>By the end of this module, you will be able to:</a:t>
            </a:r>
          </a:p>
          <a:p>
            <a:pPr lvl="1"/>
            <a:r>
              <a:rPr lang="en-US" dirty="0"/>
              <a:t>Navigate the RStudio interface and explain the purpose of each pane</a:t>
            </a:r>
          </a:p>
          <a:p>
            <a:pPr lvl="1"/>
            <a:r>
              <a:rPr lang="en-US" dirty="0"/>
              <a:t>Apply project and file organization principles for a reproducible analysis</a:t>
            </a:r>
          </a:p>
          <a:p>
            <a:pPr lvl="1"/>
            <a:r>
              <a:rPr lang="en-US" dirty="0"/>
              <a:t>Import and inspect a dataset using the tidyverse</a:t>
            </a:r>
          </a:p>
          <a:p>
            <a:pPr lvl="1"/>
            <a:r>
              <a:rPr lang="en-US" dirty="0"/>
              <a:t>Recognize and correct common data type misassignments</a:t>
            </a:r>
          </a:p>
          <a:p>
            <a:pPr lvl="1"/>
            <a:r>
              <a:rPr lang="en-US" dirty="0"/>
              <a:t>Apply a systematic data validation checklist after importing data</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243"/>
        <p:cNvGrpSpPr/>
        <p:nvPr/>
      </p:nvGrpSpPr>
      <p:grpSpPr>
        <a:xfrm>
          <a:off x="0" y="0"/>
          <a:ext cx="0" cy="0"/>
          <a:chOff x="0" y="0"/>
          <a:chExt cx="0" cy="0"/>
        </a:xfrm>
      </p:grpSpPr>
      <p:grpSp>
        <p:nvGrpSpPr>
          <p:cNvPr id="2" name="Group 1">
            <a:extLst>
              <a:ext uri="{FF2B5EF4-FFF2-40B4-BE49-F238E27FC236}">
                <a16:creationId xmlns:a16="http://schemas.microsoft.com/office/drawing/2014/main" id="{EF4A823E-10FB-0A4C-B546-733E23BAD681}"/>
              </a:ext>
            </a:extLst>
          </p:cNvPr>
          <p:cNvGrpSpPr/>
          <p:nvPr/>
        </p:nvGrpSpPr>
        <p:grpSpPr>
          <a:xfrm>
            <a:off x="188667" y="1221165"/>
            <a:ext cx="3930000" cy="5261654"/>
            <a:chOff x="188667" y="1221165"/>
            <a:chExt cx="3930000" cy="5261654"/>
          </a:xfrm>
        </p:grpSpPr>
        <p:pic>
          <p:nvPicPr>
            <p:cNvPr id="245" name="Google Shape;245;p37"/>
            <p:cNvPicPr preferRelativeResize="0"/>
            <p:nvPr/>
          </p:nvPicPr>
          <p:blipFill>
            <a:blip r:embed="rId3">
              <a:alphaModFix/>
            </a:blip>
            <a:stretch>
              <a:fillRect/>
            </a:stretch>
          </p:blipFill>
          <p:spPr>
            <a:xfrm>
              <a:off x="705226" y="1221165"/>
              <a:ext cx="2849300" cy="2207835"/>
            </a:xfrm>
            <a:prstGeom prst="rect">
              <a:avLst/>
            </a:prstGeom>
            <a:noFill/>
            <a:ln>
              <a:noFill/>
            </a:ln>
          </p:spPr>
        </p:pic>
        <p:sp>
          <p:nvSpPr>
            <p:cNvPr id="247" name="Google Shape;247;p37"/>
            <p:cNvSpPr txBox="1"/>
            <p:nvPr/>
          </p:nvSpPr>
          <p:spPr>
            <a:xfrm>
              <a:off x="188667" y="4086786"/>
              <a:ext cx="3930000" cy="2396033"/>
            </a:xfrm>
            <a:prstGeom prst="rect">
              <a:avLst/>
            </a:prstGeom>
            <a:noFill/>
            <a:ln>
              <a:noFill/>
            </a:ln>
          </p:spPr>
          <p:txBody>
            <a:bodyPr spcFirstLastPara="1" wrap="square" lIns="91433" tIns="45700" rIns="91433" bIns="45700" anchor="t" anchorCtr="0">
              <a:noAutofit/>
            </a:bodyPr>
            <a:lstStyle/>
            <a:p>
              <a:pPr algn="ctr">
                <a:lnSpc>
                  <a:spcPct val="90000"/>
                </a:lnSpc>
                <a:buClr>
                  <a:schemeClr val="dk1"/>
                </a:buClr>
                <a:buSzPts val="3300"/>
              </a:pPr>
              <a:r>
                <a:rPr lang="en" sz="3600" b="1" dirty="0">
                  <a:latin typeface="Tw Cen MT" panose="020B0602020104020603" pitchFamily="34" charset="77"/>
                  <a:ea typeface="Raleway"/>
                  <a:cs typeface="Raleway"/>
                  <a:sym typeface="Raleway"/>
                </a:rPr>
                <a:t>R</a:t>
              </a:r>
              <a:endParaRPr sz="3600" b="1" dirty="0">
                <a:latin typeface="Tw Cen MT" panose="020B0602020104020603" pitchFamily="34" charset="77"/>
                <a:ea typeface="Raleway"/>
                <a:cs typeface="Raleway"/>
                <a:sym typeface="Raleway"/>
              </a:endParaRPr>
            </a:p>
            <a:p>
              <a:pPr algn="ctr">
                <a:lnSpc>
                  <a:spcPct val="90000"/>
                </a:lnSpc>
                <a:buClr>
                  <a:schemeClr val="dk1"/>
                </a:buClr>
                <a:buSzPts val="3300"/>
              </a:pPr>
              <a:endParaRPr lang="en" sz="3200" dirty="0">
                <a:latin typeface="Tw Cen MT" panose="020B0602020104020603" pitchFamily="34" charset="77"/>
                <a:ea typeface="Raleway"/>
                <a:cs typeface="Raleway"/>
                <a:sym typeface="Raleway"/>
              </a:endParaRPr>
            </a:p>
            <a:p>
              <a:pPr algn="ctr">
                <a:lnSpc>
                  <a:spcPct val="90000"/>
                </a:lnSpc>
                <a:buClr>
                  <a:schemeClr val="dk1"/>
                </a:buClr>
                <a:buSzPts val="3300"/>
              </a:pPr>
              <a:r>
                <a:rPr lang="en" sz="3200" dirty="0">
                  <a:latin typeface="Tw Cen MT" panose="020B0602020104020603" pitchFamily="34" charset="77"/>
                  <a:ea typeface="Raleway"/>
                  <a:cs typeface="Raleway"/>
                  <a:sym typeface="Raleway"/>
                </a:rPr>
                <a:t>Programming language for </a:t>
              </a:r>
              <a:endParaRPr sz="3200" dirty="0">
                <a:latin typeface="Tw Cen MT" panose="020B0602020104020603" pitchFamily="34" charset="77"/>
                <a:ea typeface="Raleway"/>
                <a:cs typeface="Raleway"/>
                <a:sym typeface="Raleway"/>
              </a:endParaRPr>
            </a:p>
            <a:p>
              <a:pPr algn="ctr">
                <a:lnSpc>
                  <a:spcPct val="90000"/>
                </a:lnSpc>
                <a:buClr>
                  <a:schemeClr val="dk1"/>
                </a:buClr>
                <a:buSzPts val="3300"/>
              </a:pPr>
              <a:r>
                <a:rPr lang="en" sz="3200" dirty="0">
                  <a:latin typeface="Tw Cen MT" panose="020B0602020104020603" pitchFamily="34" charset="77"/>
                  <a:ea typeface="Raleway"/>
                  <a:cs typeface="Raleway"/>
                  <a:sym typeface="Raleway"/>
                </a:rPr>
                <a:t>data analysis</a:t>
              </a:r>
              <a:endParaRPr sz="3200" dirty="0">
                <a:latin typeface="Tw Cen MT" panose="020B0602020104020603" pitchFamily="34" charset="77"/>
                <a:ea typeface="Raleway"/>
                <a:cs typeface="Raleway"/>
                <a:sym typeface="Raleway"/>
              </a:endParaRPr>
            </a:p>
            <a:p>
              <a:pPr>
                <a:lnSpc>
                  <a:spcPct val="90000"/>
                </a:lnSpc>
                <a:buClr>
                  <a:schemeClr val="dk1"/>
                </a:buClr>
                <a:buSzPts val="3300"/>
              </a:pPr>
              <a:endParaRPr sz="3600" b="1" dirty="0">
                <a:latin typeface="Tw Cen MT" panose="020B0602020104020603" pitchFamily="34" charset="77"/>
                <a:ea typeface="Raleway"/>
                <a:cs typeface="Raleway"/>
                <a:sym typeface="Raleway"/>
              </a:endParaRPr>
            </a:p>
          </p:txBody>
        </p:sp>
      </p:grpSp>
      <p:grpSp>
        <p:nvGrpSpPr>
          <p:cNvPr id="3" name="Group 2">
            <a:extLst>
              <a:ext uri="{FF2B5EF4-FFF2-40B4-BE49-F238E27FC236}">
                <a16:creationId xmlns:a16="http://schemas.microsoft.com/office/drawing/2014/main" id="{64F5EEB4-8032-2A4E-9566-CD2CF9A2B4C5}"/>
              </a:ext>
            </a:extLst>
          </p:cNvPr>
          <p:cNvGrpSpPr/>
          <p:nvPr/>
        </p:nvGrpSpPr>
        <p:grpSpPr>
          <a:xfrm>
            <a:off x="4118667" y="1185070"/>
            <a:ext cx="3930000" cy="5491253"/>
            <a:chOff x="4118667" y="1185070"/>
            <a:chExt cx="3930000" cy="5491253"/>
          </a:xfrm>
        </p:grpSpPr>
        <p:pic>
          <p:nvPicPr>
            <p:cNvPr id="244" name="Google Shape;244;p37"/>
            <p:cNvPicPr preferRelativeResize="0"/>
            <p:nvPr/>
          </p:nvPicPr>
          <p:blipFill rotWithShape="1">
            <a:blip r:embed="rId4">
              <a:alphaModFix/>
              <a:extLst>
                <a:ext uri="{28A0092B-C50C-407E-A947-70E740481C1C}">
                  <a14:useLocalDpi xmlns:a14="http://schemas.microsoft.com/office/drawing/2010/main"/>
                </a:ext>
              </a:extLst>
            </a:blip>
            <a:srcRect/>
            <a:stretch/>
          </p:blipFill>
          <p:spPr>
            <a:xfrm>
              <a:off x="5004433" y="1185070"/>
              <a:ext cx="2158467" cy="2508000"/>
            </a:xfrm>
            <a:prstGeom prst="rect">
              <a:avLst/>
            </a:prstGeom>
            <a:noFill/>
            <a:ln>
              <a:noFill/>
            </a:ln>
          </p:spPr>
        </p:pic>
        <p:sp>
          <p:nvSpPr>
            <p:cNvPr id="248" name="Google Shape;248;p37"/>
            <p:cNvSpPr txBox="1"/>
            <p:nvPr/>
          </p:nvSpPr>
          <p:spPr>
            <a:xfrm>
              <a:off x="4118667" y="4189923"/>
              <a:ext cx="3930000" cy="2486400"/>
            </a:xfrm>
            <a:prstGeom prst="rect">
              <a:avLst/>
            </a:prstGeom>
            <a:noFill/>
            <a:ln>
              <a:noFill/>
            </a:ln>
          </p:spPr>
          <p:txBody>
            <a:bodyPr spcFirstLastPara="1" wrap="square" lIns="91433" tIns="45700" rIns="91433" bIns="45700" anchor="t" anchorCtr="0">
              <a:noAutofit/>
            </a:bodyPr>
            <a:lstStyle/>
            <a:p>
              <a:pPr algn="ctr">
                <a:lnSpc>
                  <a:spcPct val="90000"/>
                </a:lnSpc>
                <a:buClr>
                  <a:schemeClr val="dk1"/>
                </a:buClr>
                <a:buSzPts val="3300"/>
              </a:pPr>
              <a:r>
                <a:rPr lang="en" sz="3600" b="1" dirty="0" err="1">
                  <a:latin typeface="Tw Cen MT" panose="020B0602020104020603" pitchFamily="34" charset="77"/>
                  <a:ea typeface="Raleway"/>
                  <a:cs typeface="Raleway"/>
                  <a:sym typeface="Raleway"/>
                </a:rPr>
                <a:t>RStudio</a:t>
              </a:r>
              <a:endParaRPr sz="3600" b="1" dirty="0">
                <a:latin typeface="Tw Cen MT" panose="020B0602020104020603" pitchFamily="34" charset="77"/>
                <a:ea typeface="Raleway"/>
                <a:cs typeface="Raleway"/>
                <a:sym typeface="Raleway"/>
              </a:endParaRPr>
            </a:p>
            <a:p>
              <a:pPr algn="ctr">
                <a:lnSpc>
                  <a:spcPct val="90000"/>
                </a:lnSpc>
                <a:buClr>
                  <a:schemeClr val="dk1"/>
                </a:buClr>
                <a:buSzPts val="3300"/>
              </a:pPr>
              <a:endParaRPr lang="en-US" sz="3200" dirty="0">
                <a:latin typeface="Tw Cen MT" panose="020B0602020104020603" pitchFamily="34" charset="77"/>
                <a:ea typeface="Raleway"/>
                <a:cs typeface="Raleway"/>
                <a:sym typeface="Raleway"/>
              </a:endParaRPr>
            </a:p>
            <a:p>
              <a:pPr algn="ctr">
                <a:lnSpc>
                  <a:spcPct val="90000"/>
                </a:lnSpc>
                <a:buClr>
                  <a:schemeClr val="dk1"/>
                </a:buClr>
                <a:buSzPts val="3300"/>
              </a:pPr>
              <a:r>
                <a:rPr lang="en-US" sz="3200" dirty="0">
                  <a:latin typeface="Tw Cen MT" panose="020B0602020104020603" pitchFamily="34" charset="77"/>
                  <a:ea typeface="Raleway"/>
                  <a:cs typeface="Raleway"/>
                  <a:sym typeface="Raleway"/>
                </a:rPr>
                <a:t>Interactive development environment (IDE)</a:t>
              </a:r>
              <a:endParaRPr sz="4400" b="1" dirty="0">
                <a:latin typeface="Tw Cen MT" panose="020B0602020104020603" pitchFamily="34" charset="77"/>
                <a:ea typeface="Raleway"/>
                <a:cs typeface="Raleway"/>
                <a:sym typeface="Raleway"/>
              </a:endParaRPr>
            </a:p>
          </p:txBody>
        </p:sp>
      </p:grpSp>
      <p:grpSp>
        <p:nvGrpSpPr>
          <p:cNvPr id="4" name="Group 3">
            <a:extLst>
              <a:ext uri="{FF2B5EF4-FFF2-40B4-BE49-F238E27FC236}">
                <a16:creationId xmlns:a16="http://schemas.microsoft.com/office/drawing/2014/main" id="{491333B0-BEFD-D94A-A0DF-4F0900CB372A}"/>
              </a:ext>
            </a:extLst>
          </p:cNvPr>
          <p:cNvGrpSpPr/>
          <p:nvPr/>
        </p:nvGrpSpPr>
        <p:grpSpPr>
          <a:xfrm>
            <a:off x="7860000" y="1221165"/>
            <a:ext cx="4143333" cy="5299253"/>
            <a:chOff x="7860000" y="1221165"/>
            <a:chExt cx="4143333" cy="5299253"/>
          </a:xfrm>
        </p:grpSpPr>
        <p:pic>
          <p:nvPicPr>
            <p:cNvPr id="246" name="Google Shape;246;p37"/>
            <p:cNvPicPr preferRelativeResize="0"/>
            <p:nvPr/>
          </p:nvPicPr>
          <p:blipFill rotWithShape="1">
            <a:blip r:embed="rId5">
              <a:alphaModFix/>
            </a:blip>
            <a:srcRect/>
            <a:stretch/>
          </p:blipFill>
          <p:spPr>
            <a:xfrm>
              <a:off x="8911858" y="1221165"/>
              <a:ext cx="2205435" cy="2486285"/>
            </a:xfrm>
            <a:prstGeom prst="rect">
              <a:avLst/>
            </a:prstGeom>
            <a:noFill/>
            <a:ln>
              <a:noFill/>
            </a:ln>
          </p:spPr>
        </p:pic>
        <p:sp>
          <p:nvSpPr>
            <p:cNvPr id="249" name="Google Shape;249;p37"/>
            <p:cNvSpPr txBox="1"/>
            <p:nvPr/>
          </p:nvSpPr>
          <p:spPr>
            <a:xfrm>
              <a:off x="7860000" y="4226018"/>
              <a:ext cx="4143333" cy="2294400"/>
            </a:xfrm>
            <a:prstGeom prst="rect">
              <a:avLst/>
            </a:prstGeom>
            <a:noFill/>
            <a:ln>
              <a:noFill/>
            </a:ln>
          </p:spPr>
          <p:txBody>
            <a:bodyPr spcFirstLastPara="1" wrap="square" lIns="91433" tIns="45700" rIns="91433" bIns="45700" anchor="t" anchorCtr="0">
              <a:noAutofit/>
            </a:bodyPr>
            <a:lstStyle/>
            <a:p>
              <a:pPr algn="ctr">
                <a:lnSpc>
                  <a:spcPct val="90000"/>
                </a:lnSpc>
                <a:buClr>
                  <a:schemeClr val="dk1"/>
                </a:buClr>
                <a:buSzPts val="3300"/>
              </a:pPr>
              <a:r>
                <a:rPr lang="en" sz="3600" b="1" dirty="0">
                  <a:latin typeface="Tw Cen MT" panose="020B0602020104020603" pitchFamily="34" charset="77"/>
                  <a:ea typeface="Raleway"/>
                  <a:cs typeface="Raleway"/>
                  <a:sym typeface="Raleway"/>
                </a:rPr>
                <a:t>R Markdown</a:t>
              </a:r>
              <a:endParaRPr sz="3600" b="1" dirty="0">
                <a:latin typeface="Tw Cen MT" panose="020B0602020104020603" pitchFamily="34" charset="77"/>
                <a:ea typeface="Raleway"/>
                <a:cs typeface="Raleway"/>
                <a:sym typeface="Raleway"/>
              </a:endParaRPr>
            </a:p>
            <a:p>
              <a:pPr algn="ctr">
                <a:lnSpc>
                  <a:spcPct val="90000"/>
                </a:lnSpc>
                <a:buClr>
                  <a:schemeClr val="dk1"/>
                </a:buClr>
                <a:buSzPts val="3300"/>
              </a:pPr>
              <a:endParaRPr lang="en" sz="3200" dirty="0">
                <a:latin typeface="Tw Cen MT" panose="020B0602020104020603" pitchFamily="34" charset="77"/>
                <a:ea typeface="Raleway"/>
                <a:cs typeface="Raleway"/>
                <a:sym typeface="Raleway"/>
              </a:endParaRPr>
            </a:p>
            <a:p>
              <a:pPr algn="ctr">
                <a:lnSpc>
                  <a:spcPct val="90000"/>
                </a:lnSpc>
                <a:buClr>
                  <a:schemeClr val="dk1"/>
                </a:buClr>
                <a:buSzPts val="3300"/>
              </a:pPr>
              <a:r>
                <a:rPr lang="en" sz="3200" dirty="0">
                  <a:latin typeface="Tw Cen MT" panose="020B0602020104020603" pitchFamily="34" charset="77"/>
                  <a:ea typeface="Raleway"/>
                  <a:cs typeface="Raleway"/>
                  <a:sym typeface="Raleway"/>
                </a:rPr>
                <a:t>Computational document format</a:t>
              </a:r>
              <a:endParaRPr sz="3200" dirty="0">
                <a:latin typeface="Tw Cen MT" panose="020B0602020104020603" pitchFamily="34" charset="77"/>
                <a:ea typeface="Raleway"/>
                <a:cs typeface="Raleway"/>
                <a:sym typeface="Raleway"/>
              </a:endParaRPr>
            </a:p>
          </p:txBody>
        </p:sp>
      </p:grpSp>
      <p:grpSp>
        <p:nvGrpSpPr>
          <p:cNvPr id="8" name="Group 7">
            <a:extLst>
              <a:ext uri="{FF2B5EF4-FFF2-40B4-BE49-F238E27FC236}">
                <a16:creationId xmlns:a16="http://schemas.microsoft.com/office/drawing/2014/main" id="{939853B4-F433-6DCE-BE0C-28999DB97250}"/>
              </a:ext>
            </a:extLst>
          </p:cNvPr>
          <p:cNvGrpSpPr/>
          <p:nvPr/>
        </p:nvGrpSpPr>
        <p:grpSpPr>
          <a:xfrm>
            <a:off x="7942908" y="977966"/>
            <a:ext cx="4143333" cy="5542452"/>
            <a:chOff x="7860000" y="987376"/>
            <a:chExt cx="4143333" cy="5542452"/>
          </a:xfrm>
        </p:grpSpPr>
        <p:pic>
          <p:nvPicPr>
            <p:cNvPr id="6" name="Picture 5">
              <a:extLst>
                <a:ext uri="{FF2B5EF4-FFF2-40B4-BE49-F238E27FC236}">
                  <a16:creationId xmlns:a16="http://schemas.microsoft.com/office/drawing/2014/main" id="{0A38D229-69B7-DD03-46A8-543EBB4B12FA}"/>
                </a:ext>
              </a:extLst>
            </p:cNvPr>
            <p:cNvPicPr>
              <a:picLocks noChangeAspect="1"/>
            </p:cNvPicPr>
            <p:nvPr/>
          </p:nvPicPr>
          <p:blipFill>
            <a:blip r:embed="rId6"/>
            <a:stretch>
              <a:fillRect/>
            </a:stretch>
          </p:blipFill>
          <p:spPr>
            <a:xfrm>
              <a:off x="8675599" y="987376"/>
              <a:ext cx="2677952" cy="2953862"/>
            </a:xfrm>
            <a:prstGeom prst="rect">
              <a:avLst/>
            </a:prstGeom>
          </p:spPr>
        </p:pic>
        <p:sp>
          <p:nvSpPr>
            <p:cNvPr id="7" name="Google Shape;249;p37">
              <a:extLst>
                <a:ext uri="{FF2B5EF4-FFF2-40B4-BE49-F238E27FC236}">
                  <a16:creationId xmlns:a16="http://schemas.microsoft.com/office/drawing/2014/main" id="{36213810-B365-ED65-EC08-184B7E1D9059}"/>
                </a:ext>
              </a:extLst>
            </p:cNvPr>
            <p:cNvSpPr txBox="1"/>
            <p:nvPr/>
          </p:nvSpPr>
          <p:spPr>
            <a:xfrm>
              <a:off x="7860000" y="4235428"/>
              <a:ext cx="4143333" cy="2294400"/>
            </a:xfrm>
            <a:prstGeom prst="rect">
              <a:avLst/>
            </a:prstGeom>
            <a:solidFill>
              <a:schemeClr val="bg1"/>
            </a:solidFill>
            <a:ln>
              <a:noFill/>
            </a:ln>
          </p:spPr>
          <p:txBody>
            <a:bodyPr spcFirstLastPara="1" wrap="square" lIns="91433" tIns="45700" rIns="91433" bIns="45700" anchor="t" anchorCtr="0">
              <a:noAutofit/>
            </a:bodyPr>
            <a:lstStyle/>
            <a:p>
              <a:pPr algn="ctr">
                <a:lnSpc>
                  <a:spcPct val="90000"/>
                </a:lnSpc>
                <a:buClr>
                  <a:schemeClr val="dk1"/>
                </a:buClr>
                <a:buSzPts val="3300"/>
              </a:pPr>
              <a:r>
                <a:rPr lang="en-US" sz="3600" b="1" dirty="0">
                  <a:latin typeface="Tw Cen MT" panose="020B0602020104020603" pitchFamily="34" charset="77"/>
                  <a:ea typeface="Raleway"/>
                  <a:cs typeface="Raleway"/>
                  <a:sym typeface="Raleway"/>
                </a:rPr>
                <a:t>Quarto</a:t>
              </a:r>
              <a:endParaRPr sz="3600" b="1" dirty="0">
                <a:latin typeface="Tw Cen MT" panose="020B0602020104020603" pitchFamily="34" charset="77"/>
                <a:ea typeface="Raleway"/>
                <a:cs typeface="Raleway"/>
                <a:sym typeface="Raleway"/>
              </a:endParaRPr>
            </a:p>
            <a:p>
              <a:pPr algn="ctr">
                <a:lnSpc>
                  <a:spcPct val="90000"/>
                </a:lnSpc>
                <a:buClr>
                  <a:schemeClr val="dk1"/>
                </a:buClr>
                <a:buSzPts val="3300"/>
              </a:pPr>
              <a:endParaRPr lang="en" sz="3200" dirty="0">
                <a:latin typeface="Tw Cen MT" panose="020B0602020104020603" pitchFamily="34" charset="77"/>
                <a:ea typeface="Raleway"/>
                <a:cs typeface="Raleway"/>
                <a:sym typeface="Raleway"/>
              </a:endParaRPr>
            </a:p>
            <a:p>
              <a:pPr algn="ctr">
                <a:lnSpc>
                  <a:spcPct val="90000"/>
                </a:lnSpc>
                <a:buClr>
                  <a:schemeClr val="dk1"/>
                </a:buClr>
                <a:buSzPts val="3300"/>
              </a:pPr>
              <a:r>
                <a:rPr lang="en" sz="3200" dirty="0">
                  <a:latin typeface="Tw Cen MT" panose="020B0602020104020603" pitchFamily="34" charset="77"/>
                  <a:ea typeface="Raleway"/>
                  <a:cs typeface="Raleway"/>
                  <a:sym typeface="Raleway"/>
                </a:rPr>
                <a:t>Computational document format</a:t>
              </a:r>
              <a:endParaRPr sz="3200" dirty="0">
                <a:latin typeface="Tw Cen MT" panose="020B0602020104020603" pitchFamily="34" charset="77"/>
                <a:ea typeface="Raleway"/>
                <a:cs typeface="Raleway"/>
                <a:sym typeface="Raleway"/>
              </a:endParaRPr>
            </a:p>
          </p:txBody>
        </p:sp>
      </p:grpSp>
    </p:spTree>
    <p:extLst>
      <p:ext uri="{BB962C8B-B14F-4D97-AF65-F5344CB8AC3E}">
        <p14:creationId xmlns:p14="http://schemas.microsoft.com/office/powerpoint/2010/main" val="7307093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 presetClass="exit" presetSubtype="0" fill="hold" nodeType="clickEffect">
                                  <p:stCondLst>
                                    <p:cond delay="0"/>
                                  </p:stCondLst>
                                  <p:childTnLst>
                                    <p:set>
                                      <p:cBhvr>
                                        <p:cTn id="16" dur="1" fill="hold">
                                          <p:stCondLst>
                                            <p:cond delay="0"/>
                                          </p:stCondLst>
                                        </p:cTn>
                                        <p:tgtEl>
                                          <p:spTgt spid="4"/>
                                        </p:tgtEl>
                                        <p:attrNameLst>
                                          <p:attrName>style.visibility</p:attrName>
                                        </p:attrNameLst>
                                      </p:cBhvr>
                                      <p:to>
                                        <p:strVal val="hidden"/>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D8B7DF-BC79-FA18-4601-19FAA7721BDE}"/>
            </a:ext>
          </a:extLst>
        </p:cNvPr>
        <p:cNvGrpSpPr/>
        <p:nvPr/>
      </p:nvGrpSpPr>
      <p:grpSpPr>
        <a:xfrm>
          <a:off x="0" y="0"/>
          <a:ext cx="0" cy="0"/>
          <a:chOff x="0" y="0"/>
          <a:chExt cx="0" cy="0"/>
        </a:xfrm>
      </p:grpSpPr>
      <p:pic>
        <p:nvPicPr>
          <p:cNvPr id="4" name="Picture 3">
            <a:extLst>
              <a:ext uri="{FF2B5EF4-FFF2-40B4-BE49-F238E27FC236}">
                <a16:creationId xmlns:a16="http://schemas.microsoft.com/office/drawing/2014/main" id="{77F4A583-372D-E5C9-E76B-7EBB8B840A15}"/>
              </a:ext>
            </a:extLst>
          </p:cNvPr>
          <p:cNvPicPr>
            <a:picLocks noChangeAspect="1"/>
          </p:cNvPicPr>
          <p:nvPr/>
        </p:nvPicPr>
        <p:blipFill>
          <a:blip r:embed="rId3"/>
          <a:stretch>
            <a:fillRect/>
          </a:stretch>
        </p:blipFill>
        <p:spPr>
          <a:xfrm>
            <a:off x="360796" y="0"/>
            <a:ext cx="11048533" cy="6858000"/>
          </a:xfrm>
          <a:prstGeom prst="rect">
            <a:avLst/>
          </a:prstGeom>
        </p:spPr>
      </p:pic>
      <p:grpSp>
        <p:nvGrpSpPr>
          <p:cNvPr id="14" name="Group 13">
            <a:extLst>
              <a:ext uri="{FF2B5EF4-FFF2-40B4-BE49-F238E27FC236}">
                <a16:creationId xmlns:a16="http://schemas.microsoft.com/office/drawing/2014/main" id="{6F625408-BE76-6F89-F7F8-D260A18D3CF5}"/>
              </a:ext>
            </a:extLst>
          </p:cNvPr>
          <p:cNvGrpSpPr/>
          <p:nvPr/>
        </p:nvGrpSpPr>
        <p:grpSpPr>
          <a:xfrm>
            <a:off x="360795" y="4182035"/>
            <a:ext cx="6458990" cy="2675964"/>
            <a:chOff x="360795" y="4182035"/>
            <a:chExt cx="6458990" cy="2675964"/>
          </a:xfrm>
        </p:grpSpPr>
        <p:sp>
          <p:nvSpPr>
            <p:cNvPr id="5" name="Rectangle 4">
              <a:extLst>
                <a:ext uri="{FF2B5EF4-FFF2-40B4-BE49-F238E27FC236}">
                  <a16:creationId xmlns:a16="http://schemas.microsoft.com/office/drawing/2014/main" id="{1DAEF7DF-24C1-C447-DA3D-A252B393C78C}"/>
                </a:ext>
              </a:extLst>
            </p:cNvPr>
            <p:cNvSpPr/>
            <p:nvPr/>
          </p:nvSpPr>
          <p:spPr>
            <a:xfrm>
              <a:off x="360795" y="4182035"/>
              <a:ext cx="6458990" cy="2675964"/>
            </a:xfrm>
            <a:prstGeom prst="rect">
              <a:avLst/>
            </a:prstGeom>
            <a:noFill/>
            <a:ln w="63500"/>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6" name="TextBox 5">
              <a:extLst>
                <a:ext uri="{FF2B5EF4-FFF2-40B4-BE49-F238E27FC236}">
                  <a16:creationId xmlns:a16="http://schemas.microsoft.com/office/drawing/2014/main" id="{72F48D18-513A-2E9C-DFAF-4B541A70FD9D}"/>
                </a:ext>
              </a:extLst>
            </p:cNvPr>
            <p:cNvSpPr txBox="1"/>
            <p:nvPr/>
          </p:nvSpPr>
          <p:spPr>
            <a:xfrm>
              <a:off x="2612142" y="6212264"/>
              <a:ext cx="1952614" cy="584775"/>
            </a:xfrm>
            <a:prstGeom prst="rect">
              <a:avLst/>
            </a:prstGeom>
            <a:noFill/>
          </p:spPr>
          <p:txBody>
            <a:bodyPr wrap="square" rtlCol="0">
              <a:spAutoFit/>
            </a:bodyPr>
            <a:lstStyle/>
            <a:p>
              <a:pPr algn="ctr"/>
              <a:r>
                <a:rPr lang="en-US" sz="3200" dirty="0">
                  <a:solidFill>
                    <a:schemeClr val="accent6"/>
                  </a:solidFill>
                </a:rPr>
                <a:t>CONSOLE</a:t>
              </a:r>
            </a:p>
          </p:txBody>
        </p:sp>
      </p:grpSp>
      <p:grpSp>
        <p:nvGrpSpPr>
          <p:cNvPr id="15" name="Group 14">
            <a:extLst>
              <a:ext uri="{FF2B5EF4-FFF2-40B4-BE49-F238E27FC236}">
                <a16:creationId xmlns:a16="http://schemas.microsoft.com/office/drawing/2014/main" id="{A9D09FDF-556E-362C-43A8-C6AFE37E3ABB}"/>
              </a:ext>
            </a:extLst>
          </p:cNvPr>
          <p:cNvGrpSpPr/>
          <p:nvPr/>
        </p:nvGrpSpPr>
        <p:grpSpPr>
          <a:xfrm>
            <a:off x="6816102" y="387458"/>
            <a:ext cx="4593228" cy="2448216"/>
            <a:chOff x="6816102" y="387458"/>
            <a:chExt cx="4593228" cy="2448216"/>
          </a:xfrm>
        </p:grpSpPr>
        <p:sp>
          <p:nvSpPr>
            <p:cNvPr id="10" name="Rectangle 9">
              <a:extLst>
                <a:ext uri="{FF2B5EF4-FFF2-40B4-BE49-F238E27FC236}">
                  <a16:creationId xmlns:a16="http://schemas.microsoft.com/office/drawing/2014/main" id="{0D717587-3A8D-7CF1-D8FC-776363A41AFD}"/>
                </a:ext>
              </a:extLst>
            </p:cNvPr>
            <p:cNvSpPr/>
            <p:nvPr/>
          </p:nvSpPr>
          <p:spPr>
            <a:xfrm>
              <a:off x="6816102" y="387458"/>
              <a:ext cx="4593228" cy="2417736"/>
            </a:xfrm>
            <a:prstGeom prst="rect">
              <a:avLst/>
            </a:prstGeom>
            <a:noFill/>
            <a:ln w="63500"/>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11" name="TextBox 10">
              <a:extLst>
                <a:ext uri="{FF2B5EF4-FFF2-40B4-BE49-F238E27FC236}">
                  <a16:creationId xmlns:a16="http://schemas.microsoft.com/office/drawing/2014/main" id="{249633AD-737D-ADB4-E40E-19F9AB147C79}"/>
                </a:ext>
              </a:extLst>
            </p:cNvPr>
            <p:cNvSpPr txBox="1"/>
            <p:nvPr/>
          </p:nvSpPr>
          <p:spPr>
            <a:xfrm>
              <a:off x="7650434" y="2250899"/>
              <a:ext cx="3001604" cy="584775"/>
            </a:xfrm>
            <a:prstGeom prst="rect">
              <a:avLst/>
            </a:prstGeom>
            <a:noFill/>
          </p:spPr>
          <p:txBody>
            <a:bodyPr wrap="square" rtlCol="0">
              <a:spAutoFit/>
            </a:bodyPr>
            <a:lstStyle/>
            <a:p>
              <a:pPr algn="ctr"/>
              <a:r>
                <a:rPr lang="en-US" sz="3200" dirty="0">
                  <a:solidFill>
                    <a:schemeClr val="accent6"/>
                  </a:solidFill>
                </a:rPr>
                <a:t>ENVIRONMENT</a:t>
              </a:r>
            </a:p>
          </p:txBody>
        </p:sp>
      </p:grpSp>
      <p:grpSp>
        <p:nvGrpSpPr>
          <p:cNvPr id="16" name="Group 15">
            <a:extLst>
              <a:ext uri="{FF2B5EF4-FFF2-40B4-BE49-F238E27FC236}">
                <a16:creationId xmlns:a16="http://schemas.microsoft.com/office/drawing/2014/main" id="{A355AE3E-4944-2448-FE61-3CD0B24450E4}"/>
              </a:ext>
            </a:extLst>
          </p:cNvPr>
          <p:cNvGrpSpPr/>
          <p:nvPr/>
        </p:nvGrpSpPr>
        <p:grpSpPr>
          <a:xfrm>
            <a:off x="6816102" y="2805194"/>
            <a:ext cx="4593227" cy="4052806"/>
            <a:chOff x="6816102" y="2805194"/>
            <a:chExt cx="4593227" cy="4052806"/>
          </a:xfrm>
        </p:grpSpPr>
        <p:sp>
          <p:nvSpPr>
            <p:cNvPr id="12" name="Rectangle 11">
              <a:extLst>
                <a:ext uri="{FF2B5EF4-FFF2-40B4-BE49-F238E27FC236}">
                  <a16:creationId xmlns:a16="http://schemas.microsoft.com/office/drawing/2014/main" id="{BCD78022-56EF-F97E-2487-80F44CD383C6}"/>
                </a:ext>
              </a:extLst>
            </p:cNvPr>
            <p:cNvSpPr/>
            <p:nvPr/>
          </p:nvSpPr>
          <p:spPr>
            <a:xfrm>
              <a:off x="6816102" y="2805194"/>
              <a:ext cx="4593227" cy="4052806"/>
            </a:xfrm>
            <a:prstGeom prst="rect">
              <a:avLst/>
            </a:prstGeom>
            <a:noFill/>
            <a:ln w="63500"/>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13" name="TextBox 12">
              <a:extLst>
                <a:ext uri="{FF2B5EF4-FFF2-40B4-BE49-F238E27FC236}">
                  <a16:creationId xmlns:a16="http://schemas.microsoft.com/office/drawing/2014/main" id="{0BE948FB-E27A-F43E-AD02-0FFBFAA45E47}"/>
                </a:ext>
              </a:extLst>
            </p:cNvPr>
            <p:cNvSpPr txBox="1"/>
            <p:nvPr/>
          </p:nvSpPr>
          <p:spPr>
            <a:xfrm>
              <a:off x="8154424" y="6212265"/>
              <a:ext cx="1920266" cy="584775"/>
            </a:xfrm>
            <a:prstGeom prst="rect">
              <a:avLst/>
            </a:prstGeom>
            <a:noFill/>
          </p:spPr>
          <p:txBody>
            <a:bodyPr wrap="square" rtlCol="0">
              <a:spAutoFit/>
            </a:bodyPr>
            <a:lstStyle/>
            <a:p>
              <a:pPr algn="ctr"/>
              <a:r>
                <a:rPr lang="en-US" sz="3200" dirty="0">
                  <a:solidFill>
                    <a:schemeClr val="accent6"/>
                  </a:solidFill>
                </a:rPr>
                <a:t>FILES</a:t>
              </a:r>
            </a:p>
          </p:txBody>
        </p:sp>
      </p:grpSp>
      <p:sp>
        <p:nvSpPr>
          <p:cNvPr id="7" name="Rectangle 6">
            <a:extLst>
              <a:ext uri="{FF2B5EF4-FFF2-40B4-BE49-F238E27FC236}">
                <a16:creationId xmlns:a16="http://schemas.microsoft.com/office/drawing/2014/main" id="{87F8D62E-79F4-A207-C12B-A2E85396E768}"/>
              </a:ext>
            </a:extLst>
          </p:cNvPr>
          <p:cNvSpPr/>
          <p:nvPr/>
        </p:nvSpPr>
        <p:spPr>
          <a:xfrm>
            <a:off x="357111" y="387458"/>
            <a:ext cx="6458990" cy="3794576"/>
          </a:xfrm>
          <a:prstGeom prst="rect">
            <a:avLst/>
          </a:prstGeom>
          <a:noFill/>
          <a:ln w="63500"/>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8" name="TextBox 7">
            <a:extLst>
              <a:ext uri="{FF2B5EF4-FFF2-40B4-BE49-F238E27FC236}">
                <a16:creationId xmlns:a16="http://schemas.microsoft.com/office/drawing/2014/main" id="{20137942-0B43-2347-E441-DC3E779AD8C8}"/>
              </a:ext>
            </a:extLst>
          </p:cNvPr>
          <p:cNvSpPr txBox="1"/>
          <p:nvPr/>
        </p:nvSpPr>
        <p:spPr>
          <a:xfrm>
            <a:off x="2610299" y="3335352"/>
            <a:ext cx="1952614" cy="584775"/>
          </a:xfrm>
          <a:prstGeom prst="rect">
            <a:avLst/>
          </a:prstGeom>
          <a:noFill/>
        </p:spPr>
        <p:txBody>
          <a:bodyPr wrap="square" rtlCol="0">
            <a:spAutoFit/>
          </a:bodyPr>
          <a:lstStyle/>
          <a:p>
            <a:pPr algn="ctr"/>
            <a:r>
              <a:rPr lang="en-US" sz="3200" dirty="0">
                <a:solidFill>
                  <a:schemeClr val="accent6"/>
                </a:solidFill>
              </a:rPr>
              <a:t>SOURCE</a:t>
            </a:r>
          </a:p>
        </p:txBody>
      </p:sp>
    </p:spTree>
    <p:extLst>
      <p:ext uri="{BB962C8B-B14F-4D97-AF65-F5344CB8AC3E}">
        <p14:creationId xmlns:p14="http://schemas.microsoft.com/office/powerpoint/2010/main" val="293071183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C3606C-BC3C-DA46-952C-6A430CD04159}"/>
              </a:ext>
            </a:extLst>
          </p:cNvPr>
          <p:cNvSpPr>
            <a:spLocks noGrp="1"/>
          </p:cNvSpPr>
          <p:nvPr>
            <p:ph type="title"/>
          </p:nvPr>
        </p:nvSpPr>
        <p:spPr>
          <a:xfrm>
            <a:off x="502443" y="2752468"/>
            <a:ext cx="11187112" cy="1463040"/>
          </a:xfrm>
        </p:spPr>
        <p:txBody>
          <a:bodyPr/>
          <a:lstStyle/>
          <a:p>
            <a:r>
              <a:rPr lang="en-US" dirty="0">
                <a:latin typeface="+mn-lt"/>
              </a:rPr>
              <a:t>Reproducible Data Analysis with Quarto</a:t>
            </a:r>
          </a:p>
        </p:txBody>
      </p:sp>
    </p:spTree>
    <p:extLst>
      <p:ext uri="{BB962C8B-B14F-4D97-AF65-F5344CB8AC3E}">
        <p14:creationId xmlns:p14="http://schemas.microsoft.com/office/powerpoint/2010/main" val="307448704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273"/>
        <p:cNvGrpSpPr/>
        <p:nvPr/>
      </p:nvGrpSpPr>
      <p:grpSpPr>
        <a:xfrm>
          <a:off x="0" y="0"/>
          <a:ext cx="0" cy="0"/>
          <a:chOff x="0" y="0"/>
          <a:chExt cx="0" cy="0"/>
        </a:xfrm>
      </p:grpSpPr>
      <p:pic>
        <p:nvPicPr>
          <p:cNvPr id="274" name="Google Shape;274;p40"/>
          <p:cNvPicPr preferRelativeResize="0"/>
          <p:nvPr/>
        </p:nvPicPr>
        <p:blipFill rotWithShape="1">
          <a:blip r:embed="rId3">
            <a:alphaModFix/>
          </a:blip>
          <a:srcRect/>
          <a:stretch/>
        </p:blipFill>
        <p:spPr>
          <a:xfrm>
            <a:off x="4572524" y="1711516"/>
            <a:ext cx="3046952" cy="3434968"/>
          </a:xfrm>
          <a:prstGeom prst="rect">
            <a:avLst/>
          </a:prstGeom>
          <a:noFill/>
          <a:ln>
            <a:noFill/>
          </a:ln>
        </p:spPr>
      </p:pic>
      <p:pic>
        <p:nvPicPr>
          <p:cNvPr id="2" name="Picture 1">
            <a:extLst>
              <a:ext uri="{FF2B5EF4-FFF2-40B4-BE49-F238E27FC236}">
                <a16:creationId xmlns:a16="http://schemas.microsoft.com/office/drawing/2014/main" id="{F81DFE49-F042-DDDD-19E0-B7A8D3C36D66}"/>
              </a:ext>
            </a:extLst>
          </p:cNvPr>
          <p:cNvPicPr>
            <a:picLocks noChangeAspect="1"/>
          </p:cNvPicPr>
          <p:nvPr/>
        </p:nvPicPr>
        <p:blipFill>
          <a:blip r:embed="rId4"/>
          <a:stretch>
            <a:fillRect/>
          </a:stretch>
        </p:blipFill>
        <p:spPr>
          <a:xfrm>
            <a:off x="4471514" y="1711515"/>
            <a:ext cx="3413701" cy="3765415"/>
          </a:xfrm>
          <a:prstGeom prst="rect">
            <a:avLst/>
          </a:prstGeom>
        </p:spPr>
      </p:pic>
    </p:spTree>
    <p:extLst>
      <p:ext uri="{BB962C8B-B14F-4D97-AF65-F5344CB8AC3E}">
        <p14:creationId xmlns:p14="http://schemas.microsoft.com/office/powerpoint/2010/main" val="168617911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object 10">
            <a:extLst>
              <a:ext uri="{FF2B5EF4-FFF2-40B4-BE49-F238E27FC236}">
                <a16:creationId xmlns:a16="http://schemas.microsoft.com/office/drawing/2014/main" id="{3836DDFE-46CA-A949-914E-CEE3C641356C}"/>
              </a:ext>
            </a:extLst>
          </p:cNvPr>
          <p:cNvSpPr txBox="1"/>
          <p:nvPr/>
        </p:nvSpPr>
        <p:spPr>
          <a:xfrm>
            <a:off x="-1" y="682728"/>
            <a:ext cx="12192001" cy="689291"/>
          </a:xfrm>
          <a:prstGeom prst="rect">
            <a:avLst/>
          </a:prstGeom>
        </p:spPr>
        <p:txBody>
          <a:bodyPr vert="horz" wrap="square" lIns="0" tIns="12065" rIns="0" bIns="0" rtlCol="0">
            <a:spAutoFit/>
          </a:bodyPr>
          <a:lstStyle/>
          <a:p>
            <a:pPr marL="12700" algn="ctr">
              <a:lnSpc>
                <a:spcPct val="100000"/>
              </a:lnSpc>
              <a:spcBef>
                <a:spcPts val="95"/>
              </a:spcBef>
            </a:pPr>
            <a:r>
              <a:rPr lang="en-US" sz="4400" dirty="0">
                <a:latin typeface="Tw Cen MT" panose="020B0602020104020603" pitchFamily="34" charset="77"/>
                <a:cs typeface="Helvetica Neue"/>
              </a:rPr>
              <a:t>Anatomy of a Quarto Document</a:t>
            </a:r>
            <a:endParaRPr sz="4400" dirty="0">
              <a:latin typeface="Tw Cen MT" panose="020B0602020104020603" pitchFamily="34" charset="77"/>
              <a:cs typeface="Helvetica Neue"/>
            </a:endParaRPr>
          </a:p>
        </p:txBody>
      </p:sp>
      <p:grpSp>
        <p:nvGrpSpPr>
          <p:cNvPr id="6" name="Group 5">
            <a:extLst>
              <a:ext uri="{FF2B5EF4-FFF2-40B4-BE49-F238E27FC236}">
                <a16:creationId xmlns:a16="http://schemas.microsoft.com/office/drawing/2014/main" id="{1FFF8D3B-1F72-5B4D-AB39-4D8A3A824895}"/>
              </a:ext>
            </a:extLst>
          </p:cNvPr>
          <p:cNvGrpSpPr/>
          <p:nvPr/>
        </p:nvGrpSpPr>
        <p:grpSpPr>
          <a:xfrm>
            <a:off x="1545771" y="1640046"/>
            <a:ext cx="3658865" cy="1376686"/>
            <a:chOff x="1831585" y="1574731"/>
            <a:chExt cx="2805176" cy="1376686"/>
          </a:xfrm>
        </p:grpSpPr>
        <p:sp>
          <p:nvSpPr>
            <p:cNvPr id="10" name="TextBox 9">
              <a:extLst>
                <a:ext uri="{FF2B5EF4-FFF2-40B4-BE49-F238E27FC236}">
                  <a16:creationId xmlns:a16="http://schemas.microsoft.com/office/drawing/2014/main" id="{5FC81D85-E2DC-5C4A-A4E4-BCC7012B23F2}"/>
                </a:ext>
              </a:extLst>
            </p:cNvPr>
            <p:cNvSpPr txBox="1"/>
            <p:nvPr/>
          </p:nvSpPr>
          <p:spPr>
            <a:xfrm>
              <a:off x="2063980" y="1874199"/>
              <a:ext cx="1955868" cy="1077218"/>
            </a:xfrm>
            <a:prstGeom prst="rect">
              <a:avLst/>
            </a:prstGeom>
            <a:noFill/>
          </p:spPr>
          <p:txBody>
            <a:bodyPr wrap="square" rtlCol="0" anchor="ctr">
              <a:spAutoFit/>
            </a:bodyPr>
            <a:lstStyle/>
            <a:p>
              <a:pPr algn="ctr"/>
              <a:endParaRPr lang="en-US" dirty="0">
                <a:solidFill>
                  <a:schemeClr val="bg1"/>
                </a:solidFill>
              </a:endParaRPr>
            </a:p>
            <a:p>
              <a:pPr algn="ctr"/>
              <a:r>
                <a:rPr lang="en-US" sz="2800" dirty="0">
                  <a:solidFill>
                    <a:schemeClr val="bg1"/>
                  </a:solidFill>
                </a:rPr>
                <a:t>Header</a:t>
              </a:r>
            </a:p>
            <a:p>
              <a:pPr algn="ctr"/>
              <a:endParaRPr lang="en-US" dirty="0">
                <a:solidFill>
                  <a:schemeClr val="bg1"/>
                </a:solidFill>
              </a:endParaRPr>
            </a:p>
          </p:txBody>
        </p:sp>
        <p:sp>
          <p:nvSpPr>
            <p:cNvPr id="11" name="Right Brace 10">
              <a:extLst>
                <a:ext uri="{FF2B5EF4-FFF2-40B4-BE49-F238E27FC236}">
                  <a16:creationId xmlns:a16="http://schemas.microsoft.com/office/drawing/2014/main" id="{F2164B6D-8D90-A44A-8355-7DACAB3D0EBD}"/>
                </a:ext>
              </a:extLst>
            </p:cNvPr>
            <p:cNvSpPr/>
            <p:nvPr/>
          </p:nvSpPr>
          <p:spPr>
            <a:xfrm flipH="1">
              <a:off x="4445085" y="1648738"/>
              <a:ext cx="191676" cy="1077218"/>
            </a:xfrm>
            <a:prstGeom prst="rightBrace">
              <a:avLst/>
            </a:prstGeom>
            <a:ln w="38100"/>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grpSp>
          <p:nvGrpSpPr>
            <p:cNvPr id="12" name="Group 11">
              <a:extLst>
                <a:ext uri="{FF2B5EF4-FFF2-40B4-BE49-F238E27FC236}">
                  <a16:creationId xmlns:a16="http://schemas.microsoft.com/office/drawing/2014/main" id="{7C1F2ABC-869B-AE4C-9A63-BF5B81BB6635}"/>
                </a:ext>
              </a:extLst>
            </p:cNvPr>
            <p:cNvGrpSpPr/>
            <p:nvPr/>
          </p:nvGrpSpPr>
          <p:grpSpPr>
            <a:xfrm>
              <a:off x="1831585" y="1574731"/>
              <a:ext cx="1955868" cy="1077218"/>
              <a:chOff x="5011308" y="441228"/>
              <a:chExt cx="2365216" cy="2011084"/>
            </a:xfrm>
          </p:grpSpPr>
          <p:sp>
            <p:nvSpPr>
              <p:cNvPr id="13" name="Rounded Rectangular Callout 12">
                <a:extLst>
                  <a:ext uri="{FF2B5EF4-FFF2-40B4-BE49-F238E27FC236}">
                    <a16:creationId xmlns:a16="http://schemas.microsoft.com/office/drawing/2014/main" id="{9DC607BE-04AB-DF4D-A2AE-A606CC267DB6}"/>
                  </a:ext>
                </a:extLst>
              </p:cNvPr>
              <p:cNvSpPr/>
              <p:nvPr/>
            </p:nvSpPr>
            <p:spPr>
              <a:xfrm>
                <a:off x="5011308" y="828536"/>
                <a:ext cx="2365216" cy="1246648"/>
              </a:xfrm>
              <a:prstGeom prst="wedgeRoundRectCallout">
                <a:avLst>
                  <a:gd name="adj1" fmla="val 81879"/>
                  <a:gd name="adj2" fmla="val 14434"/>
                  <a:gd name="adj3" fmla="val 16667"/>
                </a:avLst>
              </a:prstGeom>
              <a:solidFill>
                <a:schemeClr val="accent2">
                  <a:lumMod val="60000"/>
                  <a:lumOff val="40000"/>
                </a:schemeClr>
              </a:solidFill>
              <a:ln>
                <a:noFill/>
              </a:ln>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18E62CC5-44C1-5F48-8D89-606A2D43937D}"/>
                  </a:ext>
                </a:extLst>
              </p:cNvPr>
              <p:cNvSpPr txBox="1"/>
              <p:nvPr/>
            </p:nvSpPr>
            <p:spPr>
              <a:xfrm>
                <a:off x="5011308" y="441228"/>
                <a:ext cx="2365216" cy="2011084"/>
              </a:xfrm>
              <a:prstGeom prst="rect">
                <a:avLst/>
              </a:prstGeom>
              <a:noFill/>
            </p:spPr>
            <p:txBody>
              <a:bodyPr wrap="square" rtlCol="0" anchor="ctr">
                <a:spAutoFit/>
              </a:bodyPr>
              <a:lstStyle/>
              <a:p>
                <a:pPr algn="ctr"/>
                <a:endParaRPr lang="en-US" dirty="0">
                  <a:solidFill>
                    <a:schemeClr val="bg1"/>
                  </a:solidFill>
                </a:endParaRPr>
              </a:p>
              <a:p>
                <a:pPr algn="ctr"/>
                <a:r>
                  <a:rPr lang="en-US" sz="2800" dirty="0">
                    <a:solidFill>
                      <a:schemeClr val="bg1"/>
                    </a:solidFill>
                  </a:rPr>
                  <a:t>Header</a:t>
                </a:r>
              </a:p>
              <a:p>
                <a:pPr algn="ctr"/>
                <a:endParaRPr lang="en-US" dirty="0">
                  <a:solidFill>
                    <a:schemeClr val="bg1"/>
                  </a:solidFill>
                </a:endParaRPr>
              </a:p>
            </p:txBody>
          </p:sp>
        </p:grpSp>
      </p:grpSp>
      <p:grpSp>
        <p:nvGrpSpPr>
          <p:cNvPr id="9" name="Group 8">
            <a:extLst>
              <a:ext uri="{FF2B5EF4-FFF2-40B4-BE49-F238E27FC236}">
                <a16:creationId xmlns:a16="http://schemas.microsoft.com/office/drawing/2014/main" id="{04569BE5-5149-DA46-B56B-F0FF53B7E55C}"/>
              </a:ext>
            </a:extLst>
          </p:cNvPr>
          <p:cNvGrpSpPr/>
          <p:nvPr/>
        </p:nvGrpSpPr>
        <p:grpSpPr>
          <a:xfrm>
            <a:off x="1545771" y="3256868"/>
            <a:ext cx="3658865" cy="1775630"/>
            <a:chOff x="1831585" y="2905227"/>
            <a:chExt cx="2806994" cy="1775630"/>
          </a:xfrm>
        </p:grpSpPr>
        <p:sp>
          <p:nvSpPr>
            <p:cNvPr id="23" name="Rounded Rectangular Callout 22">
              <a:extLst>
                <a:ext uri="{FF2B5EF4-FFF2-40B4-BE49-F238E27FC236}">
                  <a16:creationId xmlns:a16="http://schemas.microsoft.com/office/drawing/2014/main" id="{C57553F0-26F7-F74A-A27D-C1975C9C80B1}"/>
                </a:ext>
              </a:extLst>
            </p:cNvPr>
            <p:cNvSpPr/>
            <p:nvPr/>
          </p:nvSpPr>
          <p:spPr>
            <a:xfrm>
              <a:off x="1831585" y="3065590"/>
              <a:ext cx="1955868" cy="1077218"/>
            </a:xfrm>
            <a:prstGeom prst="wedgeRoundRectCallout">
              <a:avLst>
                <a:gd name="adj1" fmla="val 81879"/>
                <a:gd name="adj2" fmla="val 14434"/>
                <a:gd name="adj3" fmla="val 16667"/>
              </a:avLst>
            </a:prstGeom>
            <a:solidFill>
              <a:schemeClr val="accent2">
                <a:lumMod val="60000"/>
                <a:lumOff val="40000"/>
              </a:schemeClr>
            </a:solidFill>
            <a:ln>
              <a:noFill/>
            </a:ln>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24" name="TextBox 23">
              <a:extLst>
                <a:ext uri="{FF2B5EF4-FFF2-40B4-BE49-F238E27FC236}">
                  <a16:creationId xmlns:a16="http://schemas.microsoft.com/office/drawing/2014/main" id="{59A11D78-1618-794B-86FA-A08852E74C0B}"/>
                </a:ext>
              </a:extLst>
            </p:cNvPr>
            <p:cNvSpPr txBox="1"/>
            <p:nvPr/>
          </p:nvSpPr>
          <p:spPr>
            <a:xfrm>
              <a:off x="1831585" y="2911701"/>
              <a:ext cx="1955868" cy="1384995"/>
            </a:xfrm>
            <a:prstGeom prst="rect">
              <a:avLst/>
            </a:prstGeom>
            <a:noFill/>
          </p:spPr>
          <p:txBody>
            <a:bodyPr wrap="square" rtlCol="0" anchor="ctr">
              <a:spAutoFit/>
            </a:bodyPr>
            <a:lstStyle/>
            <a:p>
              <a:pPr algn="ctr"/>
              <a:r>
                <a:rPr lang="en-US" sz="2800" dirty="0">
                  <a:solidFill>
                    <a:schemeClr val="bg1"/>
                  </a:solidFill>
                </a:rPr>
                <a:t>Text </a:t>
              </a:r>
              <a:br>
                <a:rPr lang="en-US" sz="2800" dirty="0">
                  <a:solidFill>
                    <a:schemeClr val="bg1"/>
                  </a:solidFill>
                </a:rPr>
              </a:br>
              <a:r>
                <a:rPr lang="en-US" sz="2800" dirty="0">
                  <a:solidFill>
                    <a:schemeClr val="bg1"/>
                  </a:solidFill>
                </a:rPr>
                <a:t>(w/ formatting)</a:t>
              </a:r>
            </a:p>
          </p:txBody>
        </p:sp>
        <p:sp>
          <p:nvSpPr>
            <p:cNvPr id="25" name="Right Brace 24">
              <a:extLst>
                <a:ext uri="{FF2B5EF4-FFF2-40B4-BE49-F238E27FC236}">
                  <a16:creationId xmlns:a16="http://schemas.microsoft.com/office/drawing/2014/main" id="{378040DE-39BC-3C41-9BBB-74240462675E}"/>
                </a:ext>
              </a:extLst>
            </p:cNvPr>
            <p:cNvSpPr/>
            <p:nvPr/>
          </p:nvSpPr>
          <p:spPr>
            <a:xfrm flipH="1">
              <a:off x="4452876" y="2905227"/>
              <a:ext cx="185703" cy="1775630"/>
            </a:xfrm>
            <a:prstGeom prst="rightBrace">
              <a:avLst/>
            </a:prstGeom>
            <a:ln w="38100"/>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grpSp>
      <p:grpSp>
        <p:nvGrpSpPr>
          <p:cNvPr id="16" name="Group 15">
            <a:extLst>
              <a:ext uri="{FF2B5EF4-FFF2-40B4-BE49-F238E27FC236}">
                <a16:creationId xmlns:a16="http://schemas.microsoft.com/office/drawing/2014/main" id="{16CB7D87-19EE-8147-BA51-9097073C8C57}"/>
              </a:ext>
            </a:extLst>
          </p:cNvPr>
          <p:cNvGrpSpPr/>
          <p:nvPr/>
        </p:nvGrpSpPr>
        <p:grpSpPr>
          <a:xfrm>
            <a:off x="1545771" y="5182763"/>
            <a:ext cx="3658865" cy="1077218"/>
            <a:chOff x="1852003" y="4890053"/>
            <a:chExt cx="2786576" cy="1077218"/>
          </a:xfrm>
        </p:grpSpPr>
        <p:sp>
          <p:nvSpPr>
            <p:cNvPr id="26" name="Right Brace 25">
              <a:extLst>
                <a:ext uri="{FF2B5EF4-FFF2-40B4-BE49-F238E27FC236}">
                  <a16:creationId xmlns:a16="http://schemas.microsoft.com/office/drawing/2014/main" id="{95EA4009-48DE-E14C-B0FD-0D4137A9FB7E}"/>
                </a:ext>
              </a:extLst>
            </p:cNvPr>
            <p:cNvSpPr/>
            <p:nvPr/>
          </p:nvSpPr>
          <p:spPr>
            <a:xfrm flipH="1">
              <a:off x="4454227" y="5151766"/>
              <a:ext cx="184352" cy="744559"/>
            </a:xfrm>
            <a:prstGeom prst="rightBrace">
              <a:avLst/>
            </a:prstGeom>
            <a:ln w="38100"/>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grpSp>
          <p:nvGrpSpPr>
            <p:cNvPr id="27" name="Group 26">
              <a:extLst>
                <a:ext uri="{FF2B5EF4-FFF2-40B4-BE49-F238E27FC236}">
                  <a16:creationId xmlns:a16="http://schemas.microsoft.com/office/drawing/2014/main" id="{CD4C646E-48A4-AD48-8ED9-6298ADD1CA94}"/>
                </a:ext>
              </a:extLst>
            </p:cNvPr>
            <p:cNvGrpSpPr/>
            <p:nvPr/>
          </p:nvGrpSpPr>
          <p:grpSpPr>
            <a:xfrm>
              <a:off x="1852003" y="4890053"/>
              <a:ext cx="1955869" cy="1077218"/>
              <a:chOff x="5011307" y="441228"/>
              <a:chExt cx="2365217" cy="2011084"/>
            </a:xfrm>
          </p:grpSpPr>
          <p:sp>
            <p:nvSpPr>
              <p:cNvPr id="28" name="Rounded Rectangular Callout 27">
                <a:extLst>
                  <a:ext uri="{FF2B5EF4-FFF2-40B4-BE49-F238E27FC236}">
                    <a16:creationId xmlns:a16="http://schemas.microsoft.com/office/drawing/2014/main" id="{F48091B5-18B3-2341-954B-4A908209EF5B}"/>
                  </a:ext>
                </a:extLst>
              </p:cNvPr>
              <p:cNvSpPr/>
              <p:nvPr/>
            </p:nvSpPr>
            <p:spPr>
              <a:xfrm>
                <a:off x="5011308" y="828536"/>
                <a:ext cx="2365216" cy="1246648"/>
              </a:xfrm>
              <a:prstGeom prst="wedgeRoundRectCallout">
                <a:avLst>
                  <a:gd name="adj1" fmla="val 81879"/>
                  <a:gd name="adj2" fmla="val 14434"/>
                  <a:gd name="adj3" fmla="val 16667"/>
                </a:avLst>
              </a:prstGeom>
              <a:solidFill>
                <a:schemeClr val="accent2">
                  <a:lumMod val="60000"/>
                  <a:lumOff val="40000"/>
                </a:schemeClr>
              </a:solidFill>
              <a:ln>
                <a:noFill/>
              </a:ln>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29" name="TextBox 28">
                <a:extLst>
                  <a:ext uri="{FF2B5EF4-FFF2-40B4-BE49-F238E27FC236}">
                    <a16:creationId xmlns:a16="http://schemas.microsoft.com/office/drawing/2014/main" id="{20302D6B-6120-9F48-8E6E-8F695D894BB8}"/>
                  </a:ext>
                </a:extLst>
              </p:cNvPr>
              <p:cNvSpPr txBox="1"/>
              <p:nvPr/>
            </p:nvSpPr>
            <p:spPr>
              <a:xfrm>
                <a:off x="5011307" y="441228"/>
                <a:ext cx="2365216" cy="2011084"/>
              </a:xfrm>
              <a:prstGeom prst="rect">
                <a:avLst/>
              </a:prstGeom>
              <a:noFill/>
            </p:spPr>
            <p:txBody>
              <a:bodyPr wrap="square" rtlCol="0" anchor="ctr">
                <a:spAutoFit/>
              </a:bodyPr>
              <a:lstStyle/>
              <a:p>
                <a:pPr algn="ctr"/>
                <a:endParaRPr lang="en-US" dirty="0">
                  <a:solidFill>
                    <a:schemeClr val="bg1"/>
                  </a:solidFill>
                </a:endParaRPr>
              </a:p>
              <a:p>
                <a:pPr algn="ctr"/>
                <a:r>
                  <a:rPr lang="en-US" sz="2800" dirty="0">
                    <a:solidFill>
                      <a:schemeClr val="bg1"/>
                    </a:solidFill>
                  </a:rPr>
                  <a:t>Code chunk</a:t>
                </a:r>
              </a:p>
              <a:p>
                <a:pPr algn="ctr"/>
                <a:endParaRPr lang="en-US" dirty="0">
                  <a:solidFill>
                    <a:schemeClr val="bg1"/>
                  </a:solidFill>
                </a:endParaRPr>
              </a:p>
            </p:txBody>
          </p:sp>
        </p:grpSp>
      </p:grpSp>
      <p:pic>
        <p:nvPicPr>
          <p:cNvPr id="5" name="Picture 4">
            <a:extLst>
              <a:ext uri="{FF2B5EF4-FFF2-40B4-BE49-F238E27FC236}">
                <a16:creationId xmlns:a16="http://schemas.microsoft.com/office/drawing/2014/main" id="{43190A32-9492-C3C4-088C-2B3027813139}"/>
              </a:ext>
            </a:extLst>
          </p:cNvPr>
          <p:cNvPicPr>
            <a:picLocks noChangeAspect="1"/>
          </p:cNvPicPr>
          <p:nvPr/>
        </p:nvPicPr>
        <p:blipFill rotWithShape="1">
          <a:blip r:embed="rId3"/>
          <a:srcRect b="21171"/>
          <a:stretch/>
        </p:blipFill>
        <p:spPr>
          <a:xfrm>
            <a:off x="5267347" y="1535305"/>
            <a:ext cx="5829300" cy="4865496"/>
          </a:xfrm>
          <a:prstGeom prst="rect">
            <a:avLst/>
          </a:prstGeom>
        </p:spPr>
      </p:pic>
    </p:spTree>
    <p:extLst>
      <p:ext uri="{BB962C8B-B14F-4D97-AF65-F5344CB8AC3E}">
        <p14:creationId xmlns:p14="http://schemas.microsoft.com/office/powerpoint/2010/main" val="5296717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9"/>
                                        </p:tgtEl>
                                        <p:attrNameLst>
                                          <p:attrName>style.visibility</p:attrName>
                                        </p:attrNameLst>
                                      </p:cBhvr>
                                      <p:to>
                                        <p:strVal val="visible"/>
                                      </p:to>
                                    </p:set>
                                    <p:animEffect transition="in" filter="fade">
                                      <p:cBhvr>
                                        <p:cTn id="12" dur="500"/>
                                        <p:tgtEl>
                                          <p:spTgt spid="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6"/>
                                        </p:tgtEl>
                                        <p:attrNameLst>
                                          <p:attrName>style.visibility</p:attrName>
                                        </p:attrNameLst>
                                      </p:cBhvr>
                                      <p:to>
                                        <p:strVal val="visible"/>
                                      </p:to>
                                    </p:set>
                                    <p:animEffect transition="in" filter="fade">
                                      <p:cBhvr>
                                        <p:cTn id="17" dur="50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82D22DB5-10C6-4300-0695-54107F28519F}"/>
              </a:ext>
            </a:extLst>
          </p:cNvPr>
          <p:cNvPicPr>
            <a:picLocks noChangeAspect="1"/>
          </p:cNvPicPr>
          <p:nvPr/>
        </p:nvPicPr>
        <p:blipFill>
          <a:blip r:embed="rId3"/>
          <a:stretch>
            <a:fillRect/>
          </a:stretch>
        </p:blipFill>
        <p:spPr>
          <a:xfrm>
            <a:off x="445606" y="674601"/>
            <a:ext cx="5829300" cy="6172200"/>
          </a:xfrm>
          <a:prstGeom prst="rect">
            <a:avLst/>
          </a:prstGeom>
        </p:spPr>
      </p:pic>
      <p:sp>
        <p:nvSpPr>
          <p:cNvPr id="26" name="Rectangle 25">
            <a:extLst>
              <a:ext uri="{FF2B5EF4-FFF2-40B4-BE49-F238E27FC236}">
                <a16:creationId xmlns:a16="http://schemas.microsoft.com/office/drawing/2014/main" id="{EABEB7E5-2A1D-F14F-85AF-4BE4D9C133A8}"/>
              </a:ext>
            </a:extLst>
          </p:cNvPr>
          <p:cNvSpPr/>
          <p:nvPr/>
        </p:nvSpPr>
        <p:spPr>
          <a:xfrm>
            <a:off x="5239303" y="4290561"/>
            <a:ext cx="914400" cy="914400"/>
          </a:xfrm>
          <a:prstGeom prst="rect">
            <a:avLst/>
          </a:prstGeom>
          <a:noFill/>
          <a:ln w="6350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a:extLst>
              <a:ext uri="{FF2B5EF4-FFF2-40B4-BE49-F238E27FC236}">
                <a16:creationId xmlns:a16="http://schemas.microsoft.com/office/drawing/2014/main" id="{7FC11256-D53B-6D39-B9E5-F09E25ADA867}"/>
              </a:ext>
            </a:extLst>
          </p:cNvPr>
          <p:cNvPicPr>
            <a:picLocks noChangeAspect="1"/>
          </p:cNvPicPr>
          <p:nvPr/>
        </p:nvPicPr>
        <p:blipFill>
          <a:blip r:embed="rId4"/>
          <a:stretch>
            <a:fillRect/>
          </a:stretch>
        </p:blipFill>
        <p:spPr>
          <a:xfrm>
            <a:off x="5163656" y="173858"/>
            <a:ext cx="1308100" cy="381000"/>
          </a:xfrm>
          <a:prstGeom prst="rect">
            <a:avLst/>
          </a:prstGeom>
          <a:ln w="63500">
            <a:solidFill>
              <a:schemeClr val="accent2"/>
            </a:solidFill>
          </a:ln>
        </p:spPr>
      </p:pic>
      <p:pic>
        <p:nvPicPr>
          <p:cNvPr id="10" name="Picture 9">
            <a:extLst>
              <a:ext uri="{FF2B5EF4-FFF2-40B4-BE49-F238E27FC236}">
                <a16:creationId xmlns:a16="http://schemas.microsoft.com/office/drawing/2014/main" id="{B21928D6-8CCE-471E-B9CB-5A3F9E0D8F56}"/>
              </a:ext>
            </a:extLst>
          </p:cNvPr>
          <p:cNvPicPr>
            <a:picLocks noChangeAspect="1"/>
          </p:cNvPicPr>
          <p:nvPr/>
        </p:nvPicPr>
        <p:blipFill>
          <a:blip r:embed="rId5"/>
          <a:stretch>
            <a:fillRect/>
          </a:stretch>
        </p:blipFill>
        <p:spPr>
          <a:xfrm>
            <a:off x="6750050" y="554858"/>
            <a:ext cx="5292206" cy="6269228"/>
          </a:xfrm>
          <a:prstGeom prst="rect">
            <a:avLst/>
          </a:prstGeom>
        </p:spPr>
      </p:pic>
    </p:spTree>
    <p:extLst>
      <p:ext uri="{BB962C8B-B14F-4D97-AF65-F5344CB8AC3E}">
        <p14:creationId xmlns:p14="http://schemas.microsoft.com/office/powerpoint/2010/main" val="39655188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6"/>
                                        </p:tgtEl>
                                        <p:attrNameLst>
                                          <p:attrName>style.visibility</p:attrName>
                                        </p:attrNameLst>
                                      </p:cBhvr>
                                      <p:to>
                                        <p:strVal val="visible"/>
                                      </p:to>
                                    </p:set>
                                    <p:animEffect transition="in" filter="fade">
                                      <p:cBhvr>
                                        <p:cTn id="7" dur="500"/>
                                        <p:tgtEl>
                                          <p:spTgt spid="26"/>
                                        </p:tgtEl>
                                      </p:cBhvr>
                                    </p:animEffect>
                                  </p:childTnLst>
                                </p:cTn>
                              </p:par>
                            </p:childTnLst>
                          </p:cTn>
                        </p:par>
                      </p:childTnLst>
                    </p:cTn>
                  </p:par>
                  <p:par>
                    <p:cTn id="8" fill="hold">
                      <p:stCondLst>
                        <p:cond delay="indefinite"/>
                      </p:stCondLst>
                      <p:childTnLst>
                        <p:par>
                          <p:cTn id="9" fill="hold">
                            <p:stCondLst>
                              <p:cond delay="0"/>
                            </p:stCondLst>
                            <p:childTnLst>
                              <p:par>
                                <p:cTn id="10" presetID="1" presetClass="entr" presetSubtype="0" fill="hold" nodeType="clickEffect">
                                  <p:stCondLst>
                                    <p:cond delay="0"/>
                                  </p:stCondLst>
                                  <p:childTnLst>
                                    <p:set>
                                      <p:cBhvr>
                                        <p:cTn id="11" dur="1" fill="hold">
                                          <p:stCondLst>
                                            <p:cond delay="0"/>
                                          </p:stCondLst>
                                        </p:cTn>
                                        <p:tgtEl>
                                          <p:spTgt spid="5"/>
                                        </p:tgtEl>
                                        <p:attrNameLst>
                                          <p:attrName>style.visibility</p:attrName>
                                        </p:attrNameLst>
                                      </p:cBhvr>
                                      <p:to>
                                        <p:strVal val="visible"/>
                                      </p:to>
                                    </p:set>
                                  </p:childTnLst>
                                </p:cTn>
                              </p:par>
                            </p:childTnLst>
                          </p:cTn>
                        </p:par>
                      </p:childTnLst>
                    </p:cTn>
                  </p:par>
                  <p:par>
                    <p:cTn id="12" fill="hold">
                      <p:stCondLst>
                        <p:cond delay="indefinite"/>
                      </p:stCondLst>
                      <p:childTnLst>
                        <p:par>
                          <p:cTn id="13" fill="hold">
                            <p:stCondLst>
                              <p:cond delay="0"/>
                            </p:stCondLst>
                            <p:childTnLst>
                              <p:par>
                                <p:cTn id="14" presetID="1" presetClass="entr" presetSubtype="0" fill="hold" nodeType="clickEffect">
                                  <p:stCondLst>
                                    <p:cond delay="0"/>
                                  </p:stCondLst>
                                  <p:childTnLst>
                                    <p:set>
                                      <p:cBhvr>
                                        <p:cTn id="15"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6"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0" name="Group 29">
            <a:extLst>
              <a:ext uri="{FF2B5EF4-FFF2-40B4-BE49-F238E27FC236}">
                <a16:creationId xmlns:a16="http://schemas.microsoft.com/office/drawing/2014/main" id="{CEB9A765-B3D9-6DC4-BC7D-38CFB5970DF1}"/>
              </a:ext>
            </a:extLst>
          </p:cNvPr>
          <p:cNvGrpSpPr/>
          <p:nvPr/>
        </p:nvGrpSpPr>
        <p:grpSpPr>
          <a:xfrm>
            <a:off x="1330779" y="143583"/>
            <a:ext cx="10861221" cy="1185332"/>
            <a:chOff x="1330779" y="143583"/>
            <a:chExt cx="10861221" cy="1185332"/>
          </a:xfrm>
        </p:grpSpPr>
        <p:pic>
          <p:nvPicPr>
            <p:cNvPr id="10" name="Picture 9">
              <a:extLst>
                <a:ext uri="{FF2B5EF4-FFF2-40B4-BE49-F238E27FC236}">
                  <a16:creationId xmlns:a16="http://schemas.microsoft.com/office/drawing/2014/main" id="{36FE2A93-95AE-D8D0-21B0-4C24D61733AA}"/>
                </a:ext>
              </a:extLst>
            </p:cNvPr>
            <p:cNvPicPr>
              <a:picLocks noChangeAspect="1"/>
            </p:cNvPicPr>
            <p:nvPr/>
          </p:nvPicPr>
          <p:blipFill rotWithShape="1">
            <a:blip r:embed="rId3"/>
            <a:srcRect b="76507"/>
            <a:stretch/>
          </p:blipFill>
          <p:spPr>
            <a:xfrm>
              <a:off x="1330779" y="143583"/>
              <a:ext cx="4765221" cy="1185332"/>
            </a:xfrm>
            <a:prstGeom prst="rect">
              <a:avLst/>
            </a:prstGeom>
          </p:spPr>
        </p:pic>
        <p:pic>
          <p:nvPicPr>
            <p:cNvPr id="13" name="Picture 12">
              <a:extLst>
                <a:ext uri="{FF2B5EF4-FFF2-40B4-BE49-F238E27FC236}">
                  <a16:creationId xmlns:a16="http://schemas.microsoft.com/office/drawing/2014/main" id="{2D3F8772-72D8-2B60-E5D0-C2D8023717D0}"/>
                </a:ext>
              </a:extLst>
            </p:cNvPr>
            <p:cNvPicPr>
              <a:picLocks noChangeAspect="1"/>
            </p:cNvPicPr>
            <p:nvPr/>
          </p:nvPicPr>
          <p:blipFill rotWithShape="1">
            <a:blip r:embed="rId4"/>
            <a:srcRect b="93749"/>
            <a:stretch/>
          </p:blipFill>
          <p:spPr>
            <a:xfrm>
              <a:off x="6899794" y="359873"/>
              <a:ext cx="5292206" cy="391885"/>
            </a:xfrm>
            <a:prstGeom prst="rect">
              <a:avLst/>
            </a:prstGeom>
          </p:spPr>
        </p:pic>
      </p:grpSp>
      <p:grpSp>
        <p:nvGrpSpPr>
          <p:cNvPr id="33" name="Group 32">
            <a:extLst>
              <a:ext uri="{FF2B5EF4-FFF2-40B4-BE49-F238E27FC236}">
                <a16:creationId xmlns:a16="http://schemas.microsoft.com/office/drawing/2014/main" id="{74FC8F87-968D-497B-2475-90EA122F858C}"/>
              </a:ext>
            </a:extLst>
          </p:cNvPr>
          <p:cNvGrpSpPr/>
          <p:nvPr/>
        </p:nvGrpSpPr>
        <p:grpSpPr>
          <a:xfrm>
            <a:off x="1330779" y="4378288"/>
            <a:ext cx="9729107" cy="2473121"/>
            <a:chOff x="1330779" y="4378288"/>
            <a:chExt cx="9729107" cy="2473121"/>
          </a:xfrm>
        </p:grpSpPr>
        <p:pic>
          <p:nvPicPr>
            <p:cNvPr id="16" name="Picture 15">
              <a:extLst>
                <a:ext uri="{FF2B5EF4-FFF2-40B4-BE49-F238E27FC236}">
                  <a16:creationId xmlns:a16="http://schemas.microsoft.com/office/drawing/2014/main" id="{4F591237-071A-8A97-B52A-2D1561DD13CB}"/>
                </a:ext>
              </a:extLst>
            </p:cNvPr>
            <p:cNvPicPr>
              <a:picLocks noChangeAspect="1"/>
            </p:cNvPicPr>
            <p:nvPr/>
          </p:nvPicPr>
          <p:blipFill rotWithShape="1">
            <a:blip r:embed="rId4"/>
            <a:srcRect t="46941"/>
            <a:stretch/>
          </p:blipFill>
          <p:spPr>
            <a:xfrm>
              <a:off x="7125169" y="4378288"/>
              <a:ext cx="3934717" cy="2473121"/>
            </a:xfrm>
            <a:prstGeom prst="rect">
              <a:avLst/>
            </a:prstGeom>
          </p:spPr>
        </p:pic>
        <p:pic>
          <p:nvPicPr>
            <p:cNvPr id="25" name="Picture 24">
              <a:extLst>
                <a:ext uri="{FF2B5EF4-FFF2-40B4-BE49-F238E27FC236}">
                  <a16:creationId xmlns:a16="http://schemas.microsoft.com/office/drawing/2014/main" id="{F7FB82B2-7919-339A-3670-924151526D3E}"/>
                </a:ext>
              </a:extLst>
            </p:cNvPr>
            <p:cNvPicPr>
              <a:picLocks noChangeAspect="1"/>
            </p:cNvPicPr>
            <p:nvPr/>
          </p:nvPicPr>
          <p:blipFill rotWithShape="1">
            <a:blip r:embed="rId3"/>
            <a:srcRect t="78271"/>
            <a:stretch/>
          </p:blipFill>
          <p:spPr>
            <a:xfrm>
              <a:off x="1330779" y="4635337"/>
              <a:ext cx="4765221" cy="1096346"/>
            </a:xfrm>
            <a:prstGeom prst="rect">
              <a:avLst/>
            </a:prstGeom>
          </p:spPr>
        </p:pic>
      </p:grpSp>
      <p:grpSp>
        <p:nvGrpSpPr>
          <p:cNvPr id="31" name="Group 30">
            <a:extLst>
              <a:ext uri="{FF2B5EF4-FFF2-40B4-BE49-F238E27FC236}">
                <a16:creationId xmlns:a16="http://schemas.microsoft.com/office/drawing/2014/main" id="{FF2A9EBE-3081-DD74-9490-BF1CD565D20C}"/>
              </a:ext>
            </a:extLst>
          </p:cNvPr>
          <p:cNvGrpSpPr/>
          <p:nvPr/>
        </p:nvGrpSpPr>
        <p:grpSpPr>
          <a:xfrm>
            <a:off x="1330779" y="1328915"/>
            <a:ext cx="10819429" cy="1917581"/>
            <a:chOff x="1330779" y="1328915"/>
            <a:chExt cx="10819429" cy="1917581"/>
          </a:xfrm>
        </p:grpSpPr>
        <p:pic>
          <p:nvPicPr>
            <p:cNvPr id="14" name="Picture 13">
              <a:extLst>
                <a:ext uri="{FF2B5EF4-FFF2-40B4-BE49-F238E27FC236}">
                  <a16:creationId xmlns:a16="http://schemas.microsoft.com/office/drawing/2014/main" id="{CFA0CE35-6EAE-65BA-86AE-70B933375A42}"/>
                </a:ext>
              </a:extLst>
            </p:cNvPr>
            <p:cNvPicPr>
              <a:picLocks noChangeAspect="1"/>
            </p:cNvPicPr>
            <p:nvPr/>
          </p:nvPicPr>
          <p:blipFill rotWithShape="1">
            <a:blip r:embed="rId3"/>
            <a:srcRect t="23493" b="39118"/>
            <a:stretch/>
          </p:blipFill>
          <p:spPr>
            <a:xfrm>
              <a:off x="1330779" y="1359985"/>
              <a:ext cx="4765221" cy="1886511"/>
            </a:xfrm>
            <a:prstGeom prst="rect">
              <a:avLst/>
            </a:prstGeom>
          </p:spPr>
        </p:pic>
        <p:pic>
          <p:nvPicPr>
            <p:cNvPr id="26" name="Picture 25">
              <a:extLst>
                <a:ext uri="{FF2B5EF4-FFF2-40B4-BE49-F238E27FC236}">
                  <a16:creationId xmlns:a16="http://schemas.microsoft.com/office/drawing/2014/main" id="{586B18ED-499A-C148-DFF3-0A1562CB479B}"/>
                </a:ext>
              </a:extLst>
            </p:cNvPr>
            <p:cNvPicPr>
              <a:picLocks noChangeAspect="1"/>
            </p:cNvPicPr>
            <p:nvPr/>
          </p:nvPicPr>
          <p:blipFill rotWithShape="1">
            <a:blip r:embed="rId4"/>
            <a:srcRect t="6251" b="66498"/>
            <a:stretch/>
          </p:blipFill>
          <p:spPr>
            <a:xfrm>
              <a:off x="6858002" y="1328915"/>
              <a:ext cx="5292206" cy="1708414"/>
            </a:xfrm>
            <a:prstGeom prst="rect">
              <a:avLst/>
            </a:prstGeom>
          </p:spPr>
        </p:pic>
      </p:grpSp>
      <p:grpSp>
        <p:nvGrpSpPr>
          <p:cNvPr id="32" name="Group 31">
            <a:extLst>
              <a:ext uri="{FF2B5EF4-FFF2-40B4-BE49-F238E27FC236}">
                <a16:creationId xmlns:a16="http://schemas.microsoft.com/office/drawing/2014/main" id="{987C1ACC-D81C-DAA5-2138-7CF88C062CA5}"/>
              </a:ext>
            </a:extLst>
          </p:cNvPr>
          <p:cNvGrpSpPr/>
          <p:nvPr/>
        </p:nvGrpSpPr>
        <p:grpSpPr>
          <a:xfrm>
            <a:off x="1330779" y="3314723"/>
            <a:ext cx="10861221" cy="783081"/>
            <a:chOff x="1330779" y="3314723"/>
            <a:chExt cx="10861221" cy="783081"/>
          </a:xfrm>
        </p:grpSpPr>
        <p:pic>
          <p:nvPicPr>
            <p:cNvPr id="27" name="Picture 26">
              <a:extLst>
                <a:ext uri="{FF2B5EF4-FFF2-40B4-BE49-F238E27FC236}">
                  <a16:creationId xmlns:a16="http://schemas.microsoft.com/office/drawing/2014/main" id="{DD12AAA4-08A9-9C4F-AAF8-F485EF52CA62}"/>
                </a:ext>
              </a:extLst>
            </p:cNvPr>
            <p:cNvPicPr>
              <a:picLocks noChangeAspect="1"/>
            </p:cNvPicPr>
            <p:nvPr/>
          </p:nvPicPr>
          <p:blipFill rotWithShape="1">
            <a:blip r:embed="rId3"/>
            <a:srcRect t="60882" b="23598"/>
            <a:stretch/>
          </p:blipFill>
          <p:spPr>
            <a:xfrm>
              <a:off x="1330779" y="3314723"/>
              <a:ext cx="4765221" cy="783081"/>
            </a:xfrm>
            <a:prstGeom prst="rect">
              <a:avLst/>
            </a:prstGeom>
          </p:spPr>
        </p:pic>
        <p:pic>
          <p:nvPicPr>
            <p:cNvPr id="28" name="Picture 27">
              <a:extLst>
                <a:ext uri="{FF2B5EF4-FFF2-40B4-BE49-F238E27FC236}">
                  <a16:creationId xmlns:a16="http://schemas.microsoft.com/office/drawing/2014/main" id="{C12969F0-2604-C127-BC61-D788E3A12C65}"/>
                </a:ext>
              </a:extLst>
            </p:cNvPr>
            <p:cNvPicPr>
              <a:picLocks noChangeAspect="1"/>
            </p:cNvPicPr>
            <p:nvPr/>
          </p:nvPicPr>
          <p:blipFill rotWithShape="1">
            <a:blip r:embed="rId4"/>
            <a:srcRect t="33154" b="58001"/>
            <a:stretch/>
          </p:blipFill>
          <p:spPr>
            <a:xfrm>
              <a:off x="6899794" y="3314723"/>
              <a:ext cx="5292206" cy="554529"/>
            </a:xfrm>
            <a:prstGeom prst="rect">
              <a:avLst/>
            </a:prstGeom>
          </p:spPr>
        </p:pic>
      </p:grpSp>
      <p:pic>
        <p:nvPicPr>
          <p:cNvPr id="29" name="Picture 28">
            <a:extLst>
              <a:ext uri="{FF2B5EF4-FFF2-40B4-BE49-F238E27FC236}">
                <a16:creationId xmlns:a16="http://schemas.microsoft.com/office/drawing/2014/main" id="{5954478A-CE75-C908-7705-7224C7D040F4}"/>
              </a:ext>
            </a:extLst>
          </p:cNvPr>
          <p:cNvPicPr>
            <a:picLocks noChangeAspect="1"/>
          </p:cNvPicPr>
          <p:nvPr/>
        </p:nvPicPr>
        <p:blipFill rotWithShape="1">
          <a:blip r:embed="rId4"/>
          <a:srcRect t="41829" b="51055"/>
          <a:stretch/>
        </p:blipFill>
        <p:spPr>
          <a:xfrm>
            <a:off x="6899794" y="3869251"/>
            <a:ext cx="5292206" cy="446101"/>
          </a:xfrm>
          <a:prstGeom prst="rect">
            <a:avLst/>
          </a:prstGeom>
        </p:spPr>
      </p:pic>
    </p:spTree>
    <p:extLst>
      <p:ext uri="{BB962C8B-B14F-4D97-AF65-F5344CB8AC3E}">
        <p14:creationId xmlns:p14="http://schemas.microsoft.com/office/powerpoint/2010/main" val="12015877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E1AA3D-CC1E-C74E-A634-995E791A2433}"/>
              </a:ext>
            </a:extLst>
          </p:cNvPr>
          <p:cNvSpPr>
            <a:spLocks noGrp="1"/>
          </p:cNvSpPr>
          <p:nvPr>
            <p:ph type="title"/>
          </p:nvPr>
        </p:nvSpPr>
        <p:spPr>
          <a:xfrm>
            <a:off x="1024128" y="38739"/>
            <a:ext cx="9720072" cy="1499616"/>
          </a:xfrm>
        </p:spPr>
        <p:txBody>
          <a:bodyPr/>
          <a:lstStyle/>
          <a:p>
            <a:r>
              <a:rPr lang="en-US" dirty="0"/>
              <a:t>Your Turn</a:t>
            </a:r>
          </a:p>
        </p:txBody>
      </p:sp>
      <p:sp>
        <p:nvSpPr>
          <p:cNvPr id="3" name="Text Placeholder 2">
            <a:extLst>
              <a:ext uri="{FF2B5EF4-FFF2-40B4-BE49-F238E27FC236}">
                <a16:creationId xmlns:a16="http://schemas.microsoft.com/office/drawing/2014/main" id="{EE19BCF9-CEA1-7D4C-9B3A-71C9D9023AEA}"/>
              </a:ext>
            </a:extLst>
          </p:cNvPr>
          <p:cNvSpPr>
            <a:spLocks noGrp="1"/>
          </p:cNvSpPr>
          <p:nvPr>
            <p:ph type="body" sz="quarter" idx="13"/>
          </p:nvPr>
        </p:nvSpPr>
        <p:spPr>
          <a:xfrm>
            <a:off x="198783" y="1391478"/>
            <a:ext cx="11628781" cy="5049079"/>
          </a:xfrm>
        </p:spPr>
        <p:txBody>
          <a:bodyPr>
            <a:noAutofit/>
          </a:bodyPr>
          <a:lstStyle/>
          <a:p>
            <a:pPr marL="514350" indent="-514350">
              <a:buFont typeface="+mj-lt"/>
              <a:buAutoNum type="arabicPeriod"/>
            </a:pPr>
            <a:r>
              <a:rPr lang="en-US" sz="3200" dirty="0"/>
              <a:t>Open a sample Quarto document (File -&gt; New File -&gt; Quarto Document). Enter </a:t>
            </a:r>
            <a:r>
              <a:rPr lang="en-US" sz="3200" dirty="0">
                <a:solidFill>
                  <a:schemeClr val="accent1"/>
                </a:solidFill>
              </a:rPr>
              <a:t>My First Quarto </a:t>
            </a:r>
            <a:r>
              <a:rPr lang="en-US" sz="3200" dirty="0"/>
              <a:t>as the title in the prompt and press </a:t>
            </a:r>
            <a:r>
              <a:rPr lang="en-US" sz="3200" dirty="0">
                <a:solidFill>
                  <a:schemeClr val="accent1"/>
                </a:solidFill>
              </a:rPr>
              <a:t>Create</a:t>
            </a:r>
            <a:r>
              <a:rPr lang="en-US" sz="3200" dirty="0"/>
              <a:t>.</a:t>
            </a:r>
          </a:p>
          <a:p>
            <a:pPr marL="514350" indent="-514350">
              <a:buFont typeface="+mj-lt"/>
              <a:buAutoNum type="arabicPeriod"/>
            </a:pPr>
            <a:r>
              <a:rPr lang="en-US" sz="3200" dirty="0"/>
              <a:t>Review the format of the document:  header, text, code chunks </a:t>
            </a:r>
          </a:p>
          <a:p>
            <a:pPr marL="514350" indent="-514350">
              <a:buFont typeface="+mj-lt"/>
              <a:buAutoNum type="arabicPeriod"/>
            </a:pPr>
            <a:r>
              <a:rPr lang="en-US" sz="3200" dirty="0"/>
              <a:t>Execute the individual code chunks by selecting the Run Current Chunk arrow.  </a:t>
            </a:r>
          </a:p>
          <a:p>
            <a:pPr marL="514350" indent="-514350">
              <a:buFont typeface="+mj-lt"/>
              <a:buAutoNum type="arabicPeriod"/>
            </a:pPr>
            <a:r>
              <a:rPr lang="en-US" sz="3200" dirty="0"/>
              <a:t>Render the document to HTML.  You will prompted to save your Quarto Document first.  Name it </a:t>
            </a:r>
            <a:r>
              <a:rPr lang="en-US" sz="3200" dirty="0">
                <a:solidFill>
                  <a:schemeClr val="accent1"/>
                </a:solidFill>
              </a:rPr>
              <a:t>Module 2 – Quarto Intro </a:t>
            </a:r>
            <a:r>
              <a:rPr lang="en-US" sz="3200" dirty="0"/>
              <a:t>and click save.  Review the rendered document.</a:t>
            </a:r>
          </a:p>
        </p:txBody>
      </p:sp>
    </p:spTree>
    <p:extLst>
      <p:ext uri="{BB962C8B-B14F-4D97-AF65-F5344CB8AC3E}">
        <p14:creationId xmlns:p14="http://schemas.microsoft.com/office/powerpoint/2010/main" val="245114720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A screenshot of a computer&#10;&#10;Description automatically generated">
            <a:extLst>
              <a:ext uri="{FF2B5EF4-FFF2-40B4-BE49-F238E27FC236}">
                <a16:creationId xmlns:a16="http://schemas.microsoft.com/office/drawing/2014/main" id="{340B5D99-FFFA-D76F-6F8F-6C2E32D18E3C}"/>
              </a:ext>
            </a:extLst>
          </p:cNvPr>
          <p:cNvPicPr>
            <a:picLocks noChangeAspect="1"/>
          </p:cNvPicPr>
          <p:nvPr/>
        </p:nvPicPr>
        <p:blipFill>
          <a:blip r:embed="rId2"/>
          <a:stretch>
            <a:fillRect/>
          </a:stretch>
        </p:blipFill>
        <p:spPr>
          <a:xfrm>
            <a:off x="2209800" y="322515"/>
            <a:ext cx="7772400" cy="6212969"/>
          </a:xfrm>
          <a:prstGeom prst="rect">
            <a:avLst/>
          </a:prstGeom>
        </p:spPr>
      </p:pic>
      <p:cxnSp>
        <p:nvCxnSpPr>
          <p:cNvPr id="4" name="Straight Arrow Connector 3">
            <a:extLst>
              <a:ext uri="{FF2B5EF4-FFF2-40B4-BE49-F238E27FC236}">
                <a16:creationId xmlns:a16="http://schemas.microsoft.com/office/drawing/2014/main" id="{CA6E7317-D57F-2840-86C4-D950E478BF82}"/>
              </a:ext>
            </a:extLst>
          </p:cNvPr>
          <p:cNvCxnSpPr>
            <a:cxnSpLocks/>
          </p:cNvCxnSpPr>
          <p:nvPr/>
        </p:nvCxnSpPr>
        <p:spPr>
          <a:xfrm flipH="1">
            <a:off x="4997062" y="1003610"/>
            <a:ext cx="1188147" cy="414336"/>
          </a:xfrm>
          <a:prstGeom prst="straightConnector1">
            <a:avLst/>
          </a:prstGeom>
          <a:ln w="76200">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35932538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A screenshot of a computer&#10;&#10;Description automatically generated with medium confidence">
            <a:extLst>
              <a:ext uri="{FF2B5EF4-FFF2-40B4-BE49-F238E27FC236}">
                <a16:creationId xmlns:a16="http://schemas.microsoft.com/office/drawing/2014/main" id="{ED99EC51-1E6C-B4FB-394F-AB01073BAD13}"/>
              </a:ext>
            </a:extLst>
          </p:cNvPr>
          <p:cNvPicPr>
            <a:picLocks noChangeAspect="1"/>
          </p:cNvPicPr>
          <p:nvPr/>
        </p:nvPicPr>
        <p:blipFill>
          <a:blip r:embed="rId2"/>
          <a:stretch>
            <a:fillRect/>
          </a:stretch>
        </p:blipFill>
        <p:spPr>
          <a:xfrm>
            <a:off x="540519" y="-1"/>
            <a:ext cx="11110962" cy="6858001"/>
          </a:xfrm>
          <a:prstGeom prst="rect">
            <a:avLst/>
          </a:prstGeom>
        </p:spPr>
      </p:pic>
      <p:cxnSp>
        <p:nvCxnSpPr>
          <p:cNvPr id="4" name="Straight Arrow Connector 3">
            <a:extLst>
              <a:ext uri="{FF2B5EF4-FFF2-40B4-BE49-F238E27FC236}">
                <a16:creationId xmlns:a16="http://schemas.microsoft.com/office/drawing/2014/main" id="{9D198073-C125-AD77-B7E3-92C4FAE1CDA5}"/>
              </a:ext>
            </a:extLst>
          </p:cNvPr>
          <p:cNvCxnSpPr>
            <a:cxnSpLocks/>
          </p:cNvCxnSpPr>
          <p:nvPr/>
        </p:nvCxnSpPr>
        <p:spPr>
          <a:xfrm flipH="1">
            <a:off x="8085951" y="2098170"/>
            <a:ext cx="1035747" cy="0"/>
          </a:xfrm>
          <a:prstGeom prst="straightConnector1">
            <a:avLst/>
          </a:prstGeom>
          <a:ln w="76200">
            <a:tailEnd type="triangle"/>
          </a:ln>
        </p:spPr>
        <p:style>
          <a:lnRef idx="1">
            <a:schemeClr val="accent1"/>
          </a:lnRef>
          <a:fillRef idx="0">
            <a:schemeClr val="accent1"/>
          </a:fillRef>
          <a:effectRef idx="0">
            <a:schemeClr val="accent1"/>
          </a:effectRef>
          <a:fontRef idx="minor">
            <a:schemeClr val="tx1"/>
          </a:fontRef>
        </p:style>
      </p:cxnSp>
      <p:cxnSp>
        <p:nvCxnSpPr>
          <p:cNvPr id="7" name="Straight Arrow Connector 6">
            <a:extLst>
              <a:ext uri="{FF2B5EF4-FFF2-40B4-BE49-F238E27FC236}">
                <a16:creationId xmlns:a16="http://schemas.microsoft.com/office/drawing/2014/main" id="{8D7DFBF8-F007-86CF-6A19-76AAB3D3F2A3}"/>
              </a:ext>
            </a:extLst>
          </p:cNvPr>
          <p:cNvCxnSpPr>
            <a:cxnSpLocks/>
          </p:cNvCxnSpPr>
          <p:nvPr/>
        </p:nvCxnSpPr>
        <p:spPr>
          <a:xfrm flipH="1" flipV="1">
            <a:off x="7403326" y="5183341"/>
            <a:ext cx="558645" cy="648747"/>
          </a:xfrm>
          <a:prstGeom prst="straightConnector1">
            <a:avLst/>
          </a:prstGeom>
          <a:ln w="76200">
            <a:tailEnd type="triangle"/>
          </a:ln>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18F55D09-D021-F54F-4AEF-420833339524}"/>
              </a:ext>
            </a:extLst>
          </p:cNvPr>
          <p:cNvSpPr txBox="1"/>
          <p:nvPr/>
        </p:nvSpPr>
        <p:spPr>
          <a:xfrm>
            <a:off x="9121698" y="1913504"/>
            <a:ext cx="2529783" cy="369332"/>
          </a:xfrm>
          <a:prstGeom prst="rect">
            <a:avLst/>
          </a:prstGeom>
          <a:noFill/>
        </p:spPr>
        <p:txBody>
          <a:bodyPr wrap="square" rtlCol="0">
            <a:spAutoFit/>
          </a:bodyPr>
          <a:lstStyle/>
          <a:p>
            <a:r>
              <a:rPr lang="en-US" dirty="0"/>
              <a:t>Enter title</a:t>
            </a:r>
          </a:p>
        </p:txBody>
      </p:sp>
      <p:sp>
        <p:nvSpPr>
          <p:cNvPr id="10" name="TextBox 9">
            <a:extLst>
              <a:ext uri="{FF2B5EF4-FFF2-40B4-BE49-F238E27FC236}">
                <a16:creationId xmlns:a16="http://schemas.microsoft.com/office/drawing/2014/main" id="{A3A14734-1670-85CE-E6ED-BB50A61D95F2}"/>
              </a:ext>
            </a:extLst>
          </p:cNvPr>
          <p:cNvSpPr txBox="1"/>
          <p:nvPr/>
        </p:nvSpPr>
        <p:spPr>
          <a:xfrm>
            <a:off x="7961971" y="5647422"/>
            <a:ext cx="2529783" cy="369332"/>
          </a:xfrm>
          <a:prstGeom prst="rect">
            <a:avLst/>
          </a:prstGeom>
          <a:noFill/>
        </p:spPr>
        <p:txBody>
          <a:bodyPr wrap="square" rtlCol="0">
            <a:spAutoFit/>
          </a:bodyPr>
          <a:lstStyle/>
          <a:p>
            <a:r>
              <a:rPr lang="en-US" dirty="0"/>
              <a:t>Create document</a:t>
            </a:r>
          </a:p>
        </p:txBody>
      </p:sp>
    </p:spTree>
    <p:extLst>
      <p:ext uri="{BB962C8B-B14F-4D97-AF65-F5344CB8AC3E}">
        <p14:creationId xmlns:p14="http://schemas.microsoft.com/office/powerpoint/2010/main" val="13142236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A screenshot of a computer&#10;&#10;Description automatically generated with medium confidence">
            <a:extLst>
              <a:ext uri="{FF2B5EF4-FFF2-40B4-BE49-F238E27FC236}">
                <a16:creationId xmlns:a16="http://schemas.microsoft.com/office/drawing/2014/main" id="{5322923B-198C-897A-A677-CDD3BBC5AB9C}"/>
              </a:ext>
            </a:extLst>
          </p:cNvPr>
          <p:cNvPicPr>
            <a:picLocks noChangeAspect="1"/>
          </p:cNvPicPr>
          <p:nvPr/>
        </p:nvPicPr>
        <p:blipFill>
          <a:blip r:embed="rId2"/>
          <a:stretch>
            <a:fillRect/>
          </a:stretch>
        </p:blipFill>
        <p:spPr>
          <a:xfrm>
            <a:off x="792897" y="0"/>
            <a:ext cx="10115551" cy="6858000"/>
          </a:xfrm>
          <a:prstGeom prst="rect">
            <a:avLst/>
          </a:prstGeom>
        </p:spPr>
      </p:pic>
      <p:cxnSp>
        <p:nvCxnSpPr>
          <p:cNvPr id="5" name="Straight Arrow Connector 4">
            <a:extLst>
              <a:ext uri="{FF2B5EF4-FFF2-40B4-BE49-F238E27FC236}">
                <a16:creationId xmlns:a16="http://schemas.microsoft.com/office/drawing/2014/main" id="{CB9816CC-82E3-7445-A3D4-93C4F73D1C96}"/>
              </a:ext>
            </a:extLst>
          </p:cNvPr>
          <p:cNvCxnSpPr>
            <a:cxnSpLocks/>
          </p:cNvCxnSpPr>
          <p:nvPr/>
        </p:nvCxnSpPr>
        <p:spPr>
          <a:xfrm>
            <a:off x="8684798" y="2659419"/>
            <a:ext cx="0" cy="769581"/>
          </a:xfrm>
          <a:prstGeom prst="straightConnector1">
            <a:avLst/>
          </a:prstGeom>
          <a:ln w="76200">
            <a:tailEnd type="triangle"/>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6DAF5464-5680-034A-BD84-C07D1EF9128A}"/>
              </a:ext>
            </a:extLst>
          </p:cNvPr>
          <p:cNvSpPr txBox="1"/>
          <p:nvPr/>
        </p:nvSpPr>
        <p:spPr>
          <a:xfrm>
            <a:off x="6744356" y="2019506"/>
            <a:ext cx="3880883" cy="523220"/>
          </a:xfrm>
          <a:prstGeom prst="rect">
            <a:avLst/>
          </a:prstGeom>
          <a:noFill/>
        </p:spPr>
        <p:txBody>
          <a:bodyPr wrap="square" rtlCol="0">
            <a:spAutoFit/>
          </a:bodyPr>
          <a:lstStyle/>
          <a:p>
            <a:pPr algn="ctr"/>
            <a:r>
              <a:rPr lang="en-US" sz="2800" dirty="0"/>
              <a:t>Scroll down</a:t>
            </a:r>
          </a:p>
        </p:txBody>
      </p:sp>
      <p:cxnSp>
        <p:nvCxnSpPr>
          <p:cNvPr id="12" name="Straight Arrow Connector 11">
            <a:extLst>
              <a:ext uri="{FF2B5EF4-FFF2-40B4-BE49-F238E27FC236}">
                <a16:creationId xmlns:a16="http://schemas.microsoft.com/office/drawing/2014/main" id="{BE18DB4B-D3B8-0D49-A63A-52E67F4D06CD}"/>
              </a:ext>
            </a:extLst>
          </p:cNvPr>
          <p:cNvCxnSpPr>
            <a:cxnSpLocks/>
          </p:cNvCxnSpPr>
          <p:nvPr/>
        </p:nvCxnSpPr>
        <p:spPr>
          <a:xfrm flipH="1">
            <a:off x="7751832" y="4177143"/>
            <a:ext cx="667339" cy="523220"/>
          </a:xfrm>
          <a:prstGeom prst="straightConnector1">
            <a:avLst/>
          </a:prstGeom>
          <a:ln w="76200">
            <a:tailEnd type="triangle"/>
          </a:ln>
        </p:spPr>
        <p:style>
          <a:lnRef idx="1">
            <a:schemeClr val="accent1"/>
          </a:lnRef>
          <a:fillRef idx="0">
            <a:schemeClr val="accent1"/>
          </a:fillRef>
          <a:effectRef idx="0">
            <a:schemeClr val="accent1"/>
          </a:effectRef>
          <a:fontRef idx="minor">
            <a:schemeClr val="tx1"/>
          </a:fontRef>
        </p:style>
      </p:cxnSp>
      <p:sp>
        <p:nvSpPr>
          <p:cNvPr id="14" name="TextBox 13">
            <a:extLst>
              <a:ext uri="{FF2B5EF4-FFF2-40B4-BE49-F238E27FC236}">
                <a16:creationId xmlns:a16="http://schemas.microsoft.com/office/drawing/2014/main" id="{BF4310A3-3124-EF44-83C2-11B6782A25CA}"/>
              </a:ext>
            </a:extLst>
          </p:cNvPr>
          <p:cNvSpPr txBox="1"/>
          <p:nvPr/>
        </p:nvSpPr>
        <p:spPr>
          <a:xfrm>
            <a:off x="8419171" y="3682812"/>
            <a:ext cx="2698595" cy="523220"/>
          </a:xfrm>
          <a:prstGeom prst="rect">
            <a:avLst/>
          </a:prstGeom>
          <a:noFill/>
        </p:spPr>
        <p:txBody>
          <a:bodyPr wrap="square" rtlCol="0">
            <a:spAutoFit/>
          </a:bodyPr>
          <a:lstStyle/>
          <a:p>
            <a:r>
              <a:rPr lang="en-US" sz="2800" dirty="0"/>
              <a:t>Hit button to run</a:t>
            </a:r>
          </a:p>
        </p:txBody>
      </p:sp>
    </p:spTree>
    <p:extLst>
      <p:ext uri="{BB962C8B-B14F-4D97-AF65-F5344CB8AC3E}">
        <p14:creationId xmlns:p14="http://schemas.microsoft.com/office/powerpoint/2010/main" val="295544627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descr="A screenshot of a computer&#10;&#10;Description automatically generated with medium confidence">
            <a:extLst>
              <a:ext uri="{FF2B5EF4-FFF2-40B4-BE49-F238E27FC236}">
                <a16:creationId xmlns:a16="http://schemas.microsoft.com/office/drawing/2014/main" id="{C445C705-2FD3-070C-3B45-5D17E4BD389E}"/>
              </a:ext>
            </a:extLst>
          </p:cNvPr>
          <p:cNvPicPr>
            <a:picLocks noChangeAspect="1"/>
          </p:cNvPicPr>
          <p:nvPr/>
        </p:nvPicPr>
        <p:blipFill>
          <a:blip r:embed="rId2"/>
          <a:stretch>
            <a:fillRect/>
          </a:stretch>
        </p:blipFill>
        <p:spPr>
          <a:xfrm>
            <a:off x="546269" y="0"/>
            <a:ext cx="11099461" cy="6858000"/>
          </a:xfrm>
          <a:prstGeom prst="rect">
            <a:avLst/>
          </a:prstGeom>
        </p:spPr>
      </p:pic>
      <p:cxnSp>
        <p:nvCxnSpPr>
          <p:cNvPr id="4" name="Straight Arrow Connector 3">
            <a:extLst>
              <a:ext uri="{FF2B5EF4-FFF2-40B4-BE49-F238E27FC236}">
                <a16:creationId xmlns:a16="http://schemas.microsoft.com/office/drawing/2014/main" id="{3C5E08BA-D606-E249-859D-7B48713BAE6F}"/>
              </a:ext>
            </a:extLst>
          </p:cNvPr>
          <p:cNvCxnSpPr>
            <a:cxnSpLocks/>
          </p:cNvCxnSpPr>
          <p:nvPr/>
        </p:nvCxnSpPr>
        <p:spPr>
          <a:xfrm flipH="1" flipV="1">
            <a:off x="3130231" y="801401"/>
            <a:ext cx="962267" cy="347175"/>
          </a:xfrm>
          <a:prstGeom prst="straightConnector1">
            <a:avLst/>
          </a:prstGeom>
          <a:ln w="76200">
            <a:tailEnd type="triangle"/>
          </a:ln>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F7C6E408-6BA3-384A-939F-898A7CE85CD2}"/>
              </a:ext>
            </a:extLst>
          </p:cNvPr>
          <p:cNvSpPr txBox="1"/>
          <p:nvPr/>
        </p:nvSpPr>
        <p:spPr>
          <a:xfrm>
            <a:off x="4218621" y="886966"/>
            <a:ext cx="3880883" cy="523220"/>
          </a:xfrm>
          <a:prstGeom prst="rect">
            <a:avLst/>
          </a:prstGeom>
          <a:noFill/>
        </p:spPr>
        <p:txBody>
          <a:bodyPr wrap="square" rtlCol="0">
            <a:spAutoFit/>
          </a:bodyPr>
          <a:lstStyle/>
          <a:p>
            <a:r>
              <a:rPr lang="en-US" sz="2800" dirty="0"/>
              <a:t>Render document</a:t>
            </a:r>
          </a:p>
        </p:txBody>
      </p:sp>
      <p:cxnSp>
        <p:nvCxnSpPr>
          <p:cNvPr id="7" name="Straight Arrow Connector 6">
            <a:extLst>
              <a:ext uri="{FF2B5EF4-FFF2-40B4-BE49-F238E27FC236}">
                <a16:creationId xmlns:a16="http://schemas.microsoft.com/office/drawing/2014/main" id="{D46BD26A-F0D8-D459-CA41-04F00824681A}"/>
              </a:ext>
            </a:extLst>
          </p:cNvPr>
          <p:cNvCxnSpPr>
            <a:cxnSpLocks/>
          </p:cNvCxnSpPr>
          <p:nvPr/>
        </p:nvCxnSpPr>
        <p:spPr>
          <a:xfrm flipH="1">
            <a:off x="8099504" y="2190471"/>
            <a:ext cx="910681" cy="0"/>
          </a:xfrm>
          <a:prstGeom prst="straightConnector1">
            <a:avLst/>
          </a:prstGeom>
          <a:ln w="76200">
            <a:tailEnd type="triangle"/>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4E11FF4A-37FF-7829-4821-F028893B3E78}"/>
              </a:ext>
            </a:extLst>
          </p:cNvPr>
          <p:cNvSpPr txBox="1"/>
          <p:nvPr/>
        </p:nvSpPr>
        <p:spPr>
          <a:xfrm>
            <a:off x="9010185" y="1928861"/>
            <a:ext cx="3880883" cy="523220"/>
          </a:xfrm>
          <a:prstGeom prst="rect">
            <a:avLst/>
          </a:prstGeom>
          <a:noFill/>
        </p:spPr>
        <p:txBody>
          <a:bodyPr wrap="square" rtlCol="0">
            <a:spAutoFit/>
          </a:bodyPr>
          <a:lstStyle/>
          <a:p>
            <a:r>
              <a:rPr lang="en-US" sz="2800" dirty="0"/>
              <a:t>Name file</a:t>
            </a:r>
          </a:p>
        </p:txBody>
      </p:sp>
      <p:cxnSp>
        <p:nvCxnSpPr>
          <p:cNvPr id="11" name="Straight Arrow Connector 10">
            <a:extLst>
              <a:ext uri="{FF2B5EF4-FFF2-40B4-BE49-F238E27FC236}">
                <a16:creationId xmlns:a16="http://schemas.microsoft.com/office/drawing/2014/main" id="{F0054AB5-925D-28ED-9AB3-296E68165BBB}"/>
              </a:ext>
            </a:extLst>
          </p:cNvPr>
          <p:cNvCxnSpPr>
            <a:cxnSpLocks/>
          </p:cNvCxnSpPr>
          <p:nvPr/>
        </p:nvCxnSpPr>
        <p:spPr>
          <a:xfrm flipH="1" flipV="1">
            <a:off x="5486402" y="2452081"/>
            <a:ext cx="814037" cy="514143"/>
          </a:xfrm>
          <a:prstGeom prst="straightConnector1">
            <a:avLst/>
          </a:prstGeom>
          <a:ln w="76200">
            <a:tailEnd type="triangle"/>
          </a:ln>
        </p:spPr>
        <p:style>
          <a:lnRef idx="1">
            <a:schemeClr val="accent1"/>
          </a:lnRef>
          <a:fillRef idx="0">
            <a:schemeClr val="accent1"/>
          </a:fillRef>
          <a:effectRef idx="0">
            <a:schemeClr val="accent1"/>
          </a:effectRef>
          <a:fontRef idx="minor">
            <a:schemeClr val="tx1"/>
          </a:fontRef>
        </p:style>
      </p:cxnSp>
      <p:sp>
        <p:nvSpPr>
          <p:cNvPr id="13" name="TextBox 12">
            <a:extLst>
              <a:ext uri="{FF2B5EF4-FFF2-40B4-BE49-F238E27FC236}">
                <a16:creationId xmlns:a16="http://schemas.microsoft.com/office/drawing/2014/main" id="{A2B2A9E1-EC5C-DC8B-0630-F12FE5DA7350}"/>
              </a:ext>
            </a:extLst>
          </p:cNvPr>
          <p:cNvSpPr txBox="1"/>
          <p:nvPr/>
        </p:nvSpPr>
        <p:spPr>
          <a:xfrm>
            <a:off x="6300439" y="2704614"/>
            <a:ext cx="3880883" cy="523220"/>
          </a:xfrm>
          <a:prstGeom prst="rect">
            <a:avLst/>
          </a:prstGeom>
          <a:noFill/>
        </p:spPr>
        <p:txBody>
          <a:bodyPr wrap="square" rtlCol="0">
            <a:spAutoFit/>
          </a:bodyPr>
          <a:lstStyle/>
          <a:p>
            <a:r>
              <a:rPr lang="en-US" sz="2800" dirty="0"/>
              <a:t>Confirm destination</a:t>
            </a:r>
          </a:p>
        </p:txBody>
      </p:sp>
      <p:cxnSp>
        <p:nvCxnSpPr>
          <p:cNvPr id="14" name="Straight Arrow Connector 13">
            <a:extLst>
              <a:ext uri="{FF2B5EF4-FFF2-40B4-BE49-F238E27FC236}">
                <a16:creationId xmlns:a16="http://schemas.microsoft.com/office/drawing/2014/main" id="{3BC14980-8080-0087-CB3E-27A8E9CCD7D3}"/>
              </a:ext>
            </a:extLst>
          </p:cNvPr>
          <p:cNvCxnSpPr>
            <a:cxnSpLocks/>
          </p:cNvCxnSpPr>
          <p:nvPr/>
        </p:nvCxnSpPr>
        <p:spPr>
          <a:xfrm flipH="1" flipV="1">
            <a:off x="7285467" y="5035447"/>
            <a:ext cx="814037" cy="514143"/>
          </a:xfrm>
          <a:prstGeom prst="straightConnector1">
            <a:avLst/>
          </a:prstGeom>
          <a:ln w="76200">
            <a:tailEnd type="triangle"/>
          </a:ln>
        </p:spPr>
        <p:style>
          <a:lnRef idx="1">
            <a:schemeClr val="accent1"/>
          </a:lnRef>
          <a:fillRef idx="0">
            <a:schemeClr val="accent1"/>
          </a:fillRef>
          <a:effectRef idx="0">
            <a:schemeClr val="accent1"/>
          </a:effectRef>
          <a:fontRef idx="minor">
            <a:schemeClr val="tx1"/>
          </a:fontRef>
        </p:style>
      </p:cxnSp>
      <p:sp>
        <p:nvSpPr>
          <p:cNvPr id="15" name="TextBox 14">
            <a:extLst>
              <a:ext uri="{FF2B5EF4-FFF2-40B4-BE49-F238E27FC236}">
                <a16:creationId xmlns:a16="http://schemas.microsoft.com/office/drawing/2014/main" id="{6EE2EC82-2F46-79AC-F297-D9C15F6FC6F1}"/>
              </a:ext>
            </a:extLst>
          </p:cNvPr>
          <p:cNvSpPr txBox="1"/>
          <p:nvPr/>
        </p:nvSpPr>
        <p:spPr>
          <a:xfrm>
            <a:off x="8099504" y="5287980"/>
            <a:ext cx="3880883" cy="523220"/>
          </a:xfrm>
          <a:prstGeom prst="rect">
            <a:avLst/>
          </a:prstGeom>
          <a:noFill/>
        </p:spPr>
        <p:txBody>
          <a:bodyPr wrap="square" rtlCol="0">
            <a:spAutoFit/>
          </a:bodyPr>
          <a:lstStyle/>
          <a:p>
            <a:r>
              <a:rPr lang="en-US" sz="2800" dirty="0"/>
              <a:t>Save file</a:t>
            </a:r>
          </a:p>
        </p:txBody>
      </p:sp>
    </p:spTree>
    <p:extLst>
      <p:ext uri="{BB962C8B-B14F-4D97-AF65-F5344CB8AC3E}">
        <p14:creationId xmlns:p14="http://schemas.microsoft.com/office/powerpoint/2010/main" val="91374074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E1AA3D-CC1E-C74E-A634-995E791A2433}"/>
              </a:ext>
            </a:extLst>
          </p:cNvPr>
          <p:cNvSpPr>
            <a:spLocks noGrp="1"/>
          </p:cNvSpPr>
          <p:nvPr>
            <p:ph type="title"/>
          </p:nvPr>
        </p:nvSpPr>
        <p:spPr>
          <a:xfrm>
            <a:off x="1024128" y="38739"/>
            <a:ext cx="9720072" cy="1499616"/>
          </a:xfrm>
        </p:spPr>
        <p:txBody>
          <a:bodyPr/>
          <a:lstStyle/>
          <a:p>
            <a:r>
              <a:rPr lang="en-US" dirty="0"/>
              <a:t>Your Turn</a:t>
            </a:r>
          </a:p>
        </p:txBody>
      </p:sp>
      <p:sp>
        <p:nvSpPr>
          <p:cNvPr id="3" name="Text Placeholder 2">
            <a:extLst>
              <a:ext uri="{FF2B5EF4-FFF2-40B4-BE49-F238E27FC236}">
                <a16:creationId xmlns:a16="http://schemas.microsoft.com/office/drawing/2014/main" id="{EE19BCF9-CEA1-7D4C-9B3A-71C9D9023AEA}"/>
              </a:ext>
            </a:extLst>
          </p:cNvPr>
          <p:cNvSpPr>
            <a:spLocks noGrp="1"/>
          </p:cNvSpPr>
          <p:nvPr>
            <p:ph type="body" sz="quarter" idx="13"/>
          </p:nvPr>
        </p:nvSpPr>
        <p:spPr>
          <a:xfrm>
            <a:off x="198783" y="1391478"/>
            <a:ext cx="11628781" cy="5049079"/>
          </a:xfrm>
        </p:spPr>
        <p:txBody>
          <a:bodyPr>
            <a:noAutofit/>
          </a:bodyPr>
          <a:lstStyle/>
          <a:p>
            <a:pPr marL="514350" indent="-514350">
              <a:buFont typeface="+mj-lt"/>
              <a:buAutoNum type="arabicPeriod"/>
            </a:pPr>
            <a:r>
              <a:rPr lang="en-US" sz="3200" dirty="0"/>
              <a:t>Open a sample Quarto document (File -&gt; New File -&gt; Quarto Document). Enter </a:t>
            </a:r>
            <a:r>
              <a:rPr lang="en-US" sz="3200" dirty="0">
                <a:solidFill>
                  <a:schemeClr val="accent1"/>
                </a:solidFill>
              </a:rPr>
              <a:t>My First Quarto </a:t>
            </a:r>
            <a:r>
              <a:rPr lang="en-US" sz="3200" dirty="0"/>
              <a:t>as the title in the prompt and press </a:t>
            </a:r>
            <a:r>
              <a:rPr lang="en-US" sz="3200" dirty="0">
                <a:solidFill>
                  <a:schemeClr val="accent1"/>
                </a:solidFill>
              </a:rPr>
              <a:t>Create</a:t>
            </a:r>
            <a:r>
              <a:rPr lang="en-US" sz="3200" dirty="0"/>
              <a:t>.</a:t>
            </a:r>
          </a:p>
          <a:p>
            <a:pPr marL="514350" indent="-514350">
              <a:buFont typeface="+mj-lt"/>
              <a:buAutoNum type="arabicPeriod"/>
            </a:pPr>
            <a:r>
              <a:rPr lang="en-US" sz="3200" dirty="0"/>
              <a:t>Review the format of the document:  header, text, code chunks </a:t>
            </a:r>
          </a:p>
          <a:p>
            <a:pPr marL="514350" indent="-514350">
              <a:buFont typeface="+mj-lt"/>
              <a:buAutoNum type="arabicPeriod"/>
            </a:pPr>
            <a:r>
              <a:rPr lang="en-US" sz="3200" dirty="0"/>
              <a:t>Execute the individual code chunks by selecting the green “play” arrow.  </a:t>
            </a:r>
          </a:p>
          <a:p>
            <a:pPr marL="514350" indent="-514350">
              <a:buFont typeface="+mj-lt"/>
              <a:buAutoNum type="arabicPeriod"/>
            </a:pPr>
            <a:r>
              <a:rPr lang="en-US" sz="3200" dirty="0"/>
              <a:t>Render the document to HTML.  You will prompted to save your Quarto Document first.  Name it </a:t>
            </a:r>
            <a:r>
              <a:rPr lang="en-US" sz="3200" dirty="0">
                <a:solidFill>
                  <a:schemeClr val="accent1"/>
                </a:solidFill>
              </a:rPr>
              <a:t>Module 2 – Quarto Intro </a:t>
            </a:r>
            <a:r>
              <a:rPr lang="en-US" sz="3200" dirty="0"/>
              <a:t>and click save.  Review the rendered document.</a:t>
            </a:r>
          </a:p>
        </p:txBody>
      </p:sp>
    </p:spTree>
    <p:extLst>
      <p:ext uri="{BB962C8B-B14F-4D97-AF65-F5344CB8AC3E}">
        <p14:creationId xmlns:p14="http://schemas.microsoft.com/office/powerpoint/2010/main" val="115341282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descr="A picture containing text, line, font, screenshot&#10;&#10;Description automatically generated">
            <a:extLst>
              <a:ext uri="{FF2B5EF4-FFF2-40B4-BE49-F238E27FC236}">
                <a16:creationId xmlns:a16="http://schemas.microsoft.com/office/drawing/2014/main" id="{8E04359F-E7DE-238F-578D-C7E2025577FD}"/>
              </a:ext>
            </a:extLst>
          </p:cNvPr>
          <p:cNvPicPr>
            <a:picLocks noChangeAspect="1"/>
          </p:cNvPicPr>
          <p:nvPr/>
        </p:nvPicPr>
        <p:blipFill>
          <a:blip r:embed="rId3"/>
          <a:stretch>
            <a:fillRect/>
          </a:stretch>
        </p:blipFill>
        <p:spPr>
          <a:xfrm>
            <a:off x="2209800" y="3725765"/>
            <a:ext cx="7772400" cy="1058814"/>
          </a:xfrm>
          <a:prstGeom prst="rect">
            <a:avLst/>
          </a:prstGeom>
        </p:spPr>
      </p:pic>
      <p:sp>
        <p:nvSpPr>
          <p:cNvPr id="2" name="Title 1">
            <a:extLst>
              <a:ext uri="{FF2B5EF4-FFF2-40B4-BE49-F238E27FC236}">
                <a16:creationId xmlns:a16="http://schemas.microsoft.com/office/drawing/2014/main" id="{449E85D2-8B1F-1B42-84C5-2371EC064410}"/>
              </a:ext>
            </a:extLst>
          </p:cNvPr>
          <p:cNvSpPr>
            <a:spLocks noGrp="1"/>
          </p:cNvSpPr>
          <p:nvPr>
            <p:ph type="title"/>
          </p:nvPr>
        </p:nvSpPr>
        <p:spPr/>
        <p:txBody>
          <a:bodyPr/>
          <a:lstStyle/>
          <a:p>
            <a:r>
              <a:rPr lang="en-US" dirty="0"/>
              <a:t>Code chunks</a:t>
            </a:r>
          </a:p>
        </p:txBody>
      </p:sp>
      <p:sp>
        <p:nvSpPr>
          <p:cNvPr id="21" name="Rounded Rectangle 20">
            <a:extLst>
              <a:ext uri="{FF2B5EF4-FFF2-40B4-BE49-F238E27FC236}">
                <a16:creationId xmlns:a16="http://schemas.microsoft.com/office/drawing/2014/main" id="{C39948F5-1A6B-CA4F-9939-607AA5EB105F}"/>
              </a:ext>
            </a:extLst>
          </p:cNvPr>
          <p:cNvSpPr/>
          <p:nvPr/>
        </p:nvSpPr>
        <p:spPr>
          <a:xfrm>
            <a:off x="2419999" y="2135542"/>
            <a:ext cx="1520696" cy="877264"/>
          </a:xfrm>
          <a:prstGeom prst="roundRect">
            <a:avLst/>
          </a:prstGeom>
          <a:solidFill>
            <a:schemeClr val="accent2">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a:t>Language</a:t>
            </a:r>
          </a:p>
        </p:txBody>
      </p:sp>
      <p:sp>
        <p:nvSpPr>
          <p:cNvPr id="22" name="Right Triangle 21">
            <a:extLst>
              <a:ext uri="{FF2B5EF4-FFF2-40B4-BE49-F238E27FC236}">
                <a16:creationId xmlns:a16="http://schemas.microsoft.com/office/drawing/2014/main" id="{26260B7F-4EE0-3A40-8DC4-CF68798BEBEF}"/>
              </a:ext>
            </a:extLst>
          </p:cNvPr>
          <p:cNvSpPr/>
          <p:nvPr/>
        </p:nvSpPr>
        <p:spPr>
          <a:xfrm rot="11899486">
            <a:off x="2714314" y="2875169"/>
            <a:ext cx="196553" cy="1035252"/>
          </a:xfrm>
          <a:prstGeom prst="rtTriangle">
            <a:avLst/>
          </a:prstGeom>
          <a:solidFill>
            <a:schemeClr val="accent2">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Right Triangle 24">
            <a:extLst>
              <a:ext uri="{FF2B5EF4-FFF2-40B4-BE49-F238E27FC236}">
                <a16:creationId xmlns:a16="http://schemas.microsoft.com/office/drawing/2014/main" id="{D07C62FC-1593-EA47-81E9-E68F33E57656}"/>
              </a:ext>
            </a:extLst>
          </p:cNvPr>
          <p:cNvSpPr/>
          <p:nvPr/>
        </p:nvSpPr>
        <p:spPr>
          <a:xfrm rot="1900612">
            <a:off x="8843305" y="3421450"/>
            <a:ext cx="361358" cy="381890"/>
          </a:xfrm>
          <a:prstGeom prst="rtTriangle">
            <a:avLst/>
          </a:prstGeom>
          <a:solidFill>
            <a:schemeClr val="accent2">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Rounded Rectangle 25">
            <a:extLst>
              <a:ext uri="{FF2B5EF4-FFF2-40B4-BE49-F238E27FC236}">
                <a16:creationId xmlns:a16="http://schemas.microsoft.com/office/drawing/2014/main" id="{6E926126-3065-874E-B699-E3648F1C2EC5}"/>
              </a:ext>
            </a:extLst>
          </p:cNvPr>
          <p:cNvSpPr/>
          <p:nvPr/>
        </p:nvSpPr>
        <p:spPr>
          <a:xfrm>
            <a:off x="6997581" y="2757903"/>
            <a:ext cx="2050399" cy="967862"/>
          </a:xfrm>
          <a:prstGeom prst="roundRect">
            <a:avLst/>
          </a:prstGeom>
          <a:solidFill>
            <a:schemeClr val="accent2">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a:t>Run chunk</a:t>
            </a:r>
          </a:p>
        </p:txBody>
      </p:sp>
      <p:sp>
        <p:nvSpPr>
          <p:cNvPr id="27" name="Right Triangle 26">
            <a:extLst>
              <a:ext uri="{FF2B5EF4-FFF2-40B4-BE49-F238E27FC236}">
                <a16:creationId xmlns:a16="http://schemas.microsoft.com/office/drawing/2014/main" id="{8467606F-09E4-6B47-906F-FFF2E38A5C34}"/>
              </a:ext>
            </a:extLst>
          </p:cNvPr>
          <p:cNvSpPr/>
          <p:nvPr/>
        </p:nvSpPr>
        <p:spPr>
          <a:xfrm rot="12934440">
            <a:off x="2743448" y="4400755"/>
            <a:ext cx="493369" cy="207309"/>
          </a:xfrm>
          <a:prstGeom prst="rtTriangle">
            <a:avLst/>
          </a:prstGeom>
          <a:solidFill>
            <a:schemeClr val="accent2">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Rounded Rectangle 27">
            <a:extLst>
              <a:ext uri="{FF2B5EF4-FFF2-40B4-BE49-F238E27FC236}">
                <a16:creationId xmlns:a16="http://schemas.microsoft.com/office/drawing/2014/main" id="{622B9323-6F75-B640-809D-4F8EBC9593DA}"/>
              </a:ext>
            </a:extLst>
          </p:cNvPr>
          <p:cNvSpPr/>
          <p:nvPr/>
        </p:nvSpPr>
        <p:spPr>
          <a:xfrm>
            <a:off x="2990132" y="4525732"/>
            <a:ext cx="2377671" cy="1325563"/>
          </a:xfrm>
          <a:prstGeom prst="roundRect">
            <a:avLst/>
          </a:prstGeom>
          <a:solidFill>
            <a:schemeClr val="accent2">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a:t>Code in body of chunk</a:t>
            </a:r>
          </a:p>
        </p:txBody>
      </p:sp>
      <p:pic>
        <p:nvPicPr>
          <p:cNvPr id="29" name="Picture 28">
            <a:extLst>
              <a:ext uri="{FF2B5EF4-FFF2-40B4-BE49-F238E27FC236}">
                <a16:creationId xmlns:a16="http://schemas.microsoft.com/office/drawing/2014/main" id="{850BD1BB-55D0-E14A-B6BA-3C437A0422B2}"/>
              </a:ext>
            </a:extLst>
          </p:cNvPr>
          <p:cNvPicPr>
            <a:picLocks noChangeAspect="1"/>
          </p:cNvPicPr>
          <p:nvPr/>
        </p:nvPicPr>
        <p:blipFill>
          <a:blip r:embed="rId4"/>
          <a:stretch>
            <a:fillRect/>
          </a:stretch>
        </p:blipFill>
        <p:spPr>
          <a:xfrm>
            <a:off x="10744200" y="150617"/>
            <a:ext cx="1132477" cy="1273271"/>
          </a:xfrm>
          <a:prstGeom prst="rect">
            <a:avLst/>
          </a:prstGeom>
        </p:spPr>
      </p:pic>
    </p:spTree>
    <p:extLst>
      <p:ext uri="{BB962C8B-B14F-4D97-AF65-F5344CB8AC3E}">
        <p14:creationId xmlns:p14="http://schemas.microsoft.com/office/powerpoint/2010/main" val="38253382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1"/>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2"/>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27"/>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5"/>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2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5" grpId="0" animBg="1"/>
      <p:bldP spid="26" grpId="0" animBg="1"/>
      <p:bldP spid="27" grpId="0" animBg="1"/>
      <p:bldP spid="28" grpId="0" animBg="1"/>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Picture 7" descr="A screenshot of a computer&#10;&#10;Description automatically generated">
            <a:extLst>
              <a:ext uri="{FF2B5EF4-FFF2-40B4-BE49-F238E27FC236}">
                <a16:creationId xmlns:a16="http://schemas.microsoft.com/office/drawing/2014/main" id="{4FE96D45-5205-5234-015A-44F59EF83F00}"/>
              </a:ext>
            </a:extLst>
          </p:cNvPr>
          <p:cNvPicPr>
            <a:picLocks noChangeAspect="1"/>
          </p:cNvPicPr>
          <p:nvPr/>
        </p:nvPicPr>
        <p:blipFill>
          <a:blip r:embed="rId2"/>
          <a:stretch>
            <a:fillRect/>
          </a:stretch>
        </p:blipFill>
        <p:spPr>
          <a:xfrm>
            <a:off x="1067109" y="164892"/>
            <a:ext cx="9684625" cy="6610350"/>
          </a:xfrm>
          <a:prstGeom prst="rect">
            <a:avLst/>
          </a:prstGeom>
        </p:spPr>
      </p:pic>
      <p:cxnSp>
        <p:nvCxnSpPr>
          <p:cNvPr id="4" name="Straight Arrow Connector 3">
            <a:extLst>
              <a:ext uri="{FF2B5EF4-FFF2-40B4-BE49-F238E27FC236}">
                <a16:creationId xmlns:a16="http://schemas.microsoft.com/office/drawing/2014/main" id="{D1245388-90B4-314E-B84A-E65E65E61479}"/>
              </a:ext>
            </a:extLst>
          </p:cNvPr>
          <p:cNvCxnSpPr>
            <a:cxnSpLocks/>
          </p:cNvCxnSpPr>
          <p:nvPr/>
        </p:nvCxnSpPr>
        <p:spPr>
          <a:xfrm flipH="1" flipV="1">
            <a:off x="8572643" y="1470800"/>
            <a:ext cx="549055" cy="855758"/>
          </a:xfrm>
          <a:prstGeom prst="straightConnector1">
            <a:avLst/>
          </a:prstGeom>
          <a:ln w="76200">
            <a:tailEnd type="triangle"/>
          </a:ln>
        </p:spPr>
        <p:style>
          <a:lnRef idx="1">
            <a:schemeClr val="accent1"/>
          </a:lnRef>
          <a:fillRef idx="0">
            <a:schemeClr val="accent1"/>
          </a:fillRef>
          <a:effectRef idx="0">
            <a:schemeClr val="accent1"/>
          </a:effectRef>
          <a:fontRef idx="minor">
            <a:schemeClr val="tx1"/>
          </a:fontRef>
        </p:style>
      </p:cxnSp>
      <p:sp>
        <p:nvSpPr>
          <p:cNvPr id="5" name="TextBox 4">
            <a:extLst>
              <a:ext uri="{FF2B5EF4-FFF2-40B4-BE49-F238E27FC236}">
                <a16:creationId xmlns:a16="http://schemas.microsoft.com/office/drawing/2014/main" id="{036411DB-FB60-D84B-9D68-80BA7D12F8B2}"/>
              </a:ext>
            </a:extLst>
          </p:cNvPr>
          <p:cNvSpPr txBox="1"/>
          <p:nvPr/>
        </p:nvSpPr>
        <p:spPr>
          <a:xfrm>
            <a:off x="9169077" y="2149025"/>
            <a:ext cx="3165313" cy="523220"/>
          </a:xfrm>
          <a:prstGeom prst="rect">
            <a:avLst/>
          </a:prstGeom>
          <a:noFill/>
        </p:spPr>
        <p:txBody>
          <a:bodyPr wrap="square" rtlCol="0">
            <a:spAutoFit/>
          </a:bodyPr>
          <a:lstStyle/>
          <a:p>
            <a:r>
              <a:rPr lang="en-US" sz="2800" dirty="0"/>
              <a:t>Insert code chunk</a:t>
            </a:r>
          </a:p>
        </p:txBody>
      </p:sp>
      <p:cxnSp>
        <p:nvCxnSpPr>
          <p:cNvPr id="6" name="Straight Arrow Connector 5">
            <a:extLst>
              <a:ext uri="{FF2B5EF4-FFF2-40B4-BE49-F238E27FC236}">
                <a16:creationId xmlns:a16="http://schemas.microsoft.com/office/drawing/2014/main" id="{5782E1C9-6842-AD47-B597-5D5C9AD0127F}"/>
              </a:ext>
            </a:extLst>
          </p:cNvPr>
          <p:cNvCxnSpPr>
            <a:cxnSpLocks/>
          </p:cNvCxnSpPr>
          <p:nvPr/>
        </p:nvCxnSpPr>
        <p:spPr>
          <a:xfrm flipH="1" flipV="1">
            <a:off x="1898422" y="5257004"/>
            <a:ext cx="838553" cy="429"/>
          </a:xfrm>
          <a:prstGeom prst="straightConnector1">
            <a:avLst/>
          </a:prstGeom>
          <a:ln w="76200">
            <a:tailEnd type="triangle"/>
          </a:ln>
        </p:spPr>
        <p:style>
          <a:lnRef idx="1">
            <a:schemeClr val="accent1"/>
          </a:lnRef>
          <a:fillRef idx="0">
            <a:schemeClr val="accent1"/>
          </a:fillRef>
          <a:effectRef idx="0">
            <a:schemeClr val="accent1"/>
          </a:effectRef>
          <a:fontRef idx="minor">
            <a:schemeClr val="tx1"/>
          </a:fontRef>
        </p:style>
      </p:cxnSp>
      <p:sp>
        <p:nvSpPr>
          <p:cNvPr id="7" name="TextBox 6">
            <a:extLst>
              <a:ext uri="{FF2B5EF4-FFF2-40B4-BE49-F238E27FC236}">
                <a16:creationId xmlns:a16="http://schemas.microsoft.com/office/drawing/2014/main" id="{34B80EF3-9336-4F44-836E-743B676C35F3}"/>
              </a:ext>
            </a:extLst>
          </p:cNvPr>
          <p:cNvSpPr txBox="1"/>
          <p:nvPr/>
        </p:nvSpPr>
        <p:spPr>
          <a:xfrm>
            <a:off x="2736975" y="4995394"/>
            <a:ext cx="4543293" cy="523220"/>
          </a:xfrm>
          <a:prstGeom prst="rect">
            <a:avLst/>
          </a:prstGeom>
          <a:noFill/>
        </p:spPr>
        <p:txBody>
          <a:bodyPr wrap="square" rtlCol="0">
            <a:spAutoFit/>
          </a:bodyPr>
          <a:lstStyle/>
          <a:p>
            <a:r>
              <a:rPr lang="en-US" sz="2800" dirty="0"/>
              <a:t>Place cursor in document</a:t>
            </a:r>
          </a:p>
        </p:txBody>
      </p:sp>
    </p:spTree>
    <p:extLst>
      <p:ext uri="{BB962C8B-B14F-4D97-AF65-F5344CB8AC3E}">
        <p14:creationId xmlns:p14="http://schemas.microsoft.com/office/powerpoint/2010/main" val="193443789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A1C3DA-92B8-8640-BF09-15382646FA79}"/>
              </a:ext>
            </a:extLst>
          </p:cNvPr>
          <p:cNvSpPr>
            <a:spLocks noGrp="1"/>
          </p:cNvSpPr>
          <p:nvPr>
            <p:ph type="title"/>
          </p:nvPr>
        </p:nvSpPr>
        <p:spPr/>
        <p:txBody>
          <a:bodyPr/>
          <a:lstStyle/>
          <a:p>
            <a:r>
              <a:rPr lang="en-US" dirty="0"/>
              <a:t>Your Turn</a:t>
            </a:r>
          </a:p>
        </p:txBody>
      </p:sp>
      <p:sp>
        <p:nvSpPr>
          <p:cNvPr id="3" name="Text Placeholder 2">
            <a:extLst>
              <a:ext uri="{FF2B5EF4-FFF2-40B4-BE49-F238E27FC236}">
                <a16:creationId xmlns:a16="http://schemas.microsoft.com/office/drawing/2014/main" id="{263ADB81-4E84-6448-A283-A925ADD6BBDD}"/>
              </a:ext>
            </a:extLst>
          </p:cNvPr>
          <p:cNvSpPr>
            <a:spLocks noGrp="1"/>
          </p:cNvSpPr>
          <p:nvPr>
            <p:ph type="body" sz="quarter" idx="13"/>
          </p:nvPr>
        </p:nvSpPr>
        <p:spPr>
          <a:xfrm>
            <a:off x="330689" y="2084832"/>
            <a:ext cx="11530621" cy="4688108"/>
          </a:xfrm>
        </p:spPr>
        <p:txBody>
          <a:bodyPr>
            <a:normAutofit fontScale="92500" lnSpcReduction="20000"/>
          </a:bodyPr>
          <a:lstStyle/>
          <a:p>
            <a:r>
              <a:rPr lang="en-US" dirty="0"/>
              <a:t>1. At the bottom of your document insert a code chunk into white space using the </a:t>
            </a:r>
            <a:r>
              <a:rPr lang="en-US" dirty="0">
                <a:solidFill>
                  <a:schemeClr val="accent1"/>
                </a:solidFill>
              </a:rPr>
              <a:t>+C </a:t>
            </a:r>
            <a:r>
              <a:rPr lang="en-US" dirty="0"/>
              <a:t>button on top right of the Editor window</a:t>
            </a:r>
          </a:p>
          <a:p>
            <a:r>
              <a:rPr lang="en-US" dirty="0"/>
              <a:t>2. Type the following into your new code chunk: </a:t>
            </a:r>
          </a:p>
          <a:p>
            <a:pPr marL="457200" lvl="1" indent="0">
              <a:buNone/>
            </a:pPr>
            <a:r>
              <a:rPr lang="en-US" sz="3600" dirty="0">
                <a:solidFill>
                  <a:schemeClr val="accent1"/>
                </a:solidFill>
              </a:rPr>
              <a:t>mean(c(10, 20, 30))</a:t>
            </a:r>
          </a:p>
          <a:p>
            <a:r>
              <a:rPr lang="en-US" dirty="0"/>
              <a:t>3. Execute code chunk by pressing the run button on top right of code chunk</a:t>
            </a:r>
          </a:p>
          <a:p>
            <a:r>
              <a:rPr lang="en-US" dirty="0"/>
              <a:t>4. Put up your sticky note when complete</a:t>
            </a:r>
          </a:p>
          <a:p>
            <a:endParaRPr lang="en-US" dirty="0">
              <a:solidFill>
                <a:schemeClr val="accent4">
                  <a:lumMod val="75000"/>
                </a:schemeClr>
              </a:solidFill>
            </a:endParaRPr>
          </a:p>
        </p:txBody>
      </p:sp>
    </p:spTree>
    <p:extLst>
      <p:ext uri="{BB962C8B-B14F-4D97-AF65-F5344CB8AC3E}">
        <p14:creationId xmlns:p14="http://schemas.microsoft.com/office/powerpoint/2010/main" val="341470169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31018" y="2926081"/>
            <a:ext cx="11187112" cy="1463040"/>
          </a:xfrm>
        </p:spPr>
        <p:txBody>
          <a:bodyPr/>
          <a:lstStyle/>
          <a:p>
            <a:r>
              <a:rPr lang="en-US" dirty="0"/>
              <a:t>The Basics of Coding</a:t>
            </a:r>
            <a:br>
              <a:rPr lang="en-US" dirty="0"/>
            </a:br>
            <a:endParaRPr lang="en-US" sz="3600" dirty="0"/>
          </a:p>
        </p:txBody>
      </p:sp>
    </p:spTree>
    <p:extLst>
      <p:ext uri="{BB962C8B-B14F-4D97-AF65-F5344CB8AC3E}">
        <p14:creationId xmlns:p14="http://schemas.microsoft.com/office/powerpoint/2010/main" val="223522130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6" name="Picture 15">
            <a:extLst>
              <a:ext uri="{FF2B5EF4-FFF2-40B4-BE49-F238E27FC236}">
                <a16:creationId xmlns:a16="http://schemas.microsoft.com/office/drawing/2014/main" id="{42A2254F-D100-3F44-B0FC-32A5D4092B87}"/>
              </a:ext>
            </a:extLst>
          </p:cNvPr>
          <p:cNvPicPr>
            <a:picLocks noChangeAspect="1"/>
          </p:cNvPicPr>
          <p:nvPr/>
        </p:nvPicPr>
        <p:blipFill>
          <a:blip r:embed="rId3"/>
          <a:stretch>
            <a:fillRect/>
          </a:stretch>
        </p:blipFill>
        <p:spPr>
          <a:xfrm>
            <a:off x="1519770" y="3346087"/>
            <a:ext cx="5245100" cy="2082800"/>
          </a:xfrm>
          <a:prstGeom prst="rect">
            <a:avLst/>
          </a:prstGeom>
        </p:spPr>
      </p:pic>
      <p:sp>
        <p:nvSpPr>
          <p:cNvPr id="2" name="Title 1"/>
          <p:cNvSpPr>
            <a:spLocks noGrp="1"/>
          </p:cNvSpPr>
          <p:nvPr>
            <p:ph type="title"/>
          </p:nvPr>
        </p:nvSpPr>
        <p:spPr/>
        <p:txBody>
          <a:bodyPr/>
          <a:lstStyle/>
          <a:p>
            <a:r>
              <a:rPr lang="en-US" dirty="0"/>
              <a:t>The Basics of Coding:  Calculation</a:t>
            </a:r>
          </a:p>
        </p:txBody>
      </p:sp>
      <p:sp>
        <p:nvSpPr>
          <p:cNvPr id="5" name="Content Placeholder 2">
            <a:extLst>
              <a:ext uri="{FF2B5EF4-FFF2-40B4-BE49-F238E27FC236}">
                <a16:creationId xmlns:a16="http://schemas.microsoft.com/office/drawing/2014/main" id="{0682C463-3EE4-394B-8E43-C5F3A9654D35}"/>
              </a:ext>
            </a:extLst>
          </p:cNvPr>
          <p:cNvSpPr txBox="1">
            <a:spLocks/>
          </p:cNvSpPr>
          <p:nvPr/>
        </p:nvSpPr>
        <p:spPr>
          <a:xfrm>
            <a:off x="1024128" y="2286000"/>
            <a:ext cx="9948672" cy="4023360"/>
          </a:xfrm>
          <a:prstGeom prst="rect">
            <a:avLst/>
          </a:prstGeom>
        </p:spPr>
        <p:txBody>
          <a:bodyPr>
            <a:normAutofit/>
          </a:bodyPr>
          <a:lstStyle>
            <a:lvl1pPr marL="91440" indent="-91440" algn="l" defTabSz="914400" rtl="0" eaLnBrk="1" latinLnBrk="0" hangingPunct="1">
              <a:lnSpc>
                <a:spcPct val="90000"/>
              </a:lnSpc>
              <a:spcBef>
                <a:spcPts val="1200"/>
              </a:spcBef>
              <a:spcAft>
                <a:spcPts val="200"/>
              </a:spcAft>
              <a:buClr>
                <a:schemeClr val="accent1"/>
              </a:buClr>
              <a:buSzPct val="100000"/>
              <a:buFont typeface="Tw Cen MT" panose="020B0602020104020603" pitchFamily="34" charset="0"/>
              <a:buChar char=" "/>
              <a:defRPr sz="2200" kern="1200">
                <a:solidFill>
                  <a:schemeClr val="tx1"/>
                </a:solidFill>
                <a:latin typeface="+mn-lt"/>
                <a:ea typeface="+mn-ea"/>
                <a:cs typeface="+mn-cs"/>
              </a:defRPr>
            </a:lvl1pPr>
            <a:lvl2pPr marL="265176" indent="-137160" algn="l" defTabSz="914400" rtl="0" eaLnBrk="1" latinLnBrk="0" hangingPunct="1">
              <a:lnSpc>
                <a:spcPct val="90000"/>
              </a:lnSpc>
              <a:spcBef>
                <a:spcPts val="200"/>
              </a:spcBef>
              <a:spcAft>
                <a:spcPts val="400"/>
              </a:spcAft>
              <a:buClr>
                <a:schemeClr val="accent1"/>
              </a:buClr>
              <a:buFont typeface="Wingdings 3" pitchFamily="18" charset="2"/>
              <a:buChar char=""/>
              <a:defRPr sz="1800" kern="1200">
                <a:solidFill>
                  <a:schemeClr val="tx1"/>
                </a:solidFill>
                <a:latin typeface="+mn-lt"/>
                <a:ea typeface="+mn-ea"/>
                <a:cs typeface="+mn-cs"/>
              </a:defRPr>
            </a:lvl2pPr>
            <a:lvl3pPr marL="448056"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3pPr>
            <a:lvl4pPr marL="594360"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4pPr>
            <a:lvl5pPr marL="777240"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5pPr>
            <a:lvl6pPr marL="914400"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6pPr>
            <a:lvl7pPr marL="1060704"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7pPr>
            <a:lvl8pPr marL="1216152"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8pPr>
            <a:lvl9pPr marL="1362456"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9pPr>
          </a:lstStyle>
          <a:p>
            <a:pPr>
              <a:buFont typeface="Arial" panose="020B0604020202020204" pitchFamily="34" charset="0"/>
              <a:buChar char="•"/>
            </a:pPr>
            <a:r>
              <a:rPr lang="en-US" sz="3200" dirty="0"/>
              <a:t>R is a calculator! </a:t>
            </a:r>
            <a:endParaRPr lang="en-US" sz="2800" dirty="0"/>
          </a:p>
        </p:txBody>
      </p:sp>
      <p:grpSp>
        <p:nvGrpSpPr>
          <p:cNvPr id="9" name="Group 8">
            <a:extLst>
              <a:ext uri="{FF2B5EF4-FFF2-40B4-BE49-F238E27FC236}">
                <a16:creationId xmlns:a16="http://schemas.microsoft.com/office/drawing/2014/main" id="{AD741B97-808F-E94C-AC75-7056F05843D2}"/>
              </a:ext>
            </a:extLst>
          </p:cNvPr>
          <p:cNvGrpSpPr/>
          <p:nvPr/>
        </p:nvGrpSpPr>
        <p:grpSpPr>
          <a:xfrm>
            <a:off x="7599058" y="1612061"/>
            <a:ext cx="2922970" cy="1938992"/>
            <a:chOff x="4422679" y="2350827"/>
            <a:chExt cx="2922970" cy="1938992"/>
          </a:xfrm>
        </p:grpSpPr>
        <p:sp>
          <p:nvSpPr>
            <p:cNvPr id="7" name="Rounded Rectangular Callout 6">
              <a:extLst>
                <a:ext uri="{FF2B5EF4-FFF2-40B4-BE49-F238E27FC236}">
                  <a16:creationId xmlns:a16="http://schemas.microsoft.com/office/drawing/2014/main" id="{6B514042-561E-5C43-928B-745BEC10BAD6}"/>
                </a:ext>
              </a:extLst>
            </p:cNvPr>
            <p:cNvSpPr/>
            <p:nvPr/>
          </p:nvSpPr>
          <p:spPr>
            <a:xfrm>
              <a:off x="4422679" y="2696999"/>
              <a:ext cx="2922970" cy="1246648"/>
            </a:xfrm>
            <a:prstGeom prst="wedgeRoundRectCallout">
              <a:avLst>
                <a:gd name="adj1" fmla="val -88215"/>
                <a:gd name="adj2" fmla="val 74932"/>
                <a:gd name="adj3" fmla="val 16667"/>
              </a:avLst>
            </a:prstGeom>
            <a:solidFill>
              <a:schemeClr val="accent2">
                <a:lumMod val="60000"/>
                <a:lumOff val="40000"/>
              </a:schemeClr>
            </a:solidFill>
            <a:ln>
              <a:noFill/>
            </a:ln>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0584A6BE-753D-1840-85A1-A98D0F5F734D}"/>
                </a:ext>
              </a:extLst>
            </p:cNvPr>
            <p:cNvSpPr txBox="1"/>
            <p:nvPr/>
          </p:nvSpPr>
          <p:spPr>
            <a:xfrm>
              <a:off x="4536753" y="2350827"/>
              <a:ext cx="2718018" cy="1938992"/>
            </a:xfrm>
            <a:prstGeom prst="rect">
              <a:avLst/>
            </a:prstGeom>
            <a:noFill/>
          </p:spPr>
          <p:txBody>
            <a:bodyPr wrap="square" rtlCol="0" anchor="ctr">
              <a:spAutoFit/>
            </a:bodyPr>
            <a:lstStyle/>
            <a:p>
              <a:pPr algn="ctr"/>
              <a:endParaRPr lang="en-US" dirty="0">
                <a:solidFill>
                  <a:schemeClr val="bg1"/>
                </a:solidFill>
              </a:endParaRPr>
            </a:p>
            <a:p>
              <a:pPr algn="ctr"/>
              <a:r>
                <a:rPr lang="en-US" sz="2800" dirty="0">
                  <a:solidFill>
                    <a:schemeClr val="bg1"/>
                  </a:solidFill>
                </a:rPr>
                <a:t> press play button to execute code</a:t>
              </a:r>
            </a:p>
            <a:p>
              <a:pPr algn="ctr"/>
              <a:endParaRPr lang="en-US" dirty="0">
                <a:solidFill>
                  <a:schemeClr val="bg1"/>
                </a:solidFill>
              </a:endParaRPr>
            </a:p>
          </p:txBody>
        </p:sp>
      </p:grpSp>
      <p:sp>
        <p:nvSpPr>
          <p:cNvPr id="12" name="Rounded Rectangular Callout 11">
            <a:extLst>
              <a:ext uri="{FF2B5EF4-FFF2-40B4-BE49-F238E27FC236}">
                <a16:creationId xmlns:a16="http://schemas.microsoft.com/office/drawing/2014/main" id="{8E3C99DE-0CEE-B24B-BA88-16E942190BA9}"/>
              </a:ext>
            </a:extLst>
          </p:cNvPr>
          <p:cNvSpPr/>
          <p:nvPr/>
        </p:nvSpPr>
        <p:spPr>
          <a:xfrm>
            <a:off x="7713132" y="4937075"/>
            <a:ext cx="2718018" cy="1246648"/>
          </a:xfrm>
          <a:prstGeom prst="wedgeRoundRectCallout">
            <a:avLst>
              <a:gd name="adj1" fmla="val -103592"/>
              <a:gd name="adj2" fmla="val -27503"/>
              <a:gd name="adj3" fmla="val 16667"/>
            </a:avLst>
          </a:prstGeom>
          <a:solidFill>
            <a:schemeClr val="accent2">
              <a:lumMod val="60000"/>
              <a:lumOff val="40000"/>
            </a:schemeClr>
          </a:solidFill>
          <a:ln>
            <a:noFill/>
          </a:ln>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E7739482-D76C-DD40-A1EA-67813EC8AA8F}"/>
              </a:ext>
            </a:extLst>
          </p:cNvPr>
          <p:cNvSpPr txBox="1"/>
          <p:nvPr/>
        </p:nvSpPr>
        <p:spPr>
          <a:xfrm>
            <a:off x="7713132" y="4801255"/>
            <a:ext cx="2718018" cy="1508105"/>
          </a:xfrm>
          <a:prstGeom prst="rect">
            <a:avLst/>
          </a:prstGeom>
          <a:noFill/>
        </p:spPr>
        <p:txBody>
          <a:bodyPr wrap="square" rtlCol="0" anchor="ctr">
            <a:spAutoFit/>
          </a:bodyPr>
          <a:lstStyle/>
          <a:p>
            <a:pPr algn="ctr"/>
            <a:endParaRPr lang="en-US" dirty="0">
              <a:solidFill>
                <a:schemeClr val="bg1"/>
              </a:solidFill>
            </a:endParaRPr>
          </a:p>
          <a:p>
            <a:pPr algn="ctr"/>
            <a:r>
              <a:rPr lang="en-US" sz="2800" dirty="0">
                <a:solidFill>
                  <a:schemeClr val="bg1"/>
                </a:solidFill>
              </a:rPr>
              <a:t>answer returned below</a:t>
            </a:r>
          </a:p>
          <a:p>
            <a:pPr algn="ctr"/>
            <a:endParaRPr lang="en-US" dirty="0">
              <a:solidFill>
                <a:schemeClr val="bg1"/>
              </a:solidFill>
            </a:endParaRPr>
          </a:p>
        </p:txBody>
      </p:sp>
    </p:spTree>
    <p:extLst>
      <p:ext uri="{BB962C8B-B14F-4D97-AF65-F5344CB8AC3E}">
        <p14:creationId xmlns:p14="http://schemas.microsoft.com/office/powerpoint/2010/main" val="19911383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3"/>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13" grpId="0"/>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DB2FFA-B2A7-5846-9825-16537C9F216C}"/>
              </a:ext>
            </a:extLst>
          </p:cNvPr>
          <p:cNvSpPr>
            <a:spLocks noGrp="1"/>
          </p:cNvSpPr>
          <p:nvPr>
            <p:ph type="title"/>
          </p:nvPr>
        </p:nvSpPr>
        <p:spPr/>
        <p:txBody>
          <a:bodyPr/>
          <a:lstStyle/>
          <a:p>
            <a:r>
              <a:rPr lang="en-US" dirty="0"/>
              <a:t>Common arithmetic operations</a:t>
            </a:r>
          </a:p>
        </p:txBody>
      </p:sp>
      <p:pic>
        <p:nvPicPr>
          <p:cNvPr id="6" name="Picture 5">
            <a:extLst>
              <a:ext uri="{FF2B5EF4-FFF2-40B4-BE49-F238E27FC236}">
                <a16:creationId xmlns:a16="http://schemas.microsoft.com/office/drawing/2014/main" id="{39842D64-130C-6D4D-80B4-8343E88E5318}"/>
              </a:ext>
            </a:extLst>
          </p:cNvPr>
          <p:cNvPicPr>
            <a:picLocks noChangeAspect="1"/>
          </p:cNvPicPr>
          <p:nvPr/>
        </p:nvPicPr>
        <p:blipFill>
          <a:blip r:embed="rId2"/>
          <a:stretch>
            <a:fillRect/>
          </a:stretch>
        </p:blipFill>
        <p:spPr>
          <a:xfrm>
            <a:off x="3134614" y="2177143"/>
            <a:ext cx="5499100" cy="4572000"/>
          </a:xfrm>
          <a:prstGeom prst="rect">
            <a:avLst/>
          </a:prstGeom>
        </p:spPr>
      </p:pic>
    </p:spTree>
    <p:extLst>
      <p:ext uri="{BB962C8B-B14F-4D97-AF65-F5344CB8AC3E}">
        <p14:creationId xmlns:p14="http://schemas.microsoft.com/office/powerpoint/2010/main" val="136890550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AD0B572-D390-7147-824F-E332E4274E2B}"/>
              </a:ext>
            </a:extLst>
          </p:cNvPr>
          <p:cNvSpPr>
            <a:spLocks noGrp="1"/>
          </p:cNvSpPr>
          <p:nvPr>
            <p:ph type="title"/>
          </p:nvPr>
        </p:nvSpPr>
        <p:spPr/>
        <p:txBody>
          <a:bodyPr/>
          <a:lstStyle/>
          <a:p>
            <a:r>
              <a:rPr lang="en-US" dirty="0"/>
              <a:t>Don’t forget those math rules</a:t>
            </a:r>
          </a:p>
        </p:txBody>
      </p:sp>
      <p:pic>
        <p:nvPicPr>
          <p:cNvPr id="4" name="Picture 3">
            <a:extLst>
              <a:ext uri="{FF2B5EF4-FFF2-40B4-BE49-F238E27FC236}">
                <a16:creationId xmlns:a16="http://schemas.microsoft.com/office/drawing/2014/main" id="{AD484E47-6236-AA41-9679-982FD318C41E}"/>
              </a:ext>
            </a:extLst>
          </p:cNvPr>
          <p:cNvPicPr>
            <a:picLocks noChangeAspect="1"/>
          </p:cNvPicPr>
          <p:nvPr/>
        </p:nvPicPr>
        <p:blipFill>
          <a:blip r:embed="rId2"/>
          <a:stretch>
            <a:fillRect/>
          </a:stretch>
        </p:blipFill>
        <p:spPr>
          <a:xfrm>
            <a:off x="3255264" y="2084832"/>
            <a:ext cx="5257800" cy="4406900"/>
          </a:xfrm>
          <a:prstGeom prst="rect">
            <a:avLst/>
          </a:prstGeom>
        </p:spPr>
      </p:pic>
    </p:spTree>
    <p:extLst>
      <p:ext uri="{BB962C8B-B14F-4D97-AF65-F5344CB8AC3E}">
        <p14:creationId xmlns:p14="http://schemas.microsoft.com/office/powerpoint/2010/main" val="212816194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The Basics of Coding:  Functions</a:t>
            </a:r>
          </a:p>
        </p:txBody>
      </p:sp>
      <p:sp>
        <p:nvSpPr>
          <p:cNvPr id="5" name="Content Placeholder 2">
            <a:extLst>
              <a:ext uri="{FF2B5EF4-FFF2-40B4-BE49-F238E27FC236}">
                <a16:creationId xmlns:a16="http://schemas.microsoft.com/office/drawing/2014/main" id="{0682C463-3EE4-394B-8E43-C5F3A9654D35}"/>
              </a:ext>
            </a:extLst>
          </p:cNvPr>
          <p:cNvSpPr txBox="1">
            <a:spLocks/>
          </p:cNvSpPr>
          <p:nvPr/>
        </p:nvSpPr>
        <p:spPr>
          <a:xfrm>
            <a:off x="1024128" y="2286000"/>
            <a:ext cx="5660451" cy="4023360"/>
          </a:xfrm>
          <a:prstGeom prst="rect">
            <a:avLst/>
          </a:prstGeom>
        </p:spPr>
        <p:txBody>
          <a:bodyPr>
            <a:normAutofit/>
          </a:bodyPr>
          <a:lstStyle>
            <a:lvl1pPr marL="91440" indent="-91440" algn="l" defTabSz="914400" rtl="0" eaLnBrk="1" latinLnBrk="0" hangingPunct="1">
              <a:lnSpc>
                <a:spcPct val="90000"/>
              </a:lnSpc>
              <a:spcBef>
                <a:spcPts val="1200"/>
              </a:spcBef>
              <a:spcAft>
                <a:spcPts val="200"/>
              </a:spcAft>
              <a:buClr>
                <a:schemeClr val="accent1"/>
              </a:buClr>
              <a:buSzPct val="100000"/>
              <a:buFont typeface="Tw Cen MT" panose="020B0602020104020603" pitchFamily="34" charset="0"/>
              <a:buChar char=" "/>
              <a:defRPr sz="2200" kern="1200">
                <a:solidFill>
                  <a:schemeClr val="tx1"/>
                </a:solidFill>
                <a:latin typeface="+mn-lt"/>
                <a:ea typeface="+mn-ea"/>
                <a:cs typeface="+mn-cs"/>
              </a:defRPr>
            </a:lvl1pPr>
            <a:lvl2pPr marL="265176" indent="-137160" algn="l" defTabSz="914400" rtl="0" eaLnBrk="1" latinLnBrk="0" hangingPunct="1">
              <a:lnSpc>
                <a:spcPct val="90000"/>
              </a:lnSpc>
              <a:spcBef>
                <a:spcPts val="200"/>
              </a:spcBef>
              <a:spcAft>
                <a:spcPts val="400"/>
              </a:spcAft>
              <a:buClr>
                <a:schemeClr val="accent1"/>
              </a:buClr>
              <a:buFont typeface="Wingdings 3" pitchFamily="18" charset="2"/>
              <a:buChar char=""/>
              <a:defRPr sz="1800" kern="1200">
                <a:solidFill>
                  <a:schemeClr val="tx1"/>
                </a:solidFill>
                <a:latin typeface="+mn-lt"/>
                <a:ea typeface="+mn-ea"/>
                <a:cs typeface="+mn-cs"/>
              </a:defRPr>
            </a:lvl2pPr>
            <a:lvl3pPr marL="448056"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3pPr>
            <a:lvl4pPr marL="594360"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4pPr>
            <a:lvl5pPr marL="777240"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5pPr>
            <a:lvl6pPr marL="914400"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6pPr>
            <a:lvl7pPr marL="1060704"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7pPr>
            <a:lvl8pPr marL="1216152"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8pPr>
            <a:lvl9pPr marL="1362456"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9pPr>
          </a:lstStyle>
          <a:p>
            <a:pPr>
              <a:buFont typeface="Arial" panose="020B0604020202020204" pitchFamily="34" charset="0"/>
              <a:buChar char="•"/>
            </a:pPr>
            <a:r>
              <a:rPr lang="en-US" sz="3200" dirty="0"/>
              <a:t>Code that extends our reach beyond the basic operators</a:t>
            </a:r>
          </a:p>
        </p:txBody>
      </p:sp>
      <p:grpSp>
        <p:nvGrpSpPr>
          <p:cNvPr id="9" name="Group 8">
            <a:extLst>
              <a:ext uri="{FF2B5EF4-FFF2-40B4-BE49-F238E27FC236}">
                <a16:creationId xmlns:a16="http://schemas.microsoft.com/office/drawing/2014/main" id="{35C887FB-8F35-DC44-95CD-5059EB25E786}"/>
              </a:ext>
            </a:extLst>
          </p:cNvPr>
          <p:cNvGrpSpPr/>
          <p:nvPr/>
        </p:nvGrpSpPr>
        <p:grpSpPr>
          <a:xfrm>
            <a:off x="6684578" y="5029434"/>
            <a:ext cx="4832347" cy="655320"/>
            <a:chOff x="2080825" y="3162925"/>
            <a:chExt cx="8090002" cy="655320"/>
          </a:xfrm>
        </p:grpSpPr>
        <p:sp>
          <p:nvSpPr>
            <p:cNvPr id="10" name="Rectangle 9">
              <a:extLst>
                <a:ext uri="{FF2B5EF4-FFF2-40B4-BE49-F238E27FC236}">
                  <a16:creationId xmlns:a16="http://schemas.microsoft.com/office/drawing/2014/main" id="{FBF632D9-96E9-B14C-9649-228A644249DE}"/>
                </a:ext>
              </a:extLst>
            </p:cNvPr>
            <p:cNvSpPr/>
            <p:nvPr/>
          </p:nvSpPr>
          <p:spPr>
            <a:xfrm>
              <a:off x="2080825" y="3162925"/>
              <a:ext cx="8090002" cy="655320"/>
            </a:xfrm>
            <a:prstGeom prst="rect">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989C8582-2AEE-9745-BCBC-7D1441189476}"/>
                </a:ext>
              </a:extLst>
            </p:cNvPr>
            <p:cNvSpPr txBox="1"/>
            <p:nvPr/>
          </p:nvSpPr>
          <p:spPr>
            <a:xfrm>
              <a:off x="2370429" y="3235065"/>
              <a:ext cx="7800398" cy="523220"/>
            </a:xfrm>
            <a:prstGeom prst="rect">
              <a:avLst/>
            </a:prstGeom>
            <a:noFill/>
          </p:spPr>
          <p:txBody>
            <a:bodyPr wrap="square" rtlCol="0">
              <a:spAutoFit/>
            </a:bodyPr>
            <a:lstStyle/>
            <a:p>
              <a:pPr algn="ctr"/>
              <a:r>
                <a:rPr lang="en-US" sz="2800" b="1" dirty="0">
                  <a:latin typeface="Monaco" charset="0"/>
                  <a:ea typeface="Monaco" charset="0"/>
                  <a:cs typeface="Monaco" charset="0"/>
                </a:rPr>
                <a:t>abs</a:t>
              </a:r>
              <a:r>
                <a:rPr lang="en-US" sz="2800" dirty="0">
                  <a:latin typeface="Monaco" charset="0"/>
                  <a:ea typeface="Monaco" charset="0"/>
                  <a:cs typeface="Monaco" charset="0"/>
                </a:rPr>
                <a:t>(</a:t>
              </a:r>
              <a:r>
                <a:rPr lang="en-US" sz="2800" i="1" dirty="0">
                  <a:solidFill>
                    <a:srgbClr val="0070C0"/>
                  </a:solidFill>
                  <a:latin typeface="Monaco" charset="0"/>
                  <a:ea typeface="Monaco" charset="0"/>
                  <a:cs typeface="Monaco" charset="0"/>
                </a:rPr>
                <a:t>-77 </a:t>
              </a:r>
              <a:r>
                <a:rPr lang="en-US" sz="2800" dirty="0">
                  <a:latin typeface="Monaco" charset="0"/>
                  <a:ea typeface="Monaco" charset="0"/>
                  <a:cs typeface="Monaco" charset="0"/>
                </a:rPr>
                <a:t>)</a:t>
              </a:r>
            </a:p>
          </p:txBody>
        </p:sp>
      </p:grpSp>
      <p:grpSp>
        <p:nvGrpSpPr>
          <p:cNvPr id="12" name="Group 11">
            <a:extLst>
              <a:ext uri="{FF2B5EF4-FFF2-40B4-BE49-F238E27FC236}">
                <a16:creationId xmlns:a16="http://schemas.microsoft.com/office/drawing/2014/main" id="{2221ED05-9288-114D-BD2F-46901A17F627}"/>
              </a:ext>
            </a:extLst>
          </p:cNvPr>
          <p:cNvGrpSpPr/>
          <p:nvPr/>
        </p:nvGrpSpPr>
        <p:grpSpPr>
          <a:xfrm>
            <a:off x="6684579" y="3429000"/>
            <a:ext cx="2365216" cy="1692771"/>
            <a:chOff x="1322364" y="4528478"/>
            <a:chExt cx="1503814" cy="1301318"/>
          </a:xfrm>
        </p:grpSpPr>
        <p:sp>
          <p:nvSpPr>
            <p:cNvPr id="13" name="Rounded Rectangular Callout 12">
              <a:extLst>
                <a:ext uri="{FF2B5EF4-FFF2-40B4-BE49-F238E27FC236}">
                  <a16:creationId xmlns:a16="http://schemas.microsoft.com/office/drawing/2014/main" id="{ED3FE3AC-7180-BC4A-B0D3-37B079170CB0}"/>
                </a:ext>
              </a:extLst>
            </p:cNvPr>
            <p:cNvSpPr/>
            <p:nvPr/>
          </p:nvSpPr>
          <p:spPr>
            <a:xfrm>
              <a:off x="1322364" y="4703869"/>
              <a:ext cx="1503814" cy="958362"/>
            </a:xfrm>
            <a:prstGeom prst="wedgeRoundRectCallout">
              <a:avLst>
                <a:gd name="adj1" fmla="val -5341"/>
                <a:gd name="adj2" fmla="val 73068"/>
                <a:gd name="adj3" fmla="val 16667"/>
              </a:avLst>
            </a:prstGeom>
            <a:solidFill>
              <a:schemeClr val="accent5">
                <a:lumMod val="60000"/>
                <a:lumOff val="40000"/>
              </a:schemeClr>
            </a:solidFill>
            <a:ln>
              <a:noFill/>
            </a:ln>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4806C00B-06A2-BB4A-A6E5-E9E0BF3443D1}"/>
                </a:ext>
              </a:extLst>
            </p:cNvPr>
            <p:cNvSpPr txBox="1"/>
            <p:nvPr/>
          </p:nvSpPr>
          <p:spPr>
            <a:xfrm>
              <a:off x="1322364" y="4528478"/>
              <a:ext cx="1503814" cy="1301318"/>
            </a:xfrm>
            <a:prstGeom prst="rect">
              <a:avLst/>
            </a:prstGeom>
            <a:noFill/>
          </p:spPr>
          <p:txBody>
            <a:bodyPr wrap="square" rtlCol="0" anchor="ctr">
              <a:spAutoFit/>
            </a:bodyPr>
            <a:lstStyle/>
            <a:p>
              <a:pPr algn="ctr"/>
              <a:endParaRPr lang="en-US" dirty="0">
                <a:solidFill>
                  <a:schemeClr val="bg1"/>
                </a:solidFill>
              </a:endParaRPr>
            </a:p>
            <a:p>
              <a:pPr algn="ctr"/>
              <a:r>
                <a:rPr lang="en-US" sz="4000" dirty="0">
                  <a:solidFill>
                    <a:schemeClr val="bg1"/>
                  </a:solidFill>
                </a:rPr>
                <a:t>function</a:t>
              </a:r>
            </a:p>
            <a:p>
              <a:pPr algn="ctr"/>
              <a:r>
                <a:rPr lang="en-US" sz="2800" dirty="0">
                  <a:solidFill>
                    <a:schemeClr val="bg1"/>
                  </a:solidFill>
                </a:rPr>
                <a:t>(does stuff)</a:t>
              </a:r>
            </a:p>
            <a:p>
              <a:pPr algn="ctr"/>
              <a:endParaRPr lang="en-US" dirty="0">
                <a:solidFill>
                  <a:schemeClr val="bg1"/>
                </a:solidFill>
              </a:endParaRPr>
            </a:p>
          </p:txBody>
        </p:sp>
      </p:grpSp>
      <p:grpSp>
        <p:nvGrpSpPr>
          <p:cNvPr id="15" name="Group 14">
            <a:extLst>
              <a:ext uri="{FF2B5EF4-FFF2-40B4-BE49-F238E27FC236}">
                <a16:creationId xmlns:a16="http://schemas.microsoft.com/office/drawing/2014/main" id="{E7C31AD6-0384-6045-8144-C2ABB23318BD}"/>
              </a:ext>
            </a:extLst>
          </p:cNvPr>
          <p:cNvGrpSpPr/>
          <p:nvPr/>
        </p:nvGrpSpPr>
        <p:grpSpPr>
          <a:xfrm>
            <a:off x="9329807" y="3428997"/>
            <a:ext cx="2365216" cy="1692772"/>
            <a:chOff x="1322364" y="4528477"/>
            <a:chExt cx="1503814" cy="1301319"/>
          </a:xfrm>
        </p:grpSpPr>
        <p:sp>
          <p:nvSpPr>
            <p:cNvPr id="16" name="Rounded Rectangular Callout 15">
              <a:extLst>
                <a:ext uri="{FF2B5EF4-FFF2-40B4-BE49-F238E27FC236}">
                  <a16:creationId xmlns:a16="http://schemas.microsoft.com/office/drawing/2014/main" id="{11825281-6595-9C45-8D98-686969D5DFF8}"/>
                </a:ext>
              </a:extLst>
            </p:cNvPr>
            <p:cNvSpPr/>
            <p:nvPr/>
          </p:nvSpPr>
          <p:spPr>
            <a:xfrm>
              <a:off x="1322364" y="4703869"/>
              <a:ext cx="1503814" cy="958362"/>
            </a:xfrm>
            <a:prstGeom prst="wedgeRoundRectCallout">
              <a:avLst>
                <a:gd name="adj1" fmla="val -21910"/>
                <a:gd name="adj2" fmla="val 72195"/>
                <a:gd name="adj3" fmla="val 16667"/>
              </a:avLst>
            </a:prstGeom>
            <a:solidFill>
              <a:schemeClr val="accent5">
                <a:lumMod val="60000"/>
                <a:lumOff val="40000"/>
              </a:schemeClr>
            </a:solidFill>
            <a:ln>
              <a:noFill/>
            </a:ln>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17" name="TextBox 16">
              <a:extLst>
                <a:ext uri="{FF2B5EF4-FFF2-40B4-BE49-F238E27FC236}">
                  <a16:creationId xmlns:a16="http://schemas.microsoft.com/office/drawing/2014/main" id="{B52606BD-60C4-2E49-9785-F15AD294B4B0}"/>
                </a:ext>
              </a:extLst>
            </p:cNvPr>
            <p:cNvSpPr txBox="1"/>
            <p:nvPr/>
          </p:nvSpPr>
          <p:spPr>
            <a:xfrm>
              <a:off x="1322364" y="4528477"/>
              <a:ext cx="1503814" cy="1301319"/>
            </a:xfrm>
            <a:prstGeom prst="rect">
              <a:avLst/>
            </a:prstGeom>
            <a:noFill/>
          </p:spPr>
          <p:txBody>
            <a:bodyPr wrap="square" rtlCol="0" anchor="ctr">
              <a:spAutoFit/>
            </a:bodyPr>
            <a:lstStyle/>
            <a:p>
              <a:pPr algn="ctr"/>
              <a:endParaRPr lang="en-US" dirty="0">
                <a:solidFill>
                  <a:schemeClr val="bg1"/>
                </a:solidFill>
              </a:endParaRPr>
            </a:p>
            <a:p>
              <a:pPr algn="ctr"/>
              <a:r>
                <a:rPr lang="en-US" sz="4000" dirty="0">
                  <a:solidFill>
                    <a:schemeClr val="bg1"/>
                  </a:solidFill>
                </a:rPr>
                <a:t>argument</a:t>
              </a:r>
            </a:p>
            <a:p>
              <a:pPr algn="ctr"/>
              <a:r>
                <a:rPr lang="en-US" sz="2800" dirty="0">
                  <a:solidFill>
                    <a:schemeClr val="bg1"/>
                  </a:solidFill>
                </a:rPr>
                <a:t>(input)</a:t>
              </a:r>
            </a:p>
            <a:p>
              <a:pPr algn="ctr"/>
              <a:endParaRPr lang="en-US" dirty="0">
                <a:solidFill>
                  <a:schemeClr val="bg1"/>
                </a:solidFill>
              </a:endParaRPr>
            </a:p>
          </p:txBody>
        </p:sp>
      </p:grpSp>
      <p:pic>
        <p:nvPicPr>
          <p:cNvPr id="20" name="Picture 19">
            <a:extLst>
              <a:ext uri="{FF2B5EF4-FFF2-40B4-BE49-F238E27FC236}">
                <a16:creationId xmlns:a16="http://schemas.microsoft.com/office/drawing/2014/main" id="{F79953C6-31C3-D24D-8A71-B851A05F4AC2}"/>
              </a:ext>
            </a:extLst>
          </p:cNvPr>
          <p:cNvPicPr>
            <a:picLocks noChangeAspect="1"/>
          </p:cNvPicPr>
          <p:nvPr/>
        </p:nvPicPr>
        <p:blipFill>
          <a:blip r:embed="rId3"/>
          <a:stretch>
            <a:fillRect/>
          </a:stretch>
        </p:blipFill>
        <p:spPr>
          <a:xfrm>
            <a:off x="1752600" y="3610647"/>
            <a:ext cx="3581400" cy="2336800"/>
          </a:xfrm>
          <a:prstGeom prst="rect">
            <a:avLst/>
          </a:prstGeom>
        </p:spPr>
      </p:pic>
    </p:spTree>
    <p:extLst>
      <p:ext uri="{BB962C8B-B14F-4D97-AF65-F5344CB8AC3E}">
        <p14:creationId xmlns:p14="http://schemas.microsoft.com/office/powerpoint/2010/main" val="397475645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Putting Functions to Work</a:t>
            </a:r>
          </a:p>
        </p:txBody>
      </p:sp>
      <p:sp>
        <p:nvSpPr>
          <p:cNvPr id="5" name="Content Placeholder 2">
            <a:extLst>
              <a:ext uri="{FF2B5EF4-FFF2-40B4-BE49-F238E27FC236}">
                <a16:creationId xmlns:a16="http://schemas.microsoft.com/office/drawing/2014/main" id="{0682C463-3EE4-394B-8E43-C5F3A9654D35}"/>
              </a:ext>
            </a:extLst>
          </p:cNvPr>
          <p:cNvSpPr txBox="1">
            <a:spLocks/>
          </p:cNvSpPr>
          <p:nvPr/>
        </p:nvSpPr>
        <p:spPr>
          <a:xfrm>
            <a:off x="1024128" y="2084832"/>
            <a:ext cx="9948672" cy="4224528"/>
          </a:xfrm>
          <a:prstGeom prst="rect">
            <a:avLst/>
          </a:prstGeom>
        </p:spPr>
        <p:txBody>
          <a:bodyPr>
            <a:normAutofit/>
          </a:bodyPr>
          <a:lstStyle>
            <a:lvl1pPr marL="91440" indent="-91440" algn="l" defTabSz="914400" rtl="0" eaLnBrk="1" latinLnBrk="0" hangingPunct="1">
              <a:lnSpc>
                <a:spcPct val="90000"/>
              </a:lnSpc>
              <a:spcBef>
                <a:spcPts val="1200"/>
              </a:spcBef>
              <a:spcAft>
                <a:spcPts val="200"/>
              </a:spcAft>
              <a:buClr>
                <a:schemeClr val="accent1"/>
              </a:buClr>
              <a:buSzPct val="100000"/>
              <a:buFont typeface="Tw Cen MT" panose="020B0602020104020603" pitchFamily="34" charset="0"/>
              <a:buChar char=" "/>
              <a:defRPr sz="2200" kern="1200">
                <a:solidFill>
                  <a:schemeClr val="tx1"/>
                </a:solidFill>
                <a:latin typeface="+mn-lt"/>
                <a:ea typeface="+mn-ea"/>
                <a:cs typeface="+mn-cs"/>
              </a:defRPr>
            </a:lvl1pPr>
            <a:lvl2pPr marL="265176" indent="-137160" algn="l" defTabSz="914400" rtl="0" eaLnBrk="1" latinLnBrk="0" hangingPunct="1">
              <a:lnSpc>
                <a:spcPct val="90000"/>
              </a:lnSpc>
              <a:spcBef>
                <a:spcPts val="200"/>
              </a:spcBef>
              <a:spcAft>
                <a:spcPts val="400"/>
              </a:spcAft>
              <a:buClr>
                <a:schemeClr val="accent1"/>
              </a:buClr>
              <a:buFont typeface="Wingdings 3" pitchFamily="18" charset="2"/>
              <a:buChar char=""/>
              <a:defRPr sz="1800" kern="1200">
                <a:solidFill>
                  <a:schemeClr val="tx1"/>
                </a:solidFill>
                <a:latin typeface="+mn-lt"/>
                <a:ea typeface="+mn-ea"/>
                <a:cs typeface="+mn-cs"/>
              </a:defRPr>
            </a:lvl2pPr>
            <a:lvl3pPr marL="448056"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3pPr>
            <a:lvl4pPr marL="594360"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4pPr>
            <a:lvl5pPr marL="777240"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5pPr>
            <a:lvl6pPr marL="914400"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6pPr>
            <a:lvl7pPr marL="1060704"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7pPr>
            <a:lvl8pPr marL="1216152"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8pPr>
            <a:lvl9pPr marL="1362456"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9pPr>
          </a:lstStyle>
          <a:p>
            <a:pPr>
              <a:buFont typeface="Arial" panose="020B0604020202020204" pitchFamily="34" charset="0"/>
              <a:buChar char="•"/>
            </a:pPr>
            <a:r>
              <a:rPr lang="en-US" sz="3200" dirty="0"/>
              <a:t>We can use functions to do more than simple math, we can make things!</a:t>
            </a:r>
          </a:p>
          <a:p>
            <a:pPr>
              <a:buFont typeface="Arial" panose="020B0604020202020204" pitchFamily="34" charset="0"/>
              <a:buChar char="•"/>
            </a:pPr>
            <a:r>
              <a:rPr lang="en-US" sz="3200" dirty="0"/>
              <a:t>We can create a series of integers (a vector) using the </a:t>
            </a:r>
            <a:r>
              <a:rPr lang="en-US" sz="3200" dirty="0" err="1"/>
              <a:t>seq</a:t>
            </a:r>
            <a:r>
              <a:rPr lang="en-US" sz="3200" dirty="0"/>
              <a:t>() function</a:t>
            </a:r>
          </a:p>
          <a:p>
            <a:pPr>
              <a:buFont typeface="Arial" panose="020B0604020202020204" pitchFamily="34" charset="0"/>
              <a:buChar char="•"/>
            </a:pPr>
            <a:endParaRPr lang="en-US" sz="2800" dirty="0"/>
          </a:p>
        </p:txBody>
      </p:sp>
      <p:pic>
        <p:nvPicPr>
          <p:cNvPr id="7" name="Picture 6">
            <a:extLst>
              <a:ext uri="{FF2B5EF4-FFF2-40B4-BE49-F238E27FC236}">
                <a16:creationId xmlns:a16="http://schemas.microsoft.com/office/drawing/2014/main" id="{AA344CEA-018E-F444-8E1A-EF25F2B56E4A}"/>
              </a:ext>
            </a:extLst>
          </p:cNvPr>
          <p:cNvPicPr>
            <a:picLocks noChangeAspect="1"/>
          </p:cNvPicPr>
          <p:nvPr/>
        </p:nvPicPr>
        <p:blipFill>
          <a:blip r:embed="rId3"/>
          <a:stretch>
            <a:fillRect/>
          </a:stretch>
        </p:blipFill>
        <p:spPr>
          <a:xfrm>
            <a:off x="1604264" y="4332024"/>
            <a:ext cx="8788400" cy="2413000"/>
          </a:xfrm>
          <a:prstGeom prst="rect">
            <a:avLst/>
          </a:prstGeom>
        </p:spPr>
      </p:pic>
    </p:spTree>
    <p:extLst>
      <p:ext uri="{BB962C8B-B14F-4D97-AF65-F5344CB8AC3E}">
        <p14:creationId xmlns:p14="http://schemas.microsoft.com/office/powerpoint/2010/main" val="196390000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The Basics of Coding:  Objects</a:t>
            </a:r>
          </a:p>
        </p:txBody>
      </p:sp>
      <p:sp>
        <p:nvSpPr>
          <p:cNvPr id="5" name="Content Placeholder 2">
            <a:extLst>
              <a:ext uri="{FF2B5EF4-FFF2-40B4-BE49-F238E27FC236}">
                <a16:creationId xmlns:a16="http://schemas.microsoft.com/office/drawing/2014/main" id="{0682C463-3EE4-394B-8E43-C5F3A9654D35}"/>
              </a:ext>
            </a:extLst>
          </p:cNvPr>
          <p:cNvSpPr txBox="1">
            <a:spLocks/>
          </p:cNvSpPr>
          <p:nvPr/>
        </p:nvSpPr>
        <p:spPr>
          <a:xfrm>
            <a:off x="1024128" y="2286000"/>
            <a:ext cx="9948672" cy="4023360"/>
          </a:xfrm>
          <a:prstGeom prst="rect">
            <a:avLst/>
          </a:prstGeom>
        </p:spPr>
        <p:txBody>
          <a:bodyPr>
            <a:normAutofit/>
          </a:bodyPr>
          <a:lstStyle>
            <a:lvl1pPr marL="91440" indent="-91440" algn="l" defTabSz="914400" rtl="0" eaLnBrk="1" latinLnBrk="0" hangingPunct="1">
              <a:lnSpc>
                <a:spcPct val="90000"/>
              </a:lnSpc>
              <a:spcBef>
                <a:spcPts val="1200"/>
              </a:spcBef>
              <a:spcAft>
                <a:spcPts val="200"/>
              </a:spcAft>
              <a:buClr>
                <a:schemeClr val="accent1"/>
              </a:buClr>
              <a:buSzPct val="100000"/>
              <a:buFont typeface="Tw Cen MT" panose="020B0602020104020603" pitchFamily="34" charset="0"/>
              <a:buChar char=" "/>
              <a:defRPr sz="2200" kern="1200">
                <a:solidFill>
                  <a:schemeClr val="tx1"/>
                </a:solidFill>
                <a:latin typeface="+mn-lt"/>
                <a:ea typeface="+mn-ea"/>
                <a:cs typeface="+mn-cs"/>
              </a:defRPr>
            </a:lvl1pPr>
            <a:lvl2pPr marL="265176" indent="-137160" algn="l" defTabSz="914400" rtl="0" eaLnBrk="1" latinLnBrk="0" hangingPunct="1">
              <a:lnSpc>
                <a:spcPct val="90000"/>
              </a:lnSpc>
              <a:spcBef>
                <a:spcPts val="200"/>
              </a:spcBef>
              <a:spcAft>
                <a:spcPts val="400"/>
              </a:spcAft>
              <a:buClr>
                <a:schemeClr val="accent1"/>
              </a:buClr>
              <a:buFont typeface="Wingdings 3" pitchFamily="18" charset="2"/>
              <a:buChar char=""/>
              <a:defRPr sz="1800" kern="1200">
                <a:solidFill>
                  <a:schemeClr val="tx1"/>
                </a:solidFill>
                <a:latin typeface="+mn-lt"/>
                <a:ea typeface="+mn-ea"/>
                <a:cs typeface="+mn-cs"/>
              </a:defRPr>
            </a:lvl2pPr>
            <a:lvl3pPr marL="448056"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3pPr>
            <a:lvl4pPr marL="594360"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4pPr>
            <a:lvl5pPr marL="777240"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5pPr>
            <a:lvl6pPr marL="914400"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6pPr>
            <a:lvl7pPr marL="1060704"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7pPr>
            <a:lvl8pPr marL="1216152"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8pPr>
            <a:lvl9pPr marL="1362456"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9pPr>
          </a:lstStyle>
          <a:p>
            <a:pPr>
              <a:buFont typeface="Arial" panose="020B0604020202020204" pitchFamily="34" charset="0"/>
              <a:buChar char="•"/>
            </a:pPr>
            <a:endParaRPr lang="en-US" sz="2800" dirty="0"/>
          </a:p>
        </p:txBody>
      </p:sp>
      <p:sp>
        <p:nvSpPr>
          <p:cNvPr id="4" name="Content Placeholder 2">
            <a:extLst>
              <a:ext uri="{FF2B5EF4-FFF2-40B4-BE49-F238E27FC236}">
                <a16:creationId xmlns:a16="http://schemas.microsoft.com/office/drawing/2014/main" id="{0150BE79-1B33-FF41-954A-DF9704FB3AAE}"/>
              </a:ext>
            </a:extLst>
          </p:cNvPr>
          <p:cNvSpPr txBox="1">
            <a:spLocks/>
          </p:cNvSpPr>
          <p:nvPr/>
        </p:nvSpPr>
        <p:spPr>
          <a:xfrm>
            <a:off x="1176528" y="2438400"/>
            <a:ext cx="9948672" cy="4023360"/>
          </a:xfrm>
          <a:prstGeom prst="rect">
            <a:avLst/>
          </a:prstGeom>
        </p:spPr>
        <p:txBody>
          <a:bodyPr>
            <a:normAutofit/>
          </a:bodyPr>
          <a:lstStyle>
            <a:lvl1pPr marL="91440" indent="-91440" algn="l" defTabSz="914400" rtl="0" eaLnBrk="1" latinLnBrk="0" hangingPunct="1">
              <a:lnSpc>
                <a:spcPct val="90000"/>
              </a:lnSpc>
              <a:spcBef>
                <a:spcPts val="1200"/>
              </a:spcBef>
              <a:spcAft>
                <a:spcPts val="200"/>
              </a:spcAft>
              <a:buClr>
                <a:schemeClr val="accent1"/>
              </a:buClr>
              <a:buSzPct val="100000"/>
              <a:buFont typeface="Tw Cen MT" panose="020B0602020104020603" pitchFamily="34" charset="0"/>
              <a:buChar char=" "/>
              <a:defRPr sz="2200" kern="1200">
                <a:solidFill>
                  <a:schemeClr val="tx1"/>
                </a:solidFill>
                <a:latin typeface="+mn-lt"/>
                <a:ea typeface="+mn-ea"/>
                <a:cs typeface="+mn-cs"/>
              </a:defRPr>
            </a:lvl1pPr>
            <a:lvl2pPr marL="265176" indent="-137160" algn="l" defTabSz="914400" rtl="0" eaLnBrk="1" latinLnBrk="0" hangingPunct="1">
              <a:lnSpc>
                <a:spcPct val="90000"/>
              </a:lnSpc>
              <a:spcBef>
                <a:spcPts val="200"/>
              </a:spcBef>
              <a:spcAft>
                <a:spcPts val="400"/>
              </a:spcAft>
              <a:buClr>
                <a:schemeClr val="accent1"/>
              </a:buClr>
              <a:buFont typeface="Wingdings 3" pitchFamily="18" charset="2"/>
              <a:buChar char=""/>
              <a:defRPr sz="1800" kern="1200">
                <a:solidFill>
                  <a:schemeClr val="tx1"/>
                </a:solidFill>
                <a:latin typeface="+mn-lt"/>
                <a:ea typeface="+mn-ea"/>
                <a:cs typeface="+mn-cs"/>
              </a:defRPr>
            </a:lvl2pPr>
            <a:lvl3pPr marL="448056"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3pPr>
            <a:lvl4pPr marL="594360"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4pPr>
            <a:lvl5pPr marL="777240"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5pPr>
            <a:lvl6pPr marL="914400"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6pPr>
            <a:lvl7pPr marL="1060704"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7pPr>
            <a:lvl8pPr marL="1216152"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8pPr>
            <a:lvl9pPr marL="1362456"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9pPr>
          </a:lstStyle>
          <a:p>
            <a:pPr>
              <a:buFont typeface="Arial" panose="020B0604020202020204" pitchFamily="34" charset="0"/>
              <a:buChar char="•"/>
            </a:pPr>
            <a:r>
              <a:rPr lang="en-US" sz="3200" dirty="0"/>
              <a:t>Objects are the container for your output</a:t>
            </a:r>
          </a:p>
        </p:txBody>
      </p:sp>
      <p:grpSp>
        <p:nvGrpSpPr>
          <p:cNvPr id="6" name="Group 5">
            <a:extLst>
              <a:ext uri="{FF2B5EF4-FFF2-40B4-BE49-F238E27FC236}">
                <a16:creationId xmlns:a16="http://schemas.microsoft.com/office/drawing/2014/main" id="{478677F6-A013-0547-893B-4ED5F0D89920}"/>
              </a:ext>
            </a:extLst>
          </p:cNvPr>
          <p:cNvGrpSpPr/>
          <p:nvPr/>
        </p:nvGrpSpPr>
        <p:grpSpPr>
          <a:xfrm>
            <a:off x="712425" y="5158026"/>
            <a:ext cx="10757339" cy="655320"/>
            <a:chOff x="2080825" y="3162925"/>
            <a:chExt cx="8090003" cy="655320"/>
          </a:xfrm>
        </p:grpSpPr>
        <p:sp>
          <p:nvSpPr>
            <p:cNvPr id="7" name="Rectangle 6">
              <a:extLst>
                <a:ext uri="{FF2B5EF4-FFF2-40B4-BE49-F238E27FC236}">
                  <a16:creationId xmlns:a16="http://schemas.microsoft.com/office/drawing/2014/main" id="{E6EB63E2-211A-B242-BC5B-5C74CAE71051}"/>
                </a:ext>
              </a:extLst>
            </p:cNvPr>
            <p:cNvSpPr/>
            <p:nvPr/>
          </p:nvSpPr>
          <p:spPr>
            <a:xfrm>
              <a:off x="2080825" y="3162925"/>
              <a:ext cx="8090002" cy="655320"/>
            </a:xfrm>
            <a:prstGeom prst="rect">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EF9D1304-1B7B-C647-99EB-BFD02FDECCF6}"/>
                </a:ext>
              </a:extLst>
            </p:cNvPr>
            <p:cNvSpPr txBox="1"/>
            <p:nvPr/>
          </p:nvSpPr>
          <p:spPr>
            <a:xfrm>
              <a:off x="2080826" y="3235065"/>
              <a:ext cx="8090002" cy="523220"/>
            </a:xfrm>
            <a:prstGeom prst="rect">
              <a:avLst/>
            </a:prstGeom>
            <a:noFill/>
          </p:spPr>
          <p:txBody>
            <a:bodyPr wrap="square" rtlCol="0">
              <a:spAutoFit/>
            </a:bodyPr>
            <a:lstStyle/>
            <a:p>
              <a:pPr algn="ctr"/>
              <a:r>
                <a:rPr lang="en-US" sz="2800" dirty="0">
                  <a:solidFill>
                    <a:srgbClr val="0070C0"/>
                  </a:solidFill>
                  <a:latin typeface="Monaco" charset="0"/>
                  <a:ea typeface="Monaco" charset="0"/>
                  <a:cs typeface="Monaco" charset="0"/>
                </a:rPr>
                <a:t>sequence_of_10s </a:t>
              </a:r>
              <a:r>
                <a:rPr lang="en-US" sz="2800" dirty="0">
                  <a:latin typeface="Monaco" charset="0"/>
                  <a:ea typeface="Monaco" charset="0"/>
                  <a:cs typeface="Monaco" charset="0"/>
                </a:rPr>
                <a:t>&lt;- </a:t>
              </a:r>
              <a:r>
                <a:rPr lang="en-US" sz="2800" b="1" dirty="0" err="1">
                  <a:latin typeface="Monaco" charset="0"/>
                  <a:ea typeface="Monaco" charset="0"/>
                  <a:cs typeface="Monaco" charset="0"/>
                </a:rPr>
                <a:t>seq</a:t>
              </a:r>
              <a:r>
                <a:rPr lang="en-US" sz="2800" dirty="0">
                  <a:latin typeface="Monaco" charset="0"/>
                  <a:ea typeface="Monaco" charset="0"/>
                  <a:cs typeface="Monaco" charset="0"/>
                </a:rPr>
                <a:t>(</a:t>
              </a:r>
              <a:r>
                <a:rPr lang="en-US" sz="2800" dirty="0">
                  <a:solidFill>
                    <a:srgbClr val="0070C0"/>
                  </a:solidFill>
                  <a:latin typeface="Monaco" charset="0"/>
                  <a:ea typeface="Monaco" charset="0"/>
                  <a:cs typeface="Monaco" charset="0"/>
                </a:rPr>
                <a:t>from=5, to=150, by=10 </a:t>
              </a:r>
              <a:r>
                <a:rPr lang="en-US" sz="2800" dirty="0">
                  <a:latin typeface="Monaco" charset="0"/>
                  <a:ea typeface="Monaco" charset="0"/>
                  <a:cs typeface="Monaco" charset="0"/>
                </a:rPr>
                <a:t>)</a:t>
              </a:r>
            </a:p>
          </p:txBody>
        </p:sp>
      </p:grpSp>
      <p:grpSp>
        <p:nvGrpSpPr>
          <p:cNvPr id="9" name="Group 8">
            <a:extLst>
              <a:ext uri="{FF2B5EF4-FFF2-40B4-BE49-F238E27FC236}">
                <a16:creationId xmlns:a16="http://schemas.microsoft.com/office/drawing/2014/main" id="{DF717633-0643-DE43-8D00-0A4256574544}"/>
              </a:ext>
            </a:extLst>
          </p:cNvPr>
          <p:cNvGrpSpPr/>
          <p:nvPr/>
        </p:nvGrpSpPr>
        <p:grpSpPr>
          <a:xfrm>
            <a:off x="4655558" y="3389054"/>
            <a:ext cx="2365216" cy="1692771"/>
            <a:chOff x="1322364" y="4528478"/>
            <a:chExt cx="1503814" cy="1301318"/>
          </a:xfrm>
        </p:grpSpPr>
        <p:sp>
          <p:nvSpPr>
            <p:cNvPr id="10" name="Rounded Rectangular Callout 9">
              <a:extLst>
                <a:ext uri="{FF2B5EF4-FFF2-40B4-BE49-F238E27FC236}">
                  <a16:creationId xmlns:a16="http://schemas.microsoft.com/office/drawing/2014/main" id="{9A83F5DD-9F7C-4A4A-B458-DD52F14C3CD6}"/>
                </a:ext>
              </a:extLst>
            </p:cNvPr>
            <p:cNvSpPr/>
            <p:nvPr/>
          </p:nvSpPr>
          <p:spPr>
            <a:xfrm>
              <a:off x="1322364" y="4703869"/>
              <a:ext cx="1503814" cy="958362"/>
            </a:xfrm>
            <a:prstGeom prst="wedgeRoundRectCallout">
              <a:avLst>
                <a:gd name="adj1" fmla="val -5341"/>
                <a:gd name="adj2" fmla="val 73068"/>
                <a:gd name="adj3" fmla="val 16667"/>
              </a:avLst>
            </a:prstGeom>
            <a:solidFill>
              <a:schemeClr val="accent5">
                <a:lumMod val="60000"/>
                <a:lumOff val="40000"/>
              </a:schemeClr>
            </a:solidFill>
            <a:ln>
              <a:noFill/>
            </a:ln>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0852E4B6-120D-1443-8E08-CD0D8BB97BD2}"/>
                </a:ext>
              </a:extLst>
            </p:cNvPr>
            <p:cNvSpPr txBox="1"/>
            <p:nvPr/>
          </p:nvSpPr>
          <p:spPr>
            <a:xfrm>
              <a:off x="1322364" y="4528478"/>
              <a:ext cx="1503814" cy="1301318"/>
            </a:xfrm>
            <a:prstGeom prst="rect">
              <a:avLst/>
            </a:prstGeom>
            <a:noFill/>
          </p:spPr>
          <p:txBody>
            <a:bodyPr wrap="square" rtlCol="0" anchor="ctr">
              <a:spAutoFit/>
            </a:bodyPr>
            <a:lstStyle/>
            <a:p>
              <a:pPr algn="ctr"/>
              <a:endParaRPr lang="en-US" dirty="0">
                <a:solidFill>
                  <a:schemeClr val="bg1"/>
                </a:solidFill>
              </a:endParaRPr>
            </a:p>
            <a:p>
              <a:pPr algn="ctr"/>
              <a:r>
                <a:rPr lang="en-US" sz="4000" dirty="0">
                  <a:solidFill>
                    <a:schemeClr val="bg1"/>
                  </a:solidFill>
                </a:rPr>
                <a:t>function</a:t>
              </a:r>
            </a:p>
            <a:p>
              <a:pPr algn="ctr"/>
              <a:r>
                <a:rPr lang="en-US" sz="2800" dirty="0">
                  <a:solidFill>
                    <a:schemeClr val="bg1"/>
                  </a:solidFill>
                </a:rPr>
                <a:t>(does stuff)</a:t>
              </a:r>
            </a:p>
            <a:p>
              <a:pPr algn="ctr"/>
              <a:endParaRPr lang="en-US" dirty="0">
                <a:solidFill>
                  <a:schemeClr val="bg1"/>
                </a:solidFill>
              </a:endParaRPr>
            </a:p>
          </p:txBody>
        </p:sp>
      </p:grpSp>
      <p:grpSp>
        <p:nvGrpSpPr>
          <p:cNvPr id="12" name="Group 11">
            <a:extLst>
              <a:ext uri="{FF2B5EF4-FFF2-40B4-BE49-F238E27FC236}">
                <a16:creationId xmlns:a16="http://schemas.microsoft.com/office/drawing/2014/main" id="{D3A45335-80B3-664B-B232-6D3002092D72}"/>
              </a:ext>
            </a:extLst>
          </p:cNvPr>
          <p:cNvGrpSpPr/>
          <p:nvPr/>
        </p:nvGrpSpPr>
        <p:grpSpPr>
          <a:xfrm>
            <a:off x="8124780" y="3389054"/>
            <a:ext cx="2365216" cy="1692772"/>
            <a:chOff x="1322364" y="4528478"/>
            <a:chExt cx="1503814" cy="1301319"/>
          </a:xfrm>
        </p:grpSpPr>
        <p:sp>
          <p:nvSpPr>
            <p:cNvPr id="13" name="Rounded Rectangular Callout 12">
              <a:extLst>
                <a:ext uri="{FF2B5EF4-FFF2-40B4-BE49-F238E27FC236}">
                  <a16:creationId xmlns:a16="http://schemas.microsoft.com/office/drawing/2014/main" id="{A2065173-5FD9-2F40-95CB-37FEBEABC384}"/>
                </a:ext>
              </a:extLst>
            </p:cNvPr>
            <p:cNvSpPr/>
            <p:nvPr/>
          </p:nvSpPr>
          <p:spPr>
            <a:xfrm>
              <a:off x="1322364" y="4703869"/>
              <a:ext cx="1503814" cy="958362"/>
            </a:xfrm>
            <a:prstGeom prst="wedgeRoundRectCallout">
              <a:avLst>
                <a:gd name="adj1" fmla="val -21910"/>
                <a:gd name="adj2" fmla="val 72195"/>
                <a:gd name="adj3" fmla="val 16667"/>
              </a:avLst>
            </a:prstGeom>
            <a:solidFill>
              <a:schemeClr val="accent5">
                <a:lumMod val="60000"/>
                <a:lumOff val="40000"/>
              </a:schemeClr>
            </a:solidFill>
            <a:ln>
              <a:noFill/>
            </a:ln>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06A16EB6-A8A7-F746-A0DB-D19EEA696A8E}"/>
                </a:ext>
              </a:extLst>
            </p:cNvPr>
            <p:cNvSpPr txBox="1"/>
            <p:nvPr/>
          </p:nvSpPr>
          <p:spPr>
            <a:xfrm>
              <a:off x="1322364" y="4528478"/>
              <a:ext cx="1503814" cy="1301319"/>
            </a:xfrm>
            <a:prstGeom prst="rect">
              <a:avLst/>
            </a:prstGeom>
            <a:noFill/>
          </p:spPr>
          <p:txBody>
            <a:bodyPr wrap="square" rtlCol="0" anchor="ctr">
              <a:spAutoFit/>
            </a:bodyPr>
            <a:lstStyle/>
            <a:p>
              <a:pPr algn="ctr"/>
              <a:endParaRPr lang="en-US" dirty="0">
                <a:solidFill>
                  <a:schemeClr val="bg1"/>
                </a:solidFill>
              </a:endParaRPr>
            </a:p>
            <a:p>
              <a:pPr algn="ctr"/>
              <a:r>
                <a:rPr lang="en-US" sz="4000" dirty="0">
                  <a:solidFill>
                    <a:schemeClr val="bg1"/>
                  </a:solidFill>
                </a:rPr>
                <a:t>arguments</a:t>
              </a:r>
            </a:p>
            <a:p>
              <a:pPr algn="ctr"/>
              <a:r>
                <a:rPr lang="en-US" sz="2800" dirty="0">
                  <a:solidFill>
                    <a:schemeClr val="bg1"/>
                  </a:solidFill>
                </a:rPr>
                <a:t>(input)</a:t>
              </a:r>
            </a:p>
            <a:p>
              <a:pPr algn="ctr"/>
              <a:endParaRPr lang="en-US" dirty="0">
                <a:solidFill>
                  <a:schemeClr val="bg1"/>
                </a:solidFill>
              </a:endParaRPr>
            </a:p>
          </p:txBody>
        </p:sp>
      </p:grpSp>
      <p:grpSp>
        <p:nvGrpSpPr>
          <p:cNvPr id="15" name="Group 14">
            <a:extLst>
              <a:ext uri="{FF2B5EF4-FFF2-40B4-BE49-F238E27FC236}">
                <a16:creationId xmlns:a16="http://schemas.microsoft.com/office/drawing/2014/main" id="{30EA3784-29F7-3248-B31D-70FA7998E122}"/>
              </a:ext>
            </a:extLst>
          </p:cNvPr>
          <p:cNvGrpSpPr/>
          <p:nvPr/>
        </p:nvGrpSpPr>
        <p:grpSpPr>
          <a:xfrm>
            <a:off x="1978640" y="3358277"/>
            <a:ext cx="2365216" cy="1754326"/>
            <a:chOff x="1968398" y="1876487"/>
            <a:chExt cx="2365216" cy="1754326"/>
          </a:xfrm>
        </p:grpSpPr>
        <p:sp>
          <p:nvSpPr>
            <p:cNvPr id="16" name="Rounded Rectangular Callout 15">
              <a:extLst>
                <a:ext uri="{FF2B5EF4-FFF2-40B4-BE49-F238E27FC236}">
                  <a16:creationId xmlns:a16="http://schemas.microsoft.com/office/drawing/2014/main" id="{EDFE8737-A973-6945-A5F5-E12E84037A28}"/>
                </a:ext>
              </a:extLst>
            </p:cNvPr>
            <p:cNvSpPr/>
            <p:nvPr/>
          </p:nvSpPr>
          <p:spPr>
            <a:xfrm>
              <a:off x="1968398" y="2135413"/>
              <a:ext cx="2365216" cy="1246649"/>
            </a:xfrm>
            <a:prstGeom prst="wedgeRoundRectCallout">
              <a:avLst>
                <a:gd name="adj1" fmla="val 1102"/>
                <a:gd name="adj2" fmla="val 72195"/>
                <a:gd name="adj3" fmla="val 16667"/>
              </a:avLst>
            </a:prstGeom>
            <a:solidFill>
              <a:schemeClr val="accent5">
                <a:lumMod val="60000"/>
                <a:lumOff val="40000"/>
              </a:schemeClr>
            </a:solidFill>
            <a:ln>
              <a:noFill/>
            </a:ln>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17" name="TextBox 16">
              <a:extLst>
                <a:ext uri="{FF2B5EF4-FFF2-40B4-BE49-F238E27FC236}">
                  <a16:creationId xmlns:a16="http://schemas.microsoft.com/office/drawing/2014/main" id="{86BA87D2-B740-5F49-883B-6508B8887B1E}"/>
                </a:ext>
              </a:extLst>
            </p:cNvPr>
            <p:cNvSpPr txBox="1"/>
            <p:nvPr/>
          </p:nvSpPr>
          <p:spPr>
            <a:xfrm>
              <a:off x="1968398" y="1876487"/>
              <a:ext cx="2365216" cy="1754326"/>
            </a:xfrm>
            <a:prstGeom prst="rect">
              <a:avLst/>
            </a:prstGeom>
            <a:noFill/>
          </p:spPr>
          <p:txBody>
            <a:bodyPr wrap="square" rtlCol="0" anchor="ctr">
              <a:spAutoFit/>
            </a:bodyPr>
            <a:lstStyle/>
            <a:p>
              <a:pPr algn="ctr"/>
              <a:endParaRPr lang="en-US" dirty="0">
                <a:solidFill>
                  <a:schemeClr val="bg1"/>
                </a:solidFill>
              </a:endParaRPr>
            </a:p>
            <a:p>
              <a:pPr algn="ctr"/>
              <a:r>
                <a:rPr lang="en-US" sz="4000" dirty="0">
                  <a:solidFill>
                    <a:schemeClr val="bg1"/>
                  </a:solidFill>
                </a:rPr>
                <a:t>object</a:t>
              </a:r>
            </a:p>
            <a:p>
              <a:pPr algn="ctr"/>
              <a:r>
                <a:rPr lang="en-US" sz="2800" dirty="0">
                  <a:solidFill>
                    <a:schemeClr val="bg1"/>
                  </a:solidFill>
                </a:rPr>
                <a:t>(stores output)</a:t>
              </a:r>
              <a:endParaRPr lang="en-US" dirty="0">
                <a:solidFill>
                  <a:schemeClr val="bg1"/>
                </a:solidFill>
              </a:endParaRPr>
            </a:p>
            <a:p>
              <a:pPr algn="ctr"/>
              <a:endParaRPr lang="en-US" dirty="0">
                <a:solidFill>
                  <a:schemeClr val="bg1"/>
                </a:solidFill>
              </a:endParaRPr>
            </a:p>
          </p:txBody>
        </p:sp>
      </p:grpSp>
    </p:spTree>
    <p:extLst>
      <p:ext uri="{BB962C8B-B14F-4D97-AF65-F5344CB8AC3E}">
        <p14:creationId xmlns:p14="http://schemas.microsoft.com/office/powerpoint/2010/main" val="173716817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Checking the contents of an object</a:t>
            </a:r>
          </a:p>
        </p:txBody>
      </p:sp>
      <p:sp>
        <p:nvSpPr>
          <p:cNvPr id="5" name="Content Placeholder 2">
            <a:extLst>
              <a:ext uri="{FF2B5EF4-FFF2-40B4-BE49-F238E27FC236}">
                <a16:creationId xmlns:a16="http://schemas.microsoft.com/office/drawing/2014/main" id="{0682C463-3EE4-394B-8E43-C5F3A9654D35}"/>
              </a:ext>
            </a:extLst>
          </p:cNvPr>
          <p:cNvSpPr txBox="1">
            <a:spLocks/>
          </p:cNvSpPr>
          <p:nvPr/>
        </p:nvSpPr>
        <p:spPr>
          <a:xfrm>
            <a:off x="1024128" y="2286000"/>
            <a:ext cx="10072658" cy="4023360"/>
          </a:xfrm>
          <a:prstGeom prst="rect">
            <a:avLst/>
          </a:prstGeom>
        </p:spPr>
        <p:txBody>
          <a:bodyPr>
            <a:normAutofit/>
          </a:bodyPr>
          <a:lstStyle>
            <a:lvl1pPr marL="91440" indent="-91440" algn="l" defTabSz="914400" rtl="0" eaLnBrk="1" latinLnBrk="0" hangingPunct="1">
              <a:lnSpc>
                <a:spcPct val="90000"/>
              </a:lnSpc>
              <a:spcBef>
                <a:spcPts val="1200"/>
              </a:spcBef>
              <a:spcAft>
                <a:spcPts val="200"/>
              </a:spcAft>
              <a:buClr>
                <a:schemeClr val="accent1"/>
              </a:buClr>
              <a:buSzPct val="100000"/>
              <a:buFont typeface="Tw Cen MT" panose="020B0602020104020603" pitchFamily="34" charset="0"/>
              <a:buChar char=" "/>
              <a:defRPr sz="2200" kern="1200">
                <a:solidFill>
                  <a:schemeClr val="tx1"/>
                </a:solidFill>
                <a:latin typeface="+mn-lt"/>
                <a:ea typeface="+mn-ea"/>
                <a:cs typeface="+mn-cs"/>
              </a:defRPr>
            </a:lvl1pPr>
            <a:lvl2pPr marL="265176" indent="-137160" algn="l" defTabSz="914400" rtl="0" eaLnBrk="1" latinLnBrk="0" hangingPunct="1">
              <a:lnSpc>
                <a:spcPct val="90000"/>
              </a:lnSpc>
              <a:spcBef>
                <a:spcPts val="200"/>
              </a:spcBef>
              <a:spcAft>
                <a:spcPts val="400"/>
              </a:spcAft>
              <a:buClr>
                <a:schemeClr val="accent1"/>
              </a:buClr>
              <a:buFont typeface="Wingdings 3" pitchFamily="18" charset="2"/>
              <a:buChar char=""/>
              <a:defRPr sz="1800" kern="1200">
                <a:solidFill>
                  <a:schemeClr val="tx1"/>
                </a:solidFill>
                <a:latin typeface="+mn-lt"/>
                <a:ea typeface="+mn-ea"/>
                <a:cs typeface="+mn-cs"/>
              </a:defRPr>
            </a:lvl2pPr>
            <a:lvl3pPr marL="448056"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3pPr>
            <a:lvl4pPr marL="594360"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4pPr>
            <a:lvl5pPr marL="777240"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5pPr>
            <a:lvl6pPr marL="914400"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6pPr>
            <a:lvl7pPr marL="1060704"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7pPr>
            <a:lvl8pPr marL="1216152"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8pPr>
            <a:lvl9pPr marL="1362456"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9pPr>
          </a:lstStyle>
          <a:p>
            <a:pPr>
              <a:buFont typeface="Arial" panose="020B0604020202020204" pitchFamily="34" charset="0"/>
              <a:buChar char="•"/>
            </a:pPr>
            <a:r>
              <a:rPr lang="en-US" sz="3200" dirty="0"/>
              <a:t>The environment tab shows us the objects we have created.</a:t>
            </a:r>
          </a:p>
        </p:txBody>
      </p:sp>
      <p:pic>
        <p:nvPicPr>
          <p:cNvPr id="4" name="Picture 3">
            <a:extLst>
              <a:ext uri="{FF2B5EF4-FFF2-40B4-BE49-F238E27FC236}">
                <a16:creationId xmlns:a16="http://schemas.microsoft.com/office/drawing/2014/main" id="{67603056-AAA6-F741-8244-AF94727F5374}"/>
              </a:ext>
            </a:extLst>
          </p:cNvPr>
          <p:cNvPicPr>
            <a:picLocks noChangeAspect="1"/>
          </p:cNvPicPr>
          <p:nvPr/>
        </p:nvPicPr>
        <p:blipFill>
          <a:blip r:embed="rId3"/>
          <a:stretch>
            <a:fillRect/>
          </a:stretch>
        </p:blipFill>
        <p:spPr>
          <a:xfrm>
            <a:off x="2190094" y="3321288"/>
            <a:ext cx="7805244" cy="3189240"/>
          </a:xfrm>
          <a:prstGeom prst="rect">
            <a:avLst/>
          </a:prstGeom>
        </p:spPr>
      </p:pic>
    </p:spTree>
    <p:extLst>
      <p:ext uri="{BB962C8B-B14F-4D97-AF65-F5344CB8AC3E}">
        <p14:creationId xmlns:p14="http://schemas.microsoft.com/office/powerpoint/2010/main" val="17200535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D0EF04-E51F-2EE2-2C3A-EA64F964097E}"/>
            </a:ext>
          </a:extLst>
        </p:cNvPr>
        <p:cNvGrpSpPr/>
        <p:nvPr/>
      </p:nvGrpSpPr>
      <p:grpSpPr>
        <a:xfrm>
          <a:off x="0" y="0"/>
          <a:ext cx="0" cy="0"/>
          <a:chOff x="0" y="0"/>
          <a:chExt cx="0" cy="0"/>
        </a:xfrm>
      </p:grpSpPr>
      <p:sp>
        <p:nvSpPr>
          <p:cNvPr id="21" name="Rectangle 20">
            <a:extLst>
              <a:ext uri="{FF2B5EF4-FFF2-40B4-BE49-F238E27FC236}">
                <a16:creationId xmlns:a16="http://schemas.microsoft.com/office/drawing/2014/main" id="{3A329342-1E52-7ABB-E293-D0E10065013F}"/>
              </a:ext>
            </a:extLst>
          </p:cNvPr>
          <p:cNvSpPr/>
          <p:nvPr/>
        </p:nvSpPr>
        <p:spPr>
          <a:xfrm>
            <a:off x="3979620" y="2195741"/>
            <a:ext cx="4400896" cy="2802389"/>
          </a:xfrm>
          <a:prstGeom prst="rect">
            <a:avLst/>
          </a:prstGeom>
          <a:solidFill>
            <a:schemeClr val="accent2">
              <a:lumMod val="5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a:extLst>
              <a:ext uri="{FF2B5EF4-FFF2-40B4-BE49-F238E27FC236}">
                <a16:creationId xmlns:a16="http://schemas.microsoft.com/office/drawing/2014/main" id="{B9F29464-D3D0-AA37-09BC-3E72651860FE}"/>
              </a:ext>
            </a:extLst>
          </p:cNvPr>
          <p:cNvPicPr>
            <a:picLocks noChangeAspect="1"/>
          </p:cNvPicPr>
          <p:nvPr/>
        </p:nvPicPr>
        <p:blipFill>
          <a:blip r:embed="rId3"/>
          <a:stretch>
            <a:fillRect/>
          </a:stretch>
        </p:blipFill>
        <p:spPr>
          <a:xfrm>
            <a:off x="838200" y="4430032"/>
            <a:ext cx="2541814" cy="1504637"/>
          </a:xfrm>
          <a:prstGeom prst="rect">
            <a:avLst/>
          </a:prstGeom>
        </p:spPr>
      </p:pic>
      <p:grpSp>
        <p:nvGrpSpPr>
          <p:cNvPr id="18" name="Group 17">
            <a:extLst>
              <a:ext uri="{FF2B5EF4-FFF2-40B4-BE49-F238E27FC236}">
                <a16:creationId xmlns:a16="http://schemas.microsoft.com/office/drawing/2014/main" id="{62CC129E-7B37-C921-1323-DDF9BB5D8912}"/>
              </a:ext>
            </a:extLst>
          </p:cNvPr>
          <p:cNvGrpSpPr/>
          <p:nvPr/>
        </p:nvGrpSpPr>
        <p:grpSpPr>
          <a:xfrm>
            <a:off x="2522583" y="4225771"/>
            <a:ext cx="740228" cy="265220"/>
            <a:chOff x="2522583" y="4225771"/>
            <a:chExt cx="740228" cy="265220"/>
          </a:xfrm>
        </p:grpSpPr>
        <p:sp>
          <p:nvSpPr>
            <p:cNvPr id="6" name="Rectangle 5">
              <a:extLst>
                <a:ext uri="{FF2B5EF4-FFF2-40B4-BE49-F238E27FC236}">
                  <a16:creationId xmlns:a16="http://schemas.microsoft.com/office/drawing/2014/main" id="{888143CB-E098-8EF6-AEF1-3FF9F2905EF6}"/>
                </a:ext>
              </a:extLst>
            </p:cNvPr>
            <p:cNvSpPr/>
            <p:nvPr/>
          </p:nvSpPr>
          <p:spPr>
            <a:xfrm>
              <a:off x="2522583" y="4445272"/>
              <a:ext cx="740228" cy="45719"/>
            </a:xfrm>
            <a:prstGeom prst="rect">
              <a:avLst/>
            </a:prstGeom>
            <a:solidFill>
              <a:schemeClr val="accent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8" name="Straight Connector 7">
              <a:extLst>
                <a:ext uri="{FF2B5EF4-FFF2-40B4-BE49-F238E27FC236}">
                  <a16:creationId xmlns:a16="http://schemas.microsoft.com/office/drawing/2014/main" id="{80042914-50E2-D68B-3A4A-AA63181906FE}"/>
                </a:ext>
              </a:extLst>
            </p:cNvPr>
            <p:cNvCxnSpPr>
              <a:cxnSpLocks/>
            </p:cNvCxnSpPr>
            <p:nvPr/>
          </p:nvCxnSpPr>
          <p:spPr>
            <a:xfrm>
              <a:off x="2533469" y="4225771"/>
              <a:ext cx="0" cy="253247"/>
            </a:xfrm>
            <a:prstGeom prst="line">
              <a:avLst/>
            </a:prstGeom>
            <a:ln w="38100">
              <a:solidFill>
                <a:schemeClr val="accent2">
                  <a:lumMod val="50000"/>
                </a:schemeClr>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2C7E4336-D99C-7417-9C3A-12D77FC281F4}"/>
                </a:ext>
              </a:extLst>
            </p:cNvPr>
            <p:cNvCxnSpPr>
              <a:cxnSpLocks/>
            </p:cNvCxnSpPr>
            <p:nvPr/>
          </p:nvCxnSpPr>
          <p:spPr>
            <a:xfrm>
              <a:off x="2712539" y="4225771"/>
              <a:ext cx="0" cy="253247"/>
            </a:xfrm>
            <a:prstGeom prst="line">
              <a:avLst/>
            </a:prstGeom>
            <a:ln w="38100">
              <a:solidFill>
                <a:schemeClr val="accent2">
                  <a:lumMod val="50000"/>
                </a:schemeClr>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5C7C4B3E-0BBE-AFAE-5806-B2EEB4DFBD95}"/>
                </a:ext>
              </a:extLst>
            </p:cNvPr>
            <p:cNvCxnSpPr>
              <a:cxnSpLocks/>
            </p:cNvCxnSpPr>
            <p:nvPr/>
          </p:nvCxnSpPr>
          <p:spPr>
            <a:xfrm>
              <a:off x="2891609" y="4225771"/>
              <a:ext cx="0" cy="253247"/>
            </a:xfrm>
            <a:prstGeom prst="line">
              <a:avLst/>
            </a:prstGeom>
            <a:ln w="38100">
              <a:solidFill>
                <a:schemeClr val="accent2">
                  <a:lumMod val="50000"/>
                </a:schemeClr>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FC466439-2CA2-9F23-E590-87E8B5484D9C}"/>
                </a:ext>
              </a:extLst>
            </p:cNvPr>
            <p:cNvCxnSpPr>
              <a:cxnSpLocks/>
            </p:cNvCxnSpPr>
            <p:nvPr/>
          </p:nvCxnSpPr>
          <p:spPr>
            <a:xfrm>
              <a:off x="3070679" y="4225771"/>
              <a:ext cx="0" cy="253247"/>
            </a:xfrm>
            <a:prstGeom prst="line">
              <a:avLst/>
            </a:prstGeom>
            <a:ln w="38100">
              <a:solidFill>
                <a:schemeClr val="accent2">
                  <a:lumMod val="50000"/>
                </a:schemeClr>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20F7DCFC-A348-F294-F29D-7D30C7575C98}"/>
                </a:ext>
              </a:extLst>
            </p:cNvPr>
            <p:cNvCxnSpPr>
              <a:cxnSpLocks/>
            </p:cNvCxnSpPr>
            <p:nvPr/>
          </p:nvCxnSpPr>
          <p:spPr>
            <a:xfrm>
              <a:off x="3249749" y="4225771"/>
              <a:ext cx="0" cy="253247"/>
            </a:xfrm>
            <a:prstGeom prst="line">
              <a:avLst/>
            </a:prstGeom>
            <a:ln w="38100">
              <a:solidFill>
                <a:schemeClr val="accent2">
                  <a:lumMod val="50000"/>
                </a:schemeClr>
              </a:solidFill>
            </a:ln>
          </p:spPr>
          <p:style>
            <a:lnRef idx="1">
              <a:schemeClr val="accent1"/>
            </a:lnRef>
            <a:fillRef idx="0">
              <a:schemeClr val="accent1"/>
            </a:fillRef>
            <a:effectRef idx="0">
              <a:schemeClr val="accent1"/>
            </a:effectRef>
            <a:fontRef idx="minor">
              <a:schemeClr val="tx1"/>
            </a:fontRef>
          </p:style>
        </p:cxnSp>
      </p:grpSp>
      <p:pic>
        <p:nvPicPr>
          <p:cNvPr id="15" name="Picture 14">
            <a:extLst>
              <a:ext uri="{FF2B5EF4-FFF2-40B4-BE49-F238E27FC236}">
                <a16:creationId xmlns:a16="http://schemas.microsoft.com/office/drawing/2014/main" id="{705424B8-70BA-452A-F765-855BE6ABA72D}"/>
              </a:ext>
            </a:extLst>
          </p:cNvPr>
          <p:cNvPicPr>
            <a:picLocks noChangeAspect="1"/>
          </p:cNvPicPr>
          <p:nvPr/>
        </p:nvPicPr>
        <p:blipFill>
          <a:blip r:embed="rId4"/>
          <a:stretch>
            <a:fillRect/>
          </a:stretch>
        </p:blipFill>
        <p:spPr>
          <a:xfrm>
            <a:off x="9005327" y="3069980"/>
            <a:ext cx="936696" cy="2842022"/>
          </a:xfrm>
          <a:prstGeom prst="rect">
            <a:avLst/>
          </a:prstGeom>
        </p:spPr>
      </p:pic>
      <p:pic>
        <p:nvPicPr>
          <p:cNvPr id="16" name="Picture 15">
            <a:extLst>
              <a:ext uri="{FF2B5EF4-FFF2-40B4-BE49-F238E27FC236}">
                <a16:creationId xmlns:a16="http://schemas.microsoft.com/office/drawing/2014/main" id="{C69881BA-D9F0-B802-8576-CB559F60E3B9}"/>
              </a:ext>
            </a:extLst>
          </p:cNvPr>
          <p:cNvPicPr>
            <a:picLocks noChangeAspect="1"/>
          </p:cNvPicPr>
          <p:nvPr/>
        </p:nvPicPr>
        <p:blipFill>
          <a:blip r:embed="rId4"/>
          <a:stretch>
            <a:fillRect/>
          </a:stretch>
        </p:blipFill>
        <p:spPr>
          <a:xfrm>
            <a:off x="10098414" y="3069980"/>
            <a:ext cx="936696" cy="2842022"/>
          </a:xfrm>
          <a:prstGeom prst="rect">
            <a:avLst/>
          </a:prstGeom>
        </p:spPr>
      </p:pic>
      <p:pic>
        <p:nvPicPr>
          <p:cNvPr id="20" name="Picture 19">
            <a:extLst>
              <a:ext uri="{FF2B5EF4-FFF2-40B4-BE49-F238E27FC236}">
                <a16:creationId xmlns:a16="http://schemas.microsoft.com/office/drawing/2014/main" id="{D016E1E0-A03E-475F-DBAC-4BEF7BCB0889}"/>
              </a:ext>
            </a:extLst>
          </p:cNvPr>
          <p:cNvPicPr>
            <a:picLocks noChangeAspect="1"/>
          </p:cNvPicPr>
          <p:nvPr/>
        </p:nvPicPr>
        <p:blipFill>
          <a:blip r:embed="rId5"/>
          <a:stretch>
            <a:fillRect/>
          </a:stretch>
        </p:blipFill>
        <p:spPr>
          <a:xfrm>
            <a:off x="4059521" y="2284521"/>
            <a:ext cx="4241095" cy="2624832"/>
          </a:xfrm>
          <a:prstGeom prst="rect">
            <a:avLst/>
          </a:prstGeom>
        </p:spPr>
      </p:pic>
      <p:sp>
        <p:nvSpPr>
          <p:cNvPr id="22" name="TextBox 21">
            <a:extLst>
              <a:ext uri="{FF2B5EF4-FFF2-40B4-BE49-F238E27FC236}">
                <a16:creationId xmlns:a16="http://schemas.microsoft.com/office/drawing/2014/main" id="{6850BD4C-94A8-AA85-B94B-668D876FAB42}"/>
              </a:ext>
            </a:extLst>
          </p:cNvPr>
          <p:cNvSpPr txBox="1"/>
          <p:nvPr/>
        </p:nvSpPr>
        <p:spPr>
          <a:xfrm>
            <a:off x="8814476" y="2651416"/>
            <a:ext cx="1318398" cy="369332"/>
          </a:xfrm>
          <a:prstGeom prst="rect">
            <a:avLst/>
          </a:prstGeom>
          <a:noFill/>
        </p:spPr>
        <p:txBody>
          <a:bodyPr wrap="square" rtlCol="0">
            <a:spAutoFit/>
          </a:bodyPr>
          <a:lstStyle/>
          <a:p>
            <a:pPr algn="ctr"/>
            <a:r>
              <a:rPr lang="en-US" dirty="0"/>
              <a:t>Procedures</a:t>
            </a:r>
          </a:p>
        </p:txBody>
      </p:sp>
      <p:sp>
        <p:nvSpPr>
          <p:cNvPr id="23" name="TextBox 22">
            <a:extLst>
              <a:ext uri="{FF2B5EF4-FFF2-40B4-BE49-F238E27FC236}">
                <a16:creationId xmlns:a16="http://schemas.microsoft.com/office/drawing/2014/main" id="{699BE74C-E1C7-76CB-6C36-22E94EB9BDA9}"/>
              </a:ext>
            </a:extLst>
          </p:cNvPr>
          <p:cNvSpPr txBox="1"/>
          <p:nvPr/>
        </p:nvSpPr>
        <p:spPr>
          <a:xfrm>
            <a:off x="9907563" y="2651416"/>
            <a:ext cx="1318398" cy="369332"/>
          </a:xfrm>
          <a:prstGeom prst="rect">
            <a:avLst/>
          </a:prstGeom>
          <a:noFill/>
        </p:spPr>
        <p:txBody>
          <a:bodyPr wrap="square" rtlCol="0">
            <a:spAutoFit/>
          </a:bodyPr>
          <a:lstStyle/>
          <a:p>
            <a:pPr algn="ctr"/>
            <a:r>
              <a:rPr lang="en-US" dirty="0"/>
              <a:t>Data</a:t>
            </a:r>
          </a:p>
        </p:txBody>
      </p:sp>
      <p:sp>
        <p:nvSpPr>
          <p:cNvPr id="24" name="TextBox 23">
            <a:extLst>
              <a:ext uri="{FF2B5EF4-FFF2-40B4-BE49-F238E27FC236}">
                <a16:creationId xmlns:a16="http://schemas.microsoft.com/office/drawing/2014/main" id="{48027577-38BB-A31C-3B8B-5F81933342CA}"/>
              </a:ext>
            </a:extLst>
          </p:cNvPr>
          <p:cNvSpPr txBox="1"/>
          <p:nvPr/>
        </p:nvSpPr>
        <p:spPr>
          <a:xfrm>
            <a:off x="1315947" y="1645296"/>
            <a:ext cx="1565045" cy="461665"/>
          </a:xfrm>
          <a:prstGeom prst="rect">
            <a:avLst/>
          </a:prstGeom>
          <a:noFill/>
        </p:spPr>
        <p:txBody>
          <a:bodyPr wrap="none" rtlCol="0">
            <a:spAutoFit/>
          </a:bodyPr>
          <a:lstStyle/>
          <a:p>
            <a:pPr algn="ctr"/>
            <a:r>
              <a:rPr lang="en-US" sz="2400" dirty="0"/>
              <a:t>Workspace</a:t>
            </a:r>
          </a:p>
        </p:txBody>
      </p:sp>
      <p:sp>
        <p:nvSpPr>
          <p:cNvPr id="25" name="TextBox 24">
            <a:extLst>
              <a:ext uri="{FF2B5EF4-FFF2-40B4-BE49-F238E27FC236}">
                <a16:creationId xmlns:a16="http://schemas.microsoft.com/office/drawing/2014/main" id="{B18D58B7-C1C4-9D5D-F841-D53021581751}"/>
              </a:ext>
            </a:extLst>
          </p:cNvPr>
          <p:cNvSpPr txBox="1"/>
          <p:nvPr/>
        </p:nvSpPr>
        <p:spPr>
          <a:xfrm>
            <a:off x="4613694" y="1645296"/>
            <a:ext cx="3061736" cy="461665"/>
          </a:xfrm>
          <a:prstGeom prst="rect">
            <a:avLst/>
          </a:prstGeom>
          <a:noFill/>
        </p:spPr>
        <p:txBody>
          <a:bodyPr wrap="none" rtlCol="0">
            <a:spAutoFit/>
          </a:bodyPr>
          <a:lstStyle/>
          <a:p>
            <a:pPr algn="ctr"/>
            <a:r>
              <a:rPr lang="en-US" sz="2400" dirty="0"/>
              <a:t>Numbered letter boxes</a:t>
            </a:r>
          </a:p>
        </p:txBody>
      </p:sp>
      <p:sp>
        <p:nvSpPr>
          <p:cNvPr id="26" name="TextBox 25">
            <a:extLst>
              <a:ext uri="{FF2B5EF4-FFF2-40B4-BE49-F238E27FC236}">
                <a16:creationId xmlns:a16="http://schemas.microsoft.com/office/drawing/2014/main" id="{CF03701F-961E-2D7C-9EAB-F3A45864CF85}"/>
              </a:ext>
            </a:extLst>
          </p:cNvPr>
          <p:cNvSpPr txBox="1"/>
          <p:nvPr/>
        </p:nvSpPr>
        <p:spPr>
          <a:xfrm>
            <a:off x="9649981" y="1645296"/>
            <a:ext cx="740908" cy="461665"/>
          </a:xfrm>
          <a:prstGeom prst="rect">
            <a:avLst/>
          </a:prstGeom>
          <a:noFill/>
        </p:spPr>
        <p:txBody>
          <a:bodyPr wrap="none" rtlCol="0">
            <a:spAutoFit/>
          </a:bodyPr>
          <a:lstStyle/>
          <a:p>
            <a:pPr algn="ctr"/>
            <a:r>
              <a:rPr lang="en-US" sz="2400" dirty="0"/>
              <a:t>Files</a:t>
            </a:r>
          </a:p>
        </p:txBody>
      </p:sp>
      <p:sp>
        <p:nvSpPr>
          <p:cNvPr id="27" name="TextBox 26">
            <a:extLst>
              <a:ext uri="{FF2B5EF4-FFF2-40B4-BE49-F238E27FC236}">
                <a16:creationId xmlns:a16="http://schemas.microsoft.com/office/drawing/2014/main" id="{D7596279-1622-BB93-76E7-F219BD48561B}"/>
              </a:ext>
            </a:extLst>
          </p:cNvPr>
          <p:cNvSpPr txBox="1"/>
          <p:nvPr/>
        </p:nvSpPr>
        <p:spPr>
          <a:xfrm>
            <a:off x="4013504" y="2282084"/>
            <a:ext cx="263332" cy="369332"/>
          </a:xfrm>
          <a:prstGeom prst="rect">
            <a:avLst/>
          </a:prstGeom>
          <a:noFill/>
        </p:spPr>
        <p:txBody>
          <a:bodyPr wrap="square" rtlCol="0">
            <a:spAutoFit/>
          </a:bodyPr>
          <a:lstStyle/>
          <a:p>
            <a:r>
              <a:rPr lang="en-US" dirty="0">
                <a:solidFill>
                  <a:srgbClr val="FF0000"/>
                </a:solidFill>
              </a:rPr>
              <a:t>/</a:t>
            </a:r>
          </a:p>
        </p:txBody>
      </p:sp>
      <p:sp>
        <p:nvSpPr>
          <p:cNvPr id="28" name="TextBox 27">
            <a:extLst>
              <a:ext uri="{FF2B5EF4-FFF2-40B4-BE49-F238E27FC236}">
                <a16:creationId xmlns:a16="http://schemas.microsoft.com/office/drawing/2014/main" id="{E29A5D16-8C2E-F6C6-E2FC-FD3FD7CD068C}"/>
              </a:ext>
            </a:extLst>
          </p:cNvPr>
          <p:cNvSpPr txBox="1"/>
          <p:nvPr/>
        </p:nvSpPr>
        <p:spPr>
          <a:xfrm>
            <a:off x="4140918" y="2853838"/>
            <a:ext cx="3873343" cy="369332"/>
          </a:xfrm>
          <a:prstGeom prst="rect">
            <a:avLst/>
          </a:prstGeom>
          <a:noFill/>
        </p:spPr>
        <p:txBody>
          <a:bodyPr wrap="square" rtlCol="0">
            <a:spAutoFit/>
          </a:bodyPr>
          <a:lstStyle/>
          <a:p>
            <a:r>
              <a:rPr lang="en-US" dirty="0">
                <a:solidFill>
                  <a:srgbClr val="FF0000"/>
                </a:solidFill>
              </a:rPr>
              <a:t>/ / / / / / / / / / / / / / / / / / / / / /  </a:t>
            </a:r>
          </a:p>
        </p:txBody>
      </p:sp>
      <p:sp>
        <p:nvSpPr>
          <p:cNvPr id="29" name="TextBox 28">
            <a:extLst>
              <a:ext uri="{FF2B5EF4-FFF2-40B4-BE49-F238E27FC236}">
                <a16:creationId xmlns:a16="http://schemas.microsoft.com/office/drawing/2014/main" id="{DB61C90A-F2F2-F92E-1088-94F901A41203}"/>
              </a:ext>
            </a:extLst>
          </p:cNvPr>
          <p:cNvSpPr txBox="1"/>
          <p:nvPr/>
        </p:nvSpPr>
        <p:spPr>
          <a:xfrm>
            <a:off x="5261773" y="3412269"/>
            <a:ext cx="3216400" cy="369332"/>
          </a:xfrm>
          <a:prstGeom prst="rect">
            <a:avLst/>
          </a:prstGeom>
          <a:noFill/>
        </p:spPr>
        <p:txBody>
          <a:bodyPr wrap="square" rtlCol="0">
            <a:spAutoFit/>
          </a:bodyPr>
          <a:lstStyle/>
          <a:p>
            <a:r>
              <a:rPr lang="en-US" dirty="0">
                <a:solidFill>
                  <a:srgbClr val="FF0000"/>
                </a:solidFill>
              </a:rPr>
              <a:t>/ / / / / / / / / / / / / / / / / / / / /   </a:t>
            </a:r>
          </a:p>
        </p:txBody>
      </p:sp>
      <p:sp>
        <p:nvSpPr>
          <p:cNvPr id="30" name="TextBox 29">
            <a:extLst>
              <a:ext uri="{FF2B5EF4-FFF2-40B4-BE49-F238E27FC236}">
                <a16:creationId xmlns:a16="http://schemas.microsoft.com/office/drawing/2014/main" id="{7EEE32AB-E167-C3D6-D1B4-689B80F87AB9}"/>
              </a:ext>
            </a:extLst>
          </p:cNvPr>
          <p:cNvSpPr txBox="1"/>
          <p:nvPr/>
        </p:nvSpPr>
        <p:spPr>
          <a:xfrm>
            <a:off x="4013504" y="3696929"/>
            <a:ext cx="3953243" cy="369332"/>
          </a:xfrm>
          <a:prstGeom prst="rect">
            <a:avLst/>
          </a:prstGeom>
          <a:noFill/>
        </p:spPr>
        <p:txBody>
          <a:bodyPr wrap="square" rtlCol="0">
            <a:spAutoFit/>
          </a:bodyPr>
          <a:lstStyle/>
          <a:p>
            <a:r>
              <a:rPr lang="en-US" dirty="0">
                <a:solidFill>
                  <a:srgbClr val="FF0000"/>
                </a:solidFill>
              </a:rPr>
              <a:t>/ / / / / / / / / / / / / / / / / / / / / / / / / / /  </a:t>
            </a:r>
          </a:p>
        </p:txBody>
      </p:sp>
      <p:sp>
        <p:nvSpPr>
          <p:cNvPr id="19" name="Frame 18">
            <a:extLst>
              <a:ext uri="{FF2B5EF4-FFF2-40B4-BE49-F238E27FC236}">
                <a16:creationId xmlns:a16="http://schemas.microsoft.com/office/drawing/2014/main" id="{6B0D4BF5-4226-9FF9-DB9D-F0DDE8F0C9B2}"/>
              </a:ext>
            </a:extLst>
          </p:cNvPr>
          <p:cNvSpPr/>
          <p:nvPr/>
        </p:nvSpPr>
        <p:spPr>
          <a:xfrm>
            <a:off x="6258757" y="3429000"/>
            <a:ext cx="674703" cy="352601"/>
          </a:xfrm>
          <a:prstGeom prst="frame">
            <a:avLst/>
          </a:prstGeom>
          <a:solidFill>
            <a:srgbClr val="00B050"/>
          </a:solidFill>
          <a:ln>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31" name="TextBox 30">
            <a:extLst>
              <a:ext uri="{FF2B5EF4-FFF2-40B4-BE49-F238E27FC236}">
                <a16:creationId xmlns:a16="http://schemas.microsoft.com/office/drawing/2014/main" id="{CD38B953-64D4-0C5C-1EC5-E87456B77779}"/>
              </a:ext>
            </a:extLst>
          </p:cNvPr>
          <p:cNvSpPr txBox="1"/>
          <p:nvPr/>
        </p:nvSpPr>
        <p:spPr>
          <a:xfrm>
            <a:off x="2452573" y="4040638"/>
            <a:ext cx="1092583" cy="461665"/>
          </a:xfrm>
          <a:prstGeom prst="rect">
            <a:avLst/>
          </a:prstGeom>
          <a:noFill/>
        </p:spPr>
        <p:txBody>
          <a:bodyPr wrap="square" rtlCol="0">
            <a:spAutoFit/>
          </a:bodyPr>
          <a:lstStyle/>
          <a:p>
            <a:r>
              <a:rPr lang="en-US" sz="2400" dirty="0">
                <a:solidFill>
                  <a:srgbClr val="FF0000"/>
                </a:solidFill>
              </a:rPr>
              <a:t>/ / / /   </a:t>
            </a:r>
          </a:p>
        </p:txBody>
      </p:sp>
      <p:sp>
        <p:nvSpPr>
          <p:cNvPr id="32" name="TextBox 31">
            <a:extLst>
              <a:ext uri="{FF2B5EF4-FFF2-40B4-BE49-F238E27FC236}">
                <a16:creationId xmlns:a16="http://schemas.microsoft.com/office/drawing/2014/main" id="{329959FB-72DE-97C1-430B-71F4C4DF893B}"/>
              </a:ext>
            </a:extLst>
          </p:cNvPr>
          <p:cNvSpPr txBox="1"/>
          <p:nvPr/>
        </p:nvSpPr>
        <p:spPr>
          <a:xfrm>
            <a:off x="5836741" y="4294187"/>
            <a:ext cx="1936673" cy="369332"/>
          </a:xfrm>
          <a:prstGeom prst="rect">
            <a:avLst/>
          </a:prstGeom>
          <a:noFill/>
        </p:spPr>
        <p:txBody>
          <a:bodyPr wrap="square" rtlCol="0">
            <a:spAutoFit/>
          </a:bodyPr>
          <a:lstStyle/>
          <a:p>
            <a:r>
              <a:rPr lang="en-US" dirty="0">
                <a:solidFill>
                  <a:srgbClr val="00B050"/>
                </a:solidFill>
              </a:rPr>
              <a:t>/ / / / / / / / / / / /  </a:t>
            </a:r>
          </a:p>
        </p:txBody>
      </p:sp>
      <p:cxnSp>
        <p:nvCxnSpPr>
          <p:cNvPr id="4" name="Straight Arrow Connector 3">
            <a:extLst>
              <a:ext uri="{FF2B5EF4-FFF2-40B4-BE49-F238E27FC236}">
                <a16:creationId xmlns:a16="http://schemas.microsoft.com/office/drawing/2014/main" id="{CA26D798-E784-6469-802F-434ADBD154B1}"/>
              </a:ext>
            </a:extLst>
          </p:cNvPr>
          <p:cNvCxnSpPr>
            <a:cxnSpLocks/>
            <a:stCxn id="19" idx="1"/>
            <a:endCxn id="31" idx="3"/>
          </p:cNvCxnSpPr>
          <p:nvPr/>
        </p:nvCxnSpPr>
        <p:spPr>
          <a:xfrm flipH="1">
            <a:off x="3545156" y="3605301"/>
            <a:ext cx="2713601" cy="666170"/>
          </a:xfrm>
          <a:prstGeom prst="straightConnector1">
            <a:avLst/>
          </a:prstGeom>
          <a:ln w="38100">
            <a:solidFill>
              <a:srgbClr val="00B050"/>
            </a:solidFill>
            <a:tailEnd type="triangle"/>
          </a:ln>
        </p:spPr>
        <p:style>
          <a:lnRef idx="1">
            <a:schemeClr val="accent1"/>
          </a:lnRef>
          <a:fillRef idx="0">
            <a:schemeClr val="accent1"/>
          </a:fillRef>
          <a:effectRef idx="0">
            <a:schemeClr val="accent1"/>
          </a:effectRef>
          <a:fontRef idx="minor">
            <a:schemeClr val="tx1"/>
          </a:fontRef>
        </p:style>
      </p:cxnSp>
      <p:cxnSp>
        <p:nvCxnSpPr>
          <p:cNvPr id="33" name="Straight Arrow Connector 32">
            <a:extLst>
              <a:ext uri="{FF2B5EF4-FFF2-40B4-BE49-F238E27FC236}">
                <a16:creationId xmlns:a16="http://schemas.microsoft.com/office/drawing/2014/main" id="{EB67A2C9-3CD2-A2DD-F01F-05BAAEB6EE07}"/>
              </a:ext>
            </a:extLst>
          </p:cNvPr>
          <p:cNvCxnSpPr>
            <a:cxnSpLocks/>
            <a:stCxn id="31" idx="3"/>
            <a:endCxn id="32" idx="1"/>
          </p:cNvCxnSpPr>
          <p:nvPr/>
        </p:nvCxnSpPr>
        <p:spPr>
          <a:xfrm>
            <a:off x="3545156" y="4271471"/>
            <a:ext cx="2291585" cy="207382"/>
          </a:xfrm>
          <a:prstGeom prst="straightConnector1">
            <a:avLst/>
          </a:prstGeom>
          <a:ln w="38100">
            <a:solidFill>
              <a:srgbClr val="00B050"/>
            </a:solidFill>
            <a:tailEnd type="triangle"/>
          </a:ln>
        </p:spPr>
        <p:style>
          <a:lnRef idx="1">
            <a:schemeClr val="accent1"/>
          </a:lnRef>
          <a:fillRef idx="0">
            <a:schemeClr val="accent1"/>
          </a:fillRef>
          <a:effectRef idx="0">
            <a:schemeClr val="accent1"/>
          </a:effectRef>
          <a:fontRef idx="minor">
            <a:schemeClr val="tx1"/>
          </a:fontRef>
        </p:style>
      </p:cxnSp>
      <p:cxnSp>
        <p:nvCxnSpPr>
          <p:cNvPr id="34" name="Straight Arrow Connector 33">
            <a:extLst>
              <a:ext uri="{FF2B5EF4-FFF2-40B4-BE49-F238E27FC236}">
                <a16:creationId xmlns:a16="http://schemas.microsoft.com/office/drawing/2014/main" id="{110BCE8B-DCF2-DFF2-40F5-6F0581B97C38}"/>
              </a:ext>
            </a:extLst>
          </p:cNvPr>
          <p:cNvCxnSpPr>
            <a:cxnSpLocks/>
          </p:cNvCxnSpPr>
          <p:nvPr/>
        </p:nvCxnSpPr>
        <p:spPr>
          <a:xfrm flipH="1" flipV="1">
            <a:off x="7312400" y="3038504"/>
            <a:ext cx="2088454" cy="50892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35" name="Straight Arrow Connector 34">
            <a:extLst>
              <a:ext uri="{FF2B5EF4-FFF2-40B4-BE49-F238E27FC236}">
                <a16:creationId xmlns:a16="http://schemas.microsoft.com/office/drawing/2014/main" id="{82F0CABC-F084-5E0B-06C4-29E9CB069760}"/>
              </a:ext>
            </a:extLst>
          </p:cNvPr>
          <p:cNvCxnSpPr>
            <a:cxnSpLocks/>
          </p:cNvCxnSpPr>
          <p:nvPr/>
        </p:nvCxnSpPr>
        <p:spPr>
          <a:xfrm flipH="1" flipV="1">
            <a:off x="5539313" y="3750015"/>
            <a:ext cx="5027449" cy="544172"/>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39" name="Straight Arrow Connector 38">
            <a:extLst>
              <a:ext uri="{FF2B5EF4-FFF2-40B4-BE49-F238E27FC236}">
                <a16:creationId xmlns:a16="http://schemas.microsoft.com/office/drawing/2014/main" id="{444EB631-0377-C7E1-F1BB-3DC387FF6E30}"/>
              </a:ext>
            </a:extLst>
          </p:cNvPr>
          <p:cNvCxnSpPr>
            <a:cxnSpLocks/>
          </p:cNvCxnSpPr>
          <p:nvPr/>
        </p:nvCxnSpPr>
        <p:spPr>
          <a:xfrm>
            <a:off x="7672741" y="4475363"/>
            <a:ext cx="2894021" cy="451746"/>
          </a:xfrm>
          <a:prstGeom prst="straightConnector1">
            <a:avLst/>
          </a:prstGeom>
          <a:ln w="38100">
            <a:solidFill>
              <a:srgbClr val="00B050"/>
            </a:solidFill>
            <a:tailEnd type="triangle"/>
          </a:ln>
        </p:spPr>
        <p:style>
          <a:lnRef idx="1">
            <a:schemeClr val="accent1"/>
          </a:lnRef>
          <a:fillRef idx="0">
            <a:schemeClr val="accent1"/>
          </a:fillRef>
          <a:effectRef idx="0">
            <a:schemeClr val="accent1"/>
          </a:effectRef>
          <a:fontRef idx="minor">
            <a:schemeClr val="tx1"/>
          </a:fontRef>
        </p:style>
      </p:cxnSp>
      <p:sp>
        <p:nvSpPr>
          <p:cNvPr id="17" name="TextBox 16">
            <a:extLst>
              <a:ext uri="{FF2B5EF4-FFF2-40B4-BE49-F238E27FC236}">
                <a16:creationId xmlns:a16="http://schemas.microsoft.com/office/drawing/2014/main" id="{627AB6BF-2B3B-0EE9-80E6-5EF7A3CB3427}"/>
              </a:ext>
            </a:extLst>
          </p:cNvPr>
          <p:cNvSpPr txBox="1"/>
          <p:nvPr/>
        </p:nvSpPr>
        <p:spPr>
          <a:xfrm>
            <a:off x="8814476" y="6192456"/>
            <a:ext cx="2411485" cy="584775"/>
          </a:xfrm>
          <a:prstGeom prst="rect">
            <a:avLst/>
          </a:prstGeom>
          <a:noFill/>
        </p:spPr>
        <p:txBody>
          <a:bodyPr wrap="square" rtlCol="0">
            <a:spAutoFit/>
          </a:bodyPr>
          <a:lstStyle/>
          <a:p>
            <a:pPr algn="ctr"/>
            <a:r>
              <a:rPr lang="en-US" sz="3200" dirty="0"/>
              <a:t>Hard drive</a:t>
            </a:r>
          </a:p>
        </p:txBody>
      </p:sp>
      <p:sp>
        <p:nvSpPr>
          <p:cNvPr id="36" name="TextBox 35">
            <a:extLst>
              <a:ext uri="{FF2B5EF4-FFF2-40B4-BE49-F238E27FC236}">
                <a16:creationId xmlns:a16="http://schemas.microsoft.com/office/drawing/2014/main" id="{2B2F30AE-2715-72B8-A17D-B4122FF39191}"/>
              </a:ext>
            </a:extLst>
          </p:cNvPr>
          <p:cNvSpPr txBox="1"/>
          <p:nvPr/>
        </p:nvSpPr>
        <p:spPr>
          <a:xfrm>
            <a:off x="4938819" y="6192455"/>
            <a:ext cx="2411485" cy="584775"/>
          </a:xfrm>
          <a:prstGeom prst="rect">
            <a:avLst/>
          </a:prstGeom>
          <a:noFill/>
        </p:spPr>
        <p:txBody>
          <a:bodyPr wrap="square" rtlCol="0">
            <a:spAutoFit/>
          </a:bodyPr>
          <a:lstStyle/>
          <a:p>
            <a:pPr algn="ctr"/>
            <a:r>
              <a:rPr lang="en-US" sz="3200" dirty="0"/>
              <a:t>RAM</a:t>
            </a:r>
          </a:p>
        </p:txBody>
      </p:sp>
      <p:sp>
        <p:nvSpPr>
          <p:cNvPr id="37" name="TextBox 36">
            <a:extLst>
              <a:ext uri="{FF2B5EF4-FFF2-40B4-BE49-F238E27FC236}">
                <a16:creationId xmlns:a16="http://schemas.microsoft.com/office/drawing/2014/main" id="{0B65C12D-1EDB-B7AA-8397-17F412D27D69}"/>
              </a:ext>
            </a:extLst>
          </p:cNvPr>
          <p:cNvSpPr txBox="1"/>
          <p:nvPr/>
        </p:nvSpPr>
        <p:spPr>
          <a:xfrm>
            <a:off x="1675249" y="6187192"/>
            <a:ext cx="2411485" cy="584775"/>
          </a:xfrm>
          <a:prstGeom prst="rect">
            <a:avLst/>
          </a:prstGeom>
          <a:noFill/>
        </p:spPr>
        <p:txBody>
          <a:bodyPr wrap="square" rtlCol="0">
            <a:spAutoFit/>
          </a:bodyPr>
          <a:lstStyle/>
          <a:p>
            <a:pPr algn="ctr"/>
            <a:r>
              <a:rPr lang="en-US" sz="3200" dirty="0"/>
              <a:t>CPU Cache</a:t>
            </a:r>
          </a:p>
        </p:txBody>
      </p:sp>
      <p:sp>
        <p:nvSpPr>
          <p:cNvPr id="3" name="TextBox 2">
            <a:extLst>
              <a:ext uri="{FF2B5EF4-FFF2-40B4-BE49-F238E27FC236}">
                <a16:creationId xmlns:a16="http://schemas.microsoft.com/office/drawing/2014/main" id="{654AC229-6EEA-6888-7636-D26AB6610FAE}"/>
              </a:ext>
            </a:extLst>
          </p:cNvPr>
          <p:cNvSpPr txBox="1"/>
          <p:nvPr/>
        </p:nvSpPr>
        <p:spPr>
          <a:xfrm>
            <a:off x="8515203" y="104221"/>
            <a:ext cx="3061736" cy="1384995"/>
          </a:xfrm>
          <a:prstGeom prst="rect">
            <a:avLst/>
          </a:prstGeom>
          <a:noFill/>
        </p:spPr>
        <p:txBody>
          <a:bodyPr wrap="square" rtlCol="0">
            <a:spAutoFit/>
          </a:bodyPr>
          <a:lstStyle/>
          <a:p>
            <a:pPr algn="ctr"/>
            <a:r>
              <a:rPr lang="en-US" sz="2800" b="1" dirty="0"/>
              <a:t>Files on desktop/remote server</a:t>
            </a:r>
          </a:p>
        </p:txBody>
      </p:sp>
      <p:sp>
        <p:nvSpPr>
          <p:cNvPr id="7" name="TextBox 6">
            <a:extLst>
              <a:ext uri="{FF2B5EF4-FFF2-40B4-BE49-F238E27FC236}">
                <a16:creationId xmlns:a16="http://schemas.microsoft.com/office/drawing/2014/main" id="{E42C20C8-7A26-59E7-750E-B680830712F7}"/>
              </a:ext>
            </a:extLst>
          </p:cNvPr>
          <p:cNvSpPr txBox="1"/>
          <p:nvPr/>
        </p:nvSpPr>
        <p:spPr>
          <a:xfrm>
            <a:off x="4546721" y="314197"/>
            <a:ext cx="3061736" cy="954107"/>
          </a:xfrm>
          <a:prstGeom prst="rect">
            <a:avLst/>
          </a:prstGeom>
          <a:noFill/>
        </p:spPr>
        <p:txBody>
          <a:bodyPr wrap="square" rtlCol="0">
            <a:spAutoFit/>
          </a:bodyPr>
          <a:lstStyle/>
          <a:p>
            <a:pPr algn="ctr"/>
            <a:r>
              <a:rPr lang="en-US" sz="2800" b="1" dirty="0"/>
              <a:t>RStudio Environment</a:t>
            </a:r>
          </a:p>
        </p:txBody>
      </p:sp>
      <p:sp>
        <p:nvSpPr>
          <p:cNvPr id="13" name="TextBox 12">
            <a:extLst>
              <a:ext uri="{FF2B5EF4-FFF2-40B4-BE49-F238E27FC236}">
                <a16:creationId xmlns:a16="http://schemas.microsoft.com/office/drawing/2014/main" id="{331D1062-3B40-1A20-5E4E-86AD275104BD}"/>
              </a:ext>
            </a:extLst>
          </p:cNvPr>
          <p:cNvSpPr txBox="1"/>
          <p:nvPr/>
        </p:nvSpPr>
        <p:spPr>
          <a:xfrm>
            <a:off x="578239" y="314073"/>
            <a:ext cx="3061736" cy="954107"/>
          </a:xfrm>
          <a:prstGeom prst="rect">
            <a:avLst/>
          </a:prstGeom>
          <a:noFill/>
        </p:spPr>
        <p:txBody>
          <a:bodyPr wrap="square" rtlCol="0">
            <a:spAutoFit/>
          </a:bodyPr>
          <a:lstStyle/>
          <a:p>
            <a:pPr algn="ctr"/>
            <a:r>
              <a:rPr lang="en-US" sz="2800" b="1" dirty="0"/>
              <a:t>CPU when executing code</a:t>
            </a:r>
          </a:p>
        </p:txBody>
      </p:sp>
    </p:spTree>
    <p:extLst>
      <p:ext uri="{BB962C8B-B14F-4D97-AF65-F5344CB8AC3E}">
        <p14:creationId xmlns:p14="http://schemas.microsoft.com/office/powerpoint/2010/main" val="1632182714"/>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Bending objects to your will</a:t>
            </a:r>
          </a:p>
        </p:txBody>
      </p:sp>
      <p:sp>
        <p:nvSpPr>
          <p:cNvPr id="5" name="Content Placeholder 2">
            <a:extLst>
              <a:ext uri="{FF2B5EF4-FFF2-40B4-BE49-F238E27FC236}">
                <a16:creationId xmlns:a16="http://schemas.microsoft.com/office/drawing/2014/main" id="{0682C463-3EE4-394B-8E43-C5F3A9654D35}"/>
              </a:ext>
            </a:extLst>
          </p:cNvPr>
          <p:cNvSpPr txBox="1">
            <a:spLocks/>
          </p:cNvSpPr>
          <p:nvPr/>
        </p:nvSpPr>
        <p:spPr>
          <a:xfrm>
            <a:off x="1024128" y="2084832"/>
            <a:ext cx="9948672" cy="4224528"/>
          </a:xfrm>
          <a:prstGeom prst="rect">
            <a:avLst/>
          </a:prstGeom>
        </p:spPr>
        <p:txBody>
          <a:bodyPr>
            <a:normAutofit/>
          </a:bodyPr>
          <a:lstStyle>
            <a:lvl1pPr marL="91440" indent="-91440" algn="l" defTabSz="914400" rtl="0" eaLnBrk="1" latinLnBrk="0" hangingPunct="1">
              <a:lnSpc>
                <a:spcPct val="90000"/>
              </a:lnSpc>
              <a:spcBef>
                <a:spcPts val="1200"/>
              </a:spcBef>
              <a:spcAft>
                <a:spcPts val="200"/>
              </a:spcAft>
              <a:buClr>
                <a:schemeClr val="accent1"/>
              </a:buClr>
              <a:buSzPct val="100000"/>
              <a:buFont typeface="Tw Cen MT" panose="020B0602020104020603" pitchFamily="34" charset="0"/>
              <a:buChar char=" "/>
              <a:defRPr sz="2200" kern="1200">
                <a:solidFill>
                  <a:schemeClr val="tx1"/>
                </a:solidFill>
                <a:latin typeface="+mn-lt"/>
                <a:ea typeface="+mn-ea"/>
                <a:cs typeface="+mn-cs"/>
              </a:defRPr>
            </a:lvl1pPr>
            <a:lvl2pPr marL="265176" indent="-137160" algn="l" defTabSz="914400" rtl="0" eaLnBrk="1" latinLnBrk="0" hangingPunct="1">
              <a:lnSpc>
                <a:spcPct val="90000"/>
              </a:lnSpc>
              <a:spcBef>
                <a:spcPts val="200"/>
              </a:spcBef>
              <a:spcAft>
                <a:spcPts val="400"/>
              </a:spcAft>
              <a:buClr>
                <a:schemeClr val="accent1"/>
              </a:buClr>
              <a:buFont typeface="Wingdings 3" pitchFamily="18" charset="2"/>
              <a:buChar char=""/>
              <a:defRPr sz="1800" kern="1200">
                <a:solidFill>
                  <a:schemeClr val="tx1"/>
                </a:solidFill>
                <a:latin typeface="+mn-lt"/>
                <a:ea typeface="+mn-ea"/>
                <a:cs typeface="+mn-cs"/>
              </a:defRPr>
            </a:lvl2pPr>
            <a:lvl3pPr marL="448056"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3pPr>
            <a:lvl4pPr marL="594360"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4pPr>
            <a:lvl5pPr marL="777240"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5pPr>
            <a:lvl6pPr marL="914400"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6pPr>
            <a:lvl7pPr marL="1060704"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7pPr>
            <a:lvl8pPr marL="1216152"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8pPr>
            <a:lvl9pPr marL="1362456"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9pPr>
          </a:lstStyle>
          <a:p>
            <a:pPr>
              <a:buFont typeface="Arial" panose="020B0604020202020204" pitchFamily="34" charset="0"/>
              <a:buChar char="•"/>
            </a:pPr>
            <a:r>
              <a:rPr lang="en-US" sz="3200" dirty="0"/>
              <a:t>Once we have created an object we can start to interact with it.</a:t>
            </a:r>
          </a:p>
          <a:p>
            <a:pPr>
              <a:buFont typeface="Arial" panose="020B0604020202020204" pitchFamily="34" charset="0"/>
              <a:buChar char="•"/>
            </a:pPr>
            <a:r>
              <a:rPr lang="en-US" sz="3200" dirty="0"/>
              <a:t>This includes passing our objects to other functions… Whoa!</a:t>
            </a:r>
          </a:p>
          <a:p>
            <a:pPr>
              <a:buFont typeface="Arial" panose="020B0604020202020204" pitchFamily="34" charset="0"/>
              <a:buChar char="•"/>
            </a:pPr>
            <a:endParaRPr lang="en-US" sz="2800" dirty="0"/>
          </a:p>
        </p:txBody>
      </p:sp>
      <p:pic>
        <p:nvPicPr>
          <p:cNvPr id="7" name="Picture 6">
            <a:extLst>
              <a:ext uri="{FF2B5EF4-FFF2-40B4-BE49-F238E27FC236}">
                <a16:creationId xmlns:a16="http://schemas.microsoft.com/office/drawing/2014/main" id="{2A5A0BD8-96A5-9E4F-AD1C-FD8E8BDDCFCA}"/>
              </a:ext>
            </a:extLst>
          </p:cNvPr>
          <p:cNvPicPr>
            <a:picLocks noChangeAspect="1"/>
          </p:cNvPicPr>
          <p:nvPr/>
        </p:nvPicPr>
        <p:blipFill>
          <a:blip r:embed="rId3"/>
          <a:stretch>
            <a:fillRect/>
          </a:stretch>
        </p:blipFill>
        <p:spPr>
          <a:xfrm>
            <a:off x="6680200" y="3977032"/>
            <a:ext cx="4064000" cy="2413000"/>
          </a:xfrm>
          <a:prstGeom prst="rect">
            <a:avLst/>
          </a:prstGeom>
        </p:spPr>
      </p:pic>
      <p:pic>
        <p:nvPicPr>
          <p:cNvPr id="9" name="Picture 8">
            <a:extLst>
              <a:ext uri="{FF2B5EF4-FFF2-40B4-BE49-F238E27FC236}">
                <a16:creationId xmlns:a16="http://schemas.microsoft.com/office/drawing/2014/main" id="{F02A1889-69C5-4E4D-8AE7-A71A18A9B349}"/>
              </a:ext>
            </a:extLst>
          </p:cNvPr>
          <p:cNvPicPr>
            <a:picLocks noChangeAspect="1"/>
          </p:cNvPicPr>
          <p:nvPr/>
        </p:nvPicPr>
        <p:blipFill>
          <a:blip r:embed="rId4"/>
          <a:stretch>
            <a:fillRect/>
          </a:stretch>
        </p:blipFill>
        <p:spPr>
          <a:xfrm>
            <a:off x="1447801" y="3977032"/>
            <a:ext cx="4064000" cy="2413000"/>
          </a:xfrm>
          <a:prstGeom prst="rect">
            <a:avLst/>
          </a:prstGeom>
        </p:spPr>
      </p:pic>
    </p:spTree>
    <p:extLst>
      <p:ext uri="{BB962C8B-B14F-4D97-AF65-F5344CB8AC3E}">
        <p14:creationId xmlns:p14="http://schemas.microsoft.com/office/powerpoint/2010/main" val="1506857694"/>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3BEDA2C6-1787-DD41-8698-A9A0063118C7}"/>
              </a:ext>
            </a:extLst>
          </p:cNvPr>
          <p:cNvSpPr>
            <a:spLocks noGrp="1"/>
          </p:cNvSpPr>
          <p:nvPr>
            <p:ph type="title"/>
          </p:nvPr>
        </p:nvSpPr>
        <p:spPr/>
        <p:txBody>
          <a:bodyPr>
            <a:normAutofit fontScale="90000"/>
          </a:bodyPr>
          <a:lstStyle/>
          <a:p>
            <a:r>
              <a:rPr lang="en-US" dirty="0"/>
              <a:t>Your Turn</a:t>
            </a:r>
            <a:br>
              <a:rPr lang="en-US" dirty="0"/>
            </a:br>
            <a:endParaRPr lang="en-US" dirty="0"/>
          </a:p>
        </p:txBody>
      </p:sp>
      <p:sp>
        <p:nvSpPr>
          <p:cNvPr id="5" name="Text Placeholder 2">
            <a:extLst>
              <a:ext uri="{FF2B5EF4-FFF2-40B4-BE49-F238E27FC236}">
                <a16:creationId xmlns:a16="http://schemas.microsoft.com/office/drawing/2014/main" id="{F169B706-A9F5-5B45-89EC-80038623C9FF}"/>
              </a:ext>
            </a:extLst>
          </p:cNvPr>
          <p:cNvSpPr>
            <a:spLocks noGrp="1"/>
          </p:cNvSpPr>
          <p:nvPr>
            <p:ph type="body" sz="quarter" idx="13"/>
          </p:nvPr>
        </p:nvSpPr>
        <p:spPr>
          <a:xfrm>
            <a:off x="1024128" y="1422400"/>
            <a:ext cx="9720072" cy="3994151"/>
          </a:xfrm>
        </p:spPr>
        <p:txBody>
          <a:bodyPr>
            <a:normAutofit/>
          </a:bodyPr>
          <a:lstStyle/>
          <a:p>
            <a:pPr marL="0" indent="0">
              <a:buNone/>
            </a:pPr>
            <a:r>
              <a:rPr lang="en-US" sz="2400" dirty="0"/>
              <a:t>I’ve written some code to create a sequence from 0 to 500 in increments of 25 called sequence_of_25s.  Ultimately I want to calculate the median value of this sequence.  Unfortunately I’ve made some mistakes in my code and I am hoping you can help me find them.</a:t>
            </a:r>
          </a:p>
          <a:p>
            <a:pPr marL="0" indent="0">
              <a:buNone/>
            </a:pPr>
            <a:endParaRPr lang="en-US" sz="2400" dirty="0"/>
          </a:p>
          <a:p>
            <a:pPr marL="0" indent="0">
              <a:buNone/>
            </a:pPr>
            <a:endParaRPr lang="en-US" sz="2400" dirty="0"/>
          </a:p>
        </p:txBody>
      </p:sp>
      <p:pic>
        <p:nvPicPr>
          <p:cNvPr id="3" name="Picture 2" descr="A screenshot of a computer&#10;&#10;Description automatically generated with low confidence">
            <a:extLst>
              <a:ext uri="{FF2B5EF4-FFF2-40B4-BE49-F238E27FC236}">
                <a16:creationId xmlns:a16="http://schemas.microsoft.com/office/drawing/2014/main" id="{AB79A35F-8076-5C1C-D171-3020DAFA46F2}"/>
              </a:ext>
            </a:extLst>
          </p:cNvPr>
          <p:cNvPicPr>
            <a:picLocks noChangeAspect="1"/>
          </p:cNvPicPr>
          <p:nvPr/>
        </p:nvPicPr>
        <p:blipFill>
          <a:blip r:embed="rId3"/>
          <a:stretch>
            <a:fillRect/>
          </a:stretch>
        </p:blipFill>
        <p:spPr>
          <a:xfrm>
            <a:off x="963894" y="3099264"/>
            <a:ext cx="10264212" cy="2509799"/>
          </a:xfrm>
          <a:prstGeom prst="rect">
            <a:avLst/>
          </a:prstGeom>
        </p:spPr>
      </p:pic>
    </p:spTree>
    <p:extLst>
      <p:ext uri="{BB962C8B-B14F-4D97-AF65-F5344CB8AC3E}">
        <p14:creationId xmlns:p14="http://schemas.microsoft.com/office/powerpoint/2010/main" val="238446438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83B7DF-1536-9F40-8A42-286CDD419D58}"/>
              </a:ext>
            </a:extLst>
          </p:cNvPr>
          <p:cNvSpPr>
            <a:spLocks noGrp="1"/>
          </p:cNvSpPr>
          <p:nvPr>
            <p:ph type="title"/>
          </p:nvPr>
        </p:nvSpPr>
        <p:spPr/>
        <p:txBody>
          <a:bodyPr/>
          <a:lstStyle/>
          <a:p>
            <a:r>
              <a:rPr lang="en-US" dirty="0"/>
              <a:t>Common functions: combine values into a vector</a:t>
            </a:r>
          </a:p>
        </p:txBody>
      </p:sp>
      <p:sp>
        <p:nvSpPr>
          <p:cNvPr id="3" name="Content Placeholder 2">
            <a:extLst>
              <a:ext uri="{FF2B5EF4-FFF2-40B4-BE49-F238E27FC236}">
                <a16:creationId xmlns:a16="http://schemas.microsoft.com/office/drawing/2014/main" id="{CAA03D0F-9885-744C-9261-727002922D62}"/>
              </a:ext>
            </a:extLst>
          </p:cNvPr>
          <p:cNvSpPr>
            <a:spLocks noGrp="1"/>
          </p:cNvSpPr>
          <p:nvPr>
            <p:ph idx="1"/>
          </p:nvPr>
        </p:nvSpPr>
        <p:spPr>
          <a:xfrm>
            <a:off x="1024127" y="4773169"/>
            <a:ext cx="9720073" cy="1981215"/>
          </a:xfrm>
        </p:spPr>
        <p:txBody>
          <a:bodyPr>
            <a:normAutofit lnSpcReduction="10000"/>
          </a:bodyPr>
          <a:lstStyle/>
          <a:p>
            <a:pPr>
              <a:buFont typeface="Arial" panose="020B0604020202020204" pitchFamily="34" charset="0"/>
              <a:buChar char="•"/>
            </a:pPr>
            <a:r>
              <a:rPr lang="en-US" sz="3200" dirty="0"/>
              <a:t>Create an object called </a:t>
            </a:r>
            <a:r>
              <a:rPr lang="en-US" sz="3200" dirty="0" err="1"/>
              <a:t>short_vector</a:t>
            </a:r>
            <a:r>
              <a:rPr lang="en-US" sz="3200" dirty="0"/>
              <a:t> and store a vector containing 1 through 5</a:t>
            </a:r>
          </a:p>
          <a:p>
            <a:pPr>
              <a:buFont typeface="Arial" panose="020B0604020202020204" pitchFamily="34" charset="0"/>
              <a:buChar char="•"/>
            </a:pPr>
            <a:r>
              <a:rPr lang="en-US" sz="3200" dirty="0"/>
              <a:t>Think of this vector as a column of numbers you can apply functions/perform calculations on</a:t>
            </a:r>
          </a:p>
        </p:txBody>
      </p:sp>
      <p:grpSp>
        <p:nvGrpSpPr>
          <p:cNvPr id="4" name="Group 3">
            <a:extLst>
              <a:ext uri="{FF2B5EF4-FFF2-40B4-BE49-F238E27FC236}">
                <a16:creationId xmlns:a16="http://schemas.microsoft.com/office/drawing/2014/main" id="{82CA2E71-230F-474C-8022-AE7CC49EB1AE}"/>
              </a:ext>
            </a:extLst>
          </p:cNvPr>
          <p:cNvGrpSpPr/>
          <p:nvPr/>
        </p:nvGrpSpPr>
        <p:grpSpPr>
          <a:xfrm>
            <a:off x="2131018" y="3710938"/>
            <a:ext cx="7506289" cy="655320"/>
            <a:chOff x="2080825" y="3162925"/>
            <a:chExt cx="8090003" cy="655320"/>
          </a:xfrm>
        </p:grpSpPr>
        <p:sp>
          <p:nvSpPr>
            <p:cNvPr id="5" name="Rectangle 4">
              <a:extLst>
                <a:ext uri="{FF2B5EF4-FFF2-40B4-BE49-F238E27FC236}">
                  <a16:creationId xmlns:a16="http://schemas.microsoft.com/office/drawing/2014/main" id="{B2DB374B-C4BA-DC41-80A4-F8E8D6915888}"/>
                </a:ext>
              </a:extLst>
            </p:cNvPr>
            <p:cNvSpPr/>
            <p:nvPr/>
          </p:nvSpPr>
          <p:spPr>
            <a:xfrm>
              <a:off x="2080825" y="3162925"/>
              <a:ext cx="8090002" cy="655320"/>
            </a:xfrm>
            <a:prstGeom prst="rect">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86C6B36A-D639-014B-BC51-DABB6212C6AC}"/>
                </a:ext>
              </a:extLst>
            </p:cNvPr>
            <p:cNvSpPr txBox="1"/>
            <p:nvPr/>
          </p:nvSpPr>
          <p:spPr>
            <a:xfrm>
              <a:off x="2080826" y="3235065"/>
              <a:ext cx="8090002" cy="523220"/>
            </a:xfrm>
            <a:prstGeom prst="rect">
              <a:avLst/>
            </a:prstGeom>
            <a:noFill/>
          </p:spPr>
          <p:txBody>
            <a:bodyPr wrap="square" rtlCol="0">
              <a:spAutoFit/>
            </a:bodyPr>
            <a:lstStyle/>
            <a:p>
              <a:pPr algn="ctr"/>
              <a:r>
                <a:rPr lang="en-US" sz="2800" dirty="0" err="1">
                  <a:solidFill>
                    <a:srgbClr val="0070C0"/>
                  </a:solidFill>
                  <a:latin typeface="Monaco" charset="0"/>
                  <a:ea typeface="Monaco" charset="0"/>
                  <a:cs typeface="Monaco" charset="0"/>
                </a:rPr>
                <a:t>short_vector</a:t>
              </a:r>
              <a:r>
                <a:rPr lang="en-US" sz="2800" dirty="0">
                  <a:solidFill>
                    <a:srgbClr val="0070C0"/>
                  </a:solidFill>
                  <a:latin typeface="Monaco" charset="0"/>
                  <a:ea typeface="Monaco" charset="0"/>
                  <a:cs typeface="Monaco" charset="0"/>
                </a:rPr>
                <a:t> </a:t>
              </a:r>
              <a:r>
                <a:rPr lang="en-US" sz="2800" dirty="0">
                  <a:latin typeface="Monaco" charset="0"/>
                  <a:ea typeface="Monaco" charset="0"/>
                  <a:cs typeface="Monaco" charset="0"/>
                </a:rPr>
                <a:t>&lt;- </a:t>
              </a:r>
              <a:r>
                <a:rPr lang="en-US" sz="2800" b="1" dirty="0">
                  <a:latin typeface="Monaco" charset="0"/>
                  <a:ea typeface="Monaco" charset="0"/>
                  <a:cs typeface="Monaco" charset="0"/>
                </a:rPr>
                <a:t>c</a:t>
              </a:r>
              <a:r>
                <a:rPr lang="en-US" sz="2800" dirty="0">
                  <a:latin typeface="Monaco" charset="0"/>
                  <a:ea typeface="Monaco" charset="0"/>
                  <a:cs typeface="Monaco" charset="0"/>
                </a:rPr>
                <a:t>(</a:t>
              </a:r>
              <a:r>
                <a:rPr lang="en-US" sz="2800" dirty="0">
                  <a:solidFill>
                    <a:srgbClr val="0070C0"/>
                  </a:solidFill>
                  <a:latin typeface="Monaco" charset="0"/>
                  <a:ea typeface="Monaco" charset="0"/>
                  <a:cs typeface="Monaco" charset="0"/>
                </a:rPr>
                <a:t>1, 2, 3, 4, 5</a:t>
              </a:r>
              <a:r>
                <a:rPr lang="en-US" sz="2800" dirty="0">
                  <a:latin typeface="Monaco" charset="0"/>
                  <a:ea typeface="Monaco" charset="0"/>
                  <a:cs typeface="Monaco" charset="0"/>
                </a:rPr>
                <a:t>)</a:t>
              </a:r>
            </a:p>
          </p:txBody>
        </p:sp>
      </p:grpSp>
      <p:grpSp>
        <p:nvGrpSpPr>
          <p:cNvPr id="10" name="Group 9">
            <a:extLst>
              <a:ext uri="{FF2B5EF4-FFF2-40B4-BE49-F238E27FC236}">
                <a16:creationId xmlns:a16="http://schemas.microsoft.com/office/drawing/2014/main" id="{5E3AF664-BB29-254B-B0C8-C5A501424915}"/>
              </a:ext>
            </a:extLst>
          </p:cNvPr>
          <p:cNvGrpSpPr/>
          <p:nvPr/>
        </p:nvGrpSpPr>
        <p:grpSpPr>
          <a:xfrm>
            <a:off x="4807936" y="1951319"/>
            <a:ext cx="2365216" cy="1692771"/>
            <a:chOff x="1322364" y="4528478"/>
            <a:chExt cx="1503814" cy="1301318"/>
          </a:xfrm>
        </p:grpSpPr>
        <p:sp>
          <p:nvSpPr>
            <p:cNvPr id="11" name="Rounded Rectangular Callout 10">
              <a:extLst>
                <a:ext uri="{FF2B5EF4-FFF2-40B4-BE49-F238E27FC236}">
                  <a16:creationId xmlns:a16="http://schemas.microsoft.com/office/drawing/2014/main" id="{696E7DF4-FE7A-B34B-9646-E0BC36F53EA2}"/>
                </a:ext>
              </a:extLst>
            </p:cNvPr>
            <p:cNvSpPr/>
            <p:nvPr/>
          </p:nvSpPr>
          <p:spPr>
            <a:xfrm>
              <a:off x="1322364" y="4703869"/>
              <a:ext cx="1503814" cy="958362"/>
            </a:xfrm>
            <a:prstGeom prst="wedgeRoundRectCallout">
              <a:avLst>
                <a:gd name="adj1" fmla="val -5341"/>
                <a:gd name="adj2" fmla="val 73068"/>
                <a:gd name="adj3" fmla="val 16667"/>
              </a:avLst>
            </a:prstGeom>
            <a:solidFill>
              <a:schemeClr val="accent5">
                <a:lumMod val="60000"/>
                <a:lumOff val="40000"/>
              </a:schemeClr>
            </a:solidFill>
            <a:ln>
              <a:noFill/>
            </a:ln>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04274435-2057-C240-A16B-866071E785EF}"/>
                </a:ext>
              </a:extLst>
            </p:cNvPr>
            <p:cNvSpPr txBox="1"/>
            <p:nvPr/>
          </p:nvSpPr>
          <p:spPr>
            <a:xfrm>
              <a:off x="1322364" y="4528478"/>
              <a:ext cx="1503814" cy="1301318"/>
            </a:xfrm>
            <a:prstGeom prst="rect">
              <a:avLst/>
            </a:prstGeom>
            <a:noFill/>
          </p:spPr>
          <p:txBody>
            <a:bodyPr wrap="square" rtlCol="0" anchor="ctr">
              <a:spAutoFit/>
            </a:bodyPr>
            <a:lstStyle/>
            <a:p>
              <a:pPr algn="ctr"/>
              <a:endParaRPr lang="en-US" dirty="0">
                <a:solidFill>
                  <a:schemeClr val="bg1"/>
                </a:solidFill>
              </a:endParaRPr>
            </a:p>
            <a:p>
              <a:pPr algn="ctr"/>
              <a:r>
                <a:rPr lang="en-US" sz="4000" dirty="0">
                  <a:solidFill>
                    <a:schemeClr val="bg1"/>
                  </a:solidFill>
                </a:rPr>
                <a:t>function</a:t>
              </a:r>
            </a:p>
            <a:p>
              <a:pPr algn="ctr"/>
              <a:r>
                <a:rPr lang="en-US" sz="2800" dirty="0">
                  <a:solidFill>
                    <a:schemeClr val="bg1"/>
                  </a:solidFill>
                </a:rPr>
                <a:t>(does stuff)</a:t>
              </a:r>
            </a:p>
            <a:p>
              <a:pPr algn="ctr"/>
              <a:endParaRPr lang="en-US" dirty="0">
                <a:solidFill>
                  <a:schemeClr val="bg1"/>
                </a:solidFill>
              </a:endParaRPr>
            </a:p>
          </p:txBody>
        </p:sp>
      </p:grpSp>
      <p:grpSp>
        <p:nvGrpSpPr>
          <p:cNvPr id="13" name="Group 12">
            <a:extLst>
              <a:ext uri="{FF2B5EF4-FFF2-40B4-BE49-F238E27FC236}">
                <a16:creationId xmlns:a16="http://schemas.microsoft.com/office/drawing/2014/main" id="{65FD2BA9-6E19-584C-BF7A-350E0A6EE1F1}"/>
              </a:ext>
            </a:extLst>
          </p:cNvPr>
          <p:cNvGrpSpPr/>
          <p:nvPr/>
        </p:nvGrpSpPr>
        <p:grpSpPr>
          <a:xfrm>
            <a:off x="7352227" y="1920542"/>
            <a:ext cx="2365216" cy="1692772"/>
            <a:chOff x="1322364" y="4528478"/>
            <a:chExt cx="1503814" cy="1301319"/>
          </a:xfrm>
        </p:grpSpPr>
        <p:sp>
          <p:nvSpPr>
            <p:cNvPr id="14" name="Rounded Rectangular Callout 13">
              <a:extLst>
                <a:ext uri="{FF2B5EF4-FFF2-40B4-BE49-F238E27FC236}">
                  <a16:creationId xmlns:a16="http://schemas.microsoft.com/office/drawing/2014/main" id="{5233DFC5-DA82-5543-AD77-E75822673264}"/>
                </a:ext>
              </a:extLst>
            </p:cNvPr>
            <p:cNvSpPr/>
            <p:nvPr/>
          </p:nvSpPr>
          <p:spPr>
            <a:xfrm>
              <a:off x="1322364" y="4703869"/>
              <a:ext cx="1503814" cy="958362"/>
            </a:xfrm>
            <a:prstGeom prst="wedgeRoundRectCallout">
              <a:avLst>
                <a:gd name="adj1" fmla="val -21910"/>
                <a:gd name="adj2" fmla="val 72195"/>
                <a:gd name="adj3" fmla="val 16667"/>
              </a:avLst>
            </a:prstGeom>
            <a:solidFill>
              <a:schemeClr val="accent5">
                <a:lumMod val="60000"/>
                <a:lumOff val="40000"/>
              </a:schemeClr>
            </a:solidFill>
            <a:ln>
              <a:noFill/>
            </a:ln>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15" name="TextBox 14">
              <a:extLst>
                <a:ext uri="{FF2B5EF4-FFF2-40B4-BE49-F238E27FC236}">
                  <a16:creationId xmlns:a16="http://schemas.microsoft.com/office/drawing/2014/main" id="{CDB742E9-4E1D-7A4B-9FC3-D71914EA39D8}"/>
                </a:ext>
              </a:extLst>
            </p:cNvPr>
            <p:cNvSpPr txBox="1"/>
            <p:nvPr/>
          </p:nvSpPr>
          <p:spPr>
            <a:xfrm>
              <a:off x="1322364" y="4528478"/>
              <a:ext cx="1503814" cy="1301319"/>
            </a:xfrm>
            <a:prstGeom prst="rect">
              <a:avLst/>
            </a:prstGeom>
            <a:noFill/>
          </p:spPr>
          <p:txBody>
            <a:bodyPr wrap="square" rtlCol="0" anchor="ctr">
              <a:spAutoFit/>
            </a:bodyPr>
            <a:lstStyle/>
            <a:p>
              <a:pPr algn="ctr"/>
              <a:endParaRPr lang="en-US" dirty="0">
                <a:solidFill>
                  <a:schemeClr val="bg1"/>
                </a:solidFill>
              </a:endParaRPr>
            </a:p>
            <a:p>
              <a:pPr algn="ctr"/>
              <a:r>
                <a:rPr lang="en-US" sz="4000" dirty="0">
                  <a:solidFill>
                    <a:schemeClr val="bg1"/>
                  </a:solidFill>
                </a:rPr>
                <a:t>arguments</a:t>
              </a:r>
            </a:p>
            <a:p>
              <a:pPr algn="ctr"/>
              <a:r>
                <a:rPr lang="en-US" sz="2800" dirty="0">
                  <a:solidFill>
                    <a:schemeClr val="bg1"/>
                  </a:solidFill>
                </a:rPr>
                <a:t>(input)</a:t>
              </a:r>
            </a:p>
            <a:p>
              <a:pPr algn="ctr"/>
              <a:endParaRPr lang="en-US" dirty="0">
                <a:solidFill>
                  <a:schemeClr val="bg1"/>
                </a:solidFill>
              </a:endParaRPr>
            </a:p>
          </p:txBody>
        </p:sp>
      </p:grpSp>
      <p:grpSp>
        <p:nvGrpSpPr>
          <p:cNvPr id="16" name="Group 15">
            <a:extLst>
              <a:ext uri="{FF2B5EF4-FFF2-40B4-BE49-F238E27FC236}">
                <a16:creationId xmlns:a16="http://schemas.microsoft.com/office/drawing/2014/main" id="{34CEE4D5-D7DA-DD42-AF71-2C3BA4529938}"/>
              </a:ext>
            </a:extLst>
          </p:cNvPr>
          <p:cNvGrpSpPr/>
          <p:nvPr/>
        </p:nvGrpSpPr>
        <p:grpSpPr>
          <a:xfrm>
            <a:off x="2131018" y="1920542"/>
            <a:ext cx="2365216" cy="1754326"/>
            <a:chOff x="1968398" y="1876487"/>
            <a:chExt cx="2365216" cy="1754326"/>
          </a:xfrm>
        </p:grpSpPr>
        <p:sp>
          <p:nvSpPr>
            <p:cNvPr id="17" name="Rounded Rectangular Callout 16">
              <a:extLst>
                <a:ext uri="{FF2B5EF4-FFF2-40B4-BE49-F238E27FC236}">
                  <a16:creationId xmlns:a16="http://schemas.microsoft.com/office/drawing/2014/main" id="{7656F25B-FA34-C944-A0AC-D0D9735D606F}"/>
                </a:ext>
              </a:extLst>
            </p:cNvPr>
            <p:cNvSpPr/>
            <p:nvPr/>
          </p:nvSpPr>
          <p:spPr>
            <a:xfrm>
              <a:off x="1968398" y="2135413"/>
              <a:ext cx="2365216" cy="1246649"/>
            </a:xfrm>
            <a:prstGeom prst="wedgeRoundRectCallout">
              <a:avLst>
                <a:gd name="adj1" fmla="val 1102"/>
                <a:gd name="adj2" fmla="val 72195"/>
                <a:gd name="adj3" fmla="val 16667"/>
              </a:avLst>
            </a:prstGeom>
            <a:solidFill>
              <a:schemeClr val="accent5">
                <a:lumMod val="60000"/>
                <a:lumOff val="40000"/>
              </a:schemeClr>
            </a:solidFill>
            <a:ln>
              <a:noFill/>
            </a:ln>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18" name="TextBox 17">
              <a:extLst>
                <a:ext uri="{FF2B5EF4-FFF2-40B4-BE49-F238E27FC236}">
                  <a16:creationId xmlns:a16="http://schemas.microsoft.com/office/drawing/2014/main" id="{0F7456EF-A0BB-1949-9D11-02084390B845}"/>
                </a:ext>
              </a:extLst>
            </p:cNvPr>
            <p:cNvSpPr txBox="1"/>
            <p:nvPr/>
          </p:nvSpPr>
          <p:spPr>
            <a:xfrm>
              <a:off x="1968398" y="1876487"/>
              <a:ext cx="2365216" cy="1754326"/>
            </a:xfrm>
            <a:prstGeom prst="rect">
              <a:avLst/>
            </a:prstGeom>
            <a:noFill/>
          </p:spPr>
          <p:txBody>
            <a:bodyPr wrap="square" rtlCol="0" anchor="ctr">
              <a:spAutoFit/>
            </a:bodyPr>
            <a:lstStyle/>
            <a:p>
              <a:pPr algn="ctr"/>
              <a:endParaRPr lang="en-US" dirty="0">
                <a:solidFill>
                  <a:schemeClr val="bg1"/>
                </a:solidFill>
              </a:endParaRPr>
            </a:p>
            <a:p>
              <a:pPr algn="ctr"/>
              <a:r>
                <a:rPr lang="en-US" sz="4000" dirty="0">
                  <a:solidFill>
                    <a:schemeClr val="bg1"/>
                  </a:solidFill>
                </a:rPr>
                <a:t>object</a:t>
              </a:r>
            </a:p>
            <a:p>
              <a:pPr algn="ctr"/>
              <a:r>
                <a:rPr lang="en-US" sz="2800" dirty="0">
                  <a:solidFill>
                    <a:schemeClr val="bg1"/>
                  </a:solidFill>
                </a:rPr>
                <a:t>(stores output)</a:t>
              </a:r>
              <a:endParaRPr lang="en-US" dirty="0">
                <a:solidFill>
                  <a:schemeClr val="bg1"/>
                </a:solidFill>
              </a:endParaRPr>
            </a:p>
            <a:p>
              <a:pPr algn="ctr"/>
              <a:endParaRPr lang="en-US" dirty="0">
                <a:solidFill>
                  <a:schemeClr val="bg1"/>
                </a:solidFill>
              </a:endParaRPr>
            </a:p>
          </p:txBody>
        </p:sp>
      </p:grpSp>
    </p:spTree>
    <p:extLst>
      <p:ext uri="{BB962C8B-B14F-4D97-AF65-F5344CB8AC3E}">
        <p14:creationId xmlns:p14="http://schemas.microsoft.com/office/powerpoint/2010/main" val="4186823324"/>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4080091-261A-A744-9325-2EE9358A8C33}"/>
              </a:ext>
            </a:extLst>
          </p:cNvPr>
          <p:cNvSpPr>
            <a:spLocks noGrp="1"/>
          </p:cNvSpPr>
          <p:nvPr>
            <p:ph type="title"/>
          </p:nvPr>
        </p:nvSpPr>
        <p:spPr/>
        <p:txBody>
          <a:bodyPr/>
          <a:lstStyle/>
          <a:p>
            <a:r>
              <a:rPr lang="en-US" dirty="0"/>
              <a:t>Common functions: simple statistics</a:t>
            </a:r>
          </a:p>
        </p:txBody>
      </p:sp>
      <p:pic>
        <p:nvPicPr>
          <p:cNvPr id="5" name="Picture 4">
            <a:extLst>
              <a:ext uri="{FF2B5EF4-FFF2-40B4-BE49-F238E27FC236}">
                <a16:creationId xmlns:a16="http://schemas.microsoft.com/office/drawing/2014/main" id="{AC71368C-88D2-8543-B6D6-EF679697EFC7}"/>
              </a:ext>
            </a:extLst>
          </p:cNvPr>
          <p:cNvPicPr>
            <a:picLocks noChangeAspect="1"/>
          </p:cNvPicPr>
          <p:nvPr/>
        </p:nvPicPr>
        <p:blipFill>
          <a:blip r:embed="rId2"/>
          <a:stretch>
            <a:fillRect/>
          </a:stretch>
        </p:blipFill>
        <p:spPr>
          <a:xfrm>
            <a:off x="638629" y="2461695"/>
            <a:ext cx="6586921" cy="3540470"/>
          </a:xfrm>
          <a:prstGeom prst="rect">
            <a:avLst/>
          </a:prstGeom>
        </p:spPr>
      </p:pic>
      <p:pic>
        <p:nvPicPr>
          <p:cNvPr id="7" name="Picture 6">
            <a:extLst>
              <a:ext uri="{FF2B5EF4-FFF2-40B4-BE49-F238E27FC236}">
                <a16:creationId xmlns:a16="http://schemas.microsoft.com/office/drawing/2014/main" id="{4466A61C-630D-EC4D-A277-B9569DB8A6F4}"/>
              </a:ext>
            </a:extLst>
          </p:cNvPr>
          <p:cNvPicPr>
            <a:picLocks noChangeAspect="1"/>
          </p:cNvPicPr>
          <p:nvPr/>
        </p:nvPicPr>
        <p:blipFill>
          <a:blip r:embed="rId3"/>
          <a:stretch>
            <a:fillRect/>
          </a:stretch>
        </p:blipFill>
        <p:spPr>
          <a:xfrm>
            <a:off x="5240563" y="2461695"/>
            <a:ext cx="6633175" cy="3540470"/>
          </a:xfrm>
          <a:prstGeom prst="rect">
            <a:avLst/>
          </a:prstGeom>
        </p:spPr>
      </p:pic>
    </p:spTree>
    <p:extLst>
      <p:ext uri="{BB962C8B-B14F-4D97-AF65-F5344CB8AC3E}">
        <p14:creationId xmlns:p14="http://schemas.microsoft.com/office/powerpoint/2010/main" val="1181661764"/>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1423DC-810C-BC46-B29A-40841D731096}"/>
              </a:ext>
            </a:extLst>
          </p:cNvPr>
          <p:cNvSpPr>
            <a:spLocks noGrp="1"/>
          </p:cNvSpPr>
          <p:nvPr>
            <p:ph type="title"/>
          </p:nvPr>
        </p:nvSpPr>
        <p:spPr/>
        <p:txBody>
          <a:bodyPr/>
          <a:lstStyle/>
          <a:p>
            <a:r>
              <a:rPr lang="en-US" dirty="0"/>
              <a:t>How do I find out more about functions?</a:t>
            </a:r>
          </a:p>
        </p:txBody>
      </p:sp>
      <p:sp>
        <p:nvSpPr>
          <p:cNvPr id="4" name="Content Placeholder 2">
            <a:extLst>
              <a:ext uri="{FF2B5EF4-FFF2-40B4-BE49-F238E27FC236}">
                <a16:creationId xmlns:a16="http://schemas.microsoft.com/office/drawing/2014/main" id="{BE4A0995-790B-BA40-A9F1-AAFDA43FBB49}"/>
              </a:ext>
            </a:extLst>
          </p:cNvPr>
          <p:cNvSpPr txBox="1">
            <a:spLocks/>
          </p:cNvSpPr>
          <p:nvPr/>
        </p:nvSpPr>
        <p:spPr>
          <a:xfrm>
            <a:off x="1024128" y="2286000"/>
            <a:ext cx="9948672" cy="4023360"/>
          </a:xfrm>
          <a:prstGeom prst="rect">
            <a:avLst/>
          </a:prstGeom>
        </p:spPr>
        <p:txBody>
          <a:bodyPr>
            <a:normAutofit/>
          </a:bodyPr>
          <a:lstStyle>
            <a:lvl1pPr marL="91440" indent="-91440" algn="l" defTabSz="914400" rtl="0" eaLnBrk="1" latinLnBrk="0" hangingPunct="1">
              <a:lnSpc>
                <a:spcPct val="90000"/>
              </a:lnSpc>
              <a:spcBef>
                <a:spcPts val="1200"/>
              </a:spcBef>
              <a:spcAft>
                <a:spcPts val="200"/>
              </a:spcAft>
              <a:buClr>
                <a:schemeClr val="accent1"/>
              </a:buClr>
              <a:buSzPct val="100000"/>
              <a:buFont typeface="Tw Cen MT" panose="020B0602020104020603" pitchFamily="34" charset="0"/>
              <a:buChar char=" "/>
              <a:defRPr sz="2200" kern="1200">
                <a:solidFill>
                  <a:schemeClr val="tx1"/>
                </a:solidFill>
                <a:latin typeface="+mn-lt"/>
                <a:ea typeface="+mn-ea"/>
                <a:cs typeface="+mn-cs"/>
              </a:defRPr>
            </a:lvl1pPr>
            <a:lvl2pPr marL="265176" indent="-137160" algn="l" defTabSz="914400" rtl="0" eaLnBrk="1" latinLnBrk="0" hangingPunct="1">
              <a:lnSpc>
                <a:spcPct val="90000"/>
              </a:lnSpc>
              <a:spcBef>
                <a:spcPts val="200"/>
              </a:spcBef>
              <a:spcAft>
                <a:spcPts val="400"/>
              </a:spcAft>
              <a:buClr>
                <a:schemeClr val="accent1"/>
              </a:buClr>
              <a:buFont typeface="Wingdings 3" pitchFamily="18" charset="2"/>
              <a:buChar char=""/>
              <a:defRPr sz="1800" kern="1200">
                <a:solidFill>
                  <a:schemeClr val="tx1"/>
                </a:solidFill>
                <a:latin typeface="+mn-lt"/>
                <a:ea typeface="+mn-ea"/>
                <a:cs typeface="+mn-cs"/>
              </a:defRPr>
            </a:lvl2pPr>
            <a:lvl3pPr marL="448056"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3pPr>
            <a:lvl4pPr marL="594360"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4pPr>
            <a:lvl5pPr marL="777240"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5pPr>
            <a:lvl6pPr marL="914400"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6pPr>
            <a:lvl7pPr marL="1060704"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7pPr>
            <a:lvl8pPr marL="1216152"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8pPr>
            <a:lvl9pPr marL="1362456"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9pPr>
          </a:lstStyle>
          <a:p>
            <a:pPr>
              <a:buFont typeface="Arial" panose="020B0604020202020204" pitchFamily="34" charset="0"/>
              <a:buChar char="•"/>
            </a:pPr>
            <a:endParaRPr lang="en-US" sz="2800" dirty="0"/>
          </a:p>
        </p:txBody>
      </p:sp>
      <p:sp>
        <p:nvSpPr>
          <p:cNvPr id="6" name="Content Placeholder 2">
            <a:extLst>
              <a:ext uri="{FF2B5EF4-FFF2-40B4-BE49-F238E27FC236}">
                <a16:creationId xmlns:a16="http://schemas.microsoft.com/office/drawing/2014/main" id="{C20FD25A-BC5D-3A46-A500-900AC74F13F2}"/>
              </a:ext>
            </a:extLst>
          </p:cNvPr>
          <p:cNvSpPr txBox="1">
            <a:spLocks/>
          </p:cNvSpPr>
          <p:nvPr/>
        </p:nvSpPr>
        <p:spPr>
          <a:xfrm>
            <a:off x="909828" y="4704849"/>
            <a:ext cx="9948672" cy="2662645"/>
          </a:xfrm>
          <a:prstGeom prst="rect">
            <a:avLst/>
          </a:prstGeom>
        </p:spPr>
        <p:txBody>
          <a:bodyPr>
            <a:normAutofit/>
          </a:bodyPr>
          <a:lstStyle>
            <a:lvl1pPr marL="91440" indent="-91440" algn="l" defTabSz="914400" rtl="0" eaLnBrk="1" latinLnBrk="0" hangingPunct="1">
              <a:lnSpc>
                <a:spcPct val="90000"/>
              </a:lnSpc>
              <a:spcBef>
                <a:spcPts val="1200"/>
              </a:spcBef>
              <a:spcAft>
                <a:spcPts val="200"/>
              </a:spcAft>
              <a:buClr>
                <a:schemeClr val="accent1"/>
              </a:buClr>
              <a:buSzPct val="100000"/>
              <a:buFont typeface="Tw Cen MT" panose="020B0602020104020603" pitchFamily="34" charset="0"/>
              <a:buChar char=" "/>
              <a:defRPr sz="2200" kern="1200">
                <a:solidFill>
                  <a:schemeClr val="tx1"/>
                </a:solidFill>
                <a:latin typeface="+mn-lt"/>
                <a:ea typeface="+mn-ea"/>
                <a:cs typeface="+mn-cs"/>
              </a:defRPr>
            </a:lvl1pPr>
            <a:lvl2pPr marL="265176" indent="-137160" algn="l" defTabSz="914400" rtl="0" eaLnBrk="1" latinLnBrk="0" hangingPunct="1">
              <a:lnSpc>
                <a:spcPct val="90000"/>
              </a:lnSpc>
              <a:spcBef>
                <a:spcPts val="200"/>
              </a:spcBef>
              <a:spcAft>
                <a:spcPts val="400"/>
              </a:spcAft>
              <a:buClr>
                <a:schemeClr val="accent1"/>
              </a:buClr>
              <a:buFont typeface="Wingdings 3" pitchFamily="18" charset="2"/>
              <a:buChar char=""/>
              <a:defRPr sz="1800" kern="1200">
                <a:solidFill>
                  <a:schemeClr val="tx1"/>
                </a:solidFill>
                <a:latin typeface="+mn-lt"/>
                <a:ea typeface="+mn-ea"/>
                <a:cs typeface="+mn-cs"/>
              </a:defRPr>
            </a:lvl2pPr>
            <a:lvl3pPr marL="448056"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3pPr>
            <a:lvl4pPr marL="594360"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4pPr>
            <a:lvl5pPr marL="777240"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5pPr>
            <a:lvl6pPr marL="914400"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6pPr>
            <a:lvl7pPr marL="1060704"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7pPr>
            <a:lvl8pPr marL="1216152"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8pPr>
            <a:lvl9pPr marL="1362456"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9pPr>
          </a:lstStyle>
          <a:p>
            <a:pPr>
              <a:buFont typeface="Arial" panose="020B0604020202020204" pitchFamily="34" charset="0"/>
              <a:buChar char="•"/>
            </a:pPr>
            <a:r>
              <a:rPr lang="en-US" sz="3200" dirty="0"/>
              <a:t>Work Aids (RStudio Cheat Sheets:  https://</a:t>
            </a:r>
            <a:r>
              <a:rPr lang="en-US" sz="3200" dirty="0" err="1"/>
              <a:t>www.rstudio.com</a:t>
            </a:r>
            <a:r>
              <a:rPr lang="en-US" sz="3200" dirty="0"/>
              <a:t>/resources/</a:t>
            </a:r>
            <a:r>
              <a:rPr lang="en-US" sz="3200" dirty="0" err="1"/>
              <a:t>cheatsheets</a:t>
            </a:r>
            <a:r>
              <a:rPr lang="en-US" sz="3200" dirty="0"/>
              <a:t>/)</a:t>
            </a:r>
          </a:p>
          <a:p>
            <a:pPr>
              <a:buFont typeface="Arial" panose="020B0604020202020204" pitchFamily="34" charset="0"/>
              <a:buChar char="•"/>
            </a:pPr>
            <a:r>
              <a:rPr lang="en-US" sz="3200" dirty="0"/>
              <a:t>A Good Book (R for Data Science: </a:t>
            </a:r>
            <a:r>
              <a:rPr lang="en-US" sz="3200" dirty="0">
                <a:hlinkClick r:id="rId3"/>
              </a:rPr>
              <a:t>http://r4ds.had.co.nz/</a:t>
            </a:r>
            <a:r>
              <a:rPr lang="en-US" sz="3200" dirty="0"/>
              <a:t>)</a:t>
            </a:r>
          </a:p>
          <a:p>
            <a:pPr>
              <a:buFont typeface="Arial" panose="020B0604020202020204" pitchFamily="34" charset="0"/>
              <a:buChar char="•"/>
            </a:pPr>
            <a:r>
              <a:rPr lang="en-US" sz="3200" dirty="0"/>
              <a:t>The Internet (Stack Overflow: https://</a:t>
            </a:r>
            <a:r>
              <a:rPr lang="en-US" sz="3200" dirty="0" err="1"/>
              <a:t>stackoverflow.com</a:t>
            </a:r>
            <a:r>
              <a:rPr lang="en-US" sz="3200" dirty="0"/>
              <a:t>/)</a:t>
            </a:r>
          </a:p>
          <a:p>
            <a:pPr>
              <a:buFont typeface="Arial" panose="020B0604020202020204" pitchFamily="34" charset="0"/>
              <a:buChar char="•"/>
            </a:pPr>
            <a:endParaRPr lang="en-US" sz="3200" dirty="0"/>
          </a:p>
          <a:p>
            <a:pPr>
              <a:buFont typeface="Arial" panose="020B0604020202020204" pitchFamily="34" charset="0"/>
              <a:buChar char="•"/>
            </a:pPr>
            <a:endParaRPr lang="en-US" sz="2800" dirty="0"/>
          </a:p>
        </p:txBody>
      </p:sp>
      <p:sp>
        <p:nvSpPr>
          <p:cNvPr id="3" name="Slide Number Placeholder 2">
            <a:extLst>
              <a:ext uri="{FF2B5EF4-FFF2-40B4-BE49-F238E27FC236}">
                <a16:creationId xmlns:a16="http://schemas.microsoft.com/office/drawing/2014/main" id="{DFFCBDF8-9B3E-3A43-9A76-8CAB397CE468}"/>
              </a:ext>
            </a:extLst>
          </p:cNvPr>
          <p:cNvSpPr>
            <a:spLocks noGrp="1"/>
          </p:cNvSpPr>
          <p:nvPr>
            <p:ph type="sldNum" sz="quarter" idx="12"/>
          </p:nvPr>
        </p:nvSpPr>
        <p:spPr/>
        <p:txBody>
          <a:bodyPr/>
          <a:lstStyle/>
          <a:p>
            <a:fld id="{E7EBC154-6848-214C-B925-399887F0DE31}" type="slidenum">
              <a:rPr lang="en-US" smtClean="0">
                <a:solidFill>
                  <a:prstClr val="black">
                    <a:lumMod val="95000"/>
                    <a:lumOff val="5000"/>
                  </a:prstClr>
                </a:solidFill>
              </a:rPr>
              <a:pPr/>
              <a:t>32</a:t>
            </a:fld>
            <a:endParaRPr lang="en-US">
              <a:solidFill>
                <a:prstClr val="black">
                  <a:lumMod val="95000"/>
                  <a:lumOff val="5000"/>
                </a:prstClr>
              </a:solidFill>
            </a:endParaRPr>
          </a:p>
        </p:txBody>
      </p:sp>
      <p:pic>
        <p:nvPicPr>
          <p:cNvPr id="7" name="Picture 6">
            <a:extLst>
              <a:ext uri="{FF2B5EF4-FFF2-40B4-BE49-F238E27FC236}">
                <a16:creationId xmlns:a16="http://schemas.microsoft.com/office/drawing/2014/main" id="{08470A6D-6AD2-1F44-8815-BE06F71D17CE}"/>
              </a:ext>
            </a:extLst>
          </p:cNvPr>
          <p:cNvPicPr>
            <a:picLocks noChangeAspect="1"/>
          </p:cNvPicPr>
          <p:nvPr/>
        </p:nvPicPr>
        <p:blipFill>
          <a:blip r:embed="rId4"/>
          <a:stretch>
            <a:fillRect/>
          </a:stretch>
        </p:blipFill>
        <p:spPr>
          <a:xfrm>
            <a:off x="2547910" y="1663560"/>
            <a:ext cx="6672508" cy="3041289"/>
          </a:xfrm>
          <a:prstGeom prst="rect">
            <a:avLst/>
          </a:prstGeom>
        </p:spPr>
      </p:pic>
    </p:spTree>
    <p:extLst>
      <p:ext uri="{BB962C8B-B14F-4D97-AF65-F5344CB8AC3E}">
        <p14:creationId xmlns:p14="http://schemas.microsoft.com/office/powerpoint/2010/main" val="363580725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C3606C-BC3C-DA46-952C-6A430CD04159}"/>
              </a:ext>
            </a:extLst>
          </p:cNvPr>
          <p:cNvSpPr>
            <a:spLocks noGrp="1"/>
          </p:cNvSpPr>
          <p:nvPr>
            <p:ph type="title"/>
          </p:nvPr>
        </p:nvSpPr>
        <p:spPr>
          <a:xfrm>
            <a:off x="502443" y="2752468"/>
            <a:ext cx="11187112" cy="1463040"/>
          </a:xfrm>
        </p:spPr>
        <p:txBody>
          <a:bodyPr/>
          <a:lstStyle/>
          <a:p>
            <a:r>
              <a:rPr lang="en-US" dirty="0">
                <a:latin typeface="+mn-lt"/>
              </a:rPr>
              <a:t>Importing Data</a:t>
            </a:r>
          </a:p>
        </p:txBody>
      </p:sp>
    </p:spTree>
    <p:extLst>
      <p:ext uri="{BB962C8B-B14F-4D97-AF65-F5344CB8AC3E}">
        <p14:creationId xmlns:p14="http://schemas.microsoft.com/office/powerpoint/2010/main" val="18044001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AC9FB760-B370-434A-BDC7-3BB975B82E79}"/>
              </a:ext>
            </a:extLst>
          </p:cNvPr>
          <p:cNvPicPr>
            <a:picLocks noChangeAspect="1"/>
          </p:cNvPicPr>
          <p:nvPr/>
        </p:nvPicPr>
        <p:blipFill>
          <a:blip r:embed="rId3" cstate="screen">
            <a:extLst>
              <a:ext uri="{28A0092B-C50C-407E-A947-70E740481C1C}">
                <a14:useLocalDpi xmlns:a14="http://schemas.microsoft.com/office/drawing/2010/main"/>
              </a:ext>
            </a:extLst>
          </a:blip>
          <a:stretch>
            <a:fillRect/>
          </a:stretch>
        </p:blipFill>
        <p:spPr>
          <a:xfrm>
            <a:off x="0" y="2000109"/>
            <a:ext cx="12192000" cy="4488559"/>
          </a:xfrm>
          <a:prstGeom prst="rect">
            <a:avLst/>
          </a:prstGeom>
        </p:spPr>
      </p:pic>
      <p:sp>
        <p:nvSpPr>
          <p:cNvPr id="6" name="TextBox 5">
            <a:extLst>
              <a:ext uri="{FF2B5EF4-FFF2-40B4-BE49-F238E27FC236}">
                <a16:creationId xmlns:a16="http://schemas.microsoft.com/office/drawing/2014/main" id="{983989C4-EC14-9944-AA13-435E7CAF2ACB}"/>
              </a:ext>
            </a:extLst>
          </p:cNvPr>
          <p:cNvSpPr txBox="1"/>
          <p:nvPr/>
        </p:nvSpPr>
        <p:spPr>
          <a:xfrm>
            <a:off x="0" y="6488668"/>
            <a:ext cx="6818811" cy="369332"/>
          </a:xfrm>
          <a:prstGeom prst="rect">
            <a:avLst/>
          </a:prstGeom>
          <a:noFill/>
        </p:spPr>
        <p:txBody>
          <a:bodyPr wrap="square" rtlCol="0">
            <a:spAutoFit/>
          </a:bodyPr>
          <a:lstStyle/>
          <a:p>
            <a:r>
              <a:rPr lang="en-US" dirty="0"/>
              <a:t>From </a:t>
            </a:r>
            <a:r>
              <a:rPr lang="en-US" i="1" dirty="0"/>
              <a:t>R for Data Science</a:t>
            </a:r>
            <a:r>
              <a:rPr lang="en-US" dirty="0"/>
              <a:t> (https://r4ds.had.co.nz/</a:t>
            </a:r>
            <a:r>
              <a:rPr lang="en-US" dirty="0" err="1"/>
              <a:t>introduction.html</a:t>
            </a:r>
            <a:r>
              <a:rPr lang="en-US" dirty="0"/>
              <a:t>)</a:t>
            </a:r>
          </a:p>
        </p:txBody>
      </p:sp>
      <p:sp>
        <p:nvSpPr>
          <p:cNvPr id="7" name="object 10">
            <a:extLst>
              <a:ext uri="{FF2B5EF4-FFF2-40B4-BE49-F238E27FC236}">
                <a16:creationId xmlns:a16="http://schemas.microsoft.com/office/drawing/2014/main" id="{856B8654-628A-B24C-8BB0-39E6F5212A24}"/>
              </a:ext>
            </a:extLst>
          </p:cNvPr>
          <p:cNvSpPr txBox="1"/>
          <p:nvPr/>
        </p:nvSpPr>
        <p:spPr>
          <a:xfrm>
            <a:off x="-1" y="682728"/>
            <a:ext cx="12192001" cy="689291"/>
          </a:xfrm>
          <a:prstGeom prst="rect">
            <a:avLst/>
          </a:prstGeom>
        </p:spPr>
        <p:txBody>
          <a:bodyPr vert="horz" wrap="square" lIns="0" tIns="12065" rIns="0" bIns="0" rtlCol="0">
            <a:spAutoFit/>
          </a:bodyPr>
          <a:lstStyle/>
          <a:p>
            <a:pPr marL="12700" algn="ctr">
              <a:lnSpc>
                <a:spcPct val="100000"/>
              </a:lnSpc>
              <a:spcBef>
                <a:spcPts val="95"/>
              </a:spcBef>
            </a:pPr>
            <a:r>
              <a:rPr lang="en-US" sz="4400" spc="-5" dirty="0">
                <a:latin typeface="Tw Cen MT" panose="020B0602020104020603" pitchFamily="34" charset="77"/>
                <a:cs typeface="Helvetica Neue"/>
              </a:rPr>
              <a:t>The Data Analysis Pipeline</a:t>
            </a:r>
            <a:endParaRPr sz="4400" dirty="0">
              <a:latin typeface="Tw Cen MT" panose="020B0602020104020603" pitchFamily="34" charset="77"/>
              <a:cs typeface="Helvetica Neue"/>
            </a:endParaRPr>
          </a:p>
        </p:txBody>
      </p:sp>
      <p:sp>
        <p:nvSpPr>
          <p:cNvPr id="8" name="Rectangle 7">
            <a:extLst>
              <a:ext uri="{FF2B5EF4-FFF2-40B4-BE49-F238E27FC236}">
                <a16:creationId xmlns:a16="http://schemas.microsoft.com/office/drawing/2014/main" id="{33CEA39C-04B8-C449-A1F5-D85D0CDDDD3A}"/>
              </a:ext>
            </a:extLst>
          </p:cNvPr>
          <p:cNvSpPr/>
          <p:nvPr/>
        </p:nvSpPr>
        <p:spPr>
          <a:xfrm>
            <a:off x="257560" y="3812362"/>
            <a:ext cx="1454281" cy="641544"/>
          </a:xfrm>
          <a:prstGeom prst="rect">
            <a:avLst/>
          </a:prstGeom>
          <a:solidFill>
            <a:srgbClr val="FFC000">
              <a:alpha val="36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endParaRPr>
          </a:p>
        </p:txBody>
      </p:sp>
    </p:spTree>
    <p:extLst>
      <p:ext uri="{BB962C8B-B14F-4D97-AF65-F5344CB8AC3E}">
        <p14:creationId xmlns:p14="http://schemas.microsoft.com/office/powerpoint/2010/main" val="36459252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9" name="Group 28"/>
          <p:cNvGrpSpPr/>
          <p:nvPr/>
        </p:nvGrpSpPr>
        <p:grpSpPr>
          <a:xfrm>
            <a:off x="2914649" y="1447800"/>
            <a:ext cx="6362700" cy="5410200"/>
            <a:chOff x="2914649" y="1447800"/>
            <a:chExt cx="6362700" cy="5410200"/>
          </a:xfrm>
        </p:grpSpPr>
        <p:pic>
          <p:nvPicPr>
            <p:cNvPr id="2" name="Picture 1"/>
            <p:cNvPicPr>
              <a:picLocks noChangeAspect="1"/>
            </p:cNvPicPr>
            <p:nvPr/>
          </p:nvPicPr>
          <p:blipFill>
            <a:blip r:embed="rId3"/>
            <a:stretch>
              <a:fillRect/>
            </a:stretch>
          </p:blipFill>
          <p:spPr>
            <a:xfrm>
              <a:off x="2914649" y="1447800"/>
              <a:ext cx="6362700" cy="5410200"/>
            </a:xfrm>
            <a:prstGeom prst="rect">
              <a:avLst/>
            </a:prstGeom>
          </p:spPr>
        </p:pic>
        <p:sp>
          <p:nvSpPr>
            <p:cNvPr id="25" name="Rectangle 24"/>
            <p:cNvSpPr/>
            <p:nvPr/>
          </p:nvSpPr>
          <p:spPr>
            <a:xfrm>
              <a:off x="4431323" y="2150347"/>
              <a:ext cx="1135464" cy="27633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Rectangle 25"/>
            <p:cNvSpPr/>
            <p:nvPr/>
          </p:nvSpPr>
          <p:spPr>
            <a:xfrm>
              <a:off x="5518220" y="2453472"/>
              <a:ext cx="1867318" cy="27633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Rectangle 26"/>
            <p:cNvSpPr/>
            <p:nvPr/>
          </p:nvSpPr>
          <p:spPr>
            <a:xfrm>
              <a:off x="5658897" y="2759947"/>
              <a:ext cx="2198914" cy="27633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Rectangle 27"/>
            <p:cNvSpPr/>
            <p:nvPr/>
          </p:nvSpPr>
          <p:spPr>
            <a:xfrm>
              <a:off x="6146241" y="3066421"/>
              <a:ext cx="1832149" cy="27633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pic>
        <p:nvPicPr>
          <p:cNvPr id="4" name="Picture 3"/>
          <p:cNvPicPr>
            <a:picLocks noChangeAspect="1"/>
          </p:cNvPicPr>
          <p:nvPr/>
        </p:nvPicPr>
        <p:blipFill>
          <a:blip r:embed="rId4"/>
          <a:stretch>
            <a:fillRect/>
          </a:stretch>
        </p:blipFill>
        <p:spPr>
          <a:xfrm>
            <a:off x="5559813" y="427278"/>
            <a:ext cx="1011410" cy="1020522"/>
          </a:xfrm>
          <a:prstGeom prst="rect">
            <a:avLst/>
          </a:prstGeom>
        </p:spPr>
      </p:pic>
      <p:sp>
        <p:nvSpPr>
          <p:cNvPr id="5" name="TextBox 4"/>
          <p:cNvSpPr txBox="1"/>
          <p:nvPr/>
        </p:nvSpPr>
        <p:spPr>
          <a:xfrm>
            <a:off x="5721624" y="665191"/>
            <a:ext cx="687793" cy="523220"/>
          </a:xfrm>
          <a:prstGeom prst="rect">
            <a:avLst/>
          </a:prstGeom>
          <a:noFill/>
        </p:spPr>
        <p:txBody>
          <a:bodyPr wrap="square" rtlCol="0">
            <a:spAutoFit/>
          </a:bodyPr>
          <a:lstStyle/>
          <a:p>
            <a:pPr algn="ctr"/>
            <a:r>
              <a:rPr lang="en-US" sz="2800" dirty="0">
                <a:solidFill>
                  <a:schemeClr val="tx1">
                    <a:lumMod val="65000"/>
                    <a:lumOff val="35000"/>
                  </a:schemeClr>
                </a:solidFill>
              </a:rPr>
              <a:t>csv</a:t>
            </a:r>
            <a:endParaRPr lang="en-US" sz="4000" dirty="0">
              <a:solidFill>
                <a:schemeClr val="tx1">
                  <a:lumMod val="65000"/>
                  <a:lumOff val="35000"/>
                </a:schemeClr>
              </a:solidFill>
            </a:endParaRPr>
          </a:p>
        </p:txBody>
      </p:sp>
      <p:pic>
        <p:nvPicPr>
          <p:cNvPr id="17" name="Picture 16"/>
          <p:cNvPicPr>
            <a:picLocks noChangeAspect="1"/>
          </p:cNvPicPr>
          <p:nvPr/>
        </p:nvPicPr>
        <p:blipFill>
          <a:blip r:embed="rId5"/>
          <a:stretch>
            <a:fillRect/>
          </a:stretch>
        </p:blipFill>
        <p:spPr>
          <a:xfrm>
            <a:off x="4411272" y="2140575"/>
            <a:ext cx="609600" cy="317500"/>
          </a:xfrm>
          <a:prstGeom prst="rect">
            <a:avLst/>
          </a:prstGeom>
        </p:spPr>
      </p:pic>
      <p:pic>
        <p:nvPicPr>
          <p:cNvPr id="18" name="Picture 17"/>
          <p:cNvPicPr>
            <a:picLocks noChangeAspect="1"/>
          </p:cNvPicPr>
          <p:nvPr/>
        </p:nvPicPr>
        <p:blipFill>
          <a:blip r:embed="rId6"/>
          <a:stretch>
            <a:fillRect/>
          </a:stretch>
        </p:blipFill>
        <p:spPr>
          <a:xfrm>
            <a:off x="5018790" y="2148694"/>
            <a:ext cx="533400" cy="292100"/>
          </a:xfrm>
          <a:prstGeom prst="rect">
            <a:avLst/>
          </a:prstGeom>
        </p:spPr>
      </p:pic>
      <p:pic>
        <p:nvPicPr>
          <p:cNvPr id="19" name="Picture 18"/>
          <p:cNvPicPr>
            <a:picLocks noChangeAspect="1"/>
          </p:cNvPicPr>
          <p:nvPr/>
        </p:nvPicPr>
        <p:blipFill>
          <a:blip r:embed="rId7"/>
          <a:stretch>
            <a:fillRect/>
          </a:stretch>
        </p:blipFill>
        <p:spPr>
          <a:xfrm>
            <a:off x="5493753" y="2433387"/>
            <a:ext cx="965200" cy="317500"/>
          </a:xfrm>
          <a:prstGeom prst="rect">
            <a:avLst/>
          </a:prstGeom>
        </p:spPr>
      </p:pic>
      <p:pic>
        <p:nvPicPr>
          <p:cNvPr id="20" name="Picture 19"/>
          <p:cNvPicPr>
            <a:picLocks noChangeAspect="1"/>
          </p:cNvPicPr>
          <p:nvPr/>
        </p:nvPicPr>
        <p:blipFill>
          <a:blip r:embed="rId8"/>
          <a:stretch>
            <a:fillRect/>
          </a:stretch>
        </p:blipFill>
        <p:spPr>
          <a:xfrm>
            <a:off x="6414837" y="2441408"/>
            <a:ext cx="990600" cy="292100"/>
          </a:xfrm>
          <a:prstGeom prst="rect">
            <a:avLst/>
          </a:prstGeom>
        </p:spPr>
      </p:pic>
      <p:pic>
        <p:nvPicPr>
          <p:cNvPr id="21" name="Picture 20"/>
          <p:cNvPicPr>
            <a:picLocks noChangeAspect="1"/>
          </p:cNvPicPr>
          <p:nvPr/>
        </p:nvPicPr>
        <p:blipFill>
          <a:blip r:embed="rId9"/>
          <a:stretch>
            <a:fillRect/>
          </a:stretch>
        </p:blipFill>
        <p:spPr>
          <a:xfrm>
            <a:off x="5662194" y="2743869"/>
            <a:ext cx="914400" cy="304800"/>
          </a:xfrm>
          <a:prstGeom prst="rect">
            <a:avLst/>
          </a:prstGeom>
        </p:spPr>
      </p:pic>
      <p:pic>
        <p:nvPicPr>
          <p:cNvPr id="22" name="Picture 21"/>
          <p:cNvPicPr>
            <a:picLocks noChangeAspect="1"/>
          </p:cNvPicPr>
          <p:nvPr/>
        </p:nvPicPr>
        <p:blipFill>
          <a:blip r:embed="rId10"/>
          <a:stretch>
            <a:fillRect/>
          </a:stretch>
        </p:blipFill>
        <p:spPr>
          <a:xfrm>
            <a:off x="6562558" y="2750385"/>
            <a:ext cx="1295400" cy="304800"/>
          </a:xfrm>
          <a:prstGeom prst="rect">
            <a:avLst/>
          </a:prstGeom>
        </p:spPr>
      </p:pic>
      <p:pic>
        <p:nvPicPr>
          <p:cNvPr id="23" name="Picture 22"/>
          <p:cNvPicPr>
            <a:picLocks noChangeAspect="1"/>
          </p:cNvPicPr>
          <p:nvPr/>
        </p:nvPicPr>
        <p:blipFill>
          <a:blip r:embed="rId11"/>
          <a:stretch>
            <a:fillRect/>
          </a:stretch>
        </p:blipFill>
        <p:spPr>
          <a:xfrm>
            <a:off x="6111373" y="3073066"/>
            <a:ext cx="914400" cy="292100"/>
          </a:xfrm>
          <a:prstGeom prst="rect">
            <a:avLst/>
          </a:prstGeom>
        </p:spPr>
      </p:pic>
      <p:pic>
        <p:nvPicPr>
          <p:cNvPr id="24" name="Picture 23"/>
          <p:cNvPicPr>
            <a:picLocks noChangeAspect="1"/>
          </p:cNvPicPr>
          <p:nvPr/>
        </p:nvPicPr>
        <p:blipFill>
          <a:blip r:embed="rId12"/>
          <a:stretch>
            <a:fillRect/>
          </a:stretch>
        </p:blipFill>
        <p:spPr>
          <a:xfrm>
            <a:off x="7013408" y="3051008"/>
            <a:ext cx="977900" cy="342900"/>
          </a:xfrm>
          <a:prstGeom prst="rect">
            <a:avLst/>
          </a:prstGeom>
        </p:spPr>
      </p:pic>
      <p:sp>
        <p:nvSpPr>
          <p:cNvPr id="34" name="Rounded Rectangular Callout 33"/>
          <p:cNvSpPr/>
          <p:nvPr/>
        </p:nvSpPr>
        <p:spPr>
          <a:xfrm>
            <a:off x="9179046" y="2129441"/>
            <a:ext cx="1955868" cy="1246648"/>
          </a:xfrm>
          <a:prstGeom prst="wedgeRoundRectCallout">
            <a:avLst>
              <a:gd name="adj1" fmla="val -91991"/>
              <a:gd name="adj2" fmla="val 319"/>
              <a:gd name="adj3" fmla="val 16667"/>
            </a:avLst>
          </a:prstGeom>
          <a:solidFill>
            <a:schemeClr val="accent2">
              <a:lumMod val="60000"/>
              <a:lumOff val="40000"/>
            </a:schemeClr>
          </a:solidFill>
          <a:ln>
            <a:noFill/>
          </a:ln>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35" name="TextBox 34"/>
          <p:cNvSpPr txBox="1"/>
          <p:nvPr/>
        </p:nvSpPr>
        <p:spPr>
          <a:xfrm>
            <a:off x="9179046" y="1993621"/>
            <a:ext cx="1955868" cy="1508105"/>
          </a:xfrm>
          <a:prstGeom prst="rect">
            <a:avLst/>
          </a:prstGeom>
          <a:noFill/>
        </p:spPr>
        <p:txBody>
          <a:bodyPr wrap="square" rtlCol="0" anchor="ctr">
            <a:spAutoFit/>
          </a:bodyPr>
          <a:lstStyle/>
          <a:p>
            <a:pPr algn="ctr"/>
            <a:endParaRPr lang="en-US" dirty="0">
              <a:solidFill>
                <a:schemeClr val="bg1"/>
              </a:solidFill>
            </a:endParaRPr>
          </a:p>
          <a:p>
            <a:pPr algn="ctr"/>
            <a:r>
              <a:rPr lang="en-US" sz="2800" dirty="0">
                <a:solidFill>
                  <a:schemeClr val="bg1"/>
                </a:solidFill>
              </a:rPr>
              <a:t>rectangular structure</a:t>
            </a:r>
          </a:p>
          <a:p>
            <a:pPr algn="ctr"/>
            <a:endParaRPr lang="en-US" dirty="0">
              <a:solidFill>
                <a:schemeClr val="bg1"/>
              </a:solidFill>
            </a:endParaRPr>
          </a:p>
        </p:txBody>
      </p:sp>
      <p:sp>
        <p:nvSpPr>
          <p:cNvPr id="37" name="Rounded Rectangular Callout 36"/>
          <p:cNvSpPr/>
          <p:nvPr/>
        </p:nvSpPr>
        <p:spPr>
          <a:xfrm>
            <a:off x="1280266" y="308075"/>
            <a:ext cx="1955868" cy="1246648"/>
          </a:xfrm>
          <a:prstGeom prst="wedgeRoundRectCallout">
            <a:avLst>
              <a:gd name="adj1" fmla="val 69359"/>
              <a:gd name="adj2" fmla="val 87085"/>
              <a:gd name="adj3" fmla="val 16667"/>
            </a:avLst>
          </a:prstGeom>
          <a:solidFill>
            <a:schemeClr val="accent2">
              <a:lumMod val="60000"/>
              <a:lumOff val="40000"/>
            </a:schemeClr>
          </a:solidFill>
          <a:ln>
            <a:noFill/>
          </a:ln>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38" name="TextBox 37"/>
          <p:cNvSpPr txBox="1"/>
          <p:nvPr/>
        </p:nvSpPr>
        <p:spPr>
          <a:xfrm>
            <a:off x="1280266" y="172255"/>
            <a:ext cx="1955868" cy="1508105"/>
          </a:xfrm>
          <a:prstGeom prst="rect">
            <a:avLst/>
          </a:prstGeom>
          <a:noFill/>
        </p:spPr>
        <p:txBody>
          <a:bodyPr wrap="square" rtlCol="0" anchor="ctr">
            <a:spAutoFit/>
          </a:bodyPr>
          <a:lstStyle/>
          <a:p>
            <a:pPr algn="ctr"/>
            <a:endParaRPr lang="en-US" dirty="0">
              <a:solidFill>
                <a:schemeClr val="bg1"/>
              </a:solidFill>
            </a:endParaRPr>
          </a:p>
          <a:p>
            <a:pPr algn="ctr"/>
            <a:r>
              <a:rPr lang="en-US" sz="2800" dirty="0">
                <a:solidFill>
                  <a:schemeClr val="bg1"/>
                </a:solidFill>
              </a:rPr>
              <a:t>plain text (“flat”) file</a:t>
            </a:r>
          </a:p>
          <a:p>
            <a:pPr algn="ctr"/>
            <a:endParaRPr lang="en-US" dirty="0">
              <a:solidFill>
                <a:schemeClr val="bg1"/>
              </a:solidFill>
            </a:endParaRPr>
          </a:p>
        </p:txBody>
      </p:sp>
      <p:sp>
        <p:nvSpPr>
          <p:cNvPr id="39" name="Rounded Rectangular Callout 38"/>
          <p:cNvSpPr/>
          <p:nvPr/>
        </p:nvSpPr>
        <p:spPr>
          <a:xfrm>
            <a:off x="1302568" y="2616378"/>
            <a:ext cx="1955868" cy="1246648"/>
          </a:xfrm>
          <a:prstGeom prst="wedgeRoundRectCallout">
            <a:avLst>
              <a:gd name="adj1" fmla="val 73921"/>
              <a:gd name="adj2" fmla="val -76608"/>
              <a:gd name="adj3" fmla="val 16667"/>
            </a:avLst>
          </a:prstGeom>
          <a:solidFill>
            <a:schemeClr val="accent2">
              <a:lumMod val="60000"/>
              <a:lumOff val="40000"/>
            </a:schemeClr>
          </a:solidFill>
          <a:ln>
            <a:noFill/>
          </a:ln>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40" name="TextBox 39"/>
          <p:cNvSpPr txBox="1"/>
          <p:nvPr/>
        </p:nvSpPr>
        <p:spPr>
          <a:xfrm>
            <a:off x="1302568" y="2696001"/>
            <a:ext cx="1955868" cy="1077218"/>
          </a:xfrm>
          <a:prstGeom prst="rect">
            <a:avLst/>
          </a:prstGeom>
          <a:noFill/>
        </p:spPr>
        <p:txBody>
          <a:bodyPr wrap="square" rtlCol="0" anchor="ctr">
            <a:spAutoFit/>
          </a:bodyPr>
          <a:lstStyle/>
          <a:p>
            <a:pPr algn="ctr"/>
            <a:endParaRPr lang="en-US" dirty="0">
              <a:solidFill>
                <a:schemeClr val="bg1"/>
              </a:solidFill>
            </a:endParaRPr>
          </a:p>
          <a:p>
            <a:pPr algn="ctr"/>
            <a:r>
              <a:rPr lang="en-US" sz="2800" dirty="0">
                <a:solidFill>
                  <a:schemeClr val="bg1"/>
                </a:solidFill>
              </a:rPr>
              <a:t>header row</a:t>
            </a:r>
          </a:p>
          <a:p>
            <a:pPr algn="ctr"/>
            <a:endParaRPr lang="en-US" dirty="0">
              <a:solidFill>
                <a:schemeClr val="bg1"/>
              </a:solidFill>
            </a:endParaRPr>
          </a:p>
        </p:txBody>
      </p:sp>
    </p:spTree>
    <p:extLst>
      <p:ext uri="{BB962C8B-B14F-4D97-AF65-F5344CB8AC3E}">
        <p14:creationId xmlns:p14="http://schemas.microsoft.com/office/powerpoint/2010/main" val="20417863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8"/>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34"/>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5"/>
                                        </p:tgtEl>
                                        <p:attrNameLst>
                                          <p:attrName>style.visibility</p:attrName>
                                        </p:attrNameLst>
                                      </p:cBhvr>
                                      <p:to>
                                        <p:strVal val="visible"/>
                                      </p:to>
                                    </p:set>
                                  </p:childTnLst>
                                </p:cTn>
                              </p:par>
                              <p:par>
                                <p:cTn id="15" presetID="42" presetClass="path" presetSubtype="0" accel="50000" decel="50000" fill="hold" nodeType="withEffect">
                                  <p:stCondLst>
                                    <p:cond delay="0"/>
                                  </p:stCondLst>
                                  <p:childTnLst>
                                    <p:animMotion origin="layout" path="M 1.04167E-6 4.81481E-6 L 0.13724 -0.00024 " pathEditMode="relative" rAng="0" ptsTypes="AA">
                                      <p:cBhvr>
                                        <p:cTn id="16" dur="2000" fill="hold"/>
                                        <p:tgtEl>
                                          <p:spTgt spid="17"/>
                                        </p:tgtEl>
                                        <p:attrNameLst>
                                          <p:attrName>ppt_x</p:attrName>
                                          <p:attrName>ppt_y</p:attrName>
                                        </p:attrNameLst>
                                      </p:cBhvr>
                                      <p:rCtr x="6862" y="-23"/>
                                    </p:animMotion>
                                  </p:childTnLst>
                                </p:cTn>
                              </p:par>
                              <p:par>
                                <p:cTn id="17" presetID="42" presetClass="path" presetSubtype="0" accel="50000" decel="50000" fill="hold" nodeType="withEffect">
                                  <p:stCondLst>
                                    <p:cond delay="0"/>
                                  </p:stCondLst>
                                  <p:childTnLst>
                                    <p:animMotion origin="layout" path="M -3.54167E-6 -2.22222E-6 L 0.16289 -0.00069 " pathEditMode="relative" rAng="0" ptsTypes="AA">
                                      <p:cBhvr>
                                        <p:cTn id="18" dur="2000" fill="hold"/>
                                        <p:tgtEl>
                                          <p:spTgt spid="18"/>
                                        </p:tgtEl>
                                        <p:attrNameLst>
                                          <p:attrName>ppt_x</p:attrName>
                                          <p:attrName>ppt_y</p:attrName>
                                        </p:attrNameLst>
                                      </p:cBhvr>
                                      <p:rCtr x="8138" y="-46"/>
                                    </p:animMotion>
                                  </p:childTnLst>
                                </p:cTn>
                              </p:par>
                              <p:par>
                                <p:cTn id="19" presetID="42" presetClass="path" presetSubtype="0" accel="50000" decel="50000" fill="hold" nodeType="withEffect">
                                  <p:stCondLst>
                                    <p:cond delay="0"/>
                                  </p:stCondLst>
                                  <p:childTnLst>
                                    <p:animMotion origin="layout" path="M -4.375E-6 7.40741E-7 L 0.04974 -0.00046 " pathEditMode="relative" rAng="0" ptsTypes="AA">
                                      <p:cBhvr>
                                        <p:cTn id="20" dur="2000" fill="hold"/>
                                        <p:tgtEl>
                                          <p:spTgt spid="19"/>
                                        </p:tgtEl>
                                        <p:attrNameLst>
                                          <p:attrName>ppt_x</p:attrName>
                                          <p:attrName>ppt_y</p:attrName>
                                        </p:attrNameLst>
                                      </p:cBhvr>
                                      <p:rCtr x="2487" y="-23"/>
                                    </p:animMotion>
                                  </p:childTnLst>
                                </p:cTn>
                              </p:par>
                              <p:par>
                                <p:cTn id="21" presetID="42" presetClass="path" presetSubtype="0" accel="50000" decel="50000" fill="hold" nodeType="withEffect">
                                  <p:stCondLst>
                                    <p:cond delay="0"/>
                                  </p:stCondLst>
                                  <p:childTnLst>
                                    <p:animMotion origin="layout" path="M 3.125E-6 -4.81481E-6 L 0.05039 -0.00023 " pathEditMode="relative" rAng="0" ptsTypes="AA">
                                      <p:cBhvr>
                                        <p:cTn id="22" dur="2000" fill="hold"/>
                                        <p:tgtEl>
                                          <p:spTgt spid="20"/>
                                        </p:tgtEl>
                                        <p:attrNameLst>
                                          <p:attrName>ppt_x</p:attrName>
                                          <p:attrName>ppt_y</p:attrName>
                                        </p:attrNameLst>
                                      </p:cBhvr>
                                      <p:rCtr x="2513" y="-23"/>
                                    </p:animMotion>
                                  </p:childTnLst>
                                </p:cTn>
                              </p:par>
                              <p:par>
                                <p:cTn id="23" presetID="42" presetClass="path" presetSubtype="0" accel="50000" decel="50000" fill="hold" nodeType="withEffect">
                                  <p:stCondLst>
                                    <p:cond delay="0"/>
                                  </p:stCondLst>
                                  <p:childTnLst>
                                    <p:animMotion origin="layout" path="M -3.125E-6 -2.22222E-6 L 0.03672 -2.22222E-6 " pathEditMode="relative" rAng="0" ptsTypes="AA">
                                      <p:cBhvr>
                                        <p:cTn id="24" dur="2000" fill="hold"/>
                                        <p:tgtEl>
                                          <p:spTgt spid="21"/>
                                        </p:tgtEl>
                                        <p:attrNameLst>
                                          <p:attrName>ppt_x</p:attrName>
                                          <p:attrName>ppt_y</p:attrName>
                                        </p:attrNameLst>
                                      </p:cBhvr>
                                      <p:rCtr x="1836" y="0"/>
                                    </p:animMotion>
                                  </p:childTnLst>
                                </p:cTn>
                              </p:par>
                              <p:par>
                                <p:cTn id="25" presetID="42" presetClass="path" presetSubtype="0" accel="50000" decel="50000" fill="hold" nodeType="withEffect">
                                  <p:stCondLst>
                                    <p:cond delay="0"/>
                                  </p:stCondLst>
                                  <p:childTnLst>
                                    <p:animMotion origin="layout" path="M 3.75E-6 3.7037E-7 L 0.03789 0.00023 " pathEditMode="relative" rAng="0" ptsTypes="AA">
                                      <p:cBhvr>
                                        <p:cTn id="26" dur="2000" fill="hold"/>
                                        <p:tgtEl>
                                          <p:spTgt spid="22"/>
                                        </p:tgtEl>
                                        <p:attrNameLst>
                                          <p:attrName>ppt_x</p:attrName>
                                          <p:attrName>ppt_y</p:attrName>
                                        </p:attrNameLst>
                                      </p:cBhvr>
                                      <p:rCtr x="1888" y="0"/>
                                    </p:animMotion>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9"/>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4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4" grpId="0" animBg="1"/>
      <p:bldP spid="35" grpId="0"/>
      <p:bldP spid="37" grpId="0" animBg="1"/>
      <p:bldP spid="38" grpId="0"/>
      <p:bldP spid="39" grpId="0" animBg="1"/>
      <p:bldP spid="40" grpId="0"/>
    </p:bld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4294967295"/>
          </p:nvPr>
        </p:nvSpPr>
        <p:spPr>
          <a:xfrm>
            <a:off x="988828" y="2286000"/>
            <a:ext cx="7283635" cy="4022725"/>
          </a:xfrm>
        </p:spPr>
        <p:txBody>
          <a:bodyPr>
            <a:noAutofit/>
          </a:bodyPr>
          <a:lstStyle/>
          <a:p>
            <a:pPr>
              <a:buFont typeface="Arial" charset="0"/>
              <a:buChar char="•"/>
            </a:pPr>
            <a:r>
              <a:rPr lang="en-US" sz="3600" dirty="0"/>
              <a:t> A consistent way to organize data</a:t>
            </a:r>
          </a:p>
          <a:p>
            <a:pPr>
              <a:buFont typeface="Arial" charset="0"/>
              <a:buChar char="•"/>
            </a:pPr>
            <a:r>
              <a:rPr lang="en-US" sz="3600" dirty="0"/>
              <a:t> Human readable, concise, consistent code </a:t>
            </a:r>
          </a:p>
          <a:p>
            <a:pPr>
              <a:buFont typeface="Arial" charset="0"/>
              <a:buChar char="•"/>
            </a:pPr>
            <a:r>
              <a:rPr lang="en-US" sz="3600" dirty="0"/>
              <a:t> Build pipelines from atomic data analysis steps</a:t>
            </a:r>
          </a:p>
        </p:txBody>
      </p:sp>
      <p:pic>
        <p:nvPicPr>
          <p:cNvPr id="9" name="Picture 8"/>
          <p:cNvPicPr>
            <a:picLocks noChangeAspect="1"/>
          </p:cNvPicPr>
          <p:nvPr/>
        </p:nvPicPr>
        <p:blipFill>
          <a:blip r:embed="rId3"/>
          <a:stretch>
            <a:fillRect/>
          </a:stretch>
        </p:blipFill>
        <p:spPr>
          <a:xfrm>
            <a:off x="8537797" y="2165349"/>
            <a:ext cx="3044604" cy="3044604"/>
          </a:xfrm>
          <a:prstGeom prst="rect">
            <a:avLst/>
          </a:prstGeom>
        </p:spPr>
      </p:pic>
      <p:sp>
        <p:nvSpPr>
          <p:cNvPr id="6" name="object 10">
            <a:extLst>
              <a:ext uri="{FF2B5EF4-FFF2-40B4-BE49-F238E27FC236}">
                <a16:creationId xmlns:a16="http://schemas.microsoft.com/office/drawing/2014/main" id="{B01BE7F9-B159-C54F-B284-E84321FC6776}"/>
              </a:ext>
            </a:extLst>
          </p:cNvPr>
          <p:cNvSpPr txBox="1"/>
          <p:nvPr/>
        </p:nvSpPr>
        <p:spPr>
          <a:xfrm>
            <a:off x="-1" y="682728"/>
            <a:ext cx="12192001" cy="689291"/>
          </a:xfrm>
          <a:prstGeom prst="rect">
            <a:avLst/>
          </a:prstGeom>
        </p:spPr>
        <p:txBody>
          <a:bodyPr vert="horz" wrap="square" lIns="0" tIns="12065" rIns="0" bIns="0" rtlCol="0">
            <a:spAutoFit/>
          </a:bodyPr>
          <a:lstStyle/>
          <a:p>
            <a:pPr marL="12700" algn="ctr">
              <a:lnSpc>
                <a:spcPct val="100000"/>
              </a:lnSpc>
              <a:spcBef>
                <a:spcPts val="95"/>
              </a:spcBef>
            </a:pPr>
            <a:r>
              <a:rPr lang="en-US" sz="4400" spc="-5" dirty="0" err="1">
                <a:latin typeface="Tw Cen MT" panose="020B0602020104020603" pitchFamily="34" charset="77"/>
                <a:cs typeface="Helvetica Neue"/>
              </a:rPr>
              <a:t>Tidyverse</a:t>
            </a:r>
            <a:r>
              <a:rPr lang="en-US" sz="4400" spc="-5" dirty="0">
                <a:latin typeface="Tw Cen MT" panose="020B0602020104020603" pitchFamily="34" charset="77"/>
                <a:cs typeface="Helvetica Neue"/>
              </a:rPr>
              <a:t>: R Packages for Data Science</a:t>
            </a:r>
            <a:endParaRPr sz="4400" dirty="0">
              <a:latin typeface="Tw Cen MT" panose="020B0602020104020603" pitchFamily="34" charset="77"/>
              <a:cs typeface="Helvetica Neue"/>
            </a:endParaRPr>
          </a:p>
        </p:txBody>
      </p:sp>
    </p:spTree>
    <p:extLst>
      <p:ext uri="{BB962C8B-B14F-4D97-AF65-F5344CB8AC3E}">
        <p14:creationId xmlns:p14="http://schemas.microsoft.com/office/powerpoint/2010/main" val="730114329"/>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Group 4">
            <a:extLst>
              <a:ext uri="{FF2B5EF4-FFF2-40B4-BE49-F238E27FC236}">
                <a16:creationId xmlns:a16="http://schemas.microsoft.com/office/drawing/2014/main" id="{0411D806-6B45-A445-82B7-9B828BEE1AAD}"/>
              </a:ext>
            </a:extLst>
          </p:cNvPr>
          <p:cNvGrpSpPr/>
          <p:nvPr/>
        </p:nvGrpSpPr>
        <p:grpSpPr>
          <a:xfrm>
            <a:off x="1347178" y="2226171"/>
            <a:ext cx="2016954" cy="3460569"/>
            <a:chOff x="902677" y="1946031"/>
            <a:chExt cx="2356175" cy="4042585"/>
          </a:xfrm>
        </p:grpSpPr>
        <p:pic>
          <p:nvPicPr>
            <p:cNvPr id="4" name="Picture 3"/>
            <p:cNvPicPr>
              <a:picLocks noChangeAspect="1"/>
            </p:cNvPicPr>
            <p:nvPr/>
          </p:nvPicPr>
          <p:blipFill>
            <a:blip r:embed="rId3"/>
            <a:stretch>
              <a:fillRect/>
            </a:stretch>
          </p:blipFill>
          <p:spPr>
            <a:xfrm>
              <a:off x="1024128" y="2084832"/>
              <a:ext cx="2234724" cy="3903784"/>
            </a:xfrm>
            <a:prstGeom prst="rect">
              <a:avLst/>
            </a:prstGeom>
          </p:spPr>
        </p:pic>
        <p:sp>
          <p:nvSpPr>
            <p:cNvPr id="8" name="Rounded Rectangle 7"/>
            <p:cNvSpPr/>
            <p:nvPr/>
          </p:nvSpPr>
          <p:spPr>
            <a:xfrm>
              <a:off x="902677" y="1946031"/>
              <a:ext cx="2356175" cy="4042585"/>
            </a:xfrm>
            <a:prstGeom prst="roundRect">
              <a:avLst/>
            </a:prstGeom>
            <a:noFill/>
            <a:ln w="5080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3" name="Rectangle 2">
            <a:extLst>
              <a:ext uri="{FF2B5EF4-FFF2-40B4-BE49-F238E27FC236}">
                <a16:creationId xmlns:a16="http://schemas.microsoft.com/office/drawing/2014/main" id="{C84DA4D8-945D-3042-B84A-6F788403D6BF}"/>
              </a:ext>
            </a:extLst>
          </p:cNvPr>
          <p:cNvSpPr/>
          <p:nvPr/>
        </p:nvSpPr>
        <p:spPr>
          <a:xfrm>
            <a:off x="930310" y="1518285"/>
            <a:ext cx="2954655" cy="707886"/>
          </a:xfrm>
          <a:prstGeom prst="rect">
            <a:avLst/>
          </a:prstGeom>
        </p:spPr>
        <p:txBody>
          <a:bodyPr wrap="none">
            <a:spAutoFit/>
          </a:bodyPr>
          <a:lstStyle/>
          <a:p>
            <a:r>
              <a:rPr lang="en-US" sz="4000" dirty="0" err="1">
                <a:solidFill>
                  <a:schemeClr val="accent2"/>
                </a:solidFill>
                <a:latin typeface="Monaco" charset="0"/>
              </a:rPr>
              <a:t>tidyverse</a:t>
            </a:r>
            <a:endParaRPr lang="en-US" sz="4000" dirty="0"/>
          </a:p>
        </p:txBody>
      </p:sp>
      <p:grpSp>
        <p:nvGrpSpPr>
          <p:cNvPr id="13" name="Group 12">
            <a:extLst>
              <a:ext uri="{FF2B5EF4-FFF2-40B4-BE49-F238E27FC236}">
                <a16:creationId xmlns:a16="http://schemas.microsoft.com/office/drawing/2014/main" id="{22361FBF-EB79-3F46-BACB-3089EDBAC882}"/>
              </a:ext>
            </a:extLst>
          </p:cNvPr>
          <p:cNvGrpSpPr/>
          <p:nvPr/>
        </p:nvGrpSpPr>
        <p:grpSpPr>
          <a:xfrm>
            <a:off x="6481064" y="4483753"/>
            <a:ext cx="3801284" cy="1506122"/>
            <a:chOff x="6474148" y="4609386"/>
            <a:chExt cx="3801284" cy="1506122"/>
          </a:xfrm>
        </p:grpSpPr>
        <p:pic>
          <p:nvPicPr>
            <p:cNvPr id="7" name="Picture 6"/>
            <p:cNvPicPr>
              <a:picLocks noChangeAspect="1"/>
            </p:cNvPicPr>
            <p:nvPr/>
          </p:nvPicPr>
          <p:blipFill rotWithShape="1">
            <a:blip r:embed="rId4">
              <a:extLst>
                <a:ext uri="{28A0092B-C50C-407E-A947-70E740481C1C}">
                  <a14:useLocalDpi xmlns:a14="http://schemas.microsoft.com/office/drawing/2010/main"/>
                </a:ext>
              </a:extLst>
            </a:blip>
            <a:srcRect/>
            <a:stretch/>
          </p:blipFill>
          <p:spPr>
            <a:xfrm>
              <a:off x="6481064" y="5261356"/>
              <a:ext cx="3794368" cy="854152"/>
            </a:xfrm>
            <a:prstGeom prst="rect">
              <a:avLst/>
            </a:prstGeom>
          </p:spPr>
        </p:pic>
        <p:sp>
          <p:nvSpPr>
            <p:cNvPr id="11" name="Rectangle 10">
              <a:extLst>
                <a:ext uri="{FF2B5EF4-FFF2-40B4-BE49-F238E27FC236}">
                  <a16:creationId xmlns:a16="http://schemas.microsoft.com/office/drawing/2014/main" id="{4A4B71F9-7E78-2546-8172-B22B639BF2ED}"/>
                </a:ext>
              </a:extLst>
            </p:cNvPr>
            <p:cNvSpPr/>
            <p:nvPr/>
          </p:nvSpPr>
          <p:spPr>
            <a:xfrm>
              <a:off x="6474148" y="4609386"/>
              <a:ext cx="3702622" cy="553998"/>
            </a:xfrm>
            <a:prstGeom prst="rect">
              <a:avLst/>
            </a:prstGeom>
            <a:solidFill>
              <a:schemeClr val="bg1">
                <a:lumMod val="95000"/>
              </a:schemeClr>
            </a:solidFill>
            <a:ln>
              <a:solidFill>
                <a:schemeClr val="bg1">
                  <a:lumMod val="65000"/>
                </a:schemeClr>
              </a:solidFill>
            </a:ln>
          </p:spPr>
          <p:txBody>
            <a:bodyPr wrap="square" tIns="91440" bIns="91440">
              <a:spAutoFit/>
            </a:bodyPr>
            <a:lstStyle/>
            <a:p>
              <a:r>
                <a:rPr lang="en-US" sz="2400" b="1" dirty="0">
                  <a:solidFill>
                    <a:schemeClr val="accent5"/>
                  </a:solidFill>
                  <a:latin typeface="Monaco" charset="0"/>
                </a:rPr>
                <a:t>library</a:t>
              </a:r>
              <a:r>
                <a:rPr lang="en-US" sz="2400" dirty="0">
                  <a:solidFill>
                    <a:schemeClr val="accent2"/>
                  </a:solidFill>
                  <a:latin typeface="Monaco" charset="0"/>
                </a:rPr>
                <a:t>(</a:t>
              </a:r>
              <a:r>
                <a:rPr lang="en-US" sz="2400" dirty="0" err="1">
                  <a:solidFill>
                    <a:schemeClr val="accent2"/>
                  </a:solidFill>
                  <a:latin typeface="Monaco" charset="0"/>
                </a:rPr>
                <a:t>tidyverse</a:t>
              </a:r>
              <a:r>
                <a:rPr lang="en-US" sz="2400" dirty="0">
                  <a:solidFill>
                    <a:schemeClr val="accent2"/>
                  </a:solidFill>
                  <a:latin typeface="Monaco" charset="0"/>
                </a:rPr>
                <a:t>)</a:t>
              </a:r>
              <a:endParaRPr lang="en-US" sz="2400" dirty="0"/>
            </a:p>
          </p:txBody>
        </p:sp>
      </p:grpSp>
      <p:sp>
        <p:nvSpPr>
          <p:cNvPr id="14" name="object 10">
            <a:extLst>
              <a:ext uri="{FF2B5EF4-FFF2-40B4-BE49-F238E27FC236}">
                <a16:creationId xmlns:a16="http://schemas.microsoft.com/office/drawing/2014/main" id="{E5FAB22D-71A4-B94E-BB91-42BA3BED5C13}"/>
              </a:ext>
            </a:extLst>
          </p:cNvPr>
          <p:cNvSpPr txBox="1"/>
          <p:nvPr/>
        </p:nvSpPr>
        <p:spPr>
          <a:xfrm>
            <a:off x="-1" y="682728"/>
            <a:ext cx="12192001" cy="689291"/>
          </a:xfrm>
          <a:prstGeom prst="rect">
            <a:avLst/>
          </a:prstGeom>
        </p:spPr>
        <p:txBody>
          <a:bodyPr vert="horz" wrap="square" lIns="0" tIns="12065" rIns="0" bIns="0" rtlCol="0">
            <a:spAutoFit/>
          </a:bodyPr>
          <a:lstStyle/>
          <a:p>
            <a:pPr marL="12700" algn="ctr">
              <a:lnSpc>
                <a:spcPct val="100000"/>
              </a:lnSpc>
              <a:spcBef>
                <a:spcPts val="95"/>
              </a:spcBef>
            </a:pPr>
            <a:r>
              <a:rPr lang="en-US" sz="4400" spc="-5" dirty="0">
                <a:latin typeface="Tw Cen MT" panose="020B0602020104020603" pitchFamily="34" charset="77"/>
                <a:cs typeface="Helvetica Neue"/>
              </a:rPr>
              <a:t>Installing and loading R packages</a:t>
            </a:r>
            <a:endParaRPr sz="4400" dirty="0">
              <a:latin typeface="Tw Cen MT" panose="020B0602020104020603" pitchFamily="34" charset="77"/>
              <a:cs typeface="Helvetica Neue"/>
            </a:endParaRPr>
          </a:p>
        </p:txBody>
      </p:sp>
      <p:grpSp>
        <p:nvGrpSpPr>
          <p:cNvPr id="12" name="Group 11">
            <a:extLst>
              <a:ext uri="{FF2B5EF4-FFF2-40B4-BE49-F238E27FC236}">
                <a16:creationId xmlns:a16="http://schemas.microsoft.com/office/drawing/2014/main" id="{DA8C6147-664D-0747-A0C8-DC1C74DCCBDF}"/>
              </a:ext>
            </a:extLst>
          </p:cNvPr>
          <p:cNvGrpSpPr/>
          <p:nvPr/>
        </p:nvGrpSpPr>
        <p:grpSpPr>
          <a:xfrm>
            <a:off x="5573580" y="2340117"/>
            <a:ext cx="5609336" cy="1482853"/>
            <a:chOff x="5573580" y="2172192"/>
            <a:chExt cx="5609336" cy="1482853"/>
          </a:xfrm>
        </p:grpSpPr>
        <p:sp>
          <p:nvSpPr>
            <p:cNvPr id="10" name="Rectangle 9">
              <a:extLst>
                <a:ext uri="{FF2B5EF4-FFF2-40B4-BE49-F238E27FC236}">
                  <a16:creationId xmlns:a16="http://schemas.microsoft.com/office/drawing/2014/main" id="{DF26BD25-555C-EF46-BF32-60CEEFE1EEA6}"/>
                </a:ext>
              </a:extLst>
            </p:cNvPr>
            <p:cNvSpPr/>
            <p:nvPr/>
          </p:nvSpPr>
          <p:spPr>
            <a:xfrm>
              <a:off x="5573580" y="2172192"/>
              <a:ext cx="5609336" cy="553998"/>
            </a:xfrm>
            <a:prstGeom prst="rect">
              <a:avLst/>
            </a:prstGeom>
            <a:solidFill>
              <a:schemeClr val="bg1">
                <a:lumMod val="95000"/>
              </a:schemeClr>
            </a:solidFill>
            <a:ln>
              <a:solidFill>
                <a:schemeClr val="bg1">
                  <a:lumMod val="65000"/>
                </a:schemeClr>
              </a:solidFill>
            </a:ln>
          </p:spPr>
          <p:txBody>
            <a:bodyPr wrap="square" tIns="91440" bIns="91440">
              <a:spAutoFit/>
            </a:bodyPr>
            <a:lstStyle/>
            <a:p>
              <a:r>
                <a:rPr lang="en-US" sz="2400" b="1" dirty="0" err="1">
                  <a:solidFill>
                    <a:schemeClr val="accent5"/>
                  </a:solidFill>
                  <a:latin typeface="Monaco" charset="0"/>
                </a:rPr>
                <a:t>install.packages</a:t>
              </a:r>
              <a:r>
                <a:rPr lang="en-US" sz="2400" dirty="0">
                  <a:solidFill>
                    <a:schemeClr val="accent2"/>
                  </a:solidFill>
                  <a:latin typeface="Monaco" charset="0"/>
                </a:rPr>
                <a:t>("</a:t>
              </a:r>
              <a:r>
                <a:rPr lang="en-US" sz="2400" dirty="0" err="1">
                  <a:solidFill>
                    <a:schemeClr val="accent2"/>
                  </a:solidFill>
                  <a:latin typeface="Monaco" charset="0"/>
                </a:rPr>
                <a:t>tidyverse</a:t>
              </a:r>
              <a:r>
                <a:rPr lang="en-US" sz="2400" dirty="0">
                  <a:solidFill>
                    <a:schemeClr val="accent2"/>
                  </a:solidFill>
                  <a:latin typeface="Monaco" charset="0"/>
                </a:rPr>
                <a:t>")</a:t>
              </a:r>
              <a:endParaRPr lang="en-US" sz="2400" dirty="0"/>
            </a:p>
          </p:txBody>
        </p:sp>
        <p:pic>
          <p:nvPicPr>
            <p:cNvPr id="6" name="Picture 5"/>
            <p:cNvPicPr>
              <a:picLocks noChangeAspect="1"/>
            </p:cNvPicPr>
            <p:nvPr/>
          </p:nvPicPr>
          <p:blipFill rotWithShape="1">
            <a:blip r:embed="rId5">
              <a:extLst>
                <a:ext uri="{28A0092B-C50C-407E-A947-70E740481C1C}">
                  <a14:useLocalDpi xmlns:a14="http://schemas.microsoft.com/office/drawing/2010/main"/>
                </a:ext>
              </a:extLst>
            </a:blip>
            <a:srcRect/>
            <a:stretch/>
          </p:blipFill>
          <p:spPr>
            <a:xfrm>
              <a:off x="6481064" y="2807622"/>
              <a:ext cx="3899876" cy="847423"/>
            </a:xfrm>
            <a:prstGeom prst="rect">
              <a:avLst/>
            </a:prstGeom>
          </p:spPr>
        </p:pic>
      </p:grpSp>
      <p:sp>
        <p:nvSpPr>
          <p:cNvPr id="2" name="TextBox 1">
            <a:extLst>
              <a:ext uri="{FF2B5EF4-FFF2-40B4-BE49-F238E27FC236}">
                <a16:creationId xmlns:a16="http://schemas.microsoft.com/office/drawing/2014/main" id="{401D925E-A7D4-E7CB-ECB6-67C41A97CC41}"/>
              </a:ext>
            </a:extLst>
          </p:cNvPr>
          <p:cNvSpPr txBox="1"/>
          <p:nvPr/>
        </p:nvSpPr>
        <p:spPr>
          <a:xfrm>
            <a:off x="694063" y="5989875"/>
            <a:ext cx="10576192" cy="954107"/>
          </a:xfrm>
          <a:prstGeom prst="rect">
            <a:avLst/>
          </a:prstGeom>
          <a:noFill/>
        </p:spPr>
        <p:txBody>
          <a:bodyPr wrap="square" rtlCol="0">
            <a:spAutoFit/>
          </a:bodyPr>
          <a:lstStyle/>
          <a:p>
            <a:pPr algn="ctr"/>
            <a:r>
              <a:rPr lang="en-US" sz="2800" b="1" dirty="0"/>
              <a:t>Note</a:t>
            </a:r>
            <a:r>
              <a:rPr lang="en-US" sz="2800" dirty="0"/>
              <a:t>: you will have to reinstall packages when you upgrade to a new version of the R language (not a new version of RStudio, though)</a:t>
            </a:r>
          </a:p>
        </p:txBody>
      </p:sp>
    </p:spTree>
    <p:extLst>
      <p:ext uri="{BB962C8B-B14F-4D97-AF65-F5344CB8AC3E}">
        <p14:creationId xmlns:p14="http://schemas.microsoft.com/office/powerpoint/2010/main" val="2362095620"/>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A62C7E-AE49-512F-C1BB-C28A86D06E3A}"/>
              </a:ext>
            </a:extLst>
          </p:cNvPr>
          <p:cNvSpPr>
            <a:spLocks noGrp="1"/>
          </p:cNvSpPr>
          <p:nvPr>
            <p:ph type="title"/>
          </p:nvPr>
        </p:nvSpPr>
        <p:spPr/>
        <p:txBody>
          <a:bodyPr/>
          <a:lstStyle/>
          <a:p>
            <a:r>
              <a:rPr lang="en-US" dirty="0"/>
              <a:t>Your Turn</a:t>
            </a:r>
          </a:p>
        </p:txBody>
      </p:sp>
      <p:sp>
        <p:nvSpPr>
          <p:cNvPr id="3" name="Text Placeholder 2">
            <a:extLst>
              <a:ext uri="{FF2B5EF4-FFF2-40B4-BE49-F238E27FC236}">
                <a16:creationId xmlns:a16="http://schemas.microsoft.com/office/drawing/2014/main" id="{C94C28BE-5736-1695-881A-82113FF62FD8}"/>
              </a:ext>
            </a:extLst>
          </p:cNvPr>
          <p:cNvSpPr>
            <a:spLocks noGrp="1"/>
          </p:cNvSpPr>
          <p:nvPr>
            <p:ph type="body" sz="quarter" idx="13"/>
          </p:nvPr>
        </p:nvSpPr>
        <p:spPr>
          <a:xfrm>
            <a:off x="6706850" y="2084830"/>
            <a:ext cx="5422016" cy="3555806"/>
          </a:xfrm>
        </p:spPr>
        <p:txBody>
          <a:bodyPr>
            <a:normAutofit fontScale="62500" lnSpcReduction="20000"/>
          </a:bodyPr>
          <a:lstStyle/>
          <a:p>
            <a:pPr marL="0" indent="0">
              <a:buNone/>
            </a:pPr>
            <a:r>
              <a:rPr lang="en-US" dirty="0"/>
              <a:t>Since you are a new user on this server, you will not have any packages beyond the core R language.</a:t>
            </a:r>
          </a:p>
          <a:p>
            <a:pPr marL="0" indent="0">
              <a:buNone/>
            </a:pPr>
            <a:r>
              <a:rPr lang="en-US" dirty="0"/>
              <a:t>Go ahead and install the “</a:t>
            </a:r>
            <a:r>
              <a:rPr lang="en-US" dirty="0" err="1"/>
              <a:t>tidyverse</a:t>
            </a:r>
            <a:r>
              <a:rPr lang="en-US" dirty="0"/>
              <a:t>” package using the </a:t>
            </a:r>
            <a:r>
              <a:rPr lang="en-US" dirty="0" err="1">
                <a:solidFill>
                  <a:schemeClr val="accent1"/>
                </a:solidFill>
              </a:rPr>
              <a:t>install.packages</a:t>
            </a:r>
            <a:r>
              <a:rPr lang="en-US" dirty="0">
                <a:solidFill>
                  <a:schemeClr val="accent1"/>
                </a:solidFill>
              </a:rPr>
              <a:t>() </a:t>
            </a:r>
            <a:r>
              <a:rPr lang="en-US" dirty="0"/>
              <a:t>function in the </a:t>
            </a:r>
            <a:r>
              <a:rPr lang="en-US" dirty="0">
                <a:solidFill>
                  <a:schemeClr val="accent1"/>
                </a:solidFill>
              </a:rPr>
              <a:t>Console</a:t>
            </a:r>
            <a:r>
              <a:rPr lang="en-US" dirty="0"/>
              <a:t>. It will take a few minutes to load. Put up your sticky when you are done</a:t>
            </a:r>
          </a:p>
        </p:txBody>
      </p:sp>
      <p:pic>
        <p:nvPicPr>
          <p:cNvPr id="5" name="Picture 4" descr="A screenshot of a computer&#10;&#10;Description automatically generated with medium confidence">
            <a:extLst>
              <a:ext uri="{FF2B5EF4-FFF2-40B4-BE49-F238E27FC236}">
                <a16:creationId xmlns:a16="http://schemas.microsoft.com/office/drawing/2014/main" id="{A2DACDAA-82C5-A1ED-2A5E-C398616388B0}"/>
              </a:ext>
            </a:extLst>
          </p:cNvPr>
          <p:cNvPicPr>
            <a:picLocks noChangeAspect="1"/>
          </p:cNvPicPr>
          <p:nvPr/>
        </p:nvPicPr>
        <p:blipFill>
          <a:blip r:embed="rId3"/>
          <a:stretch>
            <a:fillRect/>
          </a:stretch>
        </p:blipFill>
        <p:spPr>
          <a:xfrm>
            <a:off x="0" y="1978837"/>
            <a:ext cx="6643716" cy="4879163"/>
          </a:xfrm>
          <a:prstGeom prst="rect">
            <a:avLst/>
          </a:prstGeom>
        </p:spPr>
      </p:pic>
      <p:cxnSp>
        <p:nvCxnSpPr>
          <p:cNvPr id="6" name="Straight Arrow Connector 5">
            <a:extLst>
              <a:ext uri="{FF2B5EF4-FFF2-40B4-BE49-F238E27FC236}">
                <a16:creationId xmlns:a16="http://schemas.microsoft.com/office/drawing/2014/main" id="{26CBEA0C-72E8-BF58-8FB1-716AE1EC5EDF}"/>
              </a:ext>
            </a:extLst>
          </p:cNvPr>
          <p:cNvCxnSpPr>
            <a:cxnSpLocks/>
          </p:cNvCxnSpPr>
          <p:nvPr/>
        </p:nvCxnSpPr>
        <p:spPr>
          <a:xfrm flipH="1" flipV="1">
            <a:off x="1107786" y="5388625"/>
            <a:ext cx="588811" cy="504022"/>
          </a:xfrm>
          <a:prstGeom prst="straightConnector1">
            <a:avLst/>
          </a:prstGeom>
          <a:ln w="76200">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902780018"/>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err="1"/>
              <a:t>Dataframes</a:t>
            </a:r>
            <a:r>
              <a:rPr lang="en-US" dirty="0"/>
              <a:t>:  Beyond the Vector</a:t>
            </a:r>
          </a:p>
        </p:txBody>
      </p:sp>
      <p:sp>
        <p:nvSpPr>
          <p:cNvPr id="5" name="Content Placeholder 2">
            <a:extLst>
              <a:ext uri="{FF2B5EF4-FFF2-40B4-BE49-F238E27FC236}">
                <a16:creationId xmlns:a16="http://schemas.microsoft.com/office/drawing/2014/main" id="{0682C463-3EE4-394B-8E43-C5F3A9654D35}"/>
              </a:ext>
            </a:extLst>
          </p:cNvPr>
          <p:cNvSpPr txBox="1">
            <a:spLocks/>
          </p:cNvSpPr>
          <p:nvPr/>
        </p:nvSpPr>
        <p:spPr>
          <a:xfrm>
            <a:off x="768550" y="2286000"/>
            <a:ext cx="7175741" cy="4023360"/>
          </a:xfrm>
          <a:prstGeom prst="rect">
            <a:avLst/>
          </a:prstGeom>
        </p:spPr>
        <p:txBody>
          <a:bodyPr>
            <a:noAutofit/>
          </a:bodyPr>
          <a:lstStyle>
            <a:lvl1pPr marL="91440" indent="-91440" algn="l" defTabSz="914400" rtl="0" eaLnBrk="1" latinLnBrk="0" hangingPunct="1">
              <a:lnSpc>
                <a:spcPct val="90000"/>
              </a:lnSpc>
              <a:spcBef>
                <a:spcPts val="1200"/>
              </a:spcBef>
              <a:spcAft>
                <a:spcPts val="200"/>
              </a:spcAft>
              <a:buClr>
                <a:schemeClr val="accent1"/>
              </a:buClr>
              <a:buSzPct val="100000"/>
              <a:buFont typeface="Tw Cen MT" panose="020B0602020104020603" pitchFamily="34" charset="0"/>
              <a:buChar char=" "/>
              <a:defRPr sz="2200" kern="1200">
                <a:solidFill>
                  <a:schemeClr val="tx1"/>
                </a:solidFill>
                <a:latin typeface="+mn-lt"/>
                <a:ea typeface="+mn-ea"/>
                <a:cs typeface="+mn-cs"/>
              </a:defRPr>
            </a:lvl1pPr>
            <a:lvl2pPr marL="265176" indent="-137160" algn="l" defTabSz="914400" rtl="0" eaLnBrk="1" latinLnBrk="0" hangingPunct="1">
              <a:lnSpc>
                <a:spcPct val="90000"/>
              </a:lnSpc>
              <a:spcBef>
                <a:spcPts val="200"/>
              </a:spcBef>
              <a:spcAft>
                <a:spcPts val="400"/>
              </a:spcAft>
              <a:buClr>
                <a:schemeClr val="accent1"/>
              </a:buClr>
              <a:buFont typeface="Wingdings 3" pitchFamily="18" charset="2"/>
              <a:buChar char=""/>
              <a:defRPr sz="1800" kern="1200">
                <a:solidFill>
                  <a:schemeClr val="tx1"/>
                </a:solidFill>
                <a:latin typeface="+mn-lt"/>
                <a:ea typeface="+mn-ea"/>
                <a:cs typeface="+mn-cs"/>
              </a:defRPr>
            </a:lvl2pPr>
            <a:lvl3pPr marL="448056"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3pPr>
            <a:lvl4pPr marL="594360"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4pPr>
            <a:lvl5pPr marL="777240"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5pPr>
            <a:lvl6pPr marL="914400"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6pPr>
            <a:lvl7pPr marL="1060704"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7pPr>
            <a:lvl8pPr marL="1216152"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8pPr>
            <a:lvl9pPr marL="1362456"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9pPr>
          </a:lstStyle>
          <a:p>
            <a:pPr>
              <a:buFont typeface="Arial" panose="020B0604020202020204" pitchFamily="34" charset="0"/>
              <a:buChar char="•"/>
            </a:pPr>
            <a:r>
              <a:rPr lang="en-US" sz="3200" dirty="0"/>
              <a:t> </a:t>
            </a:r>
            <a:r>
              <a:rPr lang="en-US" sz="3200" dirty="0" err="1"/>
              <a:t>Dataframe</a:t>
            </a:r>
            <a:r>
              <a:rPr lang="en-US" sz="3200" dirty="0"/>
              <a:t> is the term for a type of table that aligns with the “tidy data” model</a:t>
            </a:r>
          </a:p>
          <a:p>
            <a:pPr>
              <a:buFont typeface="Arial" panose="020B0604020202020204" pitchFamily="34" charset="0"/>
              <a:buChar char="•"/>
            </a:pPr>
            <a:r>
              <a:rPr lang="en-US" sz="3200" dirty="0"/>
              <a:t> </a:t>
            </a:r>
            <a:r>
              <a:rPr lang="en-US" sz="3200" dirty="0" err="1"/>
              <a:t>Dataframes</a:t>
            </a:r>
            <a:r>
              <a:rPr lang="en-US" sz="3200" dirty="0"/>
              <a:t> are composed of:</a:t>
            </a:r>
          </a:p>
          <a:p>
            <a:pPr marL="630936" lvl="1" indent="-457200">
              <a:buFont typeface="Arial" panose="020B0604020202020204" pitchFamily="34" charset="0"/>
              <a:buChar char="•"/>
            </a:pPr>
            <a:r>
              <a:rPr lang="en-US" sz="3200" dirty="0"/>
              <a:t>Columns (Variables)</a:t>
            </a:r>
          </a:p>
          <a:p>
            <a:pPr marL="630936" lvl="1" indent="-457200">
              <a:buFont typeface="Arial" panose="020B0604020202020204" pitchFamily="34" charset="0"/>
              <a:buChar char="•"/>
            </a:pPr>
            <a:r>
              <a:rPr lang="en-US" sz="3200" dirty="0"/>
              <a:t>Rows (Observations)</a:t>
            </a:r>
          </a:p>
          <a:p>
            <a:pPr>
              <a:buFont typeface="Arial" panose="020B0604020202020204" pitchFamily="34" charset="0"/>
              <a:buChar char="•"/>
            </a:pPr>
            <a:r>
              <a:rPr lang="en-US" sz="3200" dirty="0"/>
              <a:t> </a:t>
            </a:r>
            <a:r>
              <a:rPr lang="en-US" sz="3200" dirty="0" err="1"/>
              <a:t>Dataframes</a:t>
            </a:r>
            <a:r>
              <a:rPr lang="en-US" sz="3200" dirty="0"/>
              <a:t> are objects and can be acted on like other objects</a:t>
            </a:r>
          </a:p>
        </p:txBody>
      </p:sp>
      <p:pic>
        <p:nvPicPr>
          <p:cNvPr id="4" name="Picture 3">
            <a:extLst>
              <a:ext uri="{FF2B5EF4-FFF2-40B4-BE49-F238E27FC236}">
                <a16:creationId xmlns:a16="http://schemas.microsoft.com/office/drawing/2014/main" id="{E354E249-8A78-924E-9BA9-C21DFFC4055D}"/>
              </a:ext>
            </a:extLst>
          </p:cNvPr>
          <p:cNvPicPr>
            <a:picLocks noChangeAspect="1"/>
          </p:cNvPicPr>
          <p:nvPr/>
        </p:nvPicPr>
        <p:blipFill rotWithShape="1">
          <a:blip r:embed="rId3">
            <a:extLst>
              <a:ext uri="{28A0092B-C50C-407E-A947-70E740481C1C}">
                <a14:useLocalDpi xmlns:a14="http://schemas.microsoft.com/office/drawing/2010/main"/>
              </a:ext>
            </a:extLst>
          </a:blip>
          <a:srcRect/>
          <a:stretch/>
        </p:blipFill>
        <p:spPr>
          <a:xfrm>
            <a:off x="8268560" y="2084832"/>
            <a:ext cx="2862828" cy="1679292"/>
          </a:xfrm>
          <a:prstGeom prst="rect">
            <a:avLst/>
          </a:prstGeom>
        </p:spPr>
      </p:pic>
      <p:pic>
        <p:nvPicPr>
          <p:cNvPr id="6" name="Picture 5">
            <a:extLst>
              <a:ext uri="{FF2B5EF4-FFF2-40B4-BE49-F238E27FC236}">
                <a16:creationId xmlns:a16="http://schemas.microsoft.com/office/drawing/2014/main" id="{94E1C80C-58E1-4D43-B562-EBC82F399BB0}"/>
              </a:ext>
            </a:extLst>
          </p:cNvPr>
          <p:cNvPicPr>
            <a:picLocks noChangeAspect="1"/>
          </p:cNvPicPr>
          <p:nvPr/>
        </p:nvPicPr>
        <p:blipFill>
          <a:blip r:embed="rId4"/>
          <a:stretch>
            <a:fillRect/>
          </a:stretch>
        </p:blipFill>
        <p:spPr>
          <a:xfrm>
            <a:off x="8268560" y="5220292"/>
            <a:ext cx="1011410" cy="1020522"/>
          </a:xfrm>
          <a:prstGeom prst="rect">
            <a:avLst/>
          </a:prstGeom>
        </p:spPr>
      </p:pic>
      <p:sp>
        <p:nvSpPr>
          <p:cNvPr id="7" name="TextBox 6">
            <a:extLst>
              <a:ext uri="{FF2B5EF4-FFF2-40B4-BE49-F238E27FC236}">
                <a16:creationId xmlns:a16="http://schemas.microsoft.com/office/drawing/2014/main" id="{8F950BB4-3D5E-6F4C-A24B-4F671D338AD9}"/>
              </a:ext>
            </a:extLst>
          </p:cNvPr>
          <p:cNvSpPr txBox="1"/>
          <p:nvPr/>
        </p:nvSpPr>
        <p:spPr>
          <a:xfrm>
            <a:off x="8430371" y="5458205"/>
            <a:ext cx="687793" cy="523220"/>
          </a:xfrm>
          <a:prstGeom prst="rect">
            <a:avLst/>
          </a:prstGeom>
          <a:noFill/>
        </p:spPr>
        <p:txBody>
          <a:bodyPr wrap="square" rtlCol="0">
            <a:spAutoFit/>
          </a:bodyPr>
          <a:lstStyle/>
          <a:p>
            <a:pPr algn="ctr"/>
            <a:r>
              <a:rPr lang="en-US" sz="2800" dirty="0">
                <a:solidFill>
                  <a:schemeClr val="tx1">
                    <a:lumMod val="65000"/>
                    <a:lumOff val="35000"/>
                  </a:schemeClr>
                </a:solidFill>
              </a:rPr>
              <a:t>csv</a:t>
            </a:r>
            <a:endParaRPr lang="en-US" sz="4000" dirty="0">
              <a:solidFill>
                <a:schemeClr val="tx1">
                  <a:lumMod val="65000"/>
                  <a:lumOff val="35000"/>
                </a:schemeClr>
              </a:solidFill>
            </a:endParaRPr>
          </a:p>
        </p:txBody>
      </p:sp>
      <p:pic>
        <p:nvPicPr>
          <p:cNvPr id="8" name="Picture 7">
            <a:extLst>
              <a:ext uri="{FF2B5EF4-FFF2-40B4-BE49-F238E27FC236}">
                <a16:creationId xmlns:a16="http://schemas.microsoft.com/office/drawing/2014/main" id="{F3A1BD95-F106-6E4E-A7C4-36D8957B0FF9}"/>
              </a:ext>
            </a:extLst>
          </p:cNvPr>
          <p:cNvPicPr>
            <a:picLocks noChangeAspect="1"/>
          </p:cNvPicPr>
          <p:nvPr/>
        </p:nvPicPr>
        <p:blipFill>
          <a:blip r:embed="rId4"/>
          <a:stretch>
            <a:fillRect/>
          </a:stretch>
        </p:blipFill>
        <p:spPr>
          <a:xfrm>
            <a:off x="9279970" y="5220292"/>
            <a:ext cx="1011410" cy="1020522"/>
          </a:xfrm>
          <a:prstGeom prst="rect">
            <a:avLst/>
          </a:prstGeom>
        </p:spPr>
      </p:pic>
      <p:sp>
        <p:nvSpPr>
          <p:cNvPr id="9" name="TextBox 8">
            <a:extLst>
              <a:ext uri="{FF2B5EF4-FFF2-40B4-BE49-F238E27FC236}">
                <a16:creationId xmlns:a16="http://schemas.microsoft.com/office/drawing/2014/main" id="{54FF7CB4-7544-AA40-AF2C-E3AC98FBC70F}"/>
              </a:ext>
            </a:extLst>
          </p:cNvPr>
          <p:cNvSpPr txBox="1"/>
          <p:nvPr/>
        </p:nvSpPr>
        <p:spPr>
          <a:xfrm>
            <a:off x="9441781" y="5458205"/>
            <a:ext cx="687793" cy="523220"/>
          </a:xfrm>
          <a:prstGeom prst="rect">
            <a:avLst/>
          </a:prstGeom>
          <a:noFill/>
        </p:spPr>
        <p:txBody>
          <a:bodyPr wrap="square" rtlCol="0">
            <a:spAutoFit/>
          </a:bodyPr>
          <a:lstStyle/>
          <a:p>
            <a:pPr algn="ctr"/>
            <a:r>
              <a:rPr lang="en-US" sz="2800" dirty="0" err="1">
                <a:solidFill>
                  <a:schemeClr val="tx1">
                    <a:lumMod val="65000"/>
                    <a:lumOff val="35000"/>
                  </a:schemeClr>
                </a:solidFill>
              </a:rPr>
              <a:t>xls</a:t>
            </a:r>
            <a:endParaRPr lang="en-US" sz="4000" dirty="0">
              <a:solidFill>
                <a:schemeClr val="tx1">
                  <a:lumMod val="65000"/>
                  <a:lumOff val="35000"/>
                </a:schemeClr>
              </a:solidFill>
            </a:endParaRPr>
          </a:p>
        </p:txBody>
      </p:sp>
      <p:pic>
        <p:nvPicPr>
          <p:cNvPr id="10" name="Picture 9">
            <a:extLst>
              <a:ext uri="{FF2B5EF4-FFF2-40B4-BE49-F238E27FC236}">
                <a16:creationId xmlns:a16="http://schemas.microsoft.com/office/drawing/2014/main" id="{3AB9BEEA-D585-2B46-A2E2-C5F566E53990}"/>
              </a:ext>
            </a:extLst>
          </p:cNvPr>
          <p:cNvPicPr>
            <a:picLocks noChangeAspect="1"/>
          </p:cNvPicPr>
          <p:nvPr/>
        </p:nvPicPr>
        <p:blipFill>
          <a:blip r:embed="rId5"/>
          <a:stretch>
            <a:fillRect/>
          </a:stretch>
        </p:blipFill>
        <p:spPr>
          <a:xfrm>
            <a:off x="10129574" y="4983247"/>
            <a:ext cx="1293876" cy="1567231"/>
          </a:xfrm>
          <a:prstGeom prst="rect">
            <a:avLst/>
          </a:prstGeom>
        </p:spPr>
      </p:pic>
      <p:sp>
        <p:nvSpPr>
          <p:cNvPr id="11" name="TextBox 10">
            <a:extLst>
              <a:ext uri="{FF2B5EF4-FFF2-40B4-BE49-F238E27FC236}">
                <a16:creationId xmlns:a16="http://schemas.microsoft.com/office/drawing/2014/main" id="{BCF5A865-EB32-9C45-9261-304A612198DC}"/>
              </a:ext>
            </a:extLst>
          </p:cNvPr>
          <p:cNvSpPr txBox="1"/>
          <p:nvPr/>
        </p:nvSpPr>
        <p:spPr>
          <a:xfrm>
            <a:off x="10447603" y="5512921"/>
            <a:ext cx="687793" cy="523220"/>
          </a:xfrm>
          <a:prstGeom prst="rect">
            <a:avLst/>
          </a:prstGeom>
          <a:noFill/>
        </p:spPr>
        <p:txBody>
          <a:bodyPr wrap="square" rtlCol="0">
            <a:spAutoFit/>
          </a:bodyPr>
          <a:lstStyle/>
          <a:p>
            <a:pPr algn="ctr"/>
            <a:r>
              <a:rPr lang="en-US" sz="2800" dirty="0" err="1">
                <a:solidFill>
                  <a:schemeClr val="bg1">
                    <a:lumMod val="85000"/>
                  </a:schemeClr>
                </a:solidFill>
              </a:rPr>
              <a:t>db</a:t>
            </a:r>
            <a:endParaRPr lang="en-US" sz="4000" dirty="0">
              <a:solidFill>
                <a:schemeClr val="bg1">
                  <a:lumMod val="85000"/>
                </a:schemeClr>
              </a:solidFill>
            </a:endParaRPr>
          </a:p>
        </p:txBody>
      </p:sp>
      <p:pic>
        <p:nvPicPr>
          <p:cNvPr id="12" name="Picture 11">
            <a:extLst>
              <a:ext uri="{FF2B5EF4-FFF2-40B4-BE49-F238E27FC236}">
                <a16:creationId xmlns:a16="http://schemas.microsoft.com/office/drawing/2014/main" id="{01421A35-659A-1547-9603-0368D6F2AC4C}"/>
              </a:ext>
            </a:extLst>
          </p:cNvPr>
          <p:cNvPicPr>
            <a:picLocks noChangeAspect="1"/>
          </p:cNvPicPr>
          <p:nvPr/>
        </p:nvPicPr>
        <p:blipFill rotWithShape="1">
          <a:blip r:embed="rId6">
            <a:extLst>
              <a:ext uri="{28A0092B-C50C-407E-A947-70E740481C1C}">
                <a14:useLocalDpi xmlns:a14="http://schemas.microsoft.com/office/drawing/2010/main"/>
              </a:ext>
            </a:extLst>
          </a:blip>
          <a:srcRect t="18681"/>
          <a:stretch/>
        </p:blipFill>
        <p:spPr>
          <a:xfrm flipV="1">
            <a:off x="8389220" y="3844559"/>
            <a:ext cx="728944" cy="1138688"/>
          </a:xfrm>
          <a:prstGeom prst="rect">
            <a:avLst/>
          </a:prstGeom>
        </p:spPr>
      </p:pic>
      <p:pic>
        <p:nvPicPr>
          <p:cNvPr id="15" name="Picture 14">
            <a:extLst>
              <a:ext uri="{FF2B5EF4-FFF2-40B4-BE49-F238E27FC236}">
                <a16:creationId xmlns:a16="http://schemas.microsoft.com/office/drawing/2014/main" id="{8B723F3D-CC95-9F43-9EFE-7B806EB263E6}"/>
              </a:ext>
            </a:extLst>
          </p:cNvPr>
          <p:cNvPicPr>
            <a:picLocks noChangeAspect="1"/>
          </p:cNvPicPr>
          <p:nvPr/>
        </p:nvPicPr>
        <p:blipFill rotWithShape="1">
          <a:blip r:embed="rId6">
            <a:extLst>
              <a:ext uri="{28A0092B-C50C-407E-A947-70E740481C1C}">
                <a14:useLocalDpi xmlns:a14="http://schemas.microsoft.com/office/drawing/2010/main"/>
              </a:ext>
            </a:extLst>
          </a:blip>
          <a:srcRect t="18681"/>
          <a:stretch/>
        </p:blipFill>
        <p:spPr>
          <a:xfrm flipV="1">
            <a:off x="9400630" y="3844559"/>
            <a:ext cx="728944" cy="1138688"/>
          </a:xfrm>
          <a:prstGeom prst="rect">
            <a:avLst/>
          </a:prstGeom>
        </p:spPr>
      </p:pic>
      <p:pic>
        <p:nvPicPr>
          <p:cNvPr id="16" name="Picture 15">
            <a:extLst>
              <a:ext uri="{FF2B5EF4-FFF2-40B4-BE49-F238E27FC236}">
                <a16:creationId xmlns:a16="http://schemas.microsoft.com/office/drawing/2014/main" id="{47CAEF1A-DFB9-F84C-A119-B13AB1BEA922}"/>
              </a:ext>
            </a:extLst>
          </p:cNvPr>
          <p:cNvPicPr>
            <a:picLocks noChangeAspect="1"/>
          </p:cNvPicPr>
          <p:nvPr/>
        </p:nvPicPr>
        <p:blipFill rotWithShape="1">
          <a:blip r:embed="rId6">
            <a:extLst>
              <a:ext uri="{28A0092B-C50C-407E-A947-70E740481C1C}">
                <a14:useLocalDpi xmlns:a14="http://schemas.microsoft.com/office/drawing/2010/main"/>
              </a:ext>
            </a:extLst>
          </a:blip>
          <a:srcRect t="18681"/>
          <a:stretch/>
        </p:blipFill>
        <p:spPr>
          <a:xfrm flipV="1">
            <a:off x="10412040" y="3838614"/>
            <a:ext cx="728944" cy="1138688"/>
          </a:xfrm>
          <a:prstGeom prst="rect">
            <a:avLst/>
          </a:prstGeom>
        </p:spPr>
      </p:pic>
    </p:spTree>
    <p:extLst>
      <p:ext uri="{BB962C8B-B14F-4D97-AF65-F5344CB8AC3E}">
        <p14:creationId xmlns:p14="http://schemas.microsoft.com/office/powerpoint/2010/main" val="564515217"/>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2" name="Group 21"/>
          <p:cNvGrpSpPr/>
          <p:nvPr/>
        </p:nvGrpSpPr>
        <p:grpSpPr>
          <a:xfrm>
            <a:off x="1968398" y="3507699"/>
            <a:ext cx="8090002" cy="655320"/>
            <a:chOff x="2080825" y="3162925"/>
            <a:chExt cx="8090002" cy="655320"/>
          </a:xfrm>
        </p:grpSpPr>
        <p:sp>
          <p:nvSpPr>
            <p:cNvPr id="7" name="Rectangle 6"/>
            <p:cNvSpPr/>
            <p:nvPr/>
          </p:nvSpPr>
          <p:spPr>
            <a:xfrm>
              <a:off x="2080825" y="3162925"/>
              <a:ext cx="8090002" cy="655320"/>
            </a:xfrm>
            <a:prstGeom prst="rect">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p:cNvSpPr txBox="1"/>
            <p:nvPr/>
          </p:nvSpPr>
          <p:spPr>
            <a:xfrm>
              <a:off x="2080825" y="3235065"/>
              <a:ext cx="8090002" cy="523220"/>
            </a:xfrm>
            <a:prstGeom prst="rect">
              <a:avLst/>
            </a:prstGeom>
            <a:noFill/>
          </p:spPr>
          <p:txBody>
            <a:bodyPr wrap="square" rtlCol="0">
              <a:spAutoFit/>
            </a:bodyPr>
            <a:lstStyle/>
            <a:p>
              <a:r>
                <a:rPr lang="en-US" sz="2800" i="1" dirty="0">
                  <a:solidFill>
                    <a:srgbClr val="0070C0"/>
                  </a:solidFill>
                  <a:latin typeface="Monaco" charset="0"/>
                  <a:ea typeface="Monaco" charset="0"/>
                  <a:cs typeface="Monaco" charset="0"/>
                </a:rPr>
                <a:t>  </a:t>
              </a:r>
              <a:r>
                <a:rPr lang="en-US" sz="2800" i="1" dirty="0" err="1">
                  <a:solidFill>
                    <a:srgbClr val="0070C0"/>
                  </a:solidFill>
                  <a:latin typeface="Monaco" charset="0"/>
                  <a:ea typeface="Monaco" charset="0"/>
                  <a:cs typeface="Monaco" charset="0"/>
                </a:rPr>
                <a:t>data_frame</a:t>
              </a:r>
              <a:r>
                <a:rPr lang="en-US" sz="2800" dirty="0">
                  <a:solidFill>
                    <a:srgbClr val="0070C0"/>
                  </a:solidFill>
                  <a:latin typeface="Monaco" charset="0"/>
                  <a:ea typeface="Monaco" charset="0"/>
                  <a:cs typeface="Monaco" charset="0"/>
                </a:rPr>
                <a:t> </a:t>
              </a:r>
              <a:r>
                <a:rPr lang="en-US" sz="2800" dirty="0">
                  <a:latin typeface="Monaco" charset="0"/>
                  <a:ea typeface="Monaco" charset="0"/>
                  <a:cs typeface="Monaco" charset="0"/>
                </a:rPr>
                <a:t>&lt;- </a:t>
              </a:r>
              <a:r>
                <a:rPr lang="en-US" sz="2800" b="1" dirty="0" err="1">
                  <a:latin typeface="Monaco" charset="0"/>
                  <a:ea typeface="Monaco" charset="0"/>
                  <a:cs typeface="Monaco" charset="0"/>
                </a:rPr>
                <a:t>read_csv</a:t>
              </a:r>
              <a:r>
                <a:rPr lang="en-US" sz="2800" dirty="0">
                  <a:latin typeface="Monaco" charset="0"/>
                  <a:ea typeface="Monaco" charset="0"/>
                  <a:cs typeface="Monaco" charset="0"/>
                </a:rPr>
                <a:t>(</a:t>
              </a:r>
              <a:r>
                <a:rPr lang="en-US" sz="2800" i="1" dirty="0" err="1">
                  <a:solidFill>
                    <a:srgbClr val="0070C0"/>
                  </a:solidFill>
                  <a:latin typeface="Monaco" charset="0"/>
                  <a:ea typeface="Monaco" charset="0"/>
                  <a:cs typeface="Monaco" charset="0"/>
                </a:rPr>
                <a:t>file_name</a:t>
              </a:r>
              <a:r>
                <a:rPr lang="en-US" sz="2800" dirty="0">
                  <a:latin typeface="Monaco" charset="0"/>
                  <a:ea typeface="Monaco" charset="0"/>
                  <a:cs typeface="Monaco" charset="0"/>
                </a:rPr>
                <a:t>)</a:t>
              </a:r>
            </a:p>
          </p:txBody>
        </p:sp>
      </p:grpSp>
      <p:sp>
        <p:nvSpPr>
          <p:cNvPr id="13" name="Rectangle 12"/>
          <p:cNvSpPr/>
          <p:nvPr/>
        </p:nvSpPr>
        <p:spPr>
          <a:xfrm>
            <a:off x="3931458" y="740977"/>
            <a:ext cx="3871573" cy="830997"/>
          </a:xfrm>
          <a:prstGeom prst="rect">
            <a:avLst/>
          </a:prstGeom>
        </p:spPr>
        <p:txBody>
          <a:bodyPr wrap="none">
            <a:spAutoFit/>
          </a:bodyPr>
          <a:lstStyle/>
          <a:p>
            <a:r>
              <a:rPr lang="en-US" sz="4800" dirty="0" err="1">
                <a:latin typeface="Monaco" charset="0"/>
                <a:ea typeface="Monaco" charset="0"/>
                <a:cs typeface="Monaco" charset="0"/>
              </a:rPr>
              <a:t>read_csv</a:t>
            </a:r>
            <a:r>
              <a:rPr lang="en-US" sz="4800" dirty="0">
                <a:latin typeface="Monaco" charset="0"/>
                <a:ea typeface="Monaco" charset="0"/>
                <a:cs typeface="Monaco" charset="0"/>
              </a:rPr>
              <a:t>()</a:t>
            </a:r>
            <a:endParaRPr lang="en-US" sz="4800" dirty="0"/>
          </a:p>
        </p:txBody>
      </p:sp>
      <p:grpSp>
        <p:nvGrpSpPr>
          <p:cNvPr id="21" name="Group 20"/>
          <p:cNvGrpSpPr/>
          <p:nvPr/>
        </p:nvGrpSpPr>
        <p:grpSpPr>
          <a:xfrm>
            <a:off x="1878374" y="4723160"/>
            <a:ext cx="7294115" cy="1679292"/>
            <a:chOff x="1919035" y="4333415"/>
            <a:chExt cx="7294115" cy="1679292"/>
          </a:xfrm>
        </p:grpSpPr>
        <p:grpSp>
          <p:nvGrpSpPr>
            <p:cNvPr id="20" name="Group 19"/>
            <p:cNvGrpSpPr/>
            <p:nvPr/>
          </p:nvGrpSpPr>
          <p:grpSpPr>
            <a:xfrm>
              <a:off x="8201740" y="4722760"/>
              <a:ext cx="1011410" cy="1020522"/>
              <a:chOff x="8201740" y="4722760"/>
              <a:chExt cx="1011410" cy="1020522"/>
            </a:xfrm>
          </p:grpSpPr>
          <p:pic>
            <p:nvPicPr>
              <p:cNvPr id="14" name="Picture 13"/>
              <p:cNvPicPr>
                <a:picLocks noChangeAspect="1"/>
              </p:cNvPicPr>
              <p:nvPr/>
            </p:nvPicPr>
            <p:blipFill>
              <a:blip r:embed="rId3"/>
              <a:stretch>
                <a:fillRect/>
              </a:stretch>
            </p:blipFill>
            <p:spPr>
              <a:xfrm>
                <a:off x="8201740" y="4722760"/>
                <a:ext cx="1011410" cy="1020522"/>
              </a:xfrm>
              <a:prstGeom prst="rect">
                <a:avLst/>
              </a:prstGeom>
            </p:spPr>
          </p:pic>
          <p:sp>
            <p:nvSpPr>
              <p:cNvPr id="15" name="TextBox 14"/>
              <p:cNvSpPr txBox="1"/>
              <p:nvPr/>
            </p:nvSpPr>
            <p:spPr>
              <a:xfrm>
                <a:off x="8348561" y="4938830"/>
                <a:ext cx="687793" cy="523220"/>
              </a:xfrm>
              <a:prstGeom prst="rect">
                <a:avLst/>
              </a:prstGeom>
              <a:noFill/>
            </p:spPr>
            <p:txBody>
              <a:bodyPr wrap="square" rtlCol="0">
                <a:spAutoFit/>
              </a:bodyPr>
              <a:lstStyle/>
              <a:p>
                <a:pPr algn="ctr"/>
                <a:r>
                  <a:rPr lang="en-US" sz="2800" dirty="0">
                    <a:solidFill>
                      <a:schemeClr val="tx1">
                        <a:lumMod val="65000"/>
                        <a:lumOff val="35000"/>
                      </a:schemeClr>
                    </a:solidFill>
                  </a:rPr>
                  <a:t>csv</a:t>
                </a:r>
                <a:endParaRPr lang="en-US" sz="4000" dirty="0">
                  <a:solidFill>
                    <a:schemeClr val="tx1">
                      <a:lumMod val="65000"/>
                      <a:lumOff val="35000"/>
                    </a:schemeClr>
                  </a:solidFill>
                </a:endParaRPr>
              </a:p>
            </p:txBody>
          </p:sp>
        </p:grpSp>
        <p:pic>
          <p:nvPicPr>
            <p:cNvPr id="16" name="Picture 15"/>
            <p:cNvPicPr>
              <a:picLocks noChangeAspect="1"/>
            </p:cNvPicPr>
            <p:nvPr/>
          </p:nvPicPr>
          <p:blipFill rotWithShape="1">
            <a:blip r:embed="rId4">
              <a:extLst>
                <a:ext uri="{28A0092B-C50C-407E-A947-70E740481C1C}">
                  <a14:useLocalDpi xmlns:a14="http://schemas.microsoft.com/office/drawing/2010/main"/>
                </a:ext>
              </a:extLst>
            </a:blip>
            <a:srcRect/>
            <a:stretch/>
          </p:blipFill>
          <p:spPr>
            <a:xfrm>
              <a:off x="1919035" y="4333415"/>
              <a:ext cx="2862828" cy="1679292"/>
            </a:xfrm>
            <a:prstGeom prst="rect">
              <a:avLst/>
            </a:prstGeom>
          </p:spPr>
        </p:pic>
        <p:pic>
          <p:nvPicPr>
            <p:cNvPr id="17" name="Picture 16"/>
            <p:cNvPicPr>
              <a:picLocks noChangeAspect="1"/>
            </p:cNvPicPr>
            <p:nvPr/>
          </p:nvPicPr>
          <p:blipFill rotWithShape="1">
            <a:blip r:embed="rId5">
              <a:extLst>
                <a:ext uri="{28A0092B-C50C-407E-A947-70E740481C1C}">
                  <a14:useLocalDpi xmlns:a14="http://schemas.microsoft.com/office/drawing/2010/main"/>
                </a:ext>
              </a:extLst>
            </a:blip>
            <a:srcRect l="-14832" t="-12825"/>
            <a:stretch/>
          </p:blipFill>
          <p:spPr>
            <a:xfrm rot="16200000" flipV="1">
              <a:off x="6242964" y="3676983"/>
              <a:ext cx="851328" cy="3221309"/>
            </a:xfrm>
            <a:prstGeom prst="rect">
              <a:avLst/>
            </a:prstGeom>
          </p:spPr>
        </p:pic>
      </p:grpSp>
      <p:pic>
        <p:nvPicPr>
          <p:cNvPr id="30" name="Picture 29"/>
          <p:cNvPicPr>
            <a:picLocks noChangeAspect="1"/>
          </p:cNvPicPr>
          <p:nvPr/>
        </p:nvPicPr>
        <p:blipFill>
          <a:blip r:embed="rId6"/>
          <a:stretch>
            <a:fillRect/>
          </a:stretch>
        </p:blipFill>
        <p:spPr>
          <a:xfrm>
            <a:off x="10939224" y="5629924"/>
            <a:ext cx="867049" cy="1006205"/>
          </a:xfrm>
          <a:prstGeom prst="rect">
            <a:avLst/>
          </a:prstGeom>
        </p:spPr>
      </p:pic>
    </p:spTree>
    <p:extLst>
      <p:ext uri="{BB962C8B-B14F-4D97-AF65-F5344CB8AC3E}">
        <p14:creationId xmlns:p14="http://schemas.microsoft.com/office/powerpoint/2010/main" val="2662170108"/>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Group 2"/>
          <p:cNvGrpSpPr/>
          <p:nvPr/>
        </p:nvGrpSpPr>
        <p:grpSpPr>
          <a:xfrm>
            <a:off x="1968398" y="3507699"/>
            <a:ext cx="8090002" cy="655320"/>
            <a:chOff x="2080825" y="3162925"/>
            <a:chExt cx="8090002" cy="655320"/>
          </a:xfrm>
        </p:grpSpPr>
        <p:sp>
          <p:nvSpPr>
            <p:cNvPr id="4" name="Rectangle 3"/>
            <p:cNvSpPr/>
            <p:nvPr/>
          </p:nvSpPr>
          <p:spPr>
            <a:xfrm>
              <a:off x="2080825" y="3162925"/>
              <a:ext cx="8090002" cy="655320"/>
            </a:xfrm>
            <a:prstGeom prst="rect">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p:cNvSpPr txBox="1"/>
            <p:nvPr/>
          </p:nvSpPr>
          <p:spPr>
            <a:xfrm>
              <a:off x="2080825" y="3235065"/>
              <a:ext cx="8090002" cy="523220"/>
            </a:xfrm>
            <a:prstGeom prst="rect">
              <a:avLst/>
            </a:prstGeom>
            <a:noFill/>
          </p:spPr>
          <p:txBody>
            <a:bodyPr wrap="square" rtlCol="0">
              <a:spAutoFit/>
            </a:bodyPr>
            <a:lstStyle/>
            <a:p>
              <a:r>
                <a:rPr lang="en-US" sz="2800" i="1" dirty="0">
                  <a:solidFill>
                    <a:srgbClr val="0070C0"/>
                  </a:solidFill>
                  <a:latin typeface="Monaco" charset="0"/>
                  <a:ea typeface="Monaco" charset="0"/>
                  <a:cs typeface="Monaco" charset="0"/>
                </a:rPr>
                <a:t>  </a:t>
              </a:r>
              <a:r>
                <a:rPr lang="en-US" sz="2800" i="1" dirty="0" err="1">
                  <a:solidFill>
                    <a:srgbClr val="0070C0"/>
                  </a:solidFill>
                  <a:latin typeface="Monaco" charset="0"/>
                  <a:ea typeface="Monaco" charset="0"/>
                  <a:cs typeface="Monaco" charset="0"/>
                </a:rPr>
                <a:t>data_frame</a:t>
              </a:r>
              <a:r>
                <a:rPr lang="en-US" sz="2800" dirty="0">
                  <a:solidFill>
                    <a:srgbClr val="0070C0"/>
                  </a:solidFill>
                  <a:latin typeface="Monaco" charset="0"/>
                  <a:ea typeface="Monaco" charset="0"/>
                  <a:cs typeface="Monaco" charset="0"/>
                </a:rPr>
                <a:t> </a:t>
              </a:r>
              <a:r>
                <a:rPr lang="en-US" sz="2800" dirty="0">
                  <a:latin typeface="Monaco" charset="0"/>
                  <a:ea typeface="Monaco" charset="0"/>
                  <a:cs typeface="Monaco" charset="0"/>
                </a:rPr>
                <a:t>&lt;- </a:t>
              </a:r>
              <a:r>
                <a:rPr lang="en-US" sz="2800" b="1" dirty="0" err="1">
                  <a:latin typeface="Monaco" charset="0"/>
                  <a:ea typeface="Monaco" charset="0"/>
                  <a:cs typeface="Monaco" charset="0"/>
                </a:rPr>
                <a:t>read_csv</a:t>
              </a:r>
              <a:r>
                <a:rPr lang="en-US" sz="2800" dirty="0">
                  <a:latin typeface="Monaco" charset="0"/>
                  <a:ea typeface="Monaco" charset="0"/>
                  <a:cs typeface="Monaco" charset="0"/>
                </a:rPr>
                <a:t>(</a:t>
              </a:r>
              <a:r>
                <a:rPr lang="en-US" sz="2800" i="1" dirty="0" err="1">
                  <a:solidFill>
                    <a:srgbClr val="0070C0"/>
                  </a:solidFill>
                  <a:latin typeface="Monaco" charset="0"/>
                  <a:ea typeface="Monaco" charset="0"/>
                  <a:cs typeface="Monaco" charset="0"/>
                </a:rPr>
                <a:t>file_name</a:t>
              </a:r>
              <a:r>
                <a:rPr lang="en-US" sz="2800" dirty="0">
                  <a:latin typeface="Monaco" charset="0"/>
                  <a:ea typeface="Monaco" charset="0"/>
                  <a:cs typeface="Monaco" charset="0"/>
                </a:rPr>
                <a:t>)</a:t>
              </a:r>
            </a:p>
          </p:txBody>
        </p:sp>
      </p:grpSp>
      <p:grpSp>
        <p:nvGrpSpPr>
          <p:cNvPr id="6" name="Group 5"/>
          <p:cNvGrpSpPr/>
          <p:nvPr/>
        </p:nvGrpSpPr>
        <p:grpSpPr>
          <a:xfrm>
            <a:off x="5226053" y="1907267"/>
            <a:ext cx="2365216" cy="1692772"/>
            <a:chOff x="1322364" y="4528477"/>
            <a:chExt cx="1503814" cy="1301318"/>
          </a:xfrm>
        </p:grpSpPr>
        <p:sp>
          <p:nvSpPr>
            <p:cNvPr id="7" name="Rounded Rectangular Callout 6"/>
            <p:cNvSpPr/>
            <p:nvPr/>
          </p:nvSpPr>
          <p:spPr>
            <a:xfrm>
              <a:off x="1322364" y="4703869"/>
              <a:ext cx="1503814" cy="958362"/>
            </a:xfrm>
            <a:prstGeom prst="wedgeRoundRectCallout">
              <a:avLst>
                <a:gd name="adj1" fmla="val -5341"/>
                <a:gd name="adj2" fmla="val 73068"/>
                <a:gd name="adj3" fmla="val 16667"/>
              </a:avLst>
            </a:prstGeom>
            <a:solidFill>
              <a:schemeClr val="accent5">
                <a:lumMod val="60000"/>
                <a:lumOff val="40000"/>
              </a:schemeClr>
            </a:solidFill>
            <a:ln>
              <a:noFill/>
            </a:ln>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8" name="TextBox 7"/>
            <p:cNvSpPr txBox="1"/>
            <p:nvPr/>
          </p:nvSpPr>
          <p:spPr>
            <a:xfrm>
              <a:off x="1322364" y="4528477"/>
              <a:ext cx="1503814" cy="1301318"/>
            </a:xfrm>
            <a:prstGeom prst="rect">
              <a:avLst/>
            </a:prstGeom>
            <a:noFill/>
          </p:spPr>
          <p:txBody>
            <a:bodyPr wrap="square" rtlCol="0" anchor="ctr">
              <a:spAutoFit/>
            </a:bodyPr>
            <a:lstStyle/>
            <a:p>
              <a:pPr algn="ctr"/>
              <a:endParaRPr lang="en-US" dirty="0">
                <a:solidFill>
                  <a:schemeClr val="bg1"/>
                </a:solidFill>
              </a:endParaRPr>
            </a:p>
            <a:p>
              <a:pPr algn="ctr"/>
              <a:r>
                <a:rPr lang="en-US" sz="4000" dirty="0">
                  <a:solidFill>
                    <a:schemeClr val="bg1"/>
                  </a:solidFill>
                </a:rPr>
                <a:t>function</a:t>
              </a:r>
            </a:p>
            <a:p>
              <a:pPr algn="ctr"/>
              <a:r>
                <a:rPr lang="en-US" sz="2800" dirty="0">
                  <a:solidFill>
                    <a:schemeClr val="bg1"/>
                  </a:solidFill>
                </a:rPr>
                <a:t>(does stuff)</a:t>
              </a:r>
            </a:p>
            <a:p>
              <a:pPr algn="ctr"/>
              <a:endParaRPr lang="en-US" dirty="0">
                <a:solidFill>
                  <a:schemeClr val="bg1"/>
                </a:solidFill>
              </a:endParaRPr>
            </a:p>
          </p:txBody>
        </p:sp>
      </p:grpSp>
    </p:spTree>
    <p:extLst>
      <p:ext uri="{BB962C8B-B14F-4D97-AF65-F5344CB8AC3E}">
        <p14:creationId xmlns:p14="http://schemas.microsoft.com/office/powerpoint/2010/main" val="3721177622"/>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Group 2"/>
          <p:cNvGrpSpPr/>
          <p:nvPr/>
        </p:nvGrpSpPr>
        <p:grpSpPr>
          <a:xfrm>
            <a:off x="1968398" y="3507699"/>
            <a:ext cx="8090002" cy="655320"/>
            <a:chOff x="2080825" y="3162925"/>
            <a:chExt cx="8090002" cy="655320"/>
          </a:xfrm>
        </p:grpSpPr>
        <p:sp>
          <p:nvSpPr>
            <p:cNvPr id="4" name="Rectangle 3"/>
            <p:cNvSpPr/>
            <p:nvPr/>
          </p:nvSpPr>
          <p:spPr>
            <a:xfrm>
              <a:off x="2080825" y="3162925"/>
              <a:ext cx="8090002" cy="655320"/>
            </a:xfrm>
            <a:prstGeom prst="rect">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p:cNvSpPr txBox="1"/>
            <p:nvPr/>
          </p:nvSpPr>
          <p:spPr>
            <a:xfrm>
              <a:off x="2080825" y="3235065"/>
              <a:ext cx="8090002" cy="523220"/>
            </a:xfrm>
            <a:prstGeom prst="rect">
              <a:avLst/>
            </a:prstGeom>
            <a:noFill/>
          </p:spPr>
          <p:txBody>
            <a:bodyPr wrap="square" rtlCol="0">
              <a:spAutoFit/>
            </a:bodyPr>
            <a:lstStyle/>
            <a:p>
              <a:r>
                <a:rPr lang="en-US" sz="2800" i="1" dirty="0">
                  <a:solidFill>
                    <a:srgbClr val="0070C0"/>
                  </a:solidFill>
                  <a:latin typeface="Monaco" charset="0"/>
                  <a:ea typeface="Monaco" charset="0"/>
                  <a:cs typeface="Monaco" charset="0"/>
                </a:rPr>
                <a:t>  </a:t>
              </a:r>
              <a:r>
                <a:rPr lang="en-US" sz="2800" i="1" dirty="0" err="1">
                  <a:solidFill>
                    <a:srgbClr val="0070C0"/>
                  </a:solidFill>
                  <a:latin typeface="Monaco" charset="0"/>
                  <a:ea typeface="Monaco" charset="0"/>
                  <a:cs typeface="Monaco" charset="0"/>
                </a:rPr>
                <a:t>data_frame</a:t>
              </a:r>
              <a:r>
                <a:rPr lang="en-US" sz="2800" dirty="0">
                  <a:solidFill>
                    <a:srgbClr val="0070C0"/>
                  </a:solidFill>
                  <a:latin typeface="Monaco" charset="0"/>
                  <a:ea typeface="Monaco" charset="0"/>
                  <a:cs typeface="Monaco" charset="0"/>
                </a:rPr>
                <a:t> </a:t>
              </a:r>
              <a:r>
                <a:rPr lang="en-US" sz="2800" dirty="0">
                  <a:latin typeface="Monaco" charset="0"/>
                  <a:ea typeface="Monaco" charset="0"/>
                  <a:cs typeface="Monaco" charset="0"/>
                </a:rPr>
                <a:t>&lt;- </a:t>
              </a:r>
              <a:r>
                <a:rPr lang="en-US" sz="2800" b="1" dirty="0" err="1">
                  <a:latin typeface="Monaco" charset="0"/>
                  <a:ea typeface="Monaco" charset="0"/>
                  <a:cs typeface="Monaco" charset="0"/>
                </a:rPr>
                <a:t>read_csv</a:t>
              </a:r>
              <a:r>
                <a:rPr lang="en-US" sz="2800" dirty="0">
                  <a:latin typeface="Monaco" charset="0"/>
                  <a:ea typeface="Monaco" charset="0"/>
                  <a:cs typeface="Monaco" charset="0"/>
                </a:rPr>
                <a:t>(</a:t>
              </a:r>
              <a:r>
                <a:rPr lang="en-US" sz="2800" i="1" dirty="0" err="1">
                  <a:solidFill>
                    <a:srgbClr val="0070C0"/>
                  </a:solidFill>
                  <a:latin typeface="Monaco" charset="0"/>
                  <a:ea typeface="Monaco" charset="0"/>
                  <a:cs typeface="Monaco" charset="0"/>
                </a:rPr>
                <a:t>file_name</a:t>
              </a:r>
              <a:r>
                <a:rPr lang="en-US" sz="2800" dirty="0">
                  <a:latin typeface="Monaco" charset="0"/>
                  <a:ea typeface="Monaco" charset="0"/>
                  <a:cs typeface="Monaco" charset="0"/>
                </a:rPr>
                <a:t>)</a:t>
              </a:r>
            </a:p>
          </p:txBody>
        </p:sp>
      </p:grpSp>
      <p:grpSp>
        <p:nvGrpSpPr>
          <p:cNvPr id="6" name="Group 5"/>
          <p:cNvGrpSpPr/>
          <p:nvPr/>
        </p:nvGrpSpPr>
        <p:grpSpPr>
          <a:xfrm>
            <a:off x="5226053" y="1907265"/>
            <a:ext cx="2365216" cy="1692771"/>
            <a:chOff x="1322364" y="4528478"/>
            <a:chExt cx="1503814" cy="1301318"/>
          </a:xfrm>
        </p:grpSpPr>
        <p:sp>
          <p:nvSpPr>
            <p:cNvPr id="7" name="Rounded Rectangular Callout 6"/>
            <p:cNvSpPr/>
            <p:nvPr/>
          </p:nvSpPr>
          <p:spPr>
            <a:xfrm>
              <a:off x="1322364" y="4703869"/>
              <a:ext cx="1503814" cy="958362"/>
            </a:xfrm>
            <a:prstGeom prst="wedgeRoundRectCallout">
              <a:avLst>
                <a:gd name="adj1" fmla="val -5341"/>
                <a:gd name="adj2" fmla="val 73068"/>
                <a:gd name="adj3" fmla="val 16667"/>
              </a:avLst>
            </a:prstGeom>
            <a:solidFill>
              <a:schemeClr val="accent5">
                <a:lumMod val="60000"/>
                <a:lumOff val="40000"/>
              </a:schemeClr>
            </a:solidFill>
            <a:ln>
              <a:noFill/>
            </a:ln>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8" name="TextBox 7"/>
            <p:cNvSpPr txBox="1"/>
            <p:nvPr/>
          </p:nvSpPr>
          <p:spPr>
            <a:xfrm>
              <a:off x="1322364" y="4528478"/>
              <a:ext cx="1503814" cy="1301318"/>
            </a:xfrm>
            <a:prstGeom prst="rect">
              <a:avLst/>
            </a:prstGeom>
            <a:noFill/>
          </p:spPr>
          <p:txBody>
            <a:bodyPr wrap="square" rtlCol="0" anchor="ctr">
              <a:spAutoFit/>
            </a:bodyPr>
            <a:lstStyle/>
            <a:p>
              <a:pPr algn="ctr"/>
              <a:endParaRPr lang="en-US" dirty="0">
                <a:solidFill>
                  <a:schemeClr val="bg1"/>
                </a:solidFill>
              </a:endParaRPr>
            </a:p>
            <a:p>
              <a:pPr algn="ctr"/>
              <a:r>
                <a:rPr lang="en-US" sz="4000" dirty="0">
                  <a:solidFill>
                    <a:schemeClr val="bg1"/>
                  </a:solidFill>
                </a:rPr>
                <a:t>function</a:t>
              </a:r>
            </a:p>
            <a:p>
              <a:pPr algn="ctr"/>
              <a:r>
                <a:rPr lang="en-US" sz="2800" dirty="0">
                  <a:solidFill>
                    <a:schemeClr val="bg1"/>
                  </a:solidFill>
                </a:rPr>
                <a:t>(does stuff)</a:t>
              </a:r>
            </a:p>
            <a:p>
              <a:pPr algn="ctr"/>
              <a:endParaRPr lang="en-US" dirty="0">
                <a:solidFill>
                  <a:schemeClr val="bg1"/>
                </a:solidFill>
              </a:endParaRPr>
            </a:p>
          </p:txBody>
        </p:sp>
      </p:grpSp>
      <p:grpSp>
        <p:nvGrpSpPr>
          <p:cNvPr id="9" name="Group 8"/>
          <p:cNvGrpSpPr/>
          <p:nvPr/>
        </p:nvGrpSpPr>
        <p:grpSpPr>
          <a:xfrm>
            <a:off x="7871281" y="1907266"/>
            <a:ext cx="2365216" cy="1692772"/>
            <a:chOff x="1322364" y="4528479"/>
            <a:chExt cx="1503814" cy="1301319"/>
          </a:xfrm>
        </p:grpSpPr>
        <p:sp>
          <p:nvSpPr>
            <p:cNvPr id="10" name="Rounded Rectangular Callout 9"/>
            <p:cNvSpPr/>
            <p:nvPr/>
          </p:nvSpPr>
          <p:spPr>
            <a:xfrm>
              <a:off x="1322364" y="4703869"/>
              <a:ext cx="1503814" cy="958362"/>
            </a:xfrm>
            <a:prstGeom prst="wedgeRoundRectCallout">
              <a:avLst>
                <a:gd name="adj1" fmla="val -21910"/>
                <a:gd name="adj2" fmla="val 72195"/>
                <a:gd name="adj3" fmla="val 16667"/>
              </a:avLst>
            </a:prstGeom>
            <a:solidFill>
              <a:schemeClr val="accent5">
                <a:lumMod val="60000"/>
                <a:lumOff val="40000"/>
              </a:schemeClr>
            </a:solidFill>
            <a:ln>
              <a:noFill/>
            </a:ln>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11" name="TextBox 10"/>
            <p:cNvSpPr txBox="1"/>
            <p:nvPr/>
          </p:nvSpPr>
          <p:spPr>
            <a:xfrm>
              <a:off x="1322364" y="4528479"/>
              <a:ext cx="1503814" cy="1301319"/>
            </a:xfrm>
            <a:prstGeom prst="rect">
              <a:avLst/>
            </a:prstGeom>
            <a:noFill/>
          </p:spPr>
          <p:txBody>
            <a:bodyPr wrap="square" rtlCol="0" anchor="ctr">
              <a:spAutoFit/>
            </a:bodyPr>
            <a:lstStyle/>
            <a:p>
              <a:pPr algn="ctr"/>
              <a:endParaRPr lang="en-US" dirty="0">
                <a:solidFill>
                  <a:schemeClr val="bg1"/>
                </a:solidFill>
              </a:endParaRPr>
            </a:p>
            <a:p>
              <a:pPr algn="ctr"/>
              <a:r>
                <a:rPr lang="en-US" sz="4000" dirty="0">
                  <a:solidFill>
                    <a:schemeClr val="bg1"/>
                  </a:solidFill>
                </a:rPr>
                <a:t>argument</a:t>
              </a:r>
            </a:p>
            <a:p>
              <a:pPr algn="ctr"/>
              <a:r>
                <a:rPr lang="en-US" sz="2800" dirty="0">
                  <a:solidFill>
                    <a:schemeClr val="bg1"/>
                  </a:solidFill>
                </a:rPr>
                <a:t>(input)</a:t>
              </a:r>
            </a:p>
            <a:p>
              <a:pPr algn="ctr"/>
              <a:endParaRPr lang="en-US" dirty="0">
                <a:solidFill>
                  <a:schemeClr val="bg1"/>
                </a:solidFill>
              </a:endParaRPr>
            </a:p>
          </p:txBody>
        </p:sp>
      </p:grpSp>
    </p:spTree>
    <p:extLst>
      <p:ext uri="{BB962C8B-B14F-4D97-AF65-F5344CB8AC3E}">
        <p14:creationId xmlns:p14="http://schemas.microsoft.com/office/powerpoint/2010/main" val="3333104274"/>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Group 2"/>
          <p:cNvGrpSpPr/>
          <p:nvPr/>
        </p:nvGrpSpPr>
        <p:grpSpPr>
          <a:xfrm>
            <a:off x="1968398" y="3507699"/>
            <a:ext cx="8090002" cy="655320"/>
            <a:chOff x="2080825" y="3162925"/>
            <a:chExt cx="8090002" cy="655320"/>
          </a:xfrm>
        </p:grpSpPr>
        <p:sp>
          <p:nvSpPr>
            <p:cNvPr id="4" name="Rectangle 3"/>
            <p:cNvSpPr/>
            <p:nvPr/>
          </p:nvSpPr>
          <p:spPr>
            <a:xfrm>
              <a:off x="2080825" y="3162925"/>
              <a:ext cx="8090002" cy="655320"/>
            </a:xfrm>
            <a:prstGeom prst="rect">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p:cNvSpPr txBox="1"/>
            <p:nvPr/>
          </p:nvSpPr>
          <p:spPr>
            <a:xfrm>
              <a:off x="2080825" y="3235065"/>
              <a:ext cx="8090002" cy="523220"/>
            </a:xfrm>
            <a:prstGeom prst="rect">
              <a:avLst/>
            </a:prstGeom>
            <a:noFill/>
          </p:spPr>
          <p:txBody>
            <a:bodyPr wrap="square" rtlCol="0">
              <a:spAutoFit/>
            </a:bodyPr>
            <a:lstStyle/>
            <a:p>
              <a:r>
                <a:rPr lang="en-US" sz="2800" dirty="0">
                  <a:solidFill>
                    <a:srgbClr val="0070C0"/>
                  </a:solidFill>
                  <a:latin typeface="Monaco" charset="0"/>
                  <a:ea typeface="Monaco" charset="0"/>
                  <a:cs typeface="Monaco" charset="0"/>
                </a:rPr>
                <a:t> </a:t>
              </a:r>
              <a:r>
                <a:rPr lang="en-US" sz="2800" i="1" dirty="0">
                  <a:solidFill>
                    <a:srgbClr val="0070C0"/>
                  </a:solidFill>
                  <a:latin typeface="Monaco" charset="0"/>
                  <a:ea typeface="Monaco" charset="0"/>
                  <a:cs typeface="Monaco" charset="0"/>
                </a:rPr>
                <a:t> </a:t>
              </a:r>
              <a:r>
                <a:rPr lang="en-US" sz="2800" i="1" dirty="0" err="1">
                  <a:solidFill>
                    <a:srgbClr val="0070C0"/>
                  </a:solidFill>
                  <a:latin typeface="Monaco" charset="0"/>
                  <a:ea typeface="Monaco" charset="0"/>
                  <a:cs typeface="Monaco" charset="0"/>
                </a:rPr>
                <a:t>data_frame</a:t>
              </a:r>
              <a:r>
                <a:rPr lang="en-US" sz="2800" dirty="0">
                  <a:solidFill>
                    <a:srgbClr val="0070C0"/>
                  </a:solidFill>
                  <a:latin typeface="Monaco" charset="0"/>
                  <a:ea typeface="Monaco" charset="0"/>
                  <a:cs typeface="Monaco" charset="0"/>
                </a:rPr>
                <a:t> </a:t>
              </a:r>
              <a:r>
                <a:rPr lang="en-US" sz="2800" dirty="0">
                  <a:latin typeface="Monaco" charset="0"/>
                  <a:ea typeface="Monaco" charset="0"/>
                  <a:cs typeface="Monaco" charset="0"/>
                </a:rPr>
                <a:t>&lt;- </a:t>
              </a:r>
              <a:r>
                <a:rPr lang="en-US" sz="2800" b="1" dirty="0" err="1">
                  <a:latin typeface="Monaco" charset="0"/>
                  <a:ea typeface="Monaco" charset="0"/>
                  <a:cs typeface="Monaco" charset="0"/>
                </a:rPr>
                <a:t>read_csv</a:t>
              </a:r>
              <a:r>
                <a:rPr lang="en-US" sz="2800" dirty="0">
                  <a:latin typeface="Monaco" charset="0"/>
                  <a:ea typeface="Monaco" charset="0"/>
                  <a:cs typeface="Monaco" charset="0"/>
                </a:rPr>
                <a:t>(</a:t>
              </a:r>
              <a:r>
                <a:rPr lang="en-US" sz="2800" i="1" dirty="0" err="1">
                  <a:solidFill>
                    <a:srgbClr val="0070C0"/>
                  </a:solidFill>
                  <a:latin typeface="Monaco" charset="0"/>
                  <a:ea typeface="Monaco" charset="0"/>
                  <a:cs typeface="Monaco" charset="0"/>
                </a:rPr>
                <a:t>file_name</a:t>
              </a:r>
              <a:r>
                <a:rPr lang="en-US" sz="2800" dirty="0">
                  <a:latin typeface="Monaco" charset="0"/>
                  <a:ea typeface="Monaco" charset="0"/>
                  <a:cs typeface="Monaco" charset="0"/>
                </a:rPr>
                <a:t>)</a:t>
              </a:r>
            </a:p>
          </p:txBody>
        </p:sp>
      </p:grpSp>
      <p:grpSp>
        <p:nvGrpSpPr>
          <p:cNvPr id="6" name="Group 5"/>
          <p:cNvGrpSpPr/>
          <p:nvPr/>
        </p:nvGrpSpPr>
        <p:grpSpPr>
          <a:xfrm>
            <a:off x="5226053" y="1907265"/>
            <a:ext cx="2365216" cy="1692771"/>
            <a:chOff x="1322364" y="4528478"/>
            <a:chExt cx="1503814" cy="1301318"/>
          </a:xfrm>
        </p:grpSpPr>
        <p:sp>
          <p:nvSpPr>
            <p:cNvPr id="7" name="Rounded Rectangular Callout 6"/>
            <p:cNvSpPr/>
            <p:nvPr/>
          </p:nvSpPr>
          <p:spPr>
            <a:xfrm>
              <a:off x="1322364" y="4703869"/>
              <a:ext cx="1503814" cy="958362"/>
            </a:xfrm>
            <a:prstGeom prst="wedgeRoundRectCallout">
              <a:avLst>
                <a:gd name="adj1" fmla="val -5341"/>
                <a:gd name="adj2" fmla="val 73068"/>
                <a:gd name="adj3" fmla="val 16667"/>
              </a:avLst>
            </a:prstGeom>
            <a:solidFill>
              <a:schemeClr val="accent5">
                <a:lumMod val="60000"/>
                <a:lumOff val="40000"/>
              </a:schemeClr>
            </a:solidFill>
            <a:ln>
              <a:noFill/>
            </a:ln>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8" name="TextBox 7"/>
            <p:cNvSpPr txBox="1"/>
            <p:nvPr/>
          </p:nvSpPr>
          <p:spPr>
            <a:xfrm>
              <a:off x="1322364" y="4528478"/>
              <a:ext cx="1503814" cy="1301318"/>
            </a:xfrm>
            <a:prstGeom prst="rect">
              <a:avLst/>
            </a:prstGeom>
            <a:noFill/>
          </p:spPr>
          <p:txBody>
            <a:bodyPr wrap="square" rtlCol="0" anchor="ctr">
              <a:spAutoFit/>
            </a:bodyPr>
            <a:lstStyle/>
            <a:p>
              <a:pPr algn="ctr"/>
              <a:endParaRPr lang="en-US" dirty="0">
                <a:solidFill>
                  <a:schemeClr val="bg1"/>
                </a:solidFill>
              </a:endParaRPr>
            </a:p>
            <a:p>
              <a:pPr algn="ctr"/>
              <a:r>
                <a:rPr lang="en-US" sz="4000" dirty="0">
                  <a:solidFill>
                    <a:schemeClr val="bg1"/>
                  </a:solidFill>
                </a:rPr>
                <a:t>function</a:t>
              </a:r>
            </a:p>
            <a:p>
              <a:pPr algn="ctr"/>
              <a:r>
                <a:rPr lang="en-US" sz="2800" dirty="0">
                  <a:solidFill>
                    <a:schemeClr val="bg1"/>
                  </a:solidFill>
                </a:rPr>
                <a:t>(does stuff)</a:t>
              </a:r>
            </a:p>
            <a:p>
              <a:pPr algn="ctr"/>
              <a:endParaRPr lang="en-US" dirty="0">
                <a:solidFill>
                  <a:schemeClr val="bg1"/>
                </a:solidFill>
              </a:endParaRPr>
            </a:p>
          </p:txBody>
        </p:sp>
      </p:grpSp>
      <p:grpSp>
        <p:nvGrpSpPr>
          <p:cNvPr id="9" name="Group 8"/>
          <p:cNvGrpSpPr/>
          <p:nvPr/>
        </p:nvGrpSpPr>
        <p:grpSpPr>
          <a:xfrm>
            <a:off x="7871281" y="1907264"/>
            <a:ext cx="2365216" cy="1692772"/>
            <a:chOff x="1322364" y="4528478"/>
            <a:chExt cx="1503814" cy="1301319"/>
          </a:xfrm>
        </p:grpSpPr>
        <p:sp>
          <p:nvSpPr>
            <p:cNvPr id="10" name="Rounded Rectangular Callout 9"/>
            <p:cNvSpPr/>
            <p:nvPr/>
          </p:nvSpPr>
          <p:spPr>
            <a:xfrm>
              <a:off x="1322364" y="4703869"/>
              <a:ext cx="1503814" cy="958362"/>
            </a:xfrm>
            <a:prstGeom prst="wedgeRoundRectCallout">
              <a:avLst>
                <a:gd name="adj1" fmla="val -21910"/>
                <a:gd name="adj2" fmla="val 72195"/>
                <a:gd name="adj3" fmla="val 16667"/>
              </a:avLst>
            </a:prstGeom>
            <a:solidFill>
              <a:schemeClr val="accent5">
                <a:lumMod val="60000"/>
                <a:lumOff val="40000"/>
              </a:schemeClr>
            </a:solidFill>
            <a:ln>
              <a:noFill/>
            </a:ln>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11" name="TextBox 10"/>
            <p:cNvSpPr txBox="1"/>
            <p:nvPr/>
          </p:nvSpPr>
          <p:spPr>
            <a:xfrm>
              <a:off x="1322364" y="4528478"/>
              <a:ext cx="1503814" cy="1301319"/>
            </a:xfrm>
            <a:prstGeom prst="rect">
              <a:avLst/>
            </a:prstGeom>
            <a:noFill/>
          </p:spPr>
          <p:txBody>
            <a:bodyPr wrap="square" rtlCol="0" anchor="ctr">
              <a:spAutoFit/>
            </a:bodyPr>
            <a:lstStyle/>
            <a:p>
              <a:pPr algn="ctr"/>
              <a:endParaRPr lang="en-US" dirty="0">
                <a:solidFill>
                  <a:schemeClr val="bg1"/>
                </a:solidFill>
              </a:endParaRPr>
            </a:p>
            <a:p>
              <a:pPr algn="ctr"/>
              <a:r>
                <a:rPr lang="en-US" sz="4000" dirty="0">
                  <a:solidFill>
                    <a:schemeClr val="bg1"/>
                  </a:solidFill>
                </a:rPr>
                <a:t>argument</a:t>
              </a:r>
            </a:p>
            <a:p>
              <a:pPr algn="ctr"/>
              <a:r>
                <a:rPr lang="en-US" sz="2800" dirty="0">
                  <a:solidFill>
                    <a:schemeClr val="bg1"/>
                  </a:solidFill>
                </a:rPr>
                <a:t>(input)</a:t>
              </a:r>
            </a:p>
            <a:p>
              <a:pPr algn="ctr"/>
              <a:endParaRPr lang="en-US" dirty="0">
                <a:solidFill>
                  <a:schemeClr val="bg1"/>
                </a:solidFill>
              </a:endParaRPr>
            </a:p>
          </p:txBody>
        </p:sp>
      </p:grpSp>
      <p:grpSp>
        <p:nvGrpSpPr>
          <p:cNvPr id="12" name="Group 11"/>
          <p:cNvGrpSpPr/>
          <p:nvPr/>
        </p:nvGrpSpPr>
        <p:grpSpPr>
          <a:xfrm>
            <a:off x="1968398" y="1876487"/>
            <a:ext cx="2365216" cy="1754326"/>
            <a:chOff x="1968398" y="1876487"/>
            <a:chExt cx="2365216" cy="1754326"/>
          </a:xfrm>
        </p:grpSpPr>
        <p:sp>
          <p:nvSpPr>
            <p:cNvPr id="16" name="Rounded Rectangular Callout 15"/>
            <p:cNvSpPr/>
            <p:nvPr/>
          </p:nvSpPr>
          <p:spPr>
            <a:xfrm>
              <a:off x="1968398" y="2135413"/>
              <a:ext cx="2365216" cy="1246649"/>
            </a:xfrm>
            <a:prstGeom prst="wedgeRoundRectCallout">
              <a:avLst>
                <a:gd name="adj1" fmla="val 1102"/>
                <a:gd name="adj2" fmla="val 72195"/>
                <a:gd name="adj3" fmla="val 16667"/>
              </a:avLst>
            </a:prstGeom>
            <a:solidFill>
              <a:schemeClr val="accent5">
                <a:lumMod val="60000"/>
                <a:lumOff val="40000"/>
              </a:schemeClr>
            </a:solidFill>
            <a:ln>
              <a:noFill/>
            </a:ln>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17" name="TextBox 16"/>
            <p:cNvSpPr txBox="1"/>
            <p:nvPr/>
          </p:nvSpPr>
          <p:spPr>
            <a:xfrm>
              <a:off x="1968398" y="1876487"/>
              <a:ext cx="2365216" cy="1754326"/>
            </a:xfrm>
            <a:prstGeom prst="rect">
              <a:avLst/>
            </a:prstGeom>
            <a:noFill/>
          </p:spPr>
          <p:txBody>
            <a:bodyPr wrap="square" rtlCol="0" anchor="ctr">
              <a:spAutoFit/>
            </a:bodyPr>
            <a:lstStyle/>
            <a:p>
              <a:pPr algn="ctr"/>
              <a:endParaRPr lang="en-US" dirty="0">
                <a:solidFill>
                  <a:schemeClr val="bg1"/>
                </a:solidFill>
              </a:endParaRPr>
            </a:p>
            <a:p>
              <a:pPr algn="ctr"/>
              <a:r>
                <a:rPr lang="en-US" sz="4000" dirty="0">
                  <a:solidFill>
                    <a:schemeClr val="bg1"/>
                  </a:solidFill>
                </a:rPr>
                <a:t>object</a:t>
              </a:r>
            </a:p>
            <a:p>
              <a:pPr algn="ctr"/>
              <a:r>
                <a:rPr lang="en-US" sz="2800" dirty="0">
                  <a:solidFill>
                    <a:schemeClr val="bg1"/>
                  </a:solidFill>
                </a:rPr>
                <a:t>(stores output)</a:t>
              </a:r>
              <a:endParaRPr lang="en-US" dirty="0">
                <a:solidFill>
                  <a:schemeClr val="bg1"/>
                </a:solidFill>
              </a:endParaRPr>
            </a:p>
            <a:p>
              <a:pPr algn="ctr"/>
              <a:endParaRPr lang="en-US" dirty="0">
                <a:solidFill>
                  <a:schemeClr val="bg1"/>
                </a:solidFill>
              </a:endParaRPr>
            </a:p>
          </p:txBody>
        </p:sp>
      </p:grpSp>
    </p:spTree>
    <p:extLst>
      <p:ext uri="{BB962C8B-B14F-4D97-AF65-F5344CB8AC3E}">
        <p14:creationId xmlns:p14="http://schemas.microsoft.com/office/powerpoint/2010/main" val="3227534010"/>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Group 2"/>
          <p:cNvGrpSpPr/>
          <p:nvPr/>
        </p:nvGrpSpPr>
        <p:grpSpPr>
          <a:xfrm>
            <a:off x="1968398" y="3507699"/>
            <a:ext cx="8090002" cy="655320"/>
            <a:chOff x="2080825" y="3162925"/>
            <a:chExt cx="8090002" cy="655320"/>
          </a:xfrm>
        </p:grpSpPr>
        <p:sp>
          <p:nvSpPr>
            <p:cNvPr id="4" name="Rectangle 3"/>
            <p:cNvSpPr/>
            <p:nvPr/>
          </p:nvSpPr>
          <p:spPr>
            <a:xfrm>
              <a:off x="2080825" y="3162925"/>
              <a:ext cx="8090002" cy="655320"/>
            </a:xfrm>
            <a:prstGeom prst="rect">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p:cNvSpPr txBox="1"/>
            <p:nvPr/>
          </p:nvSpPr>
          <p:spPr>
            <a:xfrm>
              <a:off x="2080825" y="3235065"/>
              <a:ext cx="8090002" cy="523220"/>
            </a:xfrm>
            <a:prstGeom prst="rect">
              <a:avLst/>
            </a:prstGeom>
            <a:noFill/>
          </p:spPr>
          <p:txBody>
            <a:bodyPr wrap="square" rtlCol="0">
              <a:spAutoFit/>
            </a:bodyPr>
            <a:lstStyle/>
            <a:p>
              <a:r>
                <a:rPr lang="en-US" sz="2800" dirty="0">
                  <a:solidFill>
                    <a:srgbClr val="0070C0"/>
                  </a:solidFill>
                  <a:latin typeface="Monaco" charset="0"/>
                  <a:ea typeface="Monaco" charset="0"/>
                  <a:cs typeface="Monaco" charset="0"/>
                </a:rPr>
                <a:t> </a:t>
              </a:r>
              <a:r>
                <a:rPr lang="en-US" sz="2800" i="1" dirty="0">
                  <a:solidFill>
                    <a:srgbClr val="0070C0"/>
                  </a:solidFill>
                  <a:latin typeface="Monaco" charset="0"/>
                  <a:ea typeface="Monaco" charset="0"/>
                  <a:cs typeface="Monaco" charset="0"/>
                </a:rPr>
                <a:t> </a:t>
              </a:r>
              <a:r>
                <a:rPr lang="en-US" sz="2800" i="1" dirty="0" err="1">
                  <a:solidFill>
                    <a:srgbClr val="0070C0"/>
                  </a:solidFill>
                  <a:latin typeface="Monaco" charset="0"/>
                  <a:ea typeface="Monaco" charset="0"/>
                  <a:cs typeface="Monaco" charset="0"/>
                </a:rPr>
                <a:t>data_frame</a:t>
              </a:r>
              <a:r>
                <a:rPr lang="en-US" sz="2800" dirty="0">
                  <a:solidFill>
                    <a:srgbClr val="0070C0"/>
                  </a:solidFill>
                  <a:latin typeface="Monaco" charset="0"/>
                  <a:ea typeface="Monaco" charset="0"/>
                  <a:cs typeface="Monaco" charset="0"/>
                </a:rPr>
                <a:t> </a:t>
              </a:r>
              <a:r>
                <a:rPr lang="en-US" sz="2800" dirty="0">
                  <a:latin typeface="Monaco" charset="0"/>
                  <a:ea typeface="Monaco" charset="0"/>
                  <a:cs typeface="Monaco" charset="0"/>
                </a:rPr>
                <a:t>&lt;- </a:t>
              </a:r>
              <a:r>
                <a:rPr lang="en-US" sz="2800" b="1" dirty="0" err="1">
                  <a:latin typeface="Monaco" charset="0"/>
                  <a:ea typeface="Monaco" charset="0"/>
                  <a:cs typeface="Monaco" charset="0"/>
                </a:rPr>
                <a:t>read_csv</a:t>
              </a:r>
              <a:r>
                <a:rPr lang="en-US" sz="2800" dirty="0">
                  <a:latin typeface="Monaco" charset="0"/>
                  <a:ea typeface="Monaco" charset="0"/>
                  <a:cs typeface="Monaco" charset="0"/>
                </a:rPr>
                <a:t>(</a:t>
              </a:r>
              <a:r>
                <a:rPr lang="en-US" sz="2800" i="1" dirty="0" err="1">
                  <a:solidFill>
                    <a:srgbClr val="0070C0"/>
                  </a:solidFill>
                  <a:latin typeface="Monaco" charset="0"/>
                  <a:ea typeface="Monaco" charset="0"/>
                  <a:cs typeface="Monaco" charset="0"/>
                </a:rPr>
                <a:t>file_name</a:t>
              </a:r>
              <a:r>
                <a:rPr lang="en-US" sz="2800" dirty="0">
                  <a:latin typeface="Monaco" charset="0"/>
                  <a:ea typeface="Monaco" charset="0"/>
                  <a:cs typeface="Monaco" charset="0"/>
                </a:rPr>
                <a:t>)</a:t>
              </a:r>
            </a:p>
          </p:txBody>
        </p:sp>
      </p:grpSp>
      <p:grpSp>
        <p:nvGrpSpPr>
          <p:cNvPr id="6" name="Group 5"/>
          <p:cNvGrpSpPr/>
          <p:nvPr/>
        </p:nvGrpSpPr>
        <p:grpSpPr>
          <a:xfrm>
            <a:off x="5226053" y="1907265"/>
            <a:ext cx="2365216" cy="1692771"/>
            <a:chOff x="1322364" y="4528478"/>
            <a:chExt cx="1503814" cy="1301318"/>
          </a:xfrm>
        </p:grpSpPr>
        <p:sp>
          <p:nvSpPr>
            <p:cNvPr id="7" name="Rounded Rectangular Callout 6"/>
            <p:cNvSpPr/>
            <p:nvPr/>
          </p:nvSpPr>
          <p:spPr>
            <a:xfrm>
              <a:off x="1322364" y="4703869"/>
              <a:ext cx="1503814" cy="958362"/>
            </a:xfrm>
            <a:prstGeom prst="wedgeRoundRectCallout">
              <a:avLst>
                <a:gd name="adj1" fmla="val -5341"/>
                <a:gd name="adj2" fmla="val 73068"/>
                <a:gd name="adj3" fmla="val 16667"/>
              </a:avLst>
            </a:prstGeom>
            <a:solidFill>
              <a:schemeClr val="accent5">
                <a:lumMod val="60000"/>
                <a:lumOff val="40000"/>
              </a:schemeClr>
            </a:solidFill>
            <a:ln>
              <a:noFill/>
            </a:ln>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8" name="TextBox 7"/>
            <p:cNvSpPr txBox="1"/>
            <p:nvPr/>
          </p:nvSpPr>
          <p:spPr>
            <a:xfrm>
              <a:off x="1322364" y="4528478"/>
              <a:ext cx="1503814" cy="1301318"/>
            </a:xfrm>
            <a:prstGeom prst="rect">
              <a:avLst/>
            </a:prstGeom>
            <a:noFill/>
          </p:spPr>
          <p:txBody>
            <a:bodyPr wrap="square" rtlCol="0" anchor="ctr">
              <a:spAutoFit/>
            </a:bodyPr>
            <a:lstStyle/>
            <a:p>
              <a:pPr algn="ctr"/>
              <a:endParaRPr lang="en-US" dirty="0">
                <a:solidFill>
                  <a:schemeClr val="bg1"/>
                </a:solidFill>
              </a:endParaRPr>
            </a:p>
            <a:p>
              <a:pPr algn="ctr"/>
              <a:r>
                <a:rPr lang="en-US" sz="4000" dirty="0">
                  <a:solidFill>
                    <a:schemeClr val="bg1"/>
                  </a:solidFill>
                </a:rPr>
                <a:t>function</a:t>
              </a:r>
            </a:p>
            <a:p>
              <a:pPr algn="ctr"/>
              <a:r>
                <a:rPr lang="en-US" sz="2800" dirty="0">
                  <a:solidFill>
                    <a:schemeClr val="bg1"/>
                  </a:solidFill>
                </a:rPr>
                <a:t>(does stuff)</a:t>
              </a:r>
            </a:p>
            <a:p>
              <a:pPr algn="ctr"/>
              <a:endParaRPr lang="en-US" dirty="0">
                <a:solidFill>
                  <a:schemeClr val="bg1"/>
                </a:solidFill>
              </a:endParaRPr>
            </a:p>
          </p:txBody>
        </p:sp>
      </p:grpSp>
      <p:grpSp>
        <p:nvGrpSpPr>
          <p:cNvPr id="9" name="Group 8"/>
          <p:cNvGrpSpPr/>
          <p:nvPr/>
        </p:nvGrpSpPr>
        <p:grpSpPr>
          <a:xfrm>
            <a:off x="7871281" y="1907264"/>
            <a:ext cx="2365216" cy="1692772"/>
            <a:chOff x="1322364" y="4528478"/>
            <a:chExt cx="1503814" cy="1301319"/>
          </a:xfrm>
        </p:grpSpPr>
        <p:sp>
          <p:nvSpPr>
            <p:cNvPr id="10" name="Rounded Rectangular Callout 9"/>
            <p:cNvSpPr/>
            <p:nvPr/>
          </p:nvSpPr>
          <p:spPr>
            <a:xfrm>
              <a:off x="1322364" y="4703869"/>
              <a:ext cx="1503814" cy="958362"/>
            </a:xfrm>
            <a:prstGeom prst="wedgeRoundRectCallout">
              <a:avLst>
                <a:gd name="adj1" fmla="val -21910"/>
                <a:gd name="adj2" fmla="val 72195"/>
                <a:gd name="adj3" fmla="val 16667"/>
              </a:avLst>
            </a:prstGeom>
            <a:solidFill>
              <a:schemeClr val="accent5">
                <a:lumMod val="60000"/>
                <a:lumOff val="40000"/>
              </a:schemeClr>
            </a:solidFill>
            <a:ln>
              <a:noFill/>
            </a:ln>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11" name="TextBox 10"/>
            <p:cNvSpPr txBox="1"/>
            <p:nvPr/>
          </p:nvSpPr>
          <p:spPr>
            <a:xfrm>
              <a:off x="1322364" y="4528478"/>
              <a:ext cx="1503814" cy="1301319"/>
            </a:xfrm>
            <a:prstGeom prst="rect">
              <a:avLst/>
            </a:prstGeom>
            <a:noFill/>
          </p:spPr>
          <p:txBody>
            <a:bodyPr wrap="square" rtlCol="0" anchor="ctr">
              <a:spAutoFit/>
            </a:bodyPr>
            <a:lstStyle/>
            <a:p>
              <a:pPr algn="ctr"/>
              <a:endParaRPr lang="en-US" dirty="0">
                <a:solidFill>
                  <a:schemeClr val="bg1"/>
                </a:solidFill>
              </a:endParaRPr>
            </a:p>
            <a:p>
              <a:pPr algn="ctr"/>
              <a:r>
                <a:rPr lang="en-US" sz="4000" dirty="0">
                  <a:solidFill>
                    <a:schemeClr val="bg1"/>
                  </a:solidFill>
                </a:rPr>
                <a:t>argument</a:t>
              </a:r>
            </a:p>
            <a:p>
              <a:pPr algn="ctr"/>
              <a:r>
                <a:rPr lang="en-US" sz="2800" dirty="0">
                  <a:solidFill>
                    <a:schemeClr val="bg1"/>
                  </a:solidFill>
                </a:rPr>
                <a:t>(input)</a:t>
              </a:r>
            </a:p>
            <a:p>
              <a:pPr algn="ctr"/>
              <a:endParaRPr lang="en-US" dirty="0">
                <a:solidFill>
                  <a:schemeClr val="bg1"/>
                </a:solidFill>
              </a:endParaRPr>
            </a:p>
          </p:txBody>
        </p:sp>
      </p:grpSp>
      <p:sp>
        <p:nvSpPr>
          <p:cNvPr id="13" name="Rounded Rectangular Callout 12"/>
          <p:cNvSpPr/>
          <p:nvPr/>
        </p:nvSpPr>
        <p:spPr>
          <a:xfrm>
            <a:off x="1968398" y="4435786"/>
            <a:ext cx="6041571" cy="1246648"/>
          </a:xfrm>
          <a:prstGeom prst="wedgeRoundRectCallout">
            <a:avLst>
              <a:gd name="adj1" fmla="val -1739"/>
              <a:gd name="adj2" fmla="val -87600"/>
              <a:gd name="adj3" fmla="val 16667"/>
            </a:avLst>
          </a:prstGeom>
          <a:solidFill>
            <a:schemeClr val="accent5">
              <a:lumMod val="60000"/>
              <a:lumOff val="40000"/>
            </a:schemeClr>
          </a:solidFill>
          <a:ln>
            <a:noFill/>
          </a:ln>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14" name="TextBox 13"/>
          <p:cNvSpPr txBox="1"/>
          <p:nvPr/>
        </p:nvSpPr>
        <p:spPr>
          <a:xfrm>
            <a:off x="1968398" y="4279549"/>
            <a:ext cx="6041571" cy="1508105"/>
          </a:xfrm>
          <a:prstGeom prst="rect">
            <a:avLst/>
          </a:prstGeom>
          <a:noFill/>
        </p:spPr>
        <p:txBody>
          <a:bodyPr wrap="square" rtlCol="0" anchor="ctr">
            <a:spAutoFit/>
          </a:bodyPr>
          <a:lstStyle/>
          <a:p>
            <a:pPr algn="ctr"/>
            <a:endParaRPr lang="en-US" sz="1200" dirty="0">
              <a:solidFill>
                <a:schemeClr val="bg1"/>
              </a:solidFill>
            </a:endParaRPr>
          </a:p>
          <a:p>
            <a:pPr algn="ctr"/>
            <a:r>
              <a:rPr lang="en-US" sz="4000" dirty="0">
                <a:solidFill>
                  <a:schemeClr val="bg1"/>
                </a:solidFill>
              </a:rPr>
              <a:t>assignment operator</a:t>
            </a:r>
          </a:p>
          <a:p>
            <a:pPr algn="ctr"/>
            <a:r>
              <a:rPr lang="en-US" sz="2800" dirty="0">
                <a:solidFill>
                  <a:schemeClr val="bg1"/>
                </a:solidFill>
              </a:rPr>
              <a:t>(“gets”)</a:t>
            </a:r>
            <a:endParaRPr lang="en-US" dirty="0">
              <a:solidFill>
                <a:schemeClr val="bg1"/>
              </a:solidFill>
            </a:endParaRPr>
          </a:p>
          <a:p>
            <a:pPr algn="ctr"/>
            <a:endParaRPr lang="en-US" sz="1200" dirty="0">
              <a:solidFill>
                <a:schemeClr val="bg1"/>
              </a:solidFill>
            </a:endParaRPr>
          </a:p>
        </p:txBody>
      </p:sp>
      <p:grpSp>
        <p:nvGrpSpPr>
          <p:cNvPr id="12" name="Group 11"/>
          <p:cNvGrpSpPr/>
          <p:nvPr/>
        </p:nvGrpSpPr>
        <p:grpSpPr>
          <a:xfrm>
            <a:off x="1968398" y="1876487"/>
            <a:ext cx="2365216" cy="1754326"/>
            <a:chOff x="1968398" y="1876487"/>
            <a:chExt cx="2365216" cy="1754326"/>
          </a:xfrm>
        </p:grpSpPr>
        <p:sp>
          <p:nvSpPr>
            <p:cNvPr id="16" name="Rounded Rectangular Callout 15"/>
            <p:cNvSpPr/>
            <p:nvPr/>
          </p:nvSpPr>
          <p:spPr>
            <a:xfrm>
              <a:off x="1968398" y="2135413"/>
              <a:ext cx="2365216" cy="1246649"/>
            </a:xfrm>
            <a:prstGeom prst="wedgeRoundRectCallout">
              <a:avLst>
                <a:gd name="adj1" fmla="val 1102"/>
                <a:gd name="adj2" fmla="val 72195"/>
                <a:gd name="adj3" fmla="val 16667"/>
              </a:avLst>
            </a:prstGeom>
            <a:solidFill>
              <a:schemeClr val="accent5">
                <a:lumMod val="60000"/>
                <a:lumOff val="40000"/>
              </a:schemeClr>
            </a:solidFill>
            <a:ln>
              <a:noFill/>
            </a:ln>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17" name="TextBox 16"/>
            <p:cNvSpPr txBox="1"/>
            <p:nvPr/>
          </p:nvSpPr>
          <p:spPr>
            <a:xfrm>
              <a:off x="1968398" y="1876487"/>
              <a:ext cx="2365216" cy="1754326"/>
            </a:xfrm>
            <a:prstGeom prst="rect">
              <a:avLst/>
            </a:prstGeom>
            <a:noFill/>
          </p:spPr>
          <p:txBody>
            <a:bodyPr wrap="square" rtlCol="0" anchor="ctr">
              <a:spAutoFit/>
            </a:bodyPr>
            <a:lstStyle/>
            <a:p>
              <a:pPr algn="ctr"/>
              <a:endParaRPr lang="en-US" dirty="0">
                <a:solidFill>
                  <a:schemeClr val="bg1"/>
                </a:solidFill>
              </a:endParaRPr>
            </a:p>
            <a:p>
              <a:pPr algn="ctr"/>
              <a:r>
                <a:rPr lang="en-US" sz="4000" dirty="0">
                  <a:solidFill>
                    <a:schemeClr val="bg1"/>
                  </a:solidFill>
                </a:rPr>
                <a:t>object</a:t>
              </a:r>
            </a:p>
            <a:p>
              <a:pPr algn="ctr"/>
              <a:r>
                <a:rPr lang="en-US" sz="2800" dirty="0">
                  <a:solidFill>
                    <a:schemeClr val="bg1"/>
                  </a:solidFill>
                </a:rPr>
                <a:t>(stores output)</a:t>
              </a:r>
              <a:endParaRPr lang="en-US" dirty="0">
                <a:solidFill>
                  <a:schemeClr val="bg1"/>
                </a:solidFill>
              </a:endParaRPr>
            </a:p>
            <a:p>
              <a:pPr algn="ctr"/>
              <a:endParaRPr lang="en-US" dirty="0">
                <a:solidFill>
                  <a:schemeClr val="bg1"/>
                </a:solidFill>
              </a:endParaRPr>
            </a:p>
          </p:txBody>
        </p:sp>
      </p:grpSp>
    </p:spTree>
    <p:extLst>
      <p:ext uri="{BB962C8B-B14F-4D97-AF65-F5344CB8AC3E}">
        <p14:creationId xmlns:p14="http://schemas.microsoft.com/office/powerpoint/2010/main" val="2303081878"/>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2" name="Group 21"/>
          <p:cNvGrpSpPr/>
          <p:nvPr/>
        </p:nvGrpSpPr>
        <p:grpSpPr>
          <a:xfrm>
            <a:off x="2678103" y="3569461"/>
            <a:ext cx="7950819" cy="655320"/>
            <a:chOff x="3420610" y="3224687"/>
            <a:chExt cx="6236956" cy="655320"/>
          </a:xfrm>
        </p:grpSpPr>
        <p:sp>
          <p:nvSpPr>
            <p:cNvPr id="7" name="Rectangle 6"/>
            <p:cNvSpPr/>
            <p:nvPr/>
          </p:nvSpPr>
          <p:spPr>
            <a:xfrm>
              <a:off x="3420610" y="3224687"/>
              <a:ext cx="6236956" cy="655320"/>
            </a:xfrm>
            <a:prstGeom prst="rect">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p:cNvSpPr txBox="1"/>
            <p:nvPr/>
          </p:nvSpPr>
          <p:spPr>
            <a:xfrm>
              <a:off x="3420610" y="3311015"/>
              <a:ext cx="6010947" cy="523220"/>
            </a:xfrm>
            <a:prstGeom prst="rect">
              <a:avLst/>
            </a:prstGeom>
            <a:noFill/>
          </p:spPr>
          <p:txBody>
            <a:bodyPr wrap="square" rtlCol="0">
              <a:spAutoFit/>
            </a:bodyPr>
            <a:lstStyle/>
            <a:p>
              <a:r>
                <a:rPr lang="en-US" sz="2800" dirty="0">
                  <a:solidFill>
                    <a:srgbClr val="0070C0"/>
                  </a:solidFill>
                  <a:latin typeface="Monaco" charset="0"/>
                  <a:ea typeface="Monaco" charset="0"/>
                  <a:cs typeface="Monaco" charset="0"/>
                </a:rPr>
                <a:t>chem </a:t>
              </a:r>
              <a:r>
                <a:rPr lang="en-US" sz="2800" dirty="0">
                  <a:latin typeface="Monaco" charset="0"/>
                  <a:ea typeface="Monaco" charset="0"/>
                  <a:cs typeface="Monaco" charset="0"/>
                </a:rPr>
                <a:t>&lt;- </a:t>
              </a:r>
              <a:r>
                <a:rPr lang="en-US" sz="2800" b="1" dirty="0" err="1">
                  <a:latin typeface="Monaco" charset="0"/>
                  <a:ea typeface="Monaco" charset="0"/>
                  <a:cs typeface="Monaco" charset="0"/>
                </a:rPr>
                <a:t>read_csv</a:t>
              </a:r>
              <a:r>
                <a:rPr lang="en-US" sz="2800" dirty="0">
                  <a:latin typeface="Monaco" charset="0"/>
                  <a:ea typeface="Monaco" charset="0"/>
                  <a:cs typeface="Monaco" charset="0"/>
                </a:rPr>
                <a:t>(</a:t>
              </a:r>
              <a:r>
                <a:rPr lang="en-US" sz="2800" dirty="0">
                  <a:solidFill>
                    <a:srgbClr val="0070C0"/>
                  </a:solidFill>
                  <a:latin typeface="Monaco" charset="0"/>
                  <a:ea typeface="Monaco" charset="0"/>
                  <a:cs typeface="Monaco" charset="0"/>
                </a:rPr>
                <a:t>"</a:t>
              </a:r>
              <a:r>
                <a:rPr lang="en-US" sz="2800" dirty="0" err="1">
                  <a:solidFill>
                    <a:srgbClr val="0070C0"/>
                  </a:solidFill>
                  <a:latin typeface="Monaco" charset="0"/>
                  <a:ea typeface="Monaco" charset="0"/>
                  <a:cs typeface="Monaco" charset="0"/>
                </a:rPr>
                <a:t>chem_data.csv</a:t>
              </a:r>
              <a:r>
                <a:rPr lang="en-US" sz="2800" dirty="0">
                  <a:solidFill>
                    <a:srgbClr val="0070C0"/>
                  </a:solidFill>
                  <a:latin typeface="Monaco" charset="0"/>
                  <a:ea typeface="Monaco" charset="0"/>
                  <a:cs typeface="Monaco" charset="0"/>
                </a:rPr>
                <a:t>"</a:t>
              </a:r>
              <a:r>
                <a:rPr lang="en-US" sz="2800" dirty="0">
                  <a:latin typeface="Monaco" charset="0"/>
                  <a:ea typeface="Monaco" charset="0"/>
                  <a:cs typeface="Monaco" charset="0"/>
                </a:rPr>
                <a:t>)</a:t>
              </a:r>
            </a:p>
          </p:txBody>
        </p:sp>
      </p:grpSp>
      <p:sp>
        <p:nvSpPr>
          <p:cNvPr id="13" name="Rectangle 12"/>
          <p:cNvSpPr/>
          <p:nvPr/>
        </p:nvSpPr>
        <p:spPr>
          <a:xfrm>
            <a:off x="3931458" y="740977"/>
            <a:ext cx="3871573" cy="830997"/>
          </a:xfrm>
          <a:prstGeom prst="rect">
            <a:avLst/>
          </a:prstGeom>
        </p:spPr>
        <p:txBody>
          <a:bodyPr wrap="none">
            <a:spAutoFit/>
          </a:bodyPr>
          <a:lstStyle/>
          <a:p>
            <a:r>
              <a:rPr lang="en-US" sz="4800" dirty="0" err="1">
                <a:latin typeface="Monaco" charset="0"/>
                <a:ea typeface="Monaco" charset="0"/>
                <a:cs typeface="Monaco" charset="0"/>
              </a:rPr>
              <a:t>read_csv</a:t>
            </a:r>
            <a:r>
              <a:rPr lang="en-US" sz="4800" dirty="0">
                <a:latin typeface="Monaco" charset="0"/>
                <a:ea typeface="Monaco" charset="0"/>
                <a:cs typeface="Monaco" charset="0"/>
              </a:rPr>
              <a:t>()</a:t>
            </a:r>
            <a:endParaRPr lang="en-US" sz="4800" dirty="0"/>
          </a:p>
        </p:txBody>
      </p:sp>
      <p:grpSp>
        <p:nvGrpSpPr>
          <p:cNvPr id="21" name="Group 20"/>
          <p:cNvGrpSpPr/>
          <p:nvPr/>
        </p:nvGrpSpPr>
        <p:grpSpPr>
          <a:xfrm>
            <a:off x="1844084" y="4723160"/>
            <a:ext cx="7156955" cy="1679292"/>
            <a:chOff x="1919035" y="4333415"/>
            <a:chExt cx="7156955" cy="1679292"/>
          </a:xfrm>
        </p:grpSpPr>
        <p:grpSp>
          <p:nvGrpSpPr>
            <p:cNvPr id="20" name="Group 19"/>
            <p:cNvGrpSpPr/>
            <p:nvPr/>
          </p:nvGrpSpPr>
          <p:grpSpPr>
            <a:xfrm>
              <a:off x="8064580" y="4722760"/>
              <a:ext cx="1011410" cy="1020522"/>
              <a:chOff x="8064580" y="4722760"/>
              <a:chExt cx="1011410" cy="1020522"/>
            </a:xfrm>
          </p:grpSpPr>
          <p:pic>
            <p:nvPicPr>
              <p:cNvPr id="14" name="Picture 13"/>
              <p:cNvPicPr>
                <a:picLocks noChangeAspect="1"/>
              </p:cNvPicPr>
              <p:nvPr/>
            </p:nvPicPr>
            <p:blipFill>
              <a:blip r:embed="rId3"/>
              <a:stretch>
                <a:fillRect/>
              </a:stretch>
            </p:blipFill>
            <p:spPr>
              <a:xfrm>
                <a:off x="8064580" y="4722760"/>
                <a:ext cx="1011410" cy="1020522"/>
              </a:xfrm>
              <a:prstGeom prst="rect">
                <a:avLst/>
              </a:prstGeom>
            </p:spPr>
          </p:pic>
          <p:sp>
            <p:nvSpPr>
              <p:cNvPr id="15" name="TextBox 14"/>
              <p:cNvSpPr txBox="1"/>
              <p:nvPr/>
            </p:nvSpPr>
            <p:spPr>
              <a:xfrm>
                <a:off x="8211401" y="4938830"/>
                <a:ext cx="687793" cy="523220"/>
              </a:xfrm>
              <a:prstGeom prst="rect">
                <a:avLst/>
              </a:prstGeom>
              <a:noFill/>
            </p:spPr>
            <p:txBody>
              <a:bodyPr wrap="square" rtlCol="0">
                <a:spAutoFit/>
              </a:bodyPr>
              <a:lstStyle/>
              <a:p>
                <a:pPr algn="ctr"/>
                <a:r>
                  <a:rPr lang="en-US" sz="2800" dirty="0">
                    <a:solidFill>
                      <a:schemeClr val="tx1">
                        <a:lumMod val="65000"/>
                        <a:lumOff val="35000"/>
                      </a:schemeClr>
                    </a:solidFill>
                  </a:rPr>
                  <a:t>csv</a:t>
                </a:r>
                <a:endParaRPr lang="en-US" sz="4000" dirty="0">
                  <a:solidFill>
                    <a:schemeClr val="tx1">
                      <a:lumMod val="65000"/>
                      <a:lumOff val="35000"/>
                    </a:schemeClr>
                  </a:solidFill>
                </a:endParaRPr>
              </a:p>
            </p:txBody>
          </p:sp>
        </p:grpSp>
        <p:pic>
          <p:nvPicPr>
            <p:cNvPr id="16" name="Picture 15"/>
            <p:cNvPicPr>
              <a:picLocks noChangeAspect="1"/>
            </p:cNvPicPr>
            <p:nvPr/>
          </p:nvPicPr>
          <p:blipFill rotWithShape="1">
            <a:blip r:embed="rId4">
              <a:extLst>
                <a:ext uri="{28A0092B-C50C-407E-A947-70E740481C1C}">
                  <a14:useLocalDpi xmlns:a14="http://schemas.microsoft.com/office/drawing/2010/main"/>
                </a:ext>
              </a:extLst>
            </a:blip>
            <a:srcRect/>
            <a:stretch/>
          </p:blipFill>
          <p:spPr>
            <a:xfrm>
              <a:off x="1919035" y="4333415"/>
              <a:ext cx="2862828" cy="1679292"/>
            </a:xfrm>
            <a:prstGeom prst="rect">
              <a:avLst/>
            </a:prstGeom>
          </p:spPr>
        </p:pic>
        <p:pic>
          <p:nvPicPr>
            <p:cNvPr id="17" name="Picture 16"/>
            <p:cNvPicPr>
              <a:picLocks noChangeAspect="1"/>
            </p:cNvPicPr>
            <p:nvPr/>
          </p:nvPicPr>
          <p:blipFill rotWithShape="1">
            <a:blip r:embed="rId5">
              <a:extLst>
                <a:ext uri="{28A0092B-C50C-407E-A947-70E740481C1C}">
                  <a14:useLocalDpi xmlns:a14="http://schemas.microsoft.com/office/drawing/2010/main"/>
                </a:ext>
              </a:extLst>
            </a:blip>
            <a:srcRect l="-14832" t="-12825"/>
            <a:stretch/>
          </p:blipFill>
          <p:spPr>
            <a:xfrm rot="16200000" flipV="1">
              <a:off x="6128664" y="3676983"/>
              <a:ext cx="851328" cy="3221309"/>
            </a:xfrm>
            <a:prstGeom prst="rect">
              <a:avLst/>
            </a:prstGeom>
          </p:spPr>
        </p:pic>
      </p:grpSp>
      <p:grpSp>
        <p:nvGrpSpPr>
          <p:cNvPr id="34" name="Group 33"/>
          <p:cNvGrpSpPr/>
          <p:nvPr/>
        </p:nvGrpSpPr>
        <p:grpSpPr>
          <a:xfrm>
            <a:off x="2101853" y="1893260"/>
            <a:ext cx="7561101" cy="1508107"/>
            <a:chOff x="2101853" y="1893260"/>
            <a:chExt cx="7561101" cy="1508107"/>
          </a:xfrm>
        </p:grpSpPr>
        <p:sp>
          <p:nvSpPr>
            <p:cNvPr id="35" name="Rounded Rectangular Callout 34"/>
            <p:cNvSpPr/>
            <p:nvPr/>
          </p:nvSpPr>
          <p:spPr>
            <a:xfrm>
              <a:off x="2101853" y="2029080"/>
              <a:ext cx="2365216" cy="1246648"/>
            </a:xfrm>
            <a:prstGeom prst="wedgeRoundRectCallout">
              <a:avLst>
                <a:gd name="adj1" fmla="val -6901"/>
                <a:gd name="adj2" fmla="val 80824"/>
                <a:gd name="adj3" fmla="val 16667"/>
              </a:avLst>
            </a:prstGeom>
            <a:solidFill>
              <a:schemeClr val="accent2">
                <a:lumMod val="60000"/>
                <a:lumOff val="40000"/>
              </a:schemeClr>
            </a:solidFill>
            <a:ln>
              <a:noFill/>
            </a:ln>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36" name="TextBox 35"/>
            <p:cNvSpPr txBox="1"/>
            <p:nvPr/>
          </p:nvSpPr>
          <p:spPr>
            <a:xfrm>
              <a:off x="2101853" y="1893262"/>
              <a:ext cx="2365216" cy="1508105"/>
            </a:xfrm>
            <a:prstGeom prst="rect">
              <a:avLst/>
            </a:prstGeom>
            <a:noFill/>
          </p:spPr>
          <p:txBody>
            <a:bodyPr wrap="square" rtlCol="0" anchor="ctr">
              <a:spAutoFit/>
            </a:bodyPr>
            <a:lstStyle/>
            <a:p>
              <a:pPr algn="ctr"/>
              <a:endParaRPr lang="en-US" dirty="0">
                <a:solidFill>
                  <a:schemeClr val="bg1"/>
                </a:solidFill>
              </a:endParaRPr>
            </a:p>
            <a:p>
              <a:pPr algn="ctr"/>
              <a:r>
                <a:rPr lang="en-US" sz="2800" dirty="0">
                  <a:solidFill>
                    <a:schemeClr val="bg1"/>
                  </a:solidFill>
                </a:rPr>
                <a:t>data frame to read data into</a:t>
              </a:r>
            </a:p>
            <a:p>
              <a:pPr algn="ctr"/>
              <a:endParaRPr lang="en-US" dirty="0">
                <a:solidFill>
                  <a:schemeClr val="bg1"/>
                </a:solidFill>
              </a:endParaRPr>
            </a:p>
          </p:txBody>
        </p:sp>
        <p:sp>
          <p:nvSpPr>
            <p:cNvPr id="37" name="Rounded Rectangular Callout 36"/>
            <p:cNvSpPr/>
            <p:nvPr/>
          </p:nvSpPr>
          <p:spPr>
            <a:xfrm>
              <a:off x="7707086" y="2029080"/>
              <a:ext cx="1955868" cy="1246648"/>
            </a:xfrm>
            <a:prstGeom prst="wedgeRoundRectCallout">
              <a:avLst>
                <a:gd name="adj1" fmla="val -7610"/>
                <a:gd name="adj2" fmla="val 80824"/>
                <a:gd name="adj3" fmla="val 16667"/>
              </a:avLst>
            </a:prstGeom>
            <a:solidFill>
              <a:schemeClr val="accent2">
                <a:lumMod val="60000"/>
                <a:lumOff val="40000"/>
              </a:schemeClr>
            </a:solidFill>
            <a:ln>
              <a:noFill/>
            </a:ln>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38" name="TextBox 37"/>
            <p:cNvSpPr txBox="1"/>
            <p:nvPr/>
          </p:nvSpPr>
          <p:spPr>
            <a:xfrm>
              <a:off x="7707086" y="1893260"/>
              <a:ext cx="1955868" cy="1508105"/>
            </a:xfrm>
            <a:prstGeom prst="rect">
              <a:avLst/>
            </a:prstGeom>
            <a:noFill/>
          </p:spPr>
          <p:txBody>
            <a:bodyPr wrap="square" rtlCol="0" anchor="ctr">
              <a:spAutoFit/>
            </a:bodyPr>
            <a:lstStyle/>
            <a:p>
              <a:pPr algn="ctr"/>
              <a:endParaRPr lang="en-US" dirty="0">
                <a:solidFill>
                  <a:schemeClr val="bg1"/>
                </a:solidFill>
              </a:endParaRPr>
            </a:p>
            <a:p>
              <a:pPr algn="ctr"/>
              <a:r>
                <a:rPr lang="en-US" sz="2800" dirty="0">
                  <a:solidFill>
                    <a:schemeClr val="bg1"/>
                  </a:solidFill>
                </a:rPr>
                <a:t>name of </a:t>
              </a:r>
            </a:p>
            <a:p>
              <a:pPr algn="ctr"/>
              <a:r>
                <a:rPr lang="en-US" sz="2800" dirty="0">
                  <a:solidFill>
                    <a:schemeClr val="bg1"/>
                  </a:solidFill>
                </a:rPr>
                <a:t>CSV file</a:t>
              </a:r>
            </a:p>
            <a:p>
              <a:pPr algn="ctr"/>
              <a:endParaRPr lang="en-US" dirty="0">
                <a:solidFill>
                  <a:schemeClr val="bg1"/>
                </a:solidFill>
              </a:endParaRPr>
            </a:p>
          </p:txBody>
        </p:sp>
      </p:grpSp>
      <p:sp>
        <p:nvSpPr>
          <p:cNvPr id="2" name="Rectangle 1">
            <a:extLst>
              <a:ext uri="{FF2B5EF4-FFF2-40B4-BE49-F238E27FC236}">
                <a16:creationId xmlns:a16="http://schemas.microsoft.com/office/drawing/2014/main" id="{547DA6CC-6F0B-D443-ADEB-B3F275BC74B0}"/>
              </a:ext>
            </a:extLst>
          </p:cNvPr>
          <p:cNvSpPr/>
          <p:nvPr/>
        </p:nvSpPr>
        <p:spPr>
          <a:xfrm>
            <a:off x="2101853" y="4572151"/>
            <a:ext cx="2365216" cy="369332"/>
          </a:xfrm>
          <a:prstGeom prst="rect">
            <a:avLst/>
          </a:prstGeom>
        </p:spPr>
        <p:txBody>
          <a:bodyPr wrap="square">
            <a:spAutoFit/>
          </a:bodyPr>
          <a:lstStyle/>
          <a:p>
            <a:pPr algn="ctr"/>
            <a:r>
              <a:rPr lang="en-US" dirty="0">
                <a:solidFill>
                  <a:srgbClr val="0070C0"/>
                </a:solidFill>
                <a:latin typeface="Monaco" charset="0"/>
                <a:ea typeface="Monaco" charset="0"/>
                <a:cs typeface="Monaco" charset="0"/>
              </a:rPr>
              <a:t>chem</a:t>
            </a:r>
            <a:endParaRPr lang="en-US" dirty="0"/>
          </a:p>
        </p:txBody>
      </p:sp>
      <p:sp>
        <p:nvSpPr>
          <p:cNvPr id="3" name="Rectangle 2">
            <a:extLst>
              <a:ext uri="{FF2B5EF4-FFF2-40B4-BE49-F238E27FC236}">
                <a16:creationId xmlns:a16="http://schemas.microsoft.com/office/drawing/2014/main" id="{053F46B6-D1E8-3F43-BD69-19558C2E937E}"/>
              </a:ext>
            </a:extLst>
          </p:cNvPr>
          <p:cNvSpPr/>
          <p:nvPr/>
        </p:nvSpPr>
        <p:spPr>
          <a:xfrm>
            <a:off x="7485090" y="4553583"/>
            <a:ext cx="1976823" cy="369332"/>
          </a:xfrm>
          <a:prstGeom prst="rect">
            <a:avLst/>
          </a:prstGeom>
        </p:spPr>
        <p:txBody>
          <a:bodyPr wrap="none">
            <a:spAutoFit/>
          </a:bodyPr>
          <a:lstStyle/>
          <a:p>
            <a:r>
              <a:rPr lang="en-US" dirty="0" err="1">
                <a:solidFill>
                  <a:srgbClr val="0070C0"/>
                </a:solidFill>
                <a:latin typeface="Monaco" charset="0"/>
              </a:rPr>
              <a:t>chem_data.csv</a:t>
            </a:r>
            <a:endParaRPr lang="en-US" dirty="0"/>
          </a:p>
        </p:txBody>
      </p:sp>
    </p:spTree>
    <p:extLst>
      <p:ext uri="{BB962C8B-B14F-4D97-AF65-F5344CB8AC3E}">
        <p14:creationId xmlns:p14="http://schemas.microsoft.com/office/powerpoint/2010/main" val="2433884253"/>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A62C7E-AE49-512F-C1BB-C28A86D06E3A}"/>
              </a:ext>
            </a:extLst>
          </p:cNvPr>
          <p:cNvSpPr>
            <a:spLocks noGrp="1"/>
          </p:cNvSpPr>
          <p:nvPr>
            <p:ph type="title"/>
          </p:nvPr>
        </p:nvSpPr>
        <p:spPr/>
        <p:txBody>
          <a:bodyPr/>
          <a:lstStyle/>
          <a:p>
            <a:r>
              <a:rPr lang="en-US" dirty="0"/>
              <a:t>Your Turn</a:t>
            </a:r>
          </a:p>
        </p:txBody>
      </p:sp>
      <p:sp>
        <p:nvSpPr>
          <p:cNvPr id="3" name="Text Placeholder 2">
            <a:extLst>
              <a:ext uri="{FF2B5EF4-FFF2-40B4-BE49-F238E27FC236}">
                <a16:creationId xmlns:a16="http://schemas.microsoft.com/office/drawing/2014/main" id="{C94C28BE-5736-1695-881A-82113FF62FD8}"/>
              </a:ext>
            </a:extLst>
          </p:cNvPr>
          <p:cNvSpPr>
            <a:spLocks noGrp="1"/>
          </p:cNvSpPr>
          <p:nvPr>
            <p:ph type="body" sz="quarter" idx="13"/>
          </p:nvPr>
        </p:nvSpPr>
        <p:spPr>
          <a:xfrm>
            <a:off x="949713" y="2084832"/>
            <a:ext cx="10292574" cy="4312742"/>
          </a:xfrm>
        </p:spPr>
        <p:txBody>
          <a:bodyPr>
            <a:normAutofit fontScale="77500" lnSpcReduction="20000"/>
          </a:bodyPr>
          <a:lstStyle/>
          <a:p>
            <a:pPr marL="914400" indent="-914400">
              <a:buFont typeface="+mj-lt"/>
              <a:buAutoNum type="arabicPeriod"/>
            </a:pPr>
            <a:r>
              <a:rPr lang="en-US" dirty="0"/>
              <a:t>In the last lesson you downloaded the </a:t>
            </a:r>
            <a:r>
              <a:rPr lang="en-US" dirty="0" err="1">
                <a:solidFill>
                  <a:schemeClr val="accent1"/>
                </a:solidFill>
              </a:rPr>
              <a:t>chem_data.csv</a:t>
            </a:r>
            <a:r>
              <a:rPr lang="en-US" dirty="0">
                <a:solidFill>
                  <a:schemeClr val="accent1"/>
                </a:solidFill>
              </a:rPr>
              <a:t> </a:t>
            </a:r>
            <a:r>
              <a:rPr lang="en-US" dirty="0"/>
              <a:t>file we will work with: find that file on your </a:t>
            </a:r>
            <a:r>
              <a:rPr lang="en-US" i="1" dirty="0"/>
              <a:t>local computer</a:t>
            </a:r>
          </a:p>
          <a:p>
            <a:pPr marL="914400" indent="-914400">
              <a:buFont typeface="+mj-lt"/>
              <a:buAutoNum type="arabicPeriod"/>
            </a:pPr>
            <a:r>
              <a:rPr lang="en-US" i="1" dirty="0"/>
              <a:t>On the remote server</a:t>
            </a:r>
            <a:r>
              <a:rPr lang="en-US" dirty="0"/>
              <a:t>, in your </a:t>
            </a:r>
            <a:r>
              <a:rPr lang="en-US" dirty="0">
                <a:solidFill>
                  <a:schemeClr val="accent1"/>
                </a:solidFill>
              </a:rPr>
              <a:t>core</a:t>
            </a:r>
            <a:r>
              <a:rPr lang="en-US" dirty="0"/>
              <a:t> folder (viewable in the Files window of RStudio) add a </a:t>
            </a:r>
            <a:r>
              <a:rPr lang="en-US" dirty="0">
                <a:solidFill>
                  <a:schemeClr val="accent1"/>
                </a:solidFill>
              </a:rPr>
              <a:t>data</a:t>
            </a:r>
            <a:r>
              <a:rPr lang="en-US" dirty="0"/>
              <a:t> folder and navigate there</a:t>
            </a:r>
          </a:p>
          <a:p>
            <a:pPr marL="914400" indent="-914400">
              <a:buFont typeface="+mj-lt"/>
              <a:buAutoNum type="arabicPeriod"/>
            </a:pPr>
            <a:r>
              <a:rPr lang="en-US" dirty="0"/>
              <a:t>Using the </a:t>
            </a:r>
            <a:r>
              <a:rPr lang="en-US" dirty="0">
                <a:solidFill>
                  <a:schemeClr val="accent1"/>
                </a:solidFill>
              </a:rPr>
              <a:t>Upload</a:t>
            </a:r>
            <a:r>
              <a:rPr lang="en-US" dirty="0"/>
              <a:t> button in RStudio, import the </a:t>
            </a:r>
            <a:r>
              <a:rPr lang="en-US" dirty="0" err="1">
                <a:solidFill>
                  <a:schemeClr val="accent1"/>
                </a:solidFill>
              </a:rPr>
              <a:t>chem_data.csv</a:t>
            </a:r>
            <a:r>
              <a:rPr lang="en-US" dirty="0">
                <a:solidFill>
                  <a:schemeClr val="accent1"/>
                </a:solidFill>
              </a:rPr>
              <a:t> </a:t>
            </a:r>
            <a:r>
              <a:rPr lang="en-US" dirty="0"/>
              <a:t>file into the </a:t>
            </a:r>
            <a:r>
              <a:rPr lang="en-US" dirty="0">
                <a:solidFill>
                  <a:schemeClr val="accent1"/>
                </a:solidFill>
              </a:rPr>
              <a:t>data</a:t>
            </a:r>
            <a:r>
              <a:rPr lang="en-US" dirty="0"/>
              <a:t> folder</a:t>
            </a:r>
          </a:p>
          <a:p>
            <a:pPr marL="914400" indent="-914400">
              <a:buFont typeface="+mj-lt"/>
              <a:buAutoNum type="arabicPeriod"/>
            </a:pPr>
            <a:r>
              <a:rPr lang="en-US" dirty="0"/>
              <a:t>Put up your sticky when you are done</a:t>
            </a:r>
          </a:p>
        </p:txBody>
      </p:sp>
    </p:spTree>
    <p:extLst>
      <p:ext uri="{BB962C8B-B14F-4D97-AF65-F5344CB8AC3E}">
        <p14:creationId xmlns:p14="http://schemas.microsoft.com/office/powerpoint/2010/main" val="1893127682"/>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91DCF1-108C-D951-FE0A-977226EC8C37}"/>
              </a:ext>
            </a:extLst>
          </p:cNvPr>
          <p:cNvSpPr>
            <a:spLocks noGrp="1"/>
          </p:cNvSpPr>
          <p:nvPr>
            <p:ph type="title"/>
          </p:nvPr>
        </p:nvSpPr>
        <p:spPr/>
        <p:txBody>
          <a:bodyPr/>
          <a:lstStyle/>
          <a:p>
            <a:r>
              <a:rPr lang="en-US" dirty="0"/>
              <a:t>Best Practice: Data Analysis Should be Separated from Raw Data</a:t>
            </a:r>
          </a:p>
        </p:txBody>
      </p:sp>
      <p:sp>
        <p:nvSpPr>
          <p:cNvPr id="3" name="Content Placeholder 2">
            <a:extLst>
              <a:ext uri="{FF2B5EF4-FFF2-40B4-BE49-F238E27FC236}">
                <a16:creationId xmlns:a16="http://schemas.microsoft.com/office/drawing/2014/main" id="{D4C49C99-0D70-5FAF-449E-0FFC2A7CFF2B}"/>
              </a:ext>
            </a:extLst>
          </p:cNvPr>
          <p:cNvSpPr>
            <a:spLocks noGrp="1"/>
          </p:cNvSpPr>
          <p:nvPr>
            <p:ph idx="1"/>
          </p:nvPr>
        </p:nvSpPr>
        <p:spPr/>
        <p:txBody>
          <a:bodyPr>
            <a:normAutofit/>
          </a:bodyPr>
          <a:lstStyle/>
          <a:p>
            <a:pPr>
              <a:buFont typeface="Arial" panose="020B0604020202020204" pitchFamily="34" charset="0"/>
              <a:buChar char="•"/>
            </a:pPr>
            <a:r>
              <a:rPr lang="en-US" sz="3200" dirty="0"/>
              <a:t> No matter how you choose to analyze your data you should always create a new file for your analysis</a:t>
            </a:r>
          </a:p>
          <a:p>
            <a:pPr>
              <a:buFont typeface="Arial" panose="020B0604020202020204" pitchFamily="34" charset="0"/>
              <a:buChar char="•"/>
            </a:pPr>
            <a:r>
              <a:rPr lang="en-US" sz="3200" dirty="0"/>
              <a:t> Why?</a:t>
            </a:r>
          </a:p>
          <a:p>
            <a:pPr lvl="1">
              <a:buFont typeface="Arial" panose="020B0604020202020204" pitchFamily="34" charset="0"/>
              <a:buChar char="•"/>
            </a:pPr>
            <a:r>
              <a:rPr lang="en-US" sz="2800" dirty="0"/>
              <a:t> Traceability: it is more difficult to identify mistakes in an analysis if you can’t look back at what you originally received</a:t>
            </a:r>
          </a:p>
          <a:p>
            <a:pPr lvl="1">
              <a:buFont typeface="Arial" panose="020B0604020202020204" pitchFamily="34" charset="0"/>
              <a:buChar char="•"/>
            </a:pPr>
            <a:r>
              <a:rPr lang="en-US" sz="2800" dirty="0"/>
              <a:t> Mistakes: if you overwrite an important cell or field you may not be able to identify the mistake and may not be able to fix it without re-requesting the data</a:t>
            </a:r>
          </a:p>
        </p:txBody>
      </p:sp>
    </p:spTree>
    <p:extLst>
      <p:ext uri="{BB962C8B-B14F-4D97-AF65-F5344CB8AC3E}">
        <p14:creationId xmlns:p14="http://schemas.microsoft.com/office/powerpoint/2010/main" val="302967607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0F3D769-BD4A-A3E4-818E-C493314F2626}"/>
              </a:ext>
            </a:extLst>
          </p:cNvPr>
          <p:cNvSpPr>
            <a:spLocks noGrp="1"/>
          </p:cNvSpPr>
          <p:nvPr>
            <p:ph type="title"/>
          </p:nvPr>
        </p:nvSpPr>
        <p:spPr/>
        <p:txBody>
          <a:bodyPr/>
          <a:lstStyle/>
          <a:p>
            <a:r>
              <a:rPr lang="en-US" dirty="0"/>
              <a:t>How do you separate your analysis from raw data?</a:t>
            </a:r>
          </a:p>
        </p:txBody>
      </p:sp>
      <p:sp>
        <p:nvSpPr>
          <p:cNvPr id="3" name="Content Placeholder 2">
            <a:extLst>
              <a:ext uri="{FF2B5EF4-FFF2-40B4-BE49-F238E27FC236}">
                <a16:creationId xmlns:a16="http://schemas.microsoft.com/office/drawing/2014/main" id="{1A6174D5-7BDB-93FB-53E6-B83D1DC82427}"/>
              </a:ext>
            </a:extLst>
          </p:cNvPr>
          <p:cNvSpPr>
            <a:spLocks noGrp="1"/>
          </p:cNvSpPr>
          <p:nvPr>
            <p:ph idx="1"/>
          </p:nvPr>
        </p:nvSpPr>
        <p:spPr/>
        <p:txBody>
          <a:bodyPr>
            <a:normAutofit lnSpcReduction="10000"/>
          </a:bodyPr>
          <a:lstStyle/>
          <a:p>
            <a:pPr>
              <a:buFont typeface="Arial" panose="020B0604020202020204" pitchFamily="34" charset="0"/>
              <a:buChar char="•"/>
            </a:pPr>
            <a:r>
              <a:rPr lang="en-US" sz="3200" dirty="0"/>
              <a:t> In Excel: use “Save As…” immediately after you receive your data</a:t>
            </a:r>
          </a:p>
          <a:p>
            <a:pPr>
              <a:buFont typeface="Arial" panose="020B0604020202020204" pitchFamily="34" charset="0"/>
              <a:buChar char="•"/>
            </a:pPr>
            <a:r>
              <a:rPr lang="en-US" sz="3200" dirty="0"/>
              <a:t> In R or other programming languages, reading a file in generally does not change the original file</a:t>
            </a:r>
          </a:p>
          <a:p>
            <a:pPr lvl="1"/>
            <a:r>
              <a:rPr lang="en-US" sz="2800" dirty="0"/>
              <a:t> This can help enforce good practices</a:t>
            </a:r>
          </a:p>
          <a:p>
            <a:pPr lvl="1"/>
            <a:r>
              <a:rPr lang="en-US" sz="2800" dirty="0"/>
              <a:t> If you need to create an output file, you can use a write to file function (later this lesson)</a:t>
            </a:r>
          </a:p>
          <a:p>
            <a:pPr>
              <a:buFont typeface="Arial" panose="020B0604020202020204" pitchFamily="34" charset="0"/>
              <a:buChar char="•"/>
            </a:pPr>
            <a:r>
              <a:rPr lang="en-US" sz="3200" dirty="0"/>
              <a:t> Name your output/analysis file with a name that you’ll be able to recognize a year from now</a:t>
            </a:r>
          </a:p>
          <a:p>
            <a:endParaRPr lang="en-US" dirty="0"/>
          </a:p>
        </p:txBody>
      </p:sp>
    </p:spTree>
    <p:extLst>
      <p:ext uri="{BB962C8B-B14F-4D97-AF65-F5344CB8AC3E}">
        <p14:creationId xmlns:p14="http://schemas.microsoft.com/office/powerpoint/2010/main" val="531915786"/>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C124C05-E0F4-2485-2E23-BC8CCA7AEEFA}"/>
              </a:ext>
            </a:extLst>
          </p:cNvPr>
          <p:cNvSpPr>
            <a:spLocks noGrp="1"/>
          </p:cNvSpPr>
          <p:nvPr>
            <p:ph type="title"/>
          </p:nvPr>
        </p:nvSpPr>
        <p:spPr/>
        <p:txBody>
          <a:bodyPr/>
          <a:lstStyle/>
          <a:p>
            <a:r>
              <a:rPr lang="en-US" dirty="0"/>
              <a:t>Best Practice: Always Inspect your Raw Data</a:t>
            </a:r>
          </a:p>
        </p:txBody>
      </p:sp>
      <p:sp>
        <p:nvSpPr>
          <p:cNvPr id="3" name="Content Placeholder 2">
            <a:extLst>
              <a:ext uri="{FF2B5EF4-FFF2-40B4-BE49-F238E27FC236}">
                <a16:creationId xmlns:a16="http://schemas.microsoft.com/office/drawing/2014/main" id="{5D39509D-9E6E-4870-A33B-1013FA4031D4}"/>
              </a:ext>
            </a:extLst>
          </p:cNvPr>
          <p:cNvSpPr>
            <a:spLocks noGrp="1"/>
          </p:cNvSpPr>
          <p:nvPr>
            <p:ph idx="1"/>
          </p:nvPr>
        </p:nvSpPr>
        <p:spPr/>
        <p:txBody>
          <a:bodyPr/>
          <a:lstStyle/>
          <a:p>
            <a:r>
              <a:rPr lang="en-US" sz="3200" dirty="0"/>
              <a:t> Before diving into a data analysis, lay eyes on the data set</a:t>
            </a:r>
          </a:p>
          <a:p>
            <a:pPr lvl="1"/>
            <a:r>
              <a:rPr lang="en-US" dirty="0"/>
              <a:t> </a:t>
            </a:r>
            <a:r>
              <a:rPr lang="en-US" sz="2800" dirty="0"/>
              <a:t>Can open the file in Excel</a:t>
            </a:r>
          </a:p>
          <a:p>
            <a:pPr lvl="1"/>
            <a:r>
              <a:rPr lang="en-US" sz="2800" dirty="0"/>
              <a:t> Programming language development environment may also allow you to look at the raw data – e.g. </a:t>
            </a:r>
            <a:r>
              <a:rPr lang="en-US" sz="2800" dirty="0" err="1"/>
              <a:t>Rstudio</a:t>
            </a:r>
            <a:endParaRPr lang="en-US" sz="2800" dirty="0"/>
          </a:p>
          <a:p>
            <a:r>
              <a:rPr lang="en-US" sz="3200" dirty="0"/>
              <a:t> Understand the meaning of rows and columns: tidy data</a:t>
            </a:r>
          </a:p>
        </p:txBody>
      </p:sp>
    </p:spTree>
    <p:extLst>
      <p:ext uri="{BB962C8B-B14F-4D97-AF65-F5344CB8AC3E}">
        <p14:creationId xmlns:p14="http://schemas.microsoft.com/office/powerpoint/2010/main" val="1402417741"/>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E1AA3D-CC1E-C74E-A634-995E791A2433}"/>
              </a:ext>
            </a:extLst>
          </p:cNvPr>
          <p:cNvSpPr>
            <a:spLocks noGrp="1"/>
          </p:cNvSpPr>
          <p:nvPr>
            <p:ph type="title"/>
          </p:nvPr>
        </p:nvSpPr>
        <p:spPr/>
        <p:txBody>
          <a:bodyPr/>
          <a:lstStyle/>
          <a:p>
            <a:r>
              <a:rPr lang="en-US" dirty="0"/>
              <a:t>Your Turn</a:t>
            </a:r>
          </a:p>
        </p:txBody>
      </p:sp>
      <p:sp>
        <p:nvSpPr>
          <p:cNvPr id="4" name="Text Placeholder 2">
            <a:extLst>
              <a:ext uri="{FF2B5EF4-FFF2-40B4-BE49-F238E27FC236}">
                <a16:creationId xmlns:a16="http://schemas.microsoft.com/office/drawing/2014/main" id="{1734C237-6C1D-984B-B621-30C30A05A4F4}"/>
              </a:ext>
            </a:extLst>
          </p:cNvPr>
          <p:cNvSpPr txBox="1">
            <a:spLocks/>
          </p:cNvSpPr>
          <p:nvPr/>
        </p:nvSpPr>
        <p:spPr>
          <a:xfrm>
            <a:off x="481263" y="1924493"/>
            <a:ext cx="11229474" cy="4933507"/>
          </a:xfrm>
          <a:prstGeom prst="rect">
            <a:avLst/>
          </a:prstGeom>
        </p:spPr>
        <p:txBody>
          <a:bodyPr vert="horz" lIns="45720" tIns="45720" rIns="45720" bIns="45720" rtlCol="0">
            <a:normAutofit fontScale="85000" lnSpcReduction="10000"/>
          </a:bodyPr>
          <a:lstStyle>
            <a:lvl1pPr marL="91440" indent="-91440" algn="l" defTabSz="914400" rtl="0" eaLnBrk="1" latinLnBrk="0" hangingPunct="1">
              <a:lnSpc>
                <a:spcPct val="90000"/>
              </a:lnSpc>
              <a:spcBef>
                <a:spcPts val="1200"/>
              </a:spcBef>
              <a:spcAft>
                <a:spcPts val="200"/>
              </a:spcAft>
              <a:buClr>
                <a:schemeClr val="accent1"/>
              </a:buClr>
              <a:buSzPct val="100000"/>
              <a:buFont typeface="Tw Cen MT" panose="020B0602020104020603" pitchFamily="34" charset="0"/>
              <a:buChar char=" "/>
              <a:defRPr sz="4800" kern="1200">
                <a:solidFill>
                  <a:schemeClr val="accent4">
                    <a:lumMod val="75000"/>
                  </a:schemeClr>
                </a:solidFill>
                <a:latin typeface="+mn-lt"/>
                <a:ea typeface="+mn-ea"/>
                <a:cs typeface="+mn-cs"/>
              </a:defRPr>
            </a:lvl1pPr>
            <a:lvl2pPr marL="265176" indent="-137160" algn="l" defTabSz="914400" rtl="0" eaLnBrk="1" latinLnBrk="0" hangingPunct="1">
              <a:lnSpc>
                <a:spcPct val="90000"/>
              </a:lnSpc>
              <a:spcBef>
                <a:spcPts val="200"/>
              </a:spcBef>
              <a:spcAft>
                <a:spcPts val="400"/>
              </a:spcAft>
              <a:buClr>
                <a:schemeClr val="accent1"/>
              </a:buClr>
              <a:buFont typeface="Wingdings 3" pitchFamily="18" charset="2"/>
              <a:buChar char=""/>
              <a:defRPr sz="2800" kern="1200">
                <a:solidFill>
                  <a:schemeClr val="tx1"/>
                </a:solidFill>
                <a:latin typeface="+mn-lt"/>
                <a:ea typeface="+mn-ea"/>
                <a:cs typeface="+mn-cs"/>
              </a:defRPr>
            </a:lvl2pPr>
            <a:lvl3pPr marL="448056" indent="-137160" algn="l" defTabSz="914400" rtl="0" eaLnBrk="1" latinLnBrk="0" hangingPunct="1">
              <a:lnSpc>
                <a:spcPct val="90000"/>
              </a:lnSpc>
              <a:spcBef>
                <a:spcPts val="200"/>
              </a:spcBef>
              <a:spcAft>
                <a:spcPts val="400"/>
              </a:spcAft>
              <a:buClr>
                <a:schemeClr val="accent1"/>
              </a:buClr>
              <a:buFont typeface="Wingdings 3" pitchFamily="18" charset="2"/>
              <a:buChar char=""/>
              <a:defRPr sz="2000" kern="1200">
                <a:solidFill>
                  <a:schemeClr val="tx1"/>
                </a:solidFill>
                <a:latin typeface="+mn-lt"/>
                <a:ea typeface="+mn-ea"/>
                <a:cs typeface="+mn-cs"/>
              </a:defRPr>
            </a:lvl3pPr>
            <a:lvl4pPr marL="594360" indent="-137160" algn="l" defTabSz="914400" rtl="0" eaLnBrk="1" latinLnBrk="0" hangingPunct="1">
              <a:lnSpc>
                <a:spcPct val="90000"/>
              </a:lnSpc>
              <a:spcBef>
                <a:spcPts val="200"/>
              </a:spcBef>
              <a:spcAft>
                <a:spcPts val="400"/>
              </a:spcAft>
              <a:buClr>
                <a:schemeClr val="accent1"/>
              </a:buClr>
              <a:buFont typeface="Wingdings 3" pitchFamily="18" charset="2"/>
              <a:buChar char=""/>
              <a:defRPr sz="2000" kern="1200">
                <a:solidFill>
                  <a:schemeClr val="tx1"/>
                </a:solidFill>
                <a:latin typeface="+mn-lt"/>
                <a:ea typeface="+mn-ea"/>
                <a:cs typeface="+mn-cs"/>
              </a:defRPr>
            </a:lvl4pPr>
            <a:lvl5pPr marL="777240" indent="-137160" algn="l" defTabSz="914400" rtl="0" eaLnBrk="1" latinLnBrk="0" hangingPunct="1">
              <a:lnSpc>
                <a:spcPct val="90000"/>
              </a:lnSpc>
              <a:spcBef>
                <a:spcPts val="200"/>
              </a:spcBef>
              <a:spcAft>
                <a:spcPts val="400"/>
              </a:spcAft>
              <a:buClr>
                <a:schemeClr val="accent1"/>
              </a:buClr>
              <a:buFont typeface="Wingdings 3" pitchFamily="18" charset="2"/>
              <a:buChar char=""/>
              <a:defRPr sz="2000" kern="1200">
                <a:solidFill>
                  <a:schemeClr val="tx1"/>
                </a:solidFill>
                <a:latin typeface="+mn-lt"/>
                <a:ea typeface="+mn-ea"/>
                <a:cs typeface="+mn-cs"/>
              </a:defRPr>
            </a:lvl5pPr>
            <a:lvl6pPr marL="914400"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6pPr>
            <a:lvl7pPr marL="1060704"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7pPr>
            <a:lvl8pPr marL="1216152"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8pPr>
            <a:lvl9pPr marL="1362456"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9pPr>
          </a:lstStyle>
          <a:p>
            <a:pPr marL="0" indent="0">
              <a:buNone/>
            </a:pPr>
            <a:r>
              <a:rPr lang="en-US" sz="4400" dirty="0"/>
              <a:t>Navigate back to the course website and download the “02- Data </a:t>
            </a:r>
            <a:r>
              <a:rPr lang="en-US" sz="4400" dirty="0" err="1"/>
              <a:t>Import.qmd</a:t>
            </a:r>
            <a:r>
              <a:rPr lang="en-US" sz="4400" dirty="0"/>
              <a:t>” file. Access that material (you may need to unzip the download) and </a:t>
            </a:r>
            <a:r>
              <a:rPr lang="en-US" sz="4400" dirty="0">
                <a:solidFill>
                  <a:schemeClr val="accent1"/>
                </a:solidFill>
              </a:rPr>
              <a:t>Upload</a:t>
            </a:r>
            <a:r>
              <a:rPr lang="en-US" sz="4400" dirty="0"/>
              <a:t> the numbered .</a:t>
            </a:r>
            <a:r>
              <a:rPr lang="en-US" sz="4400" dirty="0" err="1"/>
              <a:t>qmd</a:t>
            </a:r>
            <a:r>
              <a:rPr lang="en-US" sz="4400" dirty="0"/>
              <a:t> files into your </a:t>
            </a:r>
            <a:r>
              <a:rPr lang="en-US" sz="4400" dirty="0">
                <a:solidFill>
                  <a:schemeClr val="accent1"/>
                </a:solidFill>
              </a:rPr>
              <a:t>core</a:t>
            </a:r>
            <a:r>
              <a:rPr lang="en-US" sz="4400" dirty="0"/>
              <a:t> folder.</a:t>
            </a:r>
          </a:p>
          <a:p>
            <a:pPr marL="0" indent="0">
              <a:buNone/>
            </a:pPr>
            <a:r>
              <a:rPr lang="en-US" sz="4400" dirty="0"/>
              <a:t>Open the Quarto file: </a:t>
            </a:r>
          </a:p>
          <a:p>
            <a:pPr marL="0" indent="0">
              <a:buNone/>
            </a:pPr>
            <a:r>
              <a:rPr lang="en-US" sz="4400" dirty="0">
                <a:solidFill>
                  <a:srgbClr val="0070C0"/>
                </a:solidFill>
                <a:latin typeface="Monaco" charset="0"/>
                <a:ea typeface="Monaco" charset="0"/>
                <a:cs typeface="Monaco" charset="0"/>
              </a:rPr>
              <a:t>“02 – Data </a:t>
            </a:r>
            <a:r>
              <a:rPr lang="en-US" sz="4400" dirty="0" err="1">
                <a:solidFill>
                  <a:srgbClr val="0070C0"/>
                </a:solidFill>
                <a:latin typeface="Monaco" charset="0"/>
                <a:ea typeface="Monaco" charset="0"/>
                <a:cs typeface="Monaco" charset="0"/>
              </a:rPr>
              <a:t>Import.qmd</a:t>
            </a:r>
            <a:r>
              <a:rPr lang="en-US" sz="4400" dirty="0">
                <a:solidFill>
                  <a:srgbClr val="0070C0"/>
                </a:solidFill>
                <a:latin typeface="Monaco" charset="0"/>
                <a:ea typeface="Monaco" charset="0"/>
                <a:cs typeface="Monaco" charset="0"/>
              </a:rPr>
              <a:t>”</a:t>
            </a:r>
            <a:endParaRPr lang="en-US" sz="4400" dirty="0"/>
          </a:p>
          <a:p>
            <a:pPr marL="0" indent="0">
              <a:buFont typeface="Tw Cen MT" panose="020B0602020104020603" pitchFamily="34" charset="0"/>
              <a:buNone/>
            </a:pPr>
            <a:r>
              <a:rPr lang="en-US" sz="4400" dirty="0"/>
              <a:t>In the Editor pane, follow the instructions in the first 2 sections to complete the exercise. Stop when you see “Stop Here” and put up your sticky to signal that you are done.</a:t>
            </a:r>
          </a:p>
        </p:txBody>
      </p:sp>
    </p:spTree>
    <p:extLst>
      <p:ext uri="{BB962C8B-B14F-4D97-AF65-F5344CB8AC3E}">
        <p14:creationId xmlns:p14="http://schemas.microsoft.com/office/powerpoint/2010/main" val="3929708230"/>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screenshot of a computer&#10;&#10;Description automatically generated with medium confidence">
            <a:extLst>
              <a:ext uri="{FF2B5EF4-FFF2-40B4-BE49-F238E27FC236}">
                <a16:creationId xmlns:a16="http://schemas.microsoft.com/office/drawing/2014/main" id="{539D8E7A-E5C2-54BE-7E33-77DF35822513}"/>
              </a:ext>
            </a:extLst>
          </p:cNvPr>
          <p:cNvPicPr>
            <a:picLocks noChangeAspect="1"/>
          </p:cNvPicPr>
          <p:nvPr/>
        </p:nvPicPr>
        <p:blipFill>
          <a:blip r:embed="rId2"/>
          <a:stretch>
            <a:fillRect/>
          </a:stretch>
        </p:blipFill>
        <p:spPr>
          <a:xfrm>
            <a:off x="566425" y="0"/>
            <a:ext cx="11059149" cy="6858000"/>
          </a:xfrm>
          <a:prstGeom prst="rect">
            <a:avLst/>
          </a:prstGeom>
        </p:spPr>
      </p:pic>
      <p:cxnSp>
        <p:nvCxnSpPr>
          <p:cNvPr id="5" name="Straight Arrow Connector 4">
            <a:extLst>
              <a:ext uri="{FF2B5EF4-FFF2-40B4-BE49-F238E27FC236}">
                <a16:creationId xmlns:a16="http://schemas.microsoft.com/office/drawing/2014/main" id="{12A4429F-70D5-3020-BEF6-7F46EFC8D83B}"/>
              </a:ext>
            </a:extLst>
          </p:cNvPr>
          <p:cNvCxnSpPr>
            <a:cxnSpLocks/>
          </p:cNvCxnSpPr>
          <p:nvPr/>
        </p:nvCxnSpPr>
        <p:spPr>
          <a:xfrm flipH="1" flipV="1">
            <a:off x="7089522" y="1337083"/>
            <a:ext cx="566057" cy="381000"/>
          </a:xfrm>
          <a:prstGeom prst="straightConnector1">
            <a:avLst/>
          </a:prstGeom>
          <a:ln w="76200">
            <a:tailEnd type="triangle"/>
          </a:ln>
        </p:spPr>
        <p:style>
          <a:lnRef idx="1">
            <a:schemeClr val="accent1"/>
          </a:lnRef>
          <a:fillRef idx="0">
            <a:schemeClr val="accent1"/>
          </a:fillRef>
          <a:effectRef idx="0">
            <a:schemeClr val="accent1"/>
          </a:effectRef>
          <a:fontRef idx="minor">
            <a:schemeClr val="tx1"/>
          </a:fontRef>
        </p:style>
      </p:cxnSp>
      <p:sp>
        <p:nvSpPr>
          <p:cNvPr id="7" name="TextBox 6">
            <a:extLst>
              <a:ext uri="{FF2B5EF4-FFF2-40B4-BE49-F238E27FC236}">
                <a16:creationId xmlns:a16="http://schemas.microsoft.com/office/drawing/2014/main" id="{AD72737D-4EF2-C6B7-913E-C75BEBA76B32}"/>
              </a:ext>
            </a:extLst>
          </p:cNvPr>
          <p:cNvSpPr txBox="1"/>
          <p:nvPr/>
        </p:nvSpPr>
        <p:spPr>
          <a:xfrm>
            <a:off x="7699629" y="1527583"/>
            <a:ext cx="3940628" cy="461665"/>
          </a:xfrm>
          <a:prstGeom prst="rect">
            <a:avLst/>
          </a:prstGeom>
          <a:noFill/>
        </p:spPr>
        <p:txBody>
          <a:bodyPr wrap="square" rtlCol="0">
            <a:spAutoFit/>
          </a:bodyPr>
          <a:lstStyle/>
          <a:p>
            <a:r>
              <a:rPr lang="en-US" sz="2400" dirty="0"/>
              <a:t>Click on object in Environment</a:t>
            </a:r>
          </a:p>
        </p:txBody>
      </p:sp>
      <p:cxnSp>
        <p:nvCxnSpPr>
          <p:cNvPr id="8" name="Straight Arrow Connector 7">
            <a:extLst>
              <a:ext uri="{FF2B5EF4-FFF2-40B4-BE49-F238E27FC236}">
                <a16:creationId xmlns:a16="http://schemas.microsoft.com/office/drawing/2014/main" id="{5159FBE4-0C55-9B66-3EA2-20FE31655833}"/>
              </a:ext>
            </a:extLst>
          </p:cNvPr>
          <p:cNvCxnSpPr>
            <a:cxnSpLocks/>
          </p:cNvCxnSpPr>
          <p:nvPr/>
        </p:nvCxnSpPr>
        <p:spPr>
          <a:xfrm flipH="1">
            <a:off x="2149929" y="579863"/>
            <a:ext cx="292188" cy="294475"/>
          </a:xfrm>
          <a:prstGeom prst="straightConnector1">
            <a:avLst/>
          </a:prstGeom>
          <a:ln w="76200">
            <a:tailEnd type="triangle"/>
          </a:ln>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49C1DEA7-CDE0-17C0-B847-8DD1D32E5ACF}"/>
              </a:ext>
            </a:extLst>
          </p:cNvPr>
          <p:cNvSpPr txBox="1"/>
          <p:nvPr/>
        </p:nvSpPr>
        <p:spPr>
          <a:xfrm>
            <a:off x="2442117" y="283824"/>
            <a:ext cx="4463142" cy="461665"/>
          </a:xfrm>
          <a:prstGeom prst="rect">
            <a:avLst/>
          </a:prstGeom>
          <a:noFill/>
        </p:spPr>
        <p:txBody>
          <a:bodyPr wrap="square" rtlCol="0">
            <a:spAutoFit/>
          </a:bodyPr>
          <a:lstStyle/>
          <a:p>
            <a:r>
              <a:rPr lang="en-US" sz="2400" dirty="0"/>
              <a:t>Can sort by clicking on variable</a:t>
            </a:r>
          </a:p>
        </p:txBody>
      </p:sp>
      <p:sp>
        <p:nvSpPr>
          <p:cNvPr id="12" name="Oval 11">
            <a:extLst>
              <a:ext uri="{FF2B5EF4-FFF2-40B4-BE49-F238E27FC236}">
                <a16:creationId xmlns:a16="http://schemas.microsoft.com/office/drawing/2014/main" id="{845C41E8-19A6-D295-D33F-1D94238F3B18}"/>
              </a:ext>
            </a:extLst>
          </p:cNvPr>
          <p:cNvSpPr/>
          <p:nvPr/>
        </p:nvSpPr>
        <p:spPr>
          <a:xfrm>
            <a:off x="272143" y="6340929"/>
            <a:ext cx="1676400" cy="424543"/>
          </a:xfrm>
          <a:prstGeom prst="ellipse">
            <a:avLst/>
          </a:prstGeom>
          <a:noFill/>
          <a:ln w="7620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90EE9A07-008A-77BE-B92D-9F6315115CE0}"/>
              </a:ext>
            </a:extLst>
          </p:cNvPr>
          <p:cNvSpPr txBox="1"/>
          <p:nvPr/>
        </p:nvSpPr>
        <p:spPr>
          <a:xfrm>
            <a:off x="1948543" y="6340929"/>
            <a:ext cx="4463142" cy="461665"/>
          </a:xfrm>
          <a:prstGeom prst="rect">
            <a:avLst/>
          </a:prstGeom>
          <a:noFill/>
        </p:spPr>
        <p:txBody>
          <a:bodyPr wrap="square" rtlCol="0">
            <a:spAutoFit/>
          </a:bodyPr>
          <a:lstStyle/>
          <a:p>
            <a:r>
              <a:rPr lang="en-US" sz="2400" dirty="0"/>
              <a:t>Can open up viewer from console</a:t>
            </a:r>
          </a:p>
        </p:txBody>
      </p:sp>
    </p:spTree>
    <p:extLst>
      <p:ext uri="{BB962C8B-B14F-4D97-AF65-F5344CB8AC3E}">
        <p14:creationId xmlns:p14="http://schemas.microsoft.com/office/powerpoint/2010/main" val="2479382200"/>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descr="A screenshot of a computer&#10;&#10;Description automatically generated">
            <a:extLst>
              <a:ext uri="{FF2B5EF4-FFF2-40B4-BE49-F238E27FC236}">
                <a16:creationId xmlns:a16="http://schemas.microsoft.com/office/drawing/2014/main" id="{9895C609-6379-0ABA-3132-5B2A109D5C70}"/>
              </a:ext>
            </a:extLst>
          </p:cNvPr>
          <p:cNvPicPr>
            <a:picLocks noChangeAspect="1"/>
          </p:cNvPicPr>
          <p:nvPr/>
        </p:nvPicPr>
        <p:blipFill>
          <a:blip r:embed="rId2"/>
          <a:stretch>
            <a:fillRect/>
          </a:stretch>
        </p:blipFill>
        <p:spPr>
          <a:xfrm>
            <a:off x="1241728" y="0"/>
            <a:ext cx="9519108" cy="6724185"/>
          </a:xfrm>
          <a:prstGeom prst="rect">
            <a:avLst/>
          </a:prstGeom>
        </p:spPr>
      </p:pic>
      <p:cxnSp>
        <p:nvCxnSpPr>
          <p:cNvPr id="4" name="Straight Arrow Connector 3">
            <a:extLst>
              <a:ext uri="{FF2B5EF4-FFF2-40B4-BE49-F238E27FC236}">
                <a16:creationId xmlns:a16="http://schemas.microsoft.com/office/drawing/2014/main" id="{0040B11C-3F9C-E94D-9B0E-46A91593FE0A}"/>
              </a:ext>
            </a:extLst>
          </p:cNvPr>
          <p:cNvCxnSpPr>
            <a:cxnSpLocks/>
            <a:stCxn id="5" idx="1"/>
          </p:cNvCxnSpPr>
          <p:nvPr/>
        </p:nvCxnSpPr>
        <p:spPr>
          <a:xfrm flipH="1">
            <a:off x="2895600" y="626741"/>
            <a:ext cx="1458088" cy="361398"/>
          </a:xfrm>
          <a:prstGeom prst="straightConnector1">
            <a:avLst/>
          </a:prstGeom>
          <a:ln w="76200">
            <a:tailEnd type="triangle"/>
          </a:ln>
        </p:spPr>
        <p:style>
          <a:lnRef idx="1">
            <a:schemeClr val="accent1"/>
          </a:lnRef>
          <a:fillRef idx="0">
            <a:schemeClr val="accent1"/>
          </a:fillRef>
          <a:effectRef idx="0">
            <a:schemeClr val="accent1"/>
          </a:effectRef>
          <a:fontRef idx="minor">
            <a:schemeClr val="tx1"/>
          </a:fontRef>
        </p:style>
      </p:cxnSp>
      <p:sp>
        <p:nvSpPr>
          <p:cNvPr id="5" name="TextBox 4">
            <a:extLst>
              <a:ext uri="{FF2B5EF4-FFF2-40B4-BE49-F238E27FC236}">
                <a16:creationId xmlns:a16="http://schemas.microsoft.com/office/drawing/2014/main" id="{D7F9DD9D-50D8-335D-B2AE-F515ED404AE6}"/>
              </a:ext>
            </a:extLst>
          </p:cNvPr>
          <p:cNvSpPr txBox="1"/>
          <p:nvPr/>
        </p:nvSpPr>
        <p:spPr>
          <a:xfrm>
            <a:off x="4353688" y="395908"/>
            <a:ext cx="4463142" cy="461665"/>
          </a:xfrm>
          <a:prstGeom prst="rect">
            <a:avLst/>
          </a:prstGeom>
          <a:noFill/>
        </p:spPr>
        <p:txBody>
          <a:bodyPr wrap="square" rtlCol="0">
            <a:spAutoFit/>
          </a:bodyPr>
          <a:lstStyle/>
          <a:p>
            <a:r>
              <a:rPr lang="en-US" sz="2400" dirty="0"/>
              <a:t>Filter can search variables</a:t>
            </a:r>
          </a:p>
        </p:txBody>
      </p:sp>
      <p:cxnSp>
        <p:nvCxnSpPr>
          <p:cNvPr id="6" name="Straight Arrow Connector 5">
            <a:extLst>
              <a:ext uri="{FF2B5EF4-FFF2-40B4-BE49-F238E27FC236}">
                <a16:creationId xmlns:a16="http://schemas.microsoft.com/office/drawing/2014/main" id="{026578AD-F3BA-C08F-0336-5A641278F2BE}"/>
              </a:ext>
            </a:extLst>
          </p:cNvPr>
          <p:cNvCxnSpPr>
            <a:cxnSpLocks/>
          </p:cNvCxnSpPr>
          <p:nvPr/>
        </p:nvCxnSpPr>
        <p:spPr>
          <a:xfrm>
            <a:off x="7672039" y="807439"/>
            <a:ext cx="322658" cy="491556"/>
          </a:xfrm>
          <a:prstGeom prst="straightConnector1">
            <a:avLst/>
          </a:prstGeom>
          <a:ln w="76200">
            <a:tailEnd type="triangle"/>
          </a:ln>
        </p:spPr>
        <p:style>
          <a:lnRef idx="1">
            <a:schemeClr val="accent1"/>
          </a:lnRef>
          <a:fillRef idx="0">
            <a:schemeClr val="accent1"/>
          </a:fillRef>
          <a:effectRef idx="0">
            <a:schemeClr val="accent1"/>
          </a:effectRef>
          <a:fontRef idx="minor">
            <a:schemeClr val="tx1"/>
          </a:fontRef>
        </p:style>
      </p:cxnSp>
      <p:cxnSp>
        <p:nvCxnSpPr>
          <p:cNvPr id="8" name="Straight Arrow Connector 7">
            <a:extLst>
              <a:ext uri="{FF2B5EF4-FFF2-40B4-BE49-F238E27FC236}">
                <a16:creationId xmlns:a16="http://schemas.microsoft.com/office/drawing/2014/main" id="{A551F0AF-C7FD-E883-1DB9-8DB0DE00C0B5}"/>
              </a:ext>
            </a:extLst>
          </p:cNvPr>
          <p:cNvCxnSpPr>
            <a:cxnSpLocks/>
          </p:cNvCxnSpPr>
          <p:nvPr/>
        </p:nvCxnSpPr>
        <p:spPr>
          <a:xfrm flipH="1" flipV="1">
            <a:off x="2694215" y="5719680"/>
            <a:ext cx="402770" cy="411632"/>
          </a:xfrm>
          <a:prstGeom prst="straightConnector1">
            <a:avLst/>
          </a:prstGeom>
          <a:ln w="76200">
            <a:tailEnd type="triangle"/>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06F4E252-50B8-5D30-17A1-296E958A4A2B}"/>
              </a:ext>
            </a:extLst>
          </p:cNvPr>
          <p:cNvSpPr txBox="1"/>
          <p:nvPr/>
        </p:nvSpPr>
        <p:spPr>
          <a:xfrm>
            <a:off x="3208897" y="5900479"/>
            <a:ext cx="4463142" cy="461665"/>
          </a:xfrm>
          <a:prstGeom prst="rect">
            <a:avLst/>
          </a:prstGeom>
          <a:noFill/>
        </p:spPr>
        <p:txBody>
          <a:bodyPr wrap="square" rtlCol="0">
            <a:spAutoFit/>
          </a:bodyPr>
          <a:lstStyle/>
          <a:p>
            <a:r>
              <a:rPr lang="en-US" sz="2400" dirty="0"/>
              <a:t>Shows rows meeting criteria</a:t>
            </a:r>
          </a:p>
        </p:txBody>
      </p:sp>
    </p:spTree>
    <p:extLst>
      <p:ext uri="{BB962C8B-B14F-4D97-AF65-F5344CB8AC3E}">
        <p14:creationId xmlns:p14="http://schemas.microsoft.com/office/powerpoint/2010/main" val="3503859868"/>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C124C05-E0F4-2485-2E23-BC8CCA7AEEFA}"/>
              </a:ext>
            </a:extLst>
          </p:cNvPr>
          <p:cNvSpPr>
            <a:spLocks noGrp="1"/>
          </p:cNvSpPr>
          <p:nvPr>
            <p:ph type="title"/>
          </p:nvPr>
        </p:nvSpPr>
        <p:spPr/>
        <p:txBody>
          <a:bodyPr/>
          <a:lstStyle/>
          <a:p>
            <a:r>
              <a:rPr lang="en-US" dirty="0"/>
              <a:t>Best Practice: Always Inspect your Raw Data</a:t>
            </a:r>
          </a:p>
        </p:txBody>
      </p:sp>
      <p:sp>
        <p:nvSpPr>
          <p:cNvPr id="3" name="Content Placeholder 2">
            <a:extLst>
              <a:ext uri="{FF2B5EF4-FFF2-40B4-BE49-F238E27FC236}">
                <a16:creationId xmlns:a16="http://schemas.microsoft.com/office/drawing/2014/main" id="{5D39509D-9E6E-4870-A33B-1013FA4031D4}"/>
              </a:ext>
            </a:extLst>
          </p:cNvPr>
          <p:cNvSpPr>
            <a:spLocks noGrp="1"/>
          </p:cNvSpPr>
          <p:nvPr>
            <p:ph idx="1"/>
          </p:nvPr>
        </p:nvSpPr>
        <p:spPr>
          <a:xfrm>
            <a:off x="1024128" y="2286000"/>
            <a:ext cx="9720073" cy="4572000"/>
          </a:xfrm>
        </p:spPr>
        <p:txBody>
          <a:bodyPr>
            <a:normAutofit/>
          </a:bodyPr>
          <a:lstStyle/>
          <a:p>
            <a:r>
              <a:rPr lang="en-US" sz="3200" dirty="0"/>
              <a:t> Inspect for any missing data</a:t>
            </a:r>
          </a:p>
          <a:p>
            <a:pPr lvl="1"/>
            <a:r>
              <a:rPr lang="en-US" sz="2800" dirty="0"/>
              <a:t> How is missing data represented? Blanks, NULLs (SQL), NAs (R), -1?</a:t>
            </a:r>
          </a:p>
          <a:p>
            <a:pPr lvl="1"/>
            <a:r>
              <a:rPr lang="en-US" sz="2800" dirty="0"/>
              <a:t> Programming languages provide functions that perform a summary of the data set</a:t>
            </a:r>
          </a:p>
          <a:p>
            <a:r>
              <a:rPr lang="en-US" sz="3200" dirty="0"/>
              <a:t> If applicable, sort data column by column</a:t>
            </a:r>
          </a:p>
          <a:p>
            <a:pPr lvl="1"/>
            <a:r>
              <a:rPr lang="en-US" sz="2800" dirty="0"/>
              <a:t> Most helpful if each column = specific field or data element </a:t>
            </a:r>
          </a:p>
          <a:p>
            <a:pPr lvl="1"/>
            <a:r>
              <a:rPr lang="en-US" sz="2800" dirty="0"/>
              <a:t> Helpful to see the “lowest” and “highest” values by column</a:t>
            </a:r>
          </a:p>
          <a:p>
            <a:pPr lvl="1"/>
            <a:r>
              <a:rPr lang="en-US" sz="2800" dirty="0"/>
              <a:t> </a:t>
            </a:r>
            <a:r>
              <a:rPr lang="en-US" sz="2800" i="1" dirty="0"/>
              <a:t>Can identify unexpected data types </a:t>
            </a:r>
          </a:p>
        </p:txBody>
      </p:sp>
    </p:spTree>
    <p:extLst>
      <p:ext uri="{BB962C8B-B14F-4D97-AF65-F5344CB8AC3E}">
        <p14:creationId xmlns:p14="http://schemas.microsoft.com/office/powerpoint/2010/main" val="548893995"/>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2.1 Why Use a Programmatic Tool?</a:t>
            </a: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From Cells to Operations</a:t>
            </a:r>
          </a:p>
        </p:txBody>
      </p:sp>
      <p:sp>
        <p:nvSpPr>
          <p:cNvPr id="3" name="Content Placeholder 2"/>
          <p:cNvSpPr>
            <a:spLocks noGrp="1"/>
          </p:cNvSpPr>
          <p:nvPr>
            <p:ph idx="1"/>
          </p:nvPr>
        </p:nvSpPr>
        <p:spPr/>
        <p:txBody>
          <a:bodyPr>
            <a:normAutofit/>
          </a:bodyPr>
          <a:lstStyle/>
          <a:p>
            <a:r>
              <a:rPr lang="en-US" dirty="0"/>
              <a:t>A spreadsheet asks: </a:t>
            </a:r>
            <a:r>
              <a:rPr lang="en-US" i="1" dirty="0"/>
              <a:t>what value goes in this cell?</a:t>
            </a:r>
          </a:p>
          <a:p>
            <a:r>
              <a:rPr lang="en-US" dirty="0"/>
              <a:t>A script asks: </a:t>
            </a:r>
            <a:r>
              <a:rPr lang="en-US" i="1" dirty="0"/>
              <a:t>what operation transforms this whole dataset?</a:t>
            </a:r>
          </a:p>
          <a:p>
            <a:r>
              <a:rPr lang="en-US" dirty="0"/>
              <a:t>That shift — from individual cells to systematic operations — is the mental model this entire course is built on</a:t>
            </a:r>
          </a:p>
          <a:p>
            <a:pPr marL="0" indent="0">
              <a:buNone/>
            </a:pPr>
            <a:r>
              <a:rPr lang="en-US" i="1" dirty="0"/>
              <a:t>You are no longer editing values. You are describing a process.</a:t>
            </a:r>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Why It Matters: Reproducibility, Auditability, Scale</a:t>
            </a:r>
          </a:p>
        </p:txBody>
      </p:sp>
      <p:sp>
        <p:nvSpPr>
          <p:cNvPr id="3" name="Content Placeholder 2"/>
          <p:cNvSpPr>
            <a:spLocks noGrp="1"/>
          </p:cNvSpPr>
          <p:nvPr>
            <p:ph idx="1"/>
          </p:nvPr>
        </p:nvSpPr>
        <p:spPr/>
        <p:txBody>
          <a:bodyPr>
            <a:normAutofit/>
          </a:bodyPr>
          <a:lstStyle/>
          <a:p>
            <a:pPr marL="0" indent="0">
              <a:buNone/>
            </a:pPr>
            <a:r>
              <a:rPr lang="en-US" i="1" dirty="0"/>
              <a:t>A spreadsheet remembers your last click. A script remembers your entire reasoning.</a:t>
            </a:r>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What This Looks Like in Practice</a:t>
            </a:r>
          </a:p>
        </p:txBody>
      </p:sp>
      <p:graphicFrame>
        <p:nvGraphicFramePr>
          <p:cNvPr id="3" name="Table 2"/>
          <p:cNvGraphicFramePr>
            <a:graphicFrameLocks noGrp="1"/>
          </p:cNvGraphicFramePr>
          <p:nvPr/>
        </p:nvGraphicFramePr>
        <p:xfrm>
          <a:off x="846000" y="1700000"/>
          <a:ext cx="10500600" cy="2250000"/>
        </p:xfrm>
        <a:graphic>
          <a:graphicData uri="http://schemas.openxmlformats.org/drawingml/2006/table">
            <a:tbl>
              <a:tblPr firstRow="1" bandRow="1">
                <a:tableStyleId>{5C22544A-7EE6-4342-B048-85BDC9FD1C3A}</a:tableStyleId>
              </a:tblPr>
              <a:tblGrid>
                <a:gridCol w="3500200">
                  <a:extLst>
                    <a:ext uri="{9D8B030D-6E8A-4147-A177-3AD203B41FA5}">
                      <a16:colId xmlns:a16="http://schemas.microsoft.com/office/drawing/2014/main" val="20000"/>
                    </a:ext>
                  </a:extLst>
                </a:gridCol>
                <a:gridCol w="3500200">
                  <a:extLst>
                    <a:ext uri="{9D8B030D-6E8A-4147-A177-3AD203B41FA5}">
                      <a16:colId xmlns:a16="http://schemas.microsoft.com/office/drawing/2014/main" val="20001"/>
                    </a:ext>
                  </a:extLst>
                </a:gridCol>
                <a:gridCol w="3500200">
                  <a:extLst>
                    <a:ext uri="{9D8B030D-6E8A-4147-A177-3AD203B41FA5}">
                      <a16:colId xmlns:a16="http://schemas.microsoft.com/office/drawing/2014/main" val="20002"/>
                    </a:ext>
                  </a:extLst>
                </a:gridCol>
              </a:tblGrid>
              <a:tr h="450000">
                <a:tc>
                  <a:txBody>
                    <a:bodyPr/>
                    <a:lstStyle/>
                    <a:p>
                      <a:endParaRPr/>
                    </a:p>
                  </a:txBody>
                  <a:tcPr/>
                </a:tc>
                <a:tc>
                  <a:txBody>
                    <a:bodyPr/>
                    <a:lstStyle/>
                    <a:p>
                      <a:r>
                        <a:rPr lang="en-US" sz="1500" b="1" dirty="0"/>
                        <a:t>Spreadsheet</a:t>
                      </a:r>
                    </a:p>
                  </a:txBody>
                  <a:tcPr/>
                </a:tc>
                <a:tc>
                  <a:txBody>
                    <a:bodyPr/>
                    <a:lstStyle/>
                    <a:p>
                      <a:r>
                        <a:rPr lang="en-US" sz="1500" b="1" dirty="0"/>
                        <a:t>Script</a:t>
                      </a:r>
                    </a:p>
                  </a:txBody>
                  <a:tcPr/>
                </a:tc>
                <a:extLst>
                  <a:ext uri="{0D108BD9-81ED-4DB2-BD59-A6C34878D82A}">
                    <a16:rowId xmlns:a16="http://schemas.microsoft.com/office/drawing/2014/main" val="10000"/>
                  </a:ext>
                </a:extLst>
              </a:tr>
              <a:tr h="450000">
                <a:tc>
                  <a:txBody>
                    <a:bodyPr/>
                    <a:lstStyle/>
                    <a:p>
                      <a:r>
                        <a:rPr lang="en-US" sz="1500" b="0" dirty="0"/>
                        <a:t>Repeat an analysis next month</a:t>
                      </a:r>
                    </a:p>
                  </a:txBody>
                  <a:tcPr/>
                </a:tc>
                <a:tc>
                  <a:txBody>
                    <a:bodyPr/>
                    <a:lstStyle/>
                    <a:p>
                      <a:r>
                        <a:rPr lang="en-US" sz="1500" b="0" dirty="0"/>
                        <a:t>Redo every click</a:t>
                      </a:r>
                    </a:p>
                  </a:txBody>
                  <a:tcPr/>
                </a:tc>
                <a:tc>
                  <a:txBody>
                    <a:bodyPr/>
                    <a:lstStyle/>
                    <a:p>
                      <a:r>
                        <a:rPr lang="en-US" sz="1500" b="0" dirty="0"/>
                        <a:t>Re-run the file</a:t>
                      </a:r>
                    </a:p>
                  </a:txBody>
                  <a:tcPr/>
                </a:tc>
                <a:extLst>
                  <a:ext uri="{0D108BD9-81ED-4DB2-BD59-A6C34878D82A}">
                    <a16:rowId xmlns:a16="http://schemas.microsoft.com/office/drawing/2014/main" val="10001"/>
                  </a:ext>
                </a:extLst>
              </a:tr>
              <a:tr h="450000">
                <a:tc>
                  <a:txBody>
                    <a:bodyPr/>
                    <a:lstStyle/>
                    <a:p>
                      <a:r>
                        <a:rPr lang="en-US" sz="1500" b="0" dirty="0"/>
                        <a:t>Explain what you did</a:t>
                      </a:r>
                    </a:p>
                  </a:txBody>
                  <a:tcPr/>
                </a:tc>
                <a:tc>
                  <a:txBody>
                    <a:bodyPr/>
                    <a:lstStyle/>
                    <a:p>
                      <a:r>
                        <a:rPr lang="en-US" sz="1500" b="0" dirty="0"/>
                        <a:t>Try to recall</a:t>
                      </a:r>
                    </a:p>
                  </a:txBody>
                  <a:tcPr/>
                </a:tc>
                <a:tc>
                  <a:txBody>
                    <a:bodyPr/>
                    <a:lstStyle/>
                    <a:p>
                      <a:r>
                        <a:rPr lang="en-US" sz="1500" b="0" dirty="0"/>
                        <a:t>Read the code</a:t>
                      </a:r>
                    </a:p>
                  </a:txBody>
                  <a:tcPr/>
                </a:tc>
                <a:extLst>
                  <a:ext uri="{0D108BD9-81ED-4DB2-BD59-A6C34878D82A}">
                    <a16:rowId xmlns:a16="http://schemas.microsoft.com/office/drawing/2014/main" val="10002"/>
                  </a:ext>
                </a:extLst>
              </a:tr>
              <a:tr h="450000">
                <a:tc>
                  <a:txBody>
                    <a:bodyPr/>
                    <a:lstStyle/>
                    <a:p>
                      <a:r>
                        <a:rPr lang="en-US" sz="1500" b="0" dirty="0"/>
                        <a:t>Catch a mistake</a:t>
                      </a:r>
                    </a:p>
                  </a:txBody>
                  <a:tcPr/>
                </a:tc>
                <a:tc>
                  <a:txBody>
                    <a:bodyPr/>
                    <a:lstStyle/>
                    <a:p>
                      <a:r>
                        <a:rPr lang="en-US" sz="1500" b="0" dirty="0"/>
                        <a:t>Hope someone notices</a:t>
                      </a:r>
                    </a:p>
                  </a:txBody>
                  <a:tcPr/>
                </a:tc>
                <a:tc>
                  <a:txBody>
                    <a:bodyPr/>
                    <a:lstStyle/>
                    <a:p>
                      <a:r>
                        <a:rPr lang="en-US" sz="1500" b="0" dirty="0"/>
                        <a:t>Re-run and compare</a:t>
                      </a:r>
                    </a:p>
                  </a:txBody>
                  <a:tcPr/>
                </a:tc>
                <a:extLst>
                  <a:ext uri="{0D108BD9-81ED-4DB2-BD59-A6C34878D82A}">
                    <a16:rowId xmlns:a16="http://schemas.microsoft.com/office/drawing/2014/main" val="10003"/>
                  </a:ext>
                </a:extLst>
              </a:tr>
              <a:tr h="450000">
                <a:tc>
                  <a:txBody>
                    <a:bodyPr/>
                    <a:lstStyle/>
                    <a:p>
                      <a:r>
                        <a:rPr lang="en-US" sz="1500" b="0" dirty="0"/>
                        <a:t>Hand off to a colleague</a:t>
                      </a:r>
                    </a:p>
                  </a:txBody>
                  <a:tcPr/>
                </a:tc>
                <a:tc>
                  <a:txBody>
                    <a:bodyPr/>
                    <a:lstStyle/>
                    <a:p>
                      <a:r>
                        <a:rPr lang="en-US" sz="1500" b="0" dirty="0"/>
                        <a:t>Walk them through it live</a:t>
                      </a:r>
                    </a:p>
                  </a:txBody>
                  <a:tcPr/>
                </a:tc>
                <a:tc>
                  <a:txBody>
                    <a:bodyPr/>
                    <a:lstStyle/>
                    <a:p>
                      <a:r>
                        <a:rPr lang="en-US" sz="1500" b="0" dirty="0"/>
                        <a:t>Send the file</a:t>
                      </a:r>
                    </a:p>
                  </a:txBody>
                  <a:tcPr/>
                </a:tc>
                <a:extLst>
                  <a:ext uri="{0D108BD9-81ED-4DB2-BD59-A6C34878D82A}">
                    <a16:rowId xmlns:a16="http://schemas.microsoft.com/office/drawing/2014/main" val="10004"/>
                  </a:ext>
                </a:extLst>
              </a:tr>
            </a:tbl>
          </a:graphicData>
        </a:graphic>
      </p:graphicFrame>
      <p:sp>
        <p:nvSpPr>
          <p:cNvPr id="4" name="Notes"/>
          <p:cNvSpPr txBox="1"/>
          <p:nvPr/>
        </p:nvSpPr>
        <p:spPr>
          <a:xfrm>
            <a:off x="846000" y="4300000"/>
            <a:ext cx="10500600" cy="1800000"/>
          </a:xfrm>
          <a:prstGeom prst="rect">
            <a:avLst/>
          </a:prstGeom>
          <a:noFill/>
        </p:spPr>
        <p:txBody>
          <a:bodyPr wrap="square" rtlCol="0">
            <a:normAutofit/>
          </a:bodyPr>
          <a:lstStyle/>
          <a:p>
            <a:pPr marL="285750" indent="-285750">
              <a:buFont typeface="Arial" pitchFamily="34" charset="0"/>
              <a:buChar char="•"/>
            </a:pPr>
            <a:r>
              <a:rPr lang="en-US" sz="1500" dirty="0"/>
              <a:t>None of this requires you to be a "programmer" — it requires you to write down what you did.</a:t>
            </a: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lang="en-US" dirty="0"/>
              <a:t>Check-in 2A: RStudio Orientation (8 minutes)</a:t>
            </a:r>
          </a:p>
        </p:txBody>
      </p:sp>
      <p:sp>
        <p:nvSpPr>
          <p:cNvPr id="4" name="Text Placeholder 3"/>
          <p:cNvSpPr>
            <a:spLocks noGrp="1"/>
          </p:cNvSpPr>
          <p:nvPr>
            <p:ph type="body" sz="quarter" idx="13"/>
          </p:nvPr>
        </p:nvSpPr>
        <p:spPr/>
        <p:txBody>
          <a:bodyPr>
            <a:normAutofit fontScale="67500" lnSpcReduction="20000"/>
          </a:bodyPr>
          <a:lstStyle/>
          <a:p>
            <a:pPr>
              <a:buFont typeface="Wingdings" pitchFamily="2" charset="2"/>
              <a:buChar char="§"/>
            </a:pPr>
            <a:r>
              <a:rPr lang="en-US" dirty="0"/>
              <a:t>Open the course .Rproj file from your file system</a:t>
            </a:r>
          </a:p>
          <a:p>
            <a:pPr>
              <a:buFont typeface="Wingdings" pitchFamily="2" charset="2"/>
              <a:buChar char="§"/>
            </a:pPr>
            <a:r>
              <a:rPr lang="en-US" dirty="0"/>
              <a:t>In the </a:t>
            </a:r>
            <a:r>
              <a:rPr lang="en-US" b="1" dirty="0"/>
              <a:t>Console</a:t>
            </a:r>
            <a:r>
              <a:rPr lang="en-US" dirty="0"/>
              <a:t>, type 1 + 1 and press Enter — confirm you see [1] 2</a:t>
            </a:r>
          </a:p>
          <a:p>
            <a:pPr>
              <a:buFont typeface="Wingdings" pitchFamily="2" charset="2"/>
              <a:buChar char="§"/>
            </a:pPr>
            <a:r>
              <a:rPr lang="en-US" dirty="0"/>
              <a:t>Return to module_2_exercises.qmd, run the setup chunk</a:t>
            </a:r>
          </a:p>
          <a:p>
            <a:pPr>
              <a:buFont typeface="Wingdings" pitchFamily="2" charset="2"/>
              <a:buChar char="§"/>
            </a:pPr>
            <a:r>
              <a:rPr lang="en-US" dirty="0"/>
              <a:t>Fill in the RStudio Panes table and answer three written questions in the exercise file.</a:t>
            </a:r>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2.2 R Basics: Objects, Functions, and Packages</a:t>
            </a: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The RStudio Interface, at a Glance</a:t>
            </a:r>
          </a:p>
        </p:txBody>
      </p:sp>
      <p:pic>
        <p:nvPicPr>
          <p:cNvPr id="3" name="Diagram"/>
          <p:cNvPicPr>
            <a:picLocks noChangeAspect="1"/>
          </p:cNvPicPr>
          <p:nvPr/>
        </p:nvPicPr>
        <p:blipFill>
          <a:blip r:embed="rId2"/>
          <a:stretch>
            <a:fillRect/>
          </a:stretch>
        </p:blipFill>
        <p:spPr>
          <a:xfrm>
            <a:off x="1646000" y="1200000"/>
            <a:ext cx="9000000" cy="5039000"/>
          </a:xfrm>
          <a:prstGeom prst="rect">
            <a:avLst/>
          </a:prstGeom>
        </p:spPr>
      </p:pic>
      <p:sp>
        <p:nvSpPr>
          <p:cNvPr id="4" name="Caption"/>
          <p:cNvSpPr txBox="1"/>
          <p:nvPr/>
        </p:nvSpPr>
        <p:spPr>
          <a:xfrm>
            <a:off x="846000" y="6100000"/>
            <a:ext cx="10500000" cy="500000"/>
          </a:xfrm>
          <a:prstGeom prst="rect">
            <a:avLst/>
          </a:prstGeom>
          <a:noFill/>
        </p:spPr>
        <p:txBody>
          <a:bodyPr wrap="square" rtlCol="0">
            <a:normAutofit/>
          </a:bodyPr>
          <a:lstStyle/>
          <a:p>
            <a:pPr algn="ctr"/>
            <a:r>
              <a:rPr lang="en-US" i="1" dirty="0"/>
              <a:t>Source writes, Console runs, Environment remembers, Files/Plots/Help supports.</a:t>
            </a: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Objects: Naming a Result So You Can Reuse It</a:t>
            </a:r>
          </a:p>
        </p:txBody>
      </p:sp>
      <p:sp>
        <p:nvSpPr>
          <p:cNvPr id="3" name="Content Placeholder 2"/>
          <p:cNvSpPr>
            <a:spLocks noGrp="1"/>
          </p:cNvSpPr>
          <p:nvPr>
            <p:ph idx="1"/>
          </p:nvPr>
        </p:nvSpPr>
        <p:spPr/>
        <p:txBody>
          <a:bodyPr>
            <a:normAutofit fontScale="92500" lnSpcReduction="20000"/>
          </a:bodyPr>
          <a:lstStyle/>
          <a:p>
            <a:r>
              <a:rPr lang="en-US" dirty="0"/>
              <a:t>&lt;- assigns a value to a name — chem &lt;- read_csv(...) means "call this result chem"</a:t>
            </a:r>
          </a:p>
          <a:p>
            <a:r>
              <a:rPr lang="en-US" dirty="0"/>
              <a:t>Once assigned, an object shows up in the Environment pane and can be reused in any later chunk</a:t>
            </a:r>
          </a:p>
          <a:p>
            <a:r>
              <a:rPr lang="en-US" dirty="0"/>
              <a:t>Assignment is how a script remembers — a spreadsheet has no equivalent concept</a:t>
            </a:r>
          </a:p>
          <a:p>
            <a:pPr marL="0" indent="0">
              <a:buNone/>
            </a:pPr>
            <a:r>
              <a:rPr lang="en-US" dirty="0">
                <a:latin typeface="Courier New" pitchFamily="34" charset="0"/>
              </a:rPr>
              <a:t>chem &lt;- read_csv("data/chem_data.csv")</a:t>
            </a:r>
          </a:p>
          <a:p>
            <a:pPr marL="0" indent="0">
              <a:buNone/>
            </a:pPr>
            <a:r>
              <a:rPr lang="en-US" i="1" dirty="0"/>
              <a:t>Every object is a named, reusable answer to a question you already asked.</a:t>
            </a:r>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Functions: Verbs That Act on Objects</a:t>
            </a:r>
          </a:p>
        </p:txBody>
      </p:sp>
      <p:sp>
        <p:nvSpPr>
          <p:cNvPr id="3" name="Content Placeholder 2"/>
          <p:cNvSpPr>
            <a:spLocks noGrp="1"/>
          </p:cNvSpPr>
          <p:nvPr>
            <p:ph idx="1"/>
          </p:nvPr>
        </p:nvSpPr>
        <p:spPr/>
        <p:txBody>
          <a:bodyPr>
            <a:normAutofit/>
          </a:bodyPr>
          <a:lstStyle/>
          <a:p>
            <a:pPr marL="0" indent="0">
              <a:buNone/>
            </a:pPr>
            <a:r>
              <a:rPr lang="en-US" i="1" dirty="0"/>
              <a:t>If you can name what you want to happen to your data, there is very likely already a function for it.</a:t>
            </a:r>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Packages: Bundled, Reusable Tools</a:t>
            </a:r>
          </a:p>
        </p:txBody>
      </p:sp>
      <p:sp>
        <p:nvSpPr>
          <p:cNvPr id="3" name="Content Placeholder 2"/>
          <p:cNvSpPr>
            <a:spLocks noGrp="1"/>
          </p:cNvSpPr>
          <p:nvPr>
            <p:ph idx="1"/>
          </p:nvPr>
        </p:nvSpPr>
        <p:spPr/>
        <p:txBody>
          <a:bodyPr>
            <a:normAutofit lnSpcReduction="10000"/>
          </a:bodyPr>
          <a:lstStyle/>
          <a:p>
            <a:r>
              <a:rPr lang="en-US" dirty="0"/>
              <a:t>A package is a collection of functions written and shared by someone else, so you don't reinvent them</a:t>
            </a:r>
          </a:p>
          <a:p>
            <a:r>
              <a:rPr lang="en-US" dirty="0"/>
              <a:t>library(tidyverse) loads the one package family this entire course relies on</a:t>
            </a:r>
          </a:p>
          <a:p>
            <a:r>
              <a:rPr lang="en-US" dirty="0"/>
              <a:t>Packages must be installed once, but loaded (via library()) every new session</a:t>
            </a:r>
          </a:p>
          <a:p>
            <a:pPr marL="0" indent="0">
              <a:buNone/>
            </a:pPr>
            <a:r>
              <a:rPr lang="en-US" i="1" dirty="0"/>
              <a:t>Almost every function you'll type this week comes from a package someone already built and tested.</a:t>
            </a:r>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RStudio Needs a “Point of Reference”</a:t>
            </a:r>
          </a:p>
        </p:txBody>
      </p:sp>
      <p:sp>
        <p:nvSpPr>
          <p:cNvPr id="3" name="Content Placeholder 2"/>
          <p:cNvSpPr>
            <a:spLocks noGrp="1"/>
          </p:cNvSpPr>
          <p:nvPr>
            <p:ph idx="1"/>
          </p:nvPr>
        </p:nvSpPr>
        <p:spPr/>
        <p:txBody>
          <a:bodyPr>
            <a:normAutofit fontScale="77500" lnSpcReduction="20000"/>
          </a:bodyPr>
          <a:lstStyle/>
          <a:p>
            <a:r>
              <a:rPr lang="en-US" dirty="0"/>
              <a:t>Every time R reads or writes a file, it looks relative to one location: the </a:t>
            </a:r>
            <a:r>
              <a:rPr lang="en-US" b="1" dirty="0"/>
              <a:t>working directory</a:t>
            </a:r>
          </a:p>
          <a:p>
            <a:r>
              <a:rPr lang="en-US" dirty="0"/>
              <a:t>Write </a:t>
            </a:r>
            <a:r>
              <a:rPr lang="en-US" i="1" dirty="0"/>
              <a:t>"data/chem_data.csv"</a:t>
            </a:r>
            <a:r>
              <a:rPr lang="en-US" dirty="0"/>
              <a:t> and R has to guess which data/ folder you mean — it guesses based on the working directory, not where the file "obviously" is</a:t>
            </a:r>
          </a:p>
          <a:p>
            <a:r>
              <a:rPr lang="en-US" dirty="0"/>
              <a:t>No defined point of reference means the same code can run on your laptop and fail on a colleague's — or fail on your own machine next month</a:t>
            </a:r>
          </a:p>
          <a:p>
            <a:r>
              <a:rPr lang="en-US" dirty="0"/>
              <a:t>This is exactly why you opened the .Rproj file first in Check-in 2A, before touching any code</a:t>
            </a:r>
          </a:p>
          <a:p>
            <a:pPr marL="0" indent="0">
              <a:buNone/>
            </a:pPr>
            <a:r>
              <a:rPr lang="en-US" i="1" dirty="0"/>
              <a:t>A script that only runs from your Desktop isn't reproducible. It's just accidentally correct on your computer, today.</a:t>
            </a:r>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RStudio Projects Fix the Problem</a:t>
            </a:r>
          </a:p>
        </p:txBody>
      </p:sp>
      <p:sp>
        <p:nvSpPr>
          <p:cNvPr id="3" name="Content Placeholder 2"/>
          <p:cNvSpPr>
            <a:spLocks noGrp="1"/>
          </p:cNvSpPr>
          <p:nvPr>
            <p:ph idx="1"/>
          </p:nvPr>
        </p:nvSpPr>
        <p:spPr/>
        <p:txBody>
          <a:bodyPr>
            <a:normAutofit fontScale="85000" lnSpcReduction="20000"/>
          </a:bodyPr>
          <a:lstStyle/>
          <a:p>
            <a:r>
              <a:rPr lang="en-US" dirty="0"/>
              <a:t>An </a:t>
            </a:r>
            <a:r>
              <a:rPr lang="en-US" b="1" dirty="0"/>
              <a:t>.Rproj</a:t>
            </a:r>
            <a:r>
              <a:rPr lang="en-US" dirty="0"/>
              <a:t> file marks a folder as a project — opening it tells RStudio "set the working directory here, every time"</a:t>
            </a:r>
          </a:p>
          <a:p>
            <a:r>
              <a:rPr lang="en-US" dirty="0"/>
              <a:t>Every relative path in your code (data/chem_data.csv) is now anchored to that project folder, regardless of whose computer it lives on</a:t>
            </a:r>
          </a:p>
          <a:p>
            <a:r>
              <a:rPr lang="en-US" dirty="0"/>
              <a:t>This is why every exercise in this course starts with "open the .Rproj file" — not the script, not the .qmd — the project file first</a:t>
            </a:r>
          </a:p>
          <a:p>
            <a:r>
              <a:rPr lang="en-US" dirty="0"/>
              <a:t>Combined with a consistent folder structure, this is what makes an analysis portable: it runs the same way on any machine</a:t>
            </a:r>
          </a:p>
          <a:p>
            <a:pPr marL="0" indent="0">
              <a:buNone/>
            </a:pPr>
            <a:r>
              <a:rPr lang="en-US" i="1" dirty="0"/>
              <a:t>The folder structure on the next slide only pays off once a project file anchors it.</a:t>
            </a:r>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A Simple, Durable Folder Structure</a:t>
            </a:r>
          </a:p>
        </p:txBody>
      </p:sp>
      <p:pic>
        <p:nvPicPr>
          <p:cNvPr id="3" name="Diagram"/>
          <p:cNvPicPr>
            <a:picLocks noChangeAspect="1"/>
          </p:cNvPicPr>
          <p:nvPr/>
        </p:nvPicPr>
        <p:blipFill>
          <a:blip r:embed="rId2"/>
          <a:stretch>
            <a:fillRect/>
          </a:stretch>
        </p:blipFill>
        <p:spPr>
          <a:xfrm>
            <a:off x="1340000" y="1550000"/>
            <a:ext cx="9600000" cy="4106240"/>
          </a:xfrm>
          <a:prstGeom prst="rect">
            <a:avLst/>
          </a:prstGeom>
        </p:spPr>
      </p:pic>
      <p:sp>
        <p:nvSpPr>
          <p:cNvPr id="5" name="Notes"/>
          <p:cNvSpPr txBox="1"/>
          <p:nvPr/>
        </p:nvSpPr>
        <p:spPr>
          <a:xfrm>
            <a:off x="846000" y="5750000"/>
            <a:ext cx="10500600" cy="1100000"/>
          </a:xfrm>
          <a:prstGeom prst="rect">
            <a:avLst/>
          </a:prstGeom>
          <a:noFill/>
        </p:spPr>
        <p:txBody>
          <a:bodyPr wrap="square" rtlCol="0">
            <a:normAutofit/>
          </a:bodyPr>
          <a:lstStyle/>
          <a:p>
            <a:pPr marL="285750" indent="-285750">
              <a:buFont typeface="Arial" pitchFamily="34" charset="0"/>
              <a:buChar char="•"/>
            </a:pPr>
            <a:r>
              <a:rPr lang="en-US" sz="1500" b="1" dirty="0"/>
              <a:t>data/ is read-only, in spirit</a:t>
            </a:r>
            <a:r>
              <a:rPr lang="en-US" sz="1500" dirty="0"/>
              <a:t> — never overwrite or edit a raw file by hand</a:t>
            </a:r>
          </a:p>
          <a:p>
            <a:pPr marL="285750" indent="-285750">
              <a:buFont typeface="Arial" pitchFamily="34" charset="0"/>
              <a:buChar char="•"/>
            </a:pPr>
            <a:r>
              <a:rPr lang="en-US" sz="1500" dirty="0"/>
              <a:t>The .Rproj file anchors all relative paths so your code works regardless of where the folder lives on disk</a:t>
            </a:r>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2.3 Importing Data with Explicit Column Types</a:t>
            </a:r>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read_csv() and the Type-Guessing Problem</a:t>
            </a:r>
          </a:p>
        </p:txBody>
      </p:sp>
      <p:sp>
        <p:nvSpPr>
          <p:cNvPr id="3" name="Content Placeholder 2"/>
          <p:cNvSpPr>
            <a:spLocks noGrp="1"/>
          </p:cNvSpPr>
          <p:nvPr>
            <p:ph idx="1"/>
          </p:nvPr>
        </p:nvSpPr>
        <p:spPr/>
        <p:txBody>
          <a:bodyPr>
            <a:normAutofit lnSpcReduction="10000"/>
          </a:bodyPr>
          <a:lstStyle/>
          <a:p>
            <a:r>
              <a:rPr lang="en-US" dirty="0"/>
              <a:t>read_csv() reads the first ~1,000 rows and guesses each column's type from what it sees</a:t>
            </a:r>
          </a:p>
          <a:p>
            <a:r>
              <a:rPr lang="en-US" dirty="0"/>
              <a:t>That guess is often reasonable — and sometimes exactly wrong, especially for dates and categories</a:t>
            </a:r>
          </a:p>
          <a:p>
            <a:r>
              <a:rPr lang="en-US" dirty="0"/>
              <a:t>A column of "2022/12/26 00:24:02" values has no built-in marker that says "I am a datetime"</a:t>
            </a:r>
          </a:p>
          <a:p>
            <a:pPr marL="0" indent="0">
              <a:buNone/>
            </a:pPr>
            <a:r>
              <a:rPr lang="en-US" i="1" dirty="0"/>
              <a:t>A wrong guess doesn't throw an error. It just quietly limits what you can do next.</a:t>
            </a:r>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Same Text, Two Very Different Outcomes</a:t>
            </a:r>
          </a:p>
        </p:txBody>
      </p:sp>
      <p:pic>
        <p:nvPicPr>
          <p:cNvPr id="3" name="Diagram"/>
          <p:cNvPicPr>
            <a:picLocks noChangeAspect="1"/>
          </p:cNvPicPr>
          <p:nvPr/>
        </p:nvPicPr>
        <p:blipFill>
          <a:blip r:embed="rId2"/>
          <a:stretch>
            <a:fillRect/>
          </a:stretch>
        </p:blipFill>
        <p:spPr>
          <a:xfrm>
            <a:off x="846000" y="2000000"/>
            <a:ext cx="10800000" cy="3456000"/>
          </a:xfrm>
          <a:prstGeom prst="rect">
            <a:avLst/>
          </a:prstGeom>
        </p:spPr>
      </p:pic>
      <p:sp>
        <p:nvSpPr>
          <p:cNvPr id="4" name="Caption"/>
          <p:cNvSpPr txBox="1"/>
          <p:nvPr/>
        </p:nvSpPr>
        <p:spPr>
          <a:xfrm>
            <a:off x="846000" y="6100000"/>
            <a:ext cx="10500000" cy="500000"/>
          </a:xfrm>
          <a:prstGeom prst="rect">
            <a:avLst/>
          </a:prstGeom>
          <a:noFill/>
        </p:spPr>
        <p:txBody>
          <a:bodyPr wrap="square" rtlCol="0">
            <a:normAutofit/>
          </a:bodyPr>
          <a:lstStyle/>
          <a:p>
            <a:pPr algn="ctr"/>
            <a:r>
              <a:rPr lang="en-US" i="1" dirty="0"/>
              <a:t>Same 21 characters. Two completely different sets of what you can do.</a:t>
            </a:r>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Telling R What You Already Know</a:t>
            </a:r>
          </a:p>
        </p:txBody>
      </p:sp>
      <p:sp>
        <p:nvSpPr>
          <p:cNvPr id="3" name="Content Placeholder 2"/>
          <p:cNvSpPr>
            <a:spLocks noGrp="1"/>
          </p:cNvSpPr>
          <p:nvPr>
            <p:ph idx="1"/>
          </p:nvPr>
        </p:nvSpPr>
        <p:spPr/>
        <p:txBody>
          <a:bodyPr>
            <a:normAutofit fontScale="85000" lnSpcReduction="20000"/>
          </a:bodyPr>
          <a:lstStyle/>
          <a:p>
            <a:r>
              <a:rPr lang="en-US" dirty="0"/>
              <a:t>col_types = cols(...) lets you specify the type for every column explicitly, rather than trusting the guess</a:t>
            </a:r>
          </a:p>
          <a:p>
            <a:r>
              <a:rPr lang="en-US" dirty="0"/>
              <a:t>col_datetime("%Y/%m/%d %H:%M:%S") — you supply the exact format the raw text is in</a:t>
            </a:r>
          </a:p>
          <a:p>
            <a:r>
              <a:rPr lang="en-US" dirty="0"/>
              <a:t>col_factor() — for a column with a fixed, known set of category labels (like pat_type or gender)</a:t>
            </a:r>
          </a:p>
          <a:p>
            <a:pPr marL="0" indent="0">
              <a:buNone/>
            </a:pPr>
            <a:r>
              <a:rPr lang="en-US" dirty="0">
                <a:latin typeface="Courier New" pitchFamily="34" charset="0"/>
              </a:rPr>
              <a:t>collect_dt = col_datetime("%Y/%m/%d %H:%M:%S")</a:t>
            </a:r>
          </a:p>
          <a:p>
            <a:pPr marL="0" indent="0">
              <a:buNone/>
            </a:pPr>
            <a:r>
              <a:rPr lang="en-US" dirty="0">
                <a:latin typeface="Courier New" pitchFamily="34" charset="0"/>
              </a:rPr>
              <a:t>pat_type   = col_factor()</a:t>
            </a:r>
          </a:p>
          <a:p>
            <a:pPr marL="0" indent="0">
              <a:buNone/>
            </a:pPr>
            <a:r>
              <a:rPr lang="en-US" i="1" dirty="0"/>
              <a:t>You are not fighting R's guess — you're replacing a guess with a fact you already know.</a:t>
            </a:r>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lang="en-US" dirty="0"/>
              <a:t>Check-in 2B: Import and Inspect chem_data (20 minutes)</a:t>
            </a:r>
          </a:p>
        </p:txBody>
      </p:sp>
      <p:sp>
        <p:nvSpPr>
          <p:cNvPr id="4" name="Text Placeholder 3"/>
          <p:cNvSpPr>
            <a:spLocks noGrp="1"/>
          </p:cNvSpPr>
          <p:nvPr>
            <p:ph type="body" sz="quarter" idx="13"/>
          </p:nvPr>
        </p:nvSpPr>
        <p:spPr/>
        <p:txBody>
          <a:bodyPr>
            <a:normAutofit fontScale="75000" lnSpcReduction="20000"/>
          </a:bodyPr>
          <a:lstStyle/>
          <a:p>
            <a:pPr>
              <a:buFont typeface="Wingdings" pitchFamily="2" charset="2"/>
              <a:buChar char="§"/>
            </a:pPr>
            <a:r>
              <a:rPr lang="en-US" b="1" dirty="0"/>
              <a:t>Part 1: </a:t>
            </a:r>
            <a:r>
              <a:rPr lang="en-US" dirty="0"/>
              <a:t>Import with default types. Run glimpse() and summary() — identify which columns look wrong.</a:t>
            </a:r>
          </a:p>
          <a:p>
            <a:pPr>
              <a:buFont typeface="Wingdings" pitchFamily="2" charset="2"/>
              <a:buChar char="§"/>
            </a:pPr>
            <a:r>
              <a:rPr lang="en-US" b="1" dirty="0"/>
              <a:t>Part 2: </a:t>
            </a:r>
            <a:r>
              <a:rPr lang="en-US" dirty="0"/>
              <a:t>Re-import with explicit col_types. Fill in two blanks: the datetime format string, and the col_ function for pat_type. Confirm the corrections.</a:t>
            </a:r>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2.4 Data Validation Checklist</a:t>
            </a:r>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Why Validation Comes First — Every Time</a:t>
            </a:r>
          </a:p>
        </p:txBody>
      </p:sp>
      <p:sp>
        <p:nvSpPr>
          <p:cNvPr id="3" name="Content Placeholder 2"/>
          <p:cNvSpPr>
            <a:spLocks noGrp="1"/>
          </p:cNvSpPr>
          <p:nvPr>
            <p:ph idx="1"/>
          </p:nvPr>
        </p:nvSpPr>
        <p:spPr/>
        <p:txBody>
          <a:bodyPr>
            <a:normAutofit/>
          </a:bodyPr>
          <a:lstStyle/>
          <a:p>
            <a:pPr marL="0" indent="0">
              <a:buNone/>
            </a:pPr>
            <a:r>
              <a:rPr lang="en-US" i="1" dirty="0"/>
              <a:t>An import that runs without an error message has told you nothing about whether the data is right.</a:t>
            </a:r>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The Six-Step Checklist</a:t>
            </a:r>
          </a:p>
        </p:txBody>
      </p:sp>
      <p:pic>
        <p:nvPicPr>
          <p:cNvPr id="3" name="Diagram"/>
          <p:cNvPicPr>
            <a:picLocks noChangeAspect="1"/>
          </p:cNvPicPr>
          <p:nvPr/>
        </p:nvPicPr>
        <p:blipFill>
          <a:blip r:embed="rId2"/>
          <a:stretch>
            <a:fillRect/>
          </a:stretch>
        </p:blipFill>
        <p:spPr>
          <a:xfrm>
            <a:off x="846000" y="1750000"/>
            <a:ext cx="10800000" cy="4104000"/>
          </a:xfrm>
          <a:prstGeom prst="rect">
            <a:avLst/>
          </a:prstGeom>
        </p:spPr>
      </p:pic>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What a Failed Check Actually Tells You</a:t>
            </a:r>
          </a:p>
        </p:txBody>
      </p:sp>
      <p:sp>
        <p:nvSpPr>
          <p:cNvPr id="3" name="Content Placeholder 2"/>
          <p:cNvSpPr>
            <a:spLocks noGrp="1"/>
          </p:cNvSpPr>
          <p:nvPr>
            <p:ph idx="1"/>
          </p:nvPr>
        </p:nvSpPr>
        <p:spPr/>
        <p:txBody>
          <a:bodyPr>
            <a:normAutofit lnSpcReduction="10000"/>
          </a:bodyPr>
          <a:lstStyle/>
          <a:p>
            <a:r>
              <a:rPr lang="en-US" b="1" dirty="0"/>
              <a:t>Row count off?</a:t>
            </a:r>
            <a:r>
              <a:rPr lang="en-US" dirty="0"/>
              <a:t> You may have imported a stale file, or a filter ran earlier than intended</a:t>
            </a:r>
          </a:p>
          <a:p>
            <a:r>
              <a:rPr lang="en-US" b="1" dirty="0"/>
              <a:t>Analyte counts uneven?</a:t>
            </a:r>
            <a:r>
              <a:rPr lang="en-US" dirty="0"/>
              <a:t> Some analytes may only be ordered for certain patient types — is that expected?</a:t>
            </a:r>
          </a:p>
          <a:p>
            <a:r>
              <a:rPr lang="en-US" b="1" dirty="0"/>
              <a:t>Missing timestamps?</a:t>
            </a:r>
            <a:r>
              <a:rPr lang="en-US" dirty="0"/>
              <a:t> Is that a data entry gap, or a real workflow state (e.g., not yet verified)?</a:t>
            </a:r>
          </a:p>
          <a:p>
            <a:pPr marL="0" indent="0">
              <a:buNone/>
            </a:pPr>
            <a:r>
              <a:rPr lang="en-US" i="1" dirty="0"/>
              <a:t>Every checklist item ends in the same question: is this what I expected, and if not, why not?</a:t>
            </a:r>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lang="en-US" dirty="0"/>
              <a:t>Check-in 2C: Run the Checklist (15 minutes)</a:t>
            </a:r>
          </a:p>
        </p:txBody>
      </p:sp>
      <p:sp>
        <p:nvSpPr>
          <p:cNvPr id="4" name="Text Placeholder 3"/>
          <p:cNvSpPr>
            <a:spLocks noGrp="1"/>
          </p:cNvSpPr>
          <p:nvPr>
            <p:ph type="body" sz="quarter" idx="13"/>
          </p:nvPr>
        </p:nvSpPr>
        <p:spPr/>
        <p:txBody>
          <a:bodyPr>
            <a:normAutofit fontScale="75000" lnSpcReduction="20000"/>
          </a:bodyPr>
          <a:lstStyle/>
          <a:p>
            <a:pPr>
              <a:buFont typeface="Wingdings" pitchFamily="2" charset="2"/>
              <a:buChar char="§"/>
            </a:pPr>
            <a:r>
              <a:rPr lang="en-US" dirty="0"/>
              <a:t>Step through all six validation checks on the correctly imported chem_data. Record your interpretation of each result — not just the number, but what it means.</a:t>
            </a:r>
          </a:p>
          <a:p>
            <a:pPr>
              <a:buFont typeface="Wingdings" pitchFamily="2" charset="2"/>
              <a:buChar char="§"/>
            </a:pPr>
            <a:r>
              <a:rPr lang="en-US" b="1" dirty="0"/>
              <a:t>Closing question: </a:t>
            </a:r>
            <a:r>
              <a:rPr lang="en-US" dirty="0"/>
              <a:t>identify one data quality issue you'd want to investigate further before presenting results to a lab director.</a:t>
            </a:r>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Bringing It Together</a:t>
            </a:r>
          </a:p>
        </p:txBody>
      </p:sp>
      <p:sp>
        <p:nvSpPr>
          <p:cNvPr id="3" name="Content Placeholder 2"/>
          <p:cNvSpPr>
            <a:spLocks noGrp="1"/>
          </p:cNvSpPr>
          <p:nvPr>
            <p:ph idx="1"/>
          </p:nvPr>
        </p:nvSpPr>
        <p:spPr/>
        <p:txBody>
          <a:bodyPr>
            <a:normAutofit fontScale="92500" lnSpcReduction="10000"/>
          </a:bodyPr>
          <a:lstStyle/>
          <a:p>
            <a:r>
              <a:rPr lang="en-US" b="1" dirty="0"/>
              <a:t>Interface — </a:t>
            </a:r>
            <a:r>
              <a:rPr lang="en-US" dirty="0"/>
              <a:t>Source writes, Console runs, Environment remembers</a:t>
            </a:r>
          </a:p>
          <a:p>
            <a:r>
              <a:rPr lang="en-US" b="1" dirty="0"/>
              <a:t>Organization — </a:t>
            </a:r>
            <a:r>
              <a:rPr lang="en-US" dirty="0"/>
              <a:t>The .Rproj file anchors every relative path</a:t>
            </a:r>
          </a:p>
          <a:p>
            <a:r>
              <a:rPr lang="en-US" b="1" dirty="0"/>
              <a:t>Import — </a:t>
            </a:r>
            <a:r>
              <a:rPr lang="en-US" dirty="0"/>
              <a:t>Tell R the types — don't trust the guess</a:t>
            </a:r>
          </a:p>
          <a:p>
            <a:r>
              <a:rPr lang="en-US" b="1" dirty="0"/>
              <a:t>Validation — </a:t>
            </a:r>
            <a:r>
              <a:rPr lang="en-US" dirty="0"/>
              <a:t>A receipt that the data is what you expect</a:t>
            </a:r>
          </a:p>
          <a:p>
            <a:r>
              <a:rPr lang="en-US" b="1" dirty="0"/>
              <a:t>Mindset — </a:t>
            </a:r>
            <a:r>
              <a:rPr lang="en-US" dirty="0"/>
              <a:t>Reproducible, auditable, and built to scale</a:t>
            </a:r>
          </a:p>
          <a:p>
            <a:pPr marL="0" indent="0">
              <a:buNone/>
            </a:pPr>
            <a:r>
              <a:rPr lang="en-US" i="1" dirty="0"/>
              <a:t>You now have a validated, correctly typed dataset. Module 3 puts it on screen.</a:t>
            </a:r>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Coming Up: Module 3</a:t>
            </a:r>
          </a:p>
        </p:txBody>
      </p:sp>
      <p:sp>
        <p:nvSpPr>
          <p:cNvPr id="3" name="Content Placeholder 2"/>
          <p:cNvSpPr>
            <a:spLocks noGrp="1"/>
          </p:cNvSpPr>
          <p:nvPr>
            <p:ph idx="1"/>
          </p:nvPr>
        </p:nvSpPr>
        <p:spPr/>
        <p:txBody>
          <a:bodyPr>
            <a:normAutofit/>
          </a:bodyPr>
          <a:lstStyle/>
          <a:p>
            <a:r>
              <a:rPr lang="en-US" dirty="0"/>
              <a:t>Visualization principles and best practices</a:t>
            </a:r>
          </a:p>
          <a:p>
            <a:r>
              <a:rPr lang="en-US" dirty="0"/>
              <a:t>Choosing the right chart for the question you're asking</a:t>
            </a:r>
          </a:p>
          <a:p>
            <a:r>
              <a:rPr lang="en-US" dirty="0"/>
              <a:t>Building and refining plots with ggplot2</a:t>
            </a:r>
          </a:p>
          <a:p>
            <a:r>
              <a:rPr lang="en-US" dirty="0"/>
              <a:t>A first look at code you won't fully understand yet — and that's intentional</a:t>
            </a:r>
          </a:p>
          <a:p>
            <a:pPr marL="0" indent="0">
              <a:buNone/>
            </a:pPr>
            <a:r>
              <a:rPr lang="en-US" b="1" dirty="0"/>
              <a:t>Bring the validated chem_data import from today — Module 3 builds directly on it.</a:t>
            </a:r>
          </a:p>
        </p:txBody>
      </p:sp>
    </p:spTree>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Integral">
  <a:themeElements>
    <a:clrScheme name="Integral">
      <a:dk1>
        <a:sysClr val="windowText" lastClr="000000"/>
      </a:dk1>
      <a:lt1>
        <a:sysClr val="window" lastClr="FFFFFF"/>
      </a:lt1>
      <a:dk2>
        <a:srgbClr val="335B74"/>
      </a:dk2>
      <a:lt2>
        <a:srgbClr val="DFE3E5"/>
      </a:lt2>
      <a:accent1>
        <a:srgbClr val="1CADE4"/>
      </a:accent1>
      <a:accent2>
        <a:srgbClr val="2683C6"/>
      </a:accent2>
      <a:accent3>
        <a:srgbClr val="27CED7"/>
      </a:accent3>
      <a:accent4>
        <a:srgbClr val="42BA97"/>
      </a:accent4>
      <a:accent5>
        <a:srgbClr val="3E8853"/>
      </a:accent5>
      <a:accent6>
        <a:srgbClr val="62A39F"/>
      </a:accent6>
      <a:hlink>
        <a:srgbClr val="6B9F25"/>
      </a:hlink>
      <a:folHlink>
        <a:srgbClr val="B26B02"/>
      </a:folHlink>
    </a:clrScheme>
    <a:fontScheme name="Integral">
      <a:majorFont>
        <a:latin typeface="Tw Cen MT Condensed" panose="020B0606020104020203"/>
        <a:ea typeface=""/>
        <a:cs typeface=""/>
        <a:font script="Grek" typeface="Calibri"/>
        <a:font script="Cyrl" typeface="Calibri"/>
        <a:font script="Jpan" typeface="メイリオ"/>
        <a:font script="Hang" typeface="HY얕은샘물M"/>
        <a:font script="Hans" typeface="华文仿宋"/>
        <a:font script="Hant" typeface="微軟正黑體"/>
        <a:font script="Arab" typeface="Arial"/>
        <a:font script="Hebr" typeface="Levenim MT"/>
        <a:font script="Thai" typeface="Frees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Tw Cen MT" panose="020B0602020104020603"/>
        <a:ea typeface=""/>
        <a:cs typeface=""/>
        <a:font script="Grek" typeface="Calibri"/>
        <a:font script="Cyrl" typeface="Calibri"/>
        <a:font script="Jpan" typeface="メイリオ"/>
        <a:font script="Hang" typeface="HY얕은샘물M"/>
        <a:font script="Hans" typeface="华文仿宋"/>
        <a:font script="Hant" typeface="微軟正黑體"/>
        <a:font script="Arab" typeface="Arial"/>
        <a:font script="Hebr" typeface="Levenim MT"/>
        <a:font script="Thai" typeface="Frees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Integral">
      <a:fillStyleLst>
        <a:solidFill>
          <a:schemeClr val="phClr"/>
        </a:solidFill>
        <a:gradFill rotWithShape="1">
          <a:gsLst>
            <a:gs pos="0">
              <a:schemeClr val="phClr">
                <a:tint val="83000"/>
                <a:satMod val="100000"/>
                <a:lumMod val="100000"/>
              </a:schemeClr>
            </a:gs>
            <a:gs pos="100000">
              <a:schemeClr val="phClr">
                <a:tint val="61000"/>
                <a:satMod val="150000"/>
                <a:lumMod val="100000"/>
              </a:schemeClr>
            </a:gs>
          </a:gsLst>
          <a:path path="circle">
            <a:fillToRect l="100000" t="100000" r="100000" b="100000"/>
          </a:path>
        </a:gradFill>
        <a:gradFill rotWithShape="1">
          <a:gsLst>
            <a:gs pos="0">
              <a:schemeClr val="phClr">
                <a:tint val="100000"/>
                <a:shade val="85000"/>
                <a:satMod val="100000"/>
                <a:lumMod val="100000"/>
              </a:schemeClr>
            </a:gs>
            <a:gs pos="100000">
              <a:schemeClr val="phClr">
                <a:tint val="90000"/>
                <a:shade val="100000"/>
                <a:satMod val="150000"/>
                <a:lumMod val="100000"/>
              </a:schemeClr>
            </a:gs>
          </a:gsLst>
          <a:path path="circle">
            <a:fillToRect l="100000" t="100000" r="100000" b="100000"/>
          </a:path>
        </a:gradFill>
      </a:fillStyleLst>
      <a:lnStyleLst>
        <a:ln w="9525" cap="flat" cmpd="sng" algn="ctr">
          <a:solidFill>
            <a:schemeClr val="phClr"/>
          </a:solidFill>
          <a:prstDash val="solid"/>
        </a:ln>
        <a:ln w="15875" cap="flat" cmpd="sng" algn="ctr">
          <a:solidFill>
            <a:schemeClr val="phClr"/>
          </a:solidFill>
          <a:prstDash val="solid"/>
        </a:ln>
        <a:ln w="19050" cap="flat" cmpd="sng" algn="ctr">
          <a:solidFill>
            <a:schemeClr val="phClr"/>
          </a:solidFill>
          <a:prstDash val="solid"/>
        </a:ln>
      </a:lnStyleLst>
      <a:effectStyleLst>
        <a:effectStyle>
          <a:effectLst/>
        </a:effectStyle>
        <a:effectStyle>
          <a:effectLst>
            <a:outerShdw blurRad="50800" dist="12700" dir="5400000" algn="ctr" rotWithShape="0">
              <a:srgbClr val="000000">
                <a:alpha val="50000"/>
              </a:srgbClr>
            </a:outerShdw>
          </a:effectLst>
        </a:effectStyle>
        <a:effectStyle>
          <a:effectLst>
            <a:outerShdw blurRad="76200" dist="25400" dir="5400000" algn="ctr" rotWithShape="0">
              <a:srgbClr val="000000">
                <a:alpha val="60000"/>
              </a:srgbClr>
            </a:outerShdw>
          </a:effectLst>
          <a:scene3d>
            <a:camera prst="orthographicFront">
              <a:rot lat="0" lon="0" rev="0"/>
            </a:camera>
            <a:lightRig rig="flat" dir="t">
              <a:rot lat="0" lon="0" rev="3600000"/>
            </a:lightRig>
          </a:scene3d>
          <a:sp3d contourW="12700" prstMaterial="flat">
            <a:bevelT w="38100" h="44450" prst="angle"/>
            <a:contourClr>
              <a:schemeClr val="phClr">
                <a:shade val="35000"/>
                <a:satMod val="160000"/>
              </a:schemeClr>
            </a:contourClr>
          </a:sp3d>
        </a:effectStyle>
      </a:effectStyleLst>
      <a:bgFillStyleLst>
        <a:solidFill>
          <a:schemeClr val="phClr"/>
        </a:solidFill>
        <a:solidFill>
          <a:schemeClr val="phClr">
            <a:tint val="95000"/>
            <a:shade val="85000"/>
            <a:satMod val="125000"/>
          </a:schemeClr>
        </a:solidFill>
        <a:blipFill rotWithShape="1">
          <a:blip xmlns:r="http://schemas.openxmlformats.org/officeDocument/2006/relationships" r:embed="rId1">
            <a:duotone>
              <a:schemeClr val="phClr">
                <a:tint val="95000"/>
                <a:shade val="74000"/>
                <a:satMod val="230000"/>
              </a:schemeClr>
              <a:schemeClr val="phClr">
                <a:tint val="92000"/>
                <a:shade val="69000"/>
                <a:satMod val="250000"/>
              </a:schemeClr>
            </a:duotone>
          </a:blip>
          <a:tile tx="0" ty="0" sx="40000" sy="40000" flip="none" algn="tl"/>
        </a:blipFill>
      </a:bgFillStyleLst>
    </a:fmtScheme>
  </a:themeElements>
  <a:objectDefaults/>
  <a:extraClrSchemeLst/>
  <a:extLst>
    <a:ext uri="{05A4C25C-085E-4340-85A3-A5531E510DB2}">
      <thm15:themeFamily xmlns:thm15="http://schemas.microsoft.com/office/thememl/2012/main" name="Integral" id="{3577F8C9-A904-41D8-97D2-FD898F53F20E}" vid="{682D6EBE-8D36-4FF2-9DB3-F3D8D7B6715D}"/>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Metadata/LabelInfo.xml><?xml version="1.0" encoding="utf-8"?>
<clbl:labelList xmlns:clbl="http://schemas.microsoft.com/office/2020/mipLabelMetadata">
  <clbl:label id="{f6b6dd5b-f02f-441a-99a0-162ac5060bd2}" enabled="0" method="" siteId="{f6b6dd5b-f02f-441a-99a0-162ac5060bd2}" removed="1"/>
</clbl:labelList>
</file>

<file path=docProps/app.xml><?xml version="1.0" encoding="utf-8"?>
<Properties xmlns="http://schemas.openxmlformats.org/officeDocument/2006/extended-properties" xmlns:vt="http://schemas.openxmlformats.org/officeDocument/2006/docPropsVTypes">
  <Template>{476843CF-5C3C-BA40-A99B-7BEDA83590AC}tf10001061</Template>
  <TotalTime>67122</TotalTime>
  <Words>6129</Words>
  <Application>Microsoft Macintosh PowerPoint</Application>
  <PresentationFormat>Widescreen</PresentationFormat>
  <Paragraphs>576</Paragraphs>
  <Slides>78</Slides>
  <Notes>36</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78</vt:i4>
      </vt:variant>
    </vt:vector>
  </HeadingPairs>
  <TitlesOfParts>
    <vt:vector size="87" baseType="lpstr">
      <vt:lpstr>Arial</vt:lpstr>
      <vt:lpstr>Calibri</vt:lpstr>
      <vt:lpstr>Courier New</vt:lpstr>
      <vt:lpstr>Monaco</vt:lpstr>
      <vt:lpstr>Tw Cen MT</vt:lpstr>
      <vt:lpstr>Tw Cen MT Condensed</vt:lpstr>
      <vt:lpstr>Wingdings</vt:lpstr>
      <vt:lpstr>Wingdings 3</vt:lpstr>
      <vt:lpstr>Integral</vt:lpstr>
      <vt:lpstr>Introduction to R and RStudio</vt:lpstr>
      <vt:lpstr>Module 2 Learning Objectives</vt:lpstr>
      <vt:lpstr>PowerPoint Presentation</vt:lpstr>
      <vt:lpstr>PowerPoint Presentation</vt:lpstr>
      <vt:lpstr>Reproducible Data Analysis with Quarto</vt:lpstr>
      <vt:lpstr>PowerPoint Presentation</vt:lpstr>
      <vt:lpstr>PowerPoint Presentation</vt:lpstr>
      <vt:lpstr>PowerPoint Presentation</vt:lpstr>
      <vt:lpstr>PowerPoint Presentation</vt:lpstr>
      <vt:lpstr>Your Turn</vt:lpstr>
      <vt:lpstr>PowerPoint Presentation</vt:lpstr>
      <vt:lpstr>PowerPoint Presentation</vt:lpstr>
      <vt:lpstr>PowerPoint Presentation</vt:lpstr>
      <vt:lpstr>PowerPoint Presentation</vt:lpstr>
      <vt:lpstr>Your Turn</vt:lpstr>
      <vt:lpstr>Code chunks</vt:lpstr>
      <vt:lpstr>PowerPoint Presentation</vt:lpstr>
      <vt:lpstr>Your Turn</vt:lpstr>
      <vt:lpstr>The Basics of Coding </vt:lpstr>
      <vt:lpstr>The Basics of Coding:  Calculation</vt:lpstr>
      <vt:lpstr>Common arithmetic operations</vt:lpstr>
      <vt:lpstr>Don’t forget those math rules</vt:lpstr>
      <vt:lpstr>The Basics of Coding:  Functions</vt:lpstr>
      <vt:lpstr>Putting Functions to Work</vt:lpstr>
      <vt:lpstr>The Basics of Coding:  Objects</vt:lpstr>
      <vt:lpstr>Checking the contents of an object</vt:lpstr>
      <vt:lpstr>PowerPoint Presentation</vt:lpstr>
      <vt:lpstr>Bending objects to your will</vt:lpstr>
      <vt:lpstr>Your Turn </vt:lpstr>
      <vt:lpstr>Common functions: combine values into a vector</vt:lpstr>
      <vt:lpstr>Common functions: simple statistics</vt:lpstr>
      <vt:lpstr>How do I find out more about functions?</vt:lpstr>
      <vt:lpstr>Importing Data</vt:lpstr>
      <vt:lpstr>PowerPoint Presentation</vt:lpstr>
      <vt:lpstr>PowerPoint Presentation</vt:lpstr>
      <vt:lpstr>PowerPoint Presentation</vt:lpstr>
      <vt:lpstr>PowerPoint Presentation</vt:lpstr>
      <vt:lpstr>Your Turn</vt:lpstr>
      <vt:lpstr>Dataframes:  Beyond the Vector</vt:lpstr>
      <vt:lpstr>PowerPoint Presentation</vt:lpstr>
      <vt:lpstr>PowerPoint Presentation</vt:lpstr>
      <vt:lpstr>PowerPoint Presentation</vt:lpstr>
      <vt:lpstr>PowerPoint Presentation</vt:lpstr>
      <vt:lpstr>PowerPoint Presentation</vt:lpstr>
      <vt:lpstr>PowerPoint Presentation</vt:lpstr>
      <vt:lpstr>Your Turn</vt:lpstr>
      <vt:lpstr>Best Practice: Data Analysis Should be Separated from Raw Data</vt:lpstr>
      <vt:lpstr>How do you separate your analysis from raw data?</vt:lpstr>
      <vt:lpstr>Best Practice: Always Inspect your Raw Data</vt:lpstr>
      <vt:lpstr>Your Turn</vt:lpstr>
      <vt:lpstr>PowerPoint Presentation</vt:lpstr>
      <vt:lpstr>PowerPoint Presentation</vt:lpstr>
      <vt:lpstr>Best Practice: Always Inspect your Raw Data</vt:lpstr>
      <vt:lpstr>2.1 Why Use a Programmatic Tool?</vt:lpstr>
      <vt:lpstr>From Cells to Operations</vt:lpstr>
      <vt:lpstr>Why It Matters: Reproducibility, Auditability, Scale</vt:lpstr>
      <vt:lpstr>What This Looks Like in Practice</vt:lpstr>
      <vt:lpstr>Check-in 2A: RStudio Orientation (8 minutes)</vt:lpstr>
      <vt:lpstr>2.2 R Basics: Objects, Functions, and Packages</vt:lpstr>
      <vt:lpstr>The RStudio Interface, at a Glance</vt:lpstr>
      <vt:lpstr>Objects: Naming a Result So You Can Reuse It</vt:lpstr>
      <vt:lpstr>Functions: Verbs That Act on Objects</vt:lpstr>
      <vt:lpstr>Packages: Bundled, Reusable Tools</vt:lpstr>
      <vt:lpstr>RStudio Needs a “Point of Reference”</vt:lpstr>
      <vt:lpstr>RStudio Projects Fix the Problem</vt:lpstr>
      <vt:lpstr>A Simple, Durable Folder Structure</vt:lpstr>
      <vt:lpstr>2.3 Importing Data with Explicit Column Types</vt:lpstr>
      <vt:lpstr>read_csv() and the Type-Guessing Problem</vt:lpstr>
      <vt:lpstr>Same Text, Two Very Different Outcomes</vt:lpstr>
      <vt:lpstr>Telling R What You Already Know</vt:lpstr>
      <vt:lpstr>Check-in 2B: Import and Inspect chem_data (20 minutes)</vt:lpstr>
      <vt:lpstr>2.4 Data Validation Checklist</vt:lpstr>
      <vt:lpstr>Why Validation Comes First — Every Time</vt:lpstr>
      <vt:lpstr>The Six-Step Checklist</vt:lpstr>
      <vt:lpstr>What a Failed Check Actually Tells You</vt:lpstr>
      <vt:lpstr>Check-in 2C: Run the Checklist (15 minutes)</vt:lpstr>
      <vt:lpstr>Bringing It Together</vt:lpstr>
      <vt:lpstr>Coming Up: Module 3</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Basics</dc:title>
  <dc:creator>Patrick C Mathias</dc:creator>
  <cp:lastModifiedBy>Patrick C Mathias</cp:lastModifiedBy>
  <cp:revision>29</cp:revision>
  <dcterms:created xsi:type="dcterms:W3CDTF">2022-06-28T07:45:18Z</dcterms:created>
  <dcterms:modified xsi:type="dcterms:W3CDTF">2026-10-02T18:27:42Z</dcterms:modified>
</cp:coreProperties>
</file>