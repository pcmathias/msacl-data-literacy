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3"/>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35" r:id="rId27"/>
    <p:sldId id="604" r:id="rId28"/>
    <p:sldId id="650" r:id="rId29"/>
    <p:sldId id="649" r:id="rId30"/>
    <p:sldId id="651" r:id="rId31"/>
    <p:sldId id="290" r:id="rId32"/>
    <p:sldId id="291" r:id="rId33"/>
    <p:sldId id="292" r:id="rId34"/>
    <p:sldId id="268" r:id="rId35"/>
    <p:sldId id="269" r:id="rId36"/>
    <p:sldId id="660" r:id="rId37"/>
    <p:sldId id="456" r:id="rId38"/>
    <p:sldId id="687" r:id="rId39"/>
    <p:sldId id="688" r:id="rId40"/>
    <p:sldId id="671" r:id="rId41"/>
    <p:sldId id="591" r:id="rId42"/>
    <p:sldId id="270" r:id="rId43"/>
    <p:sldId id="271" r:id="rId44"/>
    <p:sldId id="314" r:id="rId45"/>
    <p:sldId id="274" r:id="rId46"/>
    <p:sldId id="633" r:id="rId47"/>
    <p:sldId id="592" r:id="rId48"/>
    <p:sldId id="593" r:id="rId49"/>
    <p:sldId id="594" r:id="rId50"/>
    <p:sldId id="595" r:id="rId51"/>
    <p:sldId id="596" r:id="rId52"/>
    <p:sldId id="597" r:id="rId53"/>
    <p:sldId id="598" r:id="rId54"/>
    <p:sldId id="676" r:id="rId55"/>
    <p:sldId id="599" r:id="rId56"/>
    <p:sldId id="600" r:id="rId57"/>
    <p:sldId id="601" r:id="rId58"/>
    <p:sldId id="602" r:id="rId59"/>
    <p:sldId id="603" r:id="rId60"/>
    <p:sldId id="648" r:id="rId61"/>
    <p:sldId id="652"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618"/>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26</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27</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29</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32</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35</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44</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45</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46</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60</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8" r:id="rId16"/>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DS 100 – Module 1</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Spot the Data Types</a:t>
            </a:r>
          </a:p>
        </p:txBody>
      </p:sp>
      <p:sp>
        <p:nvSpPr>
          <p:cNvPr id="4" name="Text Placeholder 3"/>
          <p:cNvSpPr>
            <a:spLocks noGrp="1"/>
          </p:cNvSpPr>
          <p:nvPr>
            <p:ph idx="1"/>
          </p:nvPr>
        </p:nvSpPr>
        <p:spPr/>
        <p:txBody>
          <a:bodyPr>
            <a:normAutofit fontScale="92500" lnSpcReduction="1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
        <p:nvSpPr>
          <p:cNvPr id="2" name="TextBox 1">
            <a:extLst>
              <a:ext uri="{FF2B5EF4-FFF2-40B4-BE49-F238E27FC236}">
                <a16:creationId xmlns:a16="http://schemas.microsoft.com/office/drawing/2014/main" id="{80785172-828C-C872-88B7-42E62663DAA9}"/>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Tidy or Not Tidy?</a:t>
            </a:r>
          </a:p>
        </p:txBody>
      </p:sp>
      <p:sp>
        <p:nvSpPr>
          <p:cNvPr id="4" name="Text Placeholder 3"/>
          <p:cNvSpPr>
            <a:spLocks noGrp="1"/>
          </p:cNvSpPr>
          <p:nvPr>
            <p:ph idx="1"/>
          </p:nvPr>
        </p:nvSpPr>
        <p:spPr/>
        <p:txBody>
          <a:bodyPr>
            <a:normAutofit lnSpcReduction="1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
        <p:nvSpPr>
          <p:cNvPr id="2" name="TextBox 1">
            <a:extLst>
              <a:ext uri="{FF2B5EF4-FFF2-40B4-BE49-F238E27FC236}">
                <a16:creationId xmlns:a16="http://schemas.microsoft.com/office/drawing/2014/main" id="{50F471E3-E9F2-36D5-CC27-FB64EC0BD59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68985</TotalTime>
  <Words>4165</Words>
  <Application>Microsoft Macintosh PowerPoint</Application>
  <PresentationFormat>Widescreen</PresentationFormat>
  <Paragraphs>672</Paragraphs>
  <Slides>61</Slides>
  <Notes>28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61</vt:i4>
      </vt:variant>
    </vt:vector>
  </HeadingPairs>
  <TitlesOfParts>
    <vt:vector size="70"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Spot the Data Types</vt:lpstr>
      <vt:lpstr>Principles of TIDY Data</vt:lpstr>
      <vt:lpstr>Databases: Data storage plus</vt:lpstr>
      <vt:lpstr>Types of databases (by data organization)</vt:lpstr>
      <vt:lpstr>Why have different kinds of databases?</vt:lpstr>
      <vt:lpstr>RDB keys, relations, and cardinality</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32</cp:revision>
  <dcterms:created xsi:type="dcterms:W3CDTF">2022-06-28T07:45:18Z</dcterms:created>
  <dcterms:modified xsi:type="dcterms:W3CDTF">2026-10-05T03:06:31Z</dcterms:modified>
</cp:coreProperties>
</file>