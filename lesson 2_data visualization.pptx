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73"/>
  </p:notesMasterIdLst>
  <p:sldIdLst>
    <p:sldId id="256" r:id="rId2"/>
    <p:sldId id="580" r:id="rId3"/>
    <p:sldId id="259" r:id="rId4"/>
    <p:sldId id="582" r:id="rId5"/>
    <p:sldId id="620" r:id="rId6"/>
    <p:sldId id="622" r:id="rId7"/>
    <p:sldId id="584" r:id="rId8"/>
    <p:sldId id="614" r:id="rId9"/>
    <p:sldId id="270" r:id="rId10"/>
    <p:sldId id="271" r:id="rId11"/>
    <p:sldId id="618" r:id="rId12"/>
    <p:sldId id="590" r:id="rId13"/>
    <p:sldId id="591" r:id="rId14"/>
    <p:sldId id="592" r:id="rId15"/>
    <p:sldId id="279" r:id="rId16"/>
    <p:sldId id="585" r:id="rId17"/>
    <p:sldId id="583" r:id="rId18"/>
    <p:sldId id="263" r:id="rId19"/>
    <p:sldId id="641" r:id="rId20"/>
    <p:sldId id="639" r:id="rId21"/>
    <p:sldId id="640" r:id="rId22"/>
    <p:sldId id="617" r:id="rId23"/>
    <p:sldId id="619" r:id="rId24"/>
    <p:sldId id="267" r:id="rId25"/>
    <p:sldId id="603" r:id="rId26"/>
    <p:sldId id="601" r:id="rId27"/>
    <p:sldId id="604" r:id="rId28"/>
    <p:sldId id="602" r:id="rId29"/>
    <p:sldId id="268" r:id="rId30"/>
    <p:sldId id="269" r:id="rId31"/>
    <p:sldId id="593" r:id="rId32"/>
    <p:sldId id="629" r:id="rId33"/>
    <p:sldId id="654" r:id="rId34"/>
    <p:sldId id="275" r:id="rId35"/>
    <p:sldId id="276" r:id="rId36"/>
    <p:sldId id="277" r:id="rId37"/>
    <p:sldId id="278" r:id="rId38"/>
    <p:sldId id="623" r:id="rId39"/>
    <p:sldId id="597" r:id="rId40"/>
    <p:sldId id="651" r:id="rId41"/>
    <p:sldId id="607" r:id="rId42"/>
    <p:sldId id="645" r:id="rId43"/>
    <p:sldId id="600" r:id="rId44"/>
    <p:sldId id="612" r:id="rId45"/>
    <p:sldId id="650" r:id="rId46"/>
    <p:sldId id="646" r:id="rId47"/>
    <p:sldId id="647" r:id="rId48"/>
    <p:sldId id="653" r:id="rId49"/>
    <p:sldId id="648" r:id="rId50"/>
    <p:sldId id="649" r:id="rId51"/>
    <p:sldId id="630" r:id="rId52"/>
    <p:sldId id="644" r:id="rId53"/>
    <p:sldId id="596" r:id="rId54"/>
    <p:sldId id="627" r:id="rId55"/>
    <p:sldId id="281" r:id="rId56"/>
    <p:sldId id="658" r:id="rId57"/>
    <p:sldId id="609" r:id="rId58"/>
    <p:sldId id="631" r:id="rId59"/>
    <p:sldId id="282" r:id="rId60"/>
    <p:sldId id="635" r:id="rId61"/>
    <p:sldId id="283" r:id="rId62"/>
    <p:sldId id="661" r:id="rId63"/>
    <p:sldId id="664" r:id="rId64"/>
    <p:sldId id="636" r:id="rId65"/>
    <p:sldId id="638" r:id="rId66"/>
    <p:sldId id="642" r:id="rId67"/>
    <p:sldId id="655" r:id="rId68"/>
    <p:sldId id="610" r:id="rId69"/>
    <p:sldId id="637" r:id="rId70"/>
    <p:sldId id="626" r:id="rId71"/>
    <p:sldId id="581" r:id="rId7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60" userDrawn="1">
          <p15:clr>
            <a:srgbClr val="A4A3A4"/>
          </p15:clr>
        </p15:guide>
        <p15:guide id="2" pos="338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79B80BA-912E-7C4D-84DE-BE40EBFB991A}" v="581" dt="2025-09-21T12:37:33.19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746"/>
    <p:restoredTop sz="96070"/>
  </p:normalViewPr>
  <p:slideViewPr>
    <p:cSldViewPr snapToGrid="0" snapToObjects="1">
      <p:cViewPr varScale="1">
        <p:scale>
          <a:sx n="69" d="100"/>
          <a:sy n="69" d="100"/>
        </p:scale>
        <p:origin x="216" y="1072"/>
      </p:cViewPr>
      <p:guideLst>
        <p:guide orient="horz" pos="3360"/>
        <p:guide pos="3384"/>
      </p:guideLst>
    </p:cSldViewPr>
  </p:slideViewPr>
  <p:notesTextViewPr>
    <p:cViewPr>
      <p:scale>
        <a:sx n="20" d="100"/>
        <a:sy n="2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79" Type="http://schemas.microsoft.com/office/2015/10/relationships/revisionInfo" Target="revisionInfo.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notesMaster" Target="notesMasters/notesMaster1.xml"/><Relationship Id="rId78"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ymond, Shannon" userId="5b01a877-9415-4a21-8eeb-d6d3c2be6b18" providerId="ADAL" clId="{FEA7804B-FD21-59C4-8BB3-74F1FB3AA68A}"/>
    <pc:docChg chg="undo redo custSel addSld delSld modSld sldOrd">
      <pc:chgData name="Haymond, Shannon" userId="5b01a877-9415-4a21-8eeb-d6d3c2be6b18" providerId="ADAL" clId="{FEA7804B-FD21-59C4-8BB3-74F1FB3AA68A}" dt="2025-09-21T14:39:04.668" v="17793" actId="20577"/>
      <pc:docMkLst>
        <pc:docMk/>
      </pc:docMkLst>
      <pc:sldChg chg="modSp mod modNotesTx">
        <pc:chgData name="Haymond, Shannon" userId="5b01a877-9415-4a21-8eeb-d6d3c2be6b18" providerId="ADAL" clId="{FEA7804B-FD21-59C4-8BB3-74F1FB3AA68A}" dt="2025-09-11T22:16:10.118" v="8728" actId="207"/>
        <pc:sldMkLst>
          <pc:docMk/>
          <pc:sldMk cId="0" sldId="259"/>
        </pc:sldMkLst>
        <pc:spChg chg="mod">
          <ac:chgData name="Haymond, Shannon" userId="5b01a877-9415-4a21-8eeb-d6d3c2be6b18" providerId="ADAL" clId="{FEA7804B-FD21-59C4-8BB3-74F1FB3AA68A}" dt="2025-09-11T19:49:10.102" v="5566" actId="20577"/>
          <ac:spMkLst>
            <pc:docMk/>
            <pc:sldMk cId="0" sldId="259"/>
            <ac:spMk id="153" creationId="{00000000-0000-0000-0000-000000000000}"/>
          </ac:spMkLst>
        </pc:spChg>
        <pc:spChg chg="mod">
          <ac:chgData name="Haymond, Shannon" userId="5b01a877-9415-4a21-8eeb-d6d3c2be6b18" providerId="ADAL" clId="{FEA7804B-FD21-59C4-8BB3-74F1FB3AA68A}" dt="2025-09-11T22:16:10.118" v="8728" actId="207"/>
          <ac:spMkLst>
            <pc:docMk/>
            <pc:sldMk cId="0" sldId="259"/>
            <ac:spMk id="154" creationId="{00000000-0000-0000-0000-000000000000}"/>
          </ac:spMkLst>
        </pc:spChg>
      </pc:sldChg>
      <pc:sldChg chg="del">
        <pc:chgData name="Haymond, Shannon" userId="5b01a877-9415-4a21-8eeb-d6d3c2be6b18" providerId="ADAL" clId="{FEA7804B-FD21-59C4-8BB3-74F1FB3AA68A}" dt="2025-09-10T16:51:34.777" v="149" actId="2696"/>
        <pc:sldMkLst>
          <pc:docMk/>
          <pc:sldMk cId="0" sldId="260"/>
        </pc:sldMkLst>
      </pc:sldChg>
      <pc:sldChg chg="delSp modSp del mod">
        <pc:chgData name="Haymond, Shannon" userId="5b01a877-9415-4a21-8eeb-d6d3c2be6b18" providerId="ADAL" clId="{FEA7804B-FD21-59C4-8BB3-74F1FB3AA68A}" dt="2025-09-10T17:00:19.391" v="518" actId="2696"/>
        <pc:sldMkLst>
          <pc:docMk/>
          <pc:sldMk cId="0" sldId="261"/>
        </pc:sldMkLst>
      </pc:sldChg>
      <pc:sldChg chg="addSp delSp modSp del mod">
        <pc:chgData name="Haymond, Shannon" userId="5b01a877-9415-4a21-8eeb-d6d3c2be6b18" providerId="ADAL" clId="{FEA7804B-FD21-59C4-8BB3-74F1FB3AA68A}" dt="2025-09-10T17:49:51.128" v="928" actId="2696"/>
        <pc:sldMkLst>
          <pc:docMk/>
          <pc:sldMk cId="0" sldId="262"/>
        </pc:sldMkLst>
      </pc:sldChg>
      <pc:sldChg chg="delSp add del mod">
        <pc:chgData name="Haymond, Shannon" userId="5b01a877-9415-4a21-8eeb-d6d3c2be6b18" providerId="ADAL" clId="{FEA7804B-FD21-59C4-8BB3-74F1FB3AA68A}" dt="2025-09-10T21:13:22.440" v="2313" actId="2696"/>
        <pc:sldMkLst>
          <pc:docMk/>
          <pc:sldMk cId="1125101879" sldId="262"/>
        </pc:sldMkLst>
      </pc:sldChg>
      <pc:sldChg chg="addSp delSp modSp add del mod modClrScheme chgLayout modNotesTx">
        <pc:chgData name="Haymond, Shannon" userId="5b01a877-9415-4a21-8eeb-d6d3c2be6b18" providerId="ADAL" clId="{FEA7804B-FD21-59C4-8BB3-74F1FB3AA68A}" dt="2025-09-21T14:39:04.668" v="17793" actId="20577"/>
        <pc:sldMkLst>
          <pc:docMk/>
          <pc:sldMk cId="0" sldId="263"/>
        </pc:sldMkLst>
        <pc:spChg chg="add mod">
          <ac:chgData name="Haymond, Shannon" userId="5b01a877-9415-4a21-8eeb-d6d3c2be6b18" providerId="ADAL" clId="{FEA7804B-FD21-59C4-8BB3-74F1FB3AA68A}" dt="2025-09-11T00:51:07.153" v="2738" actId="1076"/>
          <ac:spMkLst>
            <pc:docMk/>
            <pc:sldMk cId="0" sldId="263"/>
            <ac:spMk id="6" creationId="{6DA78A3A-7D11-ACA6-2F8A-7FD2772C8190}"/>
          </ac:spMkLst>
        </pc:spChg>
        <pc:spChg chg="mod ord">
          <ac:chgData name="Haymond, Shannon" userId="5b01a877-9415-4a21-8eeb-d6d3c2be6b18" providerId="ADAL" clId="{FEA7804B-FD21-59C4-8BB3-74F1FB3AA68A}" dt="2025-09-19T20:34:39.923" v="10009" actId="700"/>
          <ac:spMkLst>
            <pc:docMk/>
            <pc:sldMk cId="0" sldId="263"/>
            <ac:spMk id="188" creationId="{00000000-0000-0000-0000-000000000000}"/>
          </ac:spMkLst>
        </pc:spChg>
        <pc:spChg chg="mod ord">
          <ac:chgData name="Haymond, Shannon" userId="5b01a877-9415-4a21-8eeb-d6d3c2be6b18" providerId="ADAL" clId="{FEA7804B-FD21-59C4-8BB3-74F1FB3AA68A}" dt="2025-09-21T14:39:04.668" v="17793" actId="20577"/>
          <ac:spMkLst>
            <pc:docMk/>
            <pc:sldMk cId="0" sldId="263"/>
            <ac:spMk id="189" creationId="{00000000-0000-0000-0000-000000000000}"/>
          </ac:spMkLst>
        </pc:spChg>
        <pc:spChg chg="mod ord">
          <ac:chgData name="Haymond, Shannon" userId="5b01a877-9415-4a21-8eeb-d6d3c2be6b18" providerId="ADAL" clId="{FEA7804B-FD21-59C4-8BB3-74F1FB3AA68A}" dt="2025-09-19T20:34:39.923" v="10009" actId="700"/>
          <ac:spMkLst>
            <pc:docMk/>
            <pc:sldMk cId="0" sldId="263"/>
            <ac:spMk id="190" creationId="{00000000-0000-0000-0000-000000000000}"/>
          </ac:spMkLst>
        </pc:spChg>
      </pc:sldChg>
      <pc:sldChg chg="del">
        <pc:chgData name="Haymond, Shannon" userId="5b01a877-9415-4a21-8eeb-d6d3c2be6b18" providerId="ADAL" clId="{FEA7804B-FD21-59C4-8BB3-74F1FB3AA68A}" dt="2025-09-11T19:15:27.027" v="5120" actId="2696"/>
        <pc:sldMkLst>
          <pc:docMk/>
          <pc:sldMk cId="0" sldId="264"/>
        </pc:sldMkLst>
      </pc:sldChg>
      <pc:sldChg chg="addSp modSp del mod ord">
        <pc:chgData name="Haymond, Shannon" userId="5b01a877-9415-4a21-8eeb-d6d3c2be6b18" providerId="ADAL" clId="{FEA7804B-FD21-59C4-8BB3-74F1FB3AA68A}" dt="2025-09-11T19:18:14.495" v="5204" actId="2696"/>
        <pc:sldMkLst>
          <pc:docMk/>
          <pc:sldMk cId="0" sldId="265"/>
        </pc:sldMkLst>
      </pc:sldChg>
      <pc:sldChg chg="modSp del mod">
        <pc:chgData name="Haymond, Shannon" userId="5b01a877-9415-4a21-8eeb-d6d3c2be6b18" providerId="ADAL" clId="{FEA7804B-FD21-59C4-8BB3-74F1FB3AA68A}" dt="2025-09-11T19:42:51.415" v="5510" actId="2696"/>
        <pc:sldMkLst>
          <pc:docMk/>
          <pc:sldMk cId="0" sldId="266"/>
        </pc:sldMkLst>
      </pc:sldChg>
      <pc:sldChg chg="addSp delSp modSp mod">
        <pc:chgData name="Haymond, Shannon" userId="5b01a877-9415-4a21-8eeb-d6d3c2be6b18" providerId="ADAL" clId="{FEA7804B-FD21-59C4-8BB3-74F1FB3AA68A}" dt="2025-09-11T01:08:39.794" v="3296" actId="20577"/>
        <pc:sldMkLst>
          <pc:docMk/>
          <pc:sldMk cId="0" sldId="267"/>
        </pc:sldMkLst>
        <pc:spChg chg="add mod">
          <ac:chgData name="Haymond, Shannon" userId="5b01a877-9415-4a21-8eeb-d6d3c2be6b18" providerId="ADAL" clId="{FEA7804B-FD21-59C4-8BB3-74F1FB3AA68A}" dt="2025-09-11T00:57:44.247" v="2980" actId="1076"/>
          <ac:spMkLst>
            <pc:docMk/>
            <pc:sldMk cId="0" sldId="267"/>
            <ac:spMk id="2" creationId="{87B38B73-1384-8CB6-8BB2-02AAD9450A72}"/>
          </ac:spMkLst>
        </pc:spChg>
        <pc:spChg chg="mod">
          <ac:chgData name="Haymond, Shannon" userId="5b01a877-9415-4a21-8eeb-d6d3c2be6b18" providerId="ADAL" clId="{FEA7804B-FD21-59C4-8BB3-74F1FB3AA68A}" dt="2025-09-11T01:03:21.482" v="3062" actId="20577"/>
          <ac:spMkLst>
            <pc:docMk/>
            <pc:sldMk cId="0" sldId="267"/>
            <ac:spMk id="217" creationId="{00000000-0000-0000-0000-000000000000}"/>
          </ac:spMkLst>
        </pc:spChg>
        <pc:spChg chg="mod">
          <ac:chgData name="Haymond, Shannon" userId="5b01a877-9415-4a21-8eeb-d6d3c2be6b18" providerId="ADAL" clId="{FEA7804B-FD21-59C4-8BB3-74F1FB3AA68A}" dt="2025-09-11T01:08:39.794" v="3296" actId="20577"/>
          <ac:spMkLst>
            <pc:docMk/>
            <pc:sldMk cId="0" sldId="267"/>
            <ac:spMk id="218" creationId="{00000000-0000-0000-0000-000000000000}"/>
          </ac:spMkLst>
        </pc:spChg>
        <pc:picChg chg="mod">
          <ac:chgData name="Haymond, Shannon" userId="5b01a877-9415-4a21-8eeb-d6d3c2be6b18" providerId="ADAL" clId="{FEA7804B-FD21-59C4-8BB3-74F1FB3AA68A}" dt="2025-09-11T00:56:19.023" v="2973" actId="1076"/>
          <ac:picMkLst>
            <pc:docMk/>
            <pc:sldMk cId="0" sldId="267"/>
            <ac:picMk id="221" creationId="{00000000-0000-0000-0000-000000000000}"/>
          </ac:picMkLst>
        </pc:picChg>
      </pc:sldChg>
      <pc:sldChg chg="modSp mod modNotesTx">
        <pc:chgData name="Haymond, Shannon" userId="5b01a877-9415-4a21-8eeb-d6d3c2be6b18" providerId="ADAL" clId="{FEA7804B-FD21-59C4-8BB3-74F1FB3AA68A}" dt="2025-09-11T01:13:09.371" v="3408" actId="20577"/>
        <pc:sldMkLst>
          <pc:docMk/>
          <pc:sldMk cId="0" sldId="268"/>
        </pc:sldMkLst>
        <pc:spChg chg="mod">
          <ac:chgData name="Haymond, Shannon" userId="5b01a877-9415-4a21-8eeb-d6d3c2be6b18" providerId="ADAL" clId="{FEA7804B-FD21-59C4-8BB3-74F1FB3AA68A}" dt="2025-09-11T01:13:09.371" v="3408" actId="20577"/>
          <ac:spMkLst>
            <pc:docMk/>
            <pc:sldMk cId="0" sldId="268"/>
            <ac:spMk id="226" creationId="{00000000-0000-0000-0000-000000000000}"/>
          </ac:spMkLst>
        </pc:spChg>
      </pc:sldChg>
      <pc:sldChg chg="modSp mod">
        <pc:chgData name="Haymond, Shannon" userId="5b01a877-9415-4a21-8eeb-d6d3c2be6b18" providerId="ADAL" clId="{FEA7804B-FD21-59C4-8BB3-74F1FB3AA68A}" dt="2025-09-11T19:44:37.147" v="5512" actId="404"/>
        <pc:sldMkLst>
          <pc:docMk/>
          <pc:sldMk cId="0" sldId="269"/>
        </pc:sldMkLst>
        <pc:spChg chg="mod">
          <ac:chgData name="Haymond, Shannon" userId="5b01a877-9415-4a21-8eeb-d6d3c2be6b18" providerId="ADAL" clId="{FEA7804B-FD21-59C4-8BB3-74F1FB3AA68A}" dt="2025-09-11T19:44:37.147" v="5512" actId="404"/>
          <ac:spMkLst>
            <pc:docMk/>
            <pc:sldMk cId="0" sldId="269"/>
            <ac:spMk id="235" creationId="{00000000-0000-0000-0000-000000000000}"/>
          </ac:spMkLst>
        </pc:spChg>
      </pc:sldChg>
      <pc:sldChg chg="del">
        <pc:chgData name="Haymond, Shannon" userId="5b01a877-9415-4a21-8eeb-d6d3c2be6b18" providerId="ADAL" clId="{FEA7804B-FD21-59C4-8BB3-74F1FB3AA68A}" dt="2025-09-10T20:57:09.058" v="1970" actId="2696"/>
        <pc:sldMkLst>
          <pc:docMk/>
          <pc:sldMk cId="0" sldId="270"/>
        </pc:sldMkLst>
      </pc:sldChg>
      <pc:sldChg chg="modSp add mod">
        <pc:chgData name="Haymond, Shannon" userId="5b01a877-9415-4a21-8eeb-d6d3c2be6b18" providerId="ADAL" clId="{FEA7804B-FD21-59C4-8BB3-74F1FB3AA68A}" dt="2025-09-11T18:28:09.217" v="4332" actId="20577"/>
        <pc:sldMkLst>
          <pc:docMk/>
          <pc:sldMk cId="2288602045" sldId="270"/>
        </pc:sldMkLst>
        <pc:spChg chg="mod">
          <ac:chgData name="Haymond, Shannon" userId="5b01a877-9415-4a21-8eeb-d6d3c2be6b18" providerId="ADAL" clId="{FEA7804B-FD21-59C4-8BB3-74F1FB3AA68A}" dt="2025-09-11T18:28:09.217" v="4332" actId="20577"/>
          <ac:spMkLst>
            <pc:docMk/>
            <pc:sldMk cId="2288602045" sldId="270"/>
            <ac:spMk id="241" creationId="{E9F61203-40B7-43B5-53E1-755084E87FC6}"/>
          </ac:spMkLst>
        </pc:spChg>
        <pc:spChg chg="mod">
          <ac:chgData name="Haymond, Shannon" userId="5b01a877-9415-4a21-8eeb-d6d3c2be6b18" providerId="ADAL" clId="{FEA7804B-FD21-59C4-8BB3-74F1FB3AA68A}" dt="2025-09-11T18:19:51.077" v="4239" actId="20577"/>
          <ac:spMkLst>
            <pc:docMk/>
            <pc:sldMk cId="2288602045" sldId="270"/>
            <ac:spMk id="242" creationId="{B0E6735D-D4F3-2E2D-CF4A-D0DEA0C17DFA}"/>
          </ac:spMkLst>
        </pc:spChg>
      </pc:sldChg>
      <pc:sldChg chg="add del">
        <pc:chgData name="Haymond, Shannon" userId="5b01a877-9415-4a21-8eeb-d6d3c2be6b18" providerId="ADAL" clId="{FEA7804B-FD21-59C4-8BB3-74F1FB3AA68A}" dt="2025-09-10T20:57:18.900" v="1972"/>
        <pc:sldMkLst>
          <pc:docMk/>
          <pc:sldMk cId="2918267005" sldId="270"/>
        </pc:sldMkLst>
      </pc:sldChg>
      <pc:sldChg chg="del">
        <pc:chgData name="Haymond, Shannon" userId="5b01a877-9415-4a21-8eeb-d6d3c2be6b18" providerId="ADAL" clId="{FEA7804B-FD21-59C4-8BB3-74F1FB3AA68A}" dt="2025-09-10T20:57:09.058" v="1970" actId="2696"/>
        <pc:sldMkLst>
          <pc:docMk/>
          <pc:sldMk cId="0" sldId="271"/>
        </pc:sldMkLst>
      </pc:sldChg>
      <pc:sldChg chg="add del">
        <pc:chgData name="Haymond, Shannon" userId="5b01a877-9415-4a21-8eeb-d6d3c2be6b18" providerId="ADAL" clId="{FEA7804B-FD21-59C4-8BB3-74F1FB3AA68A}" dt="2025-09-10T20:57:18.900" v="1972"/>
        <pc:sldMkLst>
          <pc:docMk/>
          <pc:sldMk cId="966328516" sldId="271"/>
        </pc:sldMkLst>
      </pc:sldChg>
      <pc:sldChg chg="addSp delSp modSp add mod modAnim modNotesTx">
        <pc:chgData name="Haymond, Shannon" userId="5b01a877-9415-4a21-8eeb-d6d3c2be6b18" providerId="ADAL" clId="{FEA7804B-FD21-59C4-8BB3-74F1FB3AA68A}" dt="2025-09-21T12:34:21.051" v="17716" actId="20577"/>
        <pc:sldMkLst>
          <pc:docMk/>
          <pc:sldMk cId="1352344462" sldId="271"/>
        </pc:sldMkLst>
        <pc:spChg chg="add del mod">
          <ac:chgData name="Haymond, Shannon" userId="5b01a877-9415-4a21-8eeb-d6d3c2be6b18" providerId="ADAL" clId="{FEA7804B-FD21-59C4-8BB3-74F1FB3AA68A}" dt="2025-09-21T12:32:19.216" v="17701" actId="478"/>
          <ac:spMkLst>
            <pc:docMk/>
            <pc:sldMk cId="1352344462" sldId="271"/>
            <ac:spMk id="2" creationId="{053F43AD-83F3-4E61-0C83-7099D304E80D}"/>
          </ac:spMkLst>
        </pc:spChg>
        <pc:spChg chg="mod">
          <ac:chgData name="Haymond, Shannon" userId="5b01a877-9415-4a21-8eeb-d6d3c2be6b18" providerId="ADAL" clId="{FEA7804B-FD21-59C4-8BB3-74F1FB3AA68A}" dt="2025-09-21T12:34:21.051" v="17716" actId="20577"/>
          <ac:spMkLst>
            <pc:docMk/>
            <pc:sldMk cId="1352344462" sldId="271"/>
            <ac:spMk id="5" creationId="{167ADF0E-97F9-54DE-8F00-33C940CE37FD}"/>
          </ac:spMkLst>
        </pc:spChg>
        <pc:grpChg chg="add mod">
          <ac:chgData name="Haymond, Shannon" userId="5b01a877-9415-4a21-8eeb-d6d3c2be6b18" providerId="ADAL" clId="{FEA7804B-FD21-59C4-8BB3-74F1FB3AA68A}" dt="2025-09-21T12:34:15.582" v="17704" actId="1076"/>
          <ac:grpSpMkLst>
            <pc:docMk/>
            <pc:sldMk cId="1352344462" sldId="271"/>
            <ac:grpSpMk id="3" creationId="{B5285E08-7EE8-2562-AB45-162BE817BCD7}"/>
          </ac:grpSpMkLst>
        </pc:grpChg>
        <pc:cxnChg chg="mod">
          <ac:chgData name="Haymond, Shannon" userId="5b01a877-9415-4a21-8eeb-d6d3c2be6b18" providerId="ADAL" clId="{FEA7804B-FD21-59C4-8BB3-74F1FB3AA68A}" dt="2025-09-21T12:34:11.295" v="17703"/>
          <ac:cxnSpMkLst>
            <pc:docMk/>
            <pc:sldMk cId="1352344462" sldId="271"/>
            <ac:cxnSpMk id="4" creationId="{415EF949-4BB6-F731-7A4A-D07D10318055}"/>
          </ac:cxnSpMkLst>
        </pc:cxnChg>
      </pc:sldChg>
      <pc:sldChg chg="addSp delSp modSp del mod">
        <pc:chgData name="Haymond, Shannon" userId="5b01a877-9415-4a21-8eeb-d6d3c2be6b18" providerId="ADAL" clId="{FEA7804B-FD21-59C4-8BB3-74F1FB3AA68A}" dt="2025-09-11T18:32:52.683" v="4451" actId="2696"/>
        <pc:sldMkLst>
          <pc:docMk/>
          <pc:sldMk cId="0" sldId="272"/>
        </pc:sldMkLst>
      </pc:sldChg>
      <pc:sldChg chg="del">
        <pc:chgData name="Haymond, Shannon" userId="5b01a877-9415-4a21-8eeb-d6d3c2be6b18" providerId="ADAL" clId="{FEA7804B-FD21-59C4-8BB3-74F1FB3AA68A}" dt="2025-09-11T18:32:52.687" v="4452" actId="2696"/>
        <pc:sldMkLst>
          <pc:docMk/>
          <pc:sldMk cId="0" sldId="273"/>
        </pc:sldMkLst>
      </pc:sldChg>
      <pc:sldChg chg="del">
        <pc:chgData name="Haymond, Shannon" userId="5b01a877-9415-4a21-8eeb-d6d3c2be6b18" providerId="ADAL" clId="{FEA7804B-FD21-59C4-8BB3-74F1FB3AA68A}" dt="2025-09-11T18:32:52.692" v="4453" actId="2696"/>
        <pc:sldMkLst>
          <pc:docMk/>
          <pc:sldMk cId="0" sldId="274"/>
        </pc:sldMkLst>
      </pc:sldChg>
      <pc:sldChg chg="modSp mod">
        <pc:chgData name="Haymond, Shannon" userId="5b01a877-9415-4a21-8eeb-d6d3c2be6b18" providerId="ADAL" clId="{FEA7804B-FD21-59C4-8BB3-74F1FB3AA68A}" dt="2025-09-20T15:29:21.725" v="11315" actId="20577"/>
        <pc:sldMkLst>
          <pc:docMk/>
          <pc:sldMk cId="0" sldId="275"/>
        </pc:sldMkLst>
        <pc:spChg chg="mod">
          <ac:chgData name="Haymond, Shannon" userId="5b01a877-9415-4a21-8eeb-d6d3c2be6b18" providerId="ADAL" clId="{FEA7804B-FD21-59C4-8BB3-74F1FB3AA68A}" dt="2025-09-11T19:45:02.629" v="5514" actId="179"/>
          <ac:spMkLst>
            <pc:docMk/>
            <pc:sldMk cId="0" sldId="275"/>
            <ac:spMk id="322" creationId="{00000000-0000-0000-0000-000000000000}"/>
          </ac:spMkLst>
        </pc:spChg>
        <pc:spChg chg="mod">
          <ac:chgData name="Haymond, Shannon" userId="5b01a877-9415-4a21-8eeb-d6d3c2be6b18" providerId="ADAL" clId="{FEA7804B-FD21-59C4-8BB3-74F1FB3AA68A}" dt="2025-09-20T15:29:21.725" v="11315" actId="20577"/>
          <ac:spMkLst>
            <pc:docMk/>
            <pc:sldMk cId="0" sldId="275"/>
            <ac:spMk id="323" creationId="{00000000-0000-0000-0000-000000000000}"/>
          </ac:spMkLst>
        </pc:spChg>
      </pc:sldChg>
      <pc:sldChg chg="modSp mod">
        <pc:chgData name="Haymond, Shannon" userId="5b01a877-9415-4a21-8eeb-d6d3c2be6b18" providerId="ADAL" clId="{FEA7804B-FD21-59C4-8BB3-74F1FB3AA68A}" dt="2025-09-11T22:21:08.069" v="8763" actId="27636"/>
        <pc:sldMkLst>
          <pc:docMk/>
          <pc:sldMk cId="0" sldId="277"/>
        </pc:sldMkLst>
        <pc:spChg chg="mod">
          <ac:chgData name="Haymond, Shannon" userId="5b01a877-9415-4a21-8eeb-d6d3c2be6b18" providerId="ADAL" clId="{FEA7804B-FD21-59C4-8BB3-74F1FB3AA68A}" dt="2025-09-11T19:45:19.818" v="5515" actId="179"/>
          <ac:spMkLst>
            <pc:docMk/>
            <pc:sldMk cId="0" sldId="277"/>
            <ac:spMk id="351" creationId="{00000000-0000-0000-0000-000000000000}"/>
          </ac:spMkLst>
        </pc:spChg>
        <pc:spChg chg="mod">
          <ac:chgData name="Haymond, Shannon" userId="5b01a877-9415-4a21-8eeb-d6d3c2be6b18" providerId="ADAL" clId="{FEA7804B-FD21-59C4-8BB3-74F1FB3AA68A}" dt="2025-09-11T22:21:08.069" v="8763" actId="27636"/>
          <ac:spMkLst>
            <pc:docMk/>
            <pc:sldMk cId="0" sldId="277"/>
            <ac:spMk id="352" creationId="{00000000-0000-0000-0000-000000000000}"/>
          </ac:spMkLst>
        </pc:spChg>
      </pc:sldChg>
      <pc:sldChg chg="addSp delSp modSp mod modNotesTx">
        <pc:chgData name="Haymond, Shannon" userId="5b01a877-9415-4a21-8eeb-d6d3c2be6b18" providerId="ADAL" clId="{FEA7804B-FD21-59C4-8BB3-74F1FB3AA68A}" dt="2025-09-19T17:40:21.723" v="9813" actId="20577"/>
        <pc:sldMkLst>
          <pc:docMk/>
          <pc:sldMk cId="0" sldId="278"/>
        </pc:sldMkLst>
      </pc:sldChg>
      <pc:sldChg chg="del">
        <pc:chgData name="Haymond, Shannon" userId="5b01a877-9415-4a21-8eeb-d6d3c2be6b18" providerId="ADAL" clId="{FEA7804B-FD21-59C4-8BB3-74F1FB3AA68A}" dt="2025-09-10T18:06:24.284" v="1449" actId="2696"/>
        <pc:sldMkLst>
          <pc:docMk/>
          <pc:sldMk cId="0" sldId="279"/>
        </pc:sldMkLst>
      </pc:sldChg>
      <pc:sldChg chg="add">
        <pc:chgData name="Haymond, Shannon" userId="5b01a877-9415-4a21-8eeb-d6d3c2be6b18" providerId="ADAL" clId="{FEA7804B-FD21-59C4-8BB3-74F1FB3AA68A}" dt="2025-09-10T18:06:32.773" v="1450"/>
        <pc:sldMkLst>
          <pc:docMk/>
          <pc:sldMk cId="48785577" sldId="279"/>
        </pc:sldMkLst>
      </pc:sldChg>
      <pc:sldChg chg="del">
        <pc:chgData name="Haymond, Shannon" userId="5b01a877-9415-4a21-8eeb-d6d3c2be6b18" providerId="ADAL" clId="{FEA7804B-FD21-59C4-8BB3-74F1FB3AA68A}" dt="2025-09-10T21:16:54.821" v="2319" actId="2696"/>
        <pc:sldMkLst>
          <pc:docMk/>
          <pc:sldMk cId="0" sldId="280"/>
        </pc:sldMkLst>
      </pc:sldChg>
      <pc:sldChg chg="addSp delSp modSp mod modNotesTx">
        <pc:chgData name="Haymond, Shannon" userId="5b01a877-9415-4a21-8eeb-d6d3c2be6b18" providerId="ADAL" clId="{FEA7804B-FD21-59C4-8BB3-74F1FB3AA68A}" dt="2025-09-21T11:43:28.804" v="16236" actId="20577"/>
        <pc:sldMkLst>
          <pc:docMk/>
          <pc:sldMk cId="0" sldId="281"/>
        </pc:sldMkLst>
        <pc:spChg chg="add mod">
          <ac:chgData name="Haymond, Shannon" userId="5b01a877-9415-4a21-8eeb-d6d3c2be6b18" providerId="ADAL" clId="{FEA7804B-FD21-59C4-8BB3-74F1FB3AA68A}" dt="2025-09-20T21:50:05.791" v="14884" actId="1076"/>
          <ac:spMkLst>
            <pc:docMk/>
            <pc:sldMk cId="0" sldId="281"/>
            <ac:spMk id="2" creationId="{10BE26CD-5849-126F-45EB-BFAD314282F6}"/>
          </ac:spMkLst>
        </pc:spChg>
        <pc:spChg chg="add mod">
          <ac:chgData name="Haymond, Shannon" userId="5b01a877-9415-4a21-8eeb-d6d3c2be6b18" providerId="ADAL" clId="{FEA7804B-FD21-59C4-8BB3-74F1FB3AA68A}" dt="2025-09-11T21:45:21.873" v="7920" actId="20577"/>
          <ac:spMkLst>
            <pc:docMk/>
            <pc:sldMk cId="0" sldId="281"/>
            <ac:spMk id="5" creationId="{64022CB5-997D-52F0-5A02-7F735934667F}"/>
          </ac:spMkLst>
        </pc:spChg>
        <pc:spChg chg="mod">
          <ac:chgData name="Haymond, Shannon" userId="5b01a877-9415-4a21-8eeb-d6d3c2be6b18" providerId="ADAL" clId="{FEA7804B-FD21-59C4-8BB3-74F1FB3AA68A}" dt="2025-09-11T21:47:25.129" v="7925" actId="1076"/>
          <ac:spMkLst>
            <pc:docMk/>
            <pc:sldMk cId="0" sldId="281"/>
            <ac:spMk id="427" creationId="{00000000-0000-0000-0000-000000000000}"/>
          </ac:spMkLst>
        </pc:spChg>
      </pc:sldChg>
      <pc:sldChg chg="addSp delSp modSp mod">
        <pc:chgData name="Haymond, Shannon" userId="5b01a877-9415-4a21-8eeb-d6d3c2be6b18" providerId="ADAL" clId="{FEA7804B-FD21-59C4-8BB3-74F1FB3AA68A}" dt="2025-09-11T20:08:10.341" v="6335" actId="478"/>
        <pc:sldMkLst>
          <pc:docMk/>
          <pc:sldMk cId="0" sldId="282"/>
        </pc:sldMkLst>
      </pc:sldChg>
      <pc:sldChg chg="addSp delSp modSp mod modClrScheme chgLayout">
        <pc:chgData name="Haymond, Shannon" userId="5b01a877-9415-4a21-8eeb-d6d3c2be6b18" providerId="ADAL" clId="{FEA7804B-FD21-59C4-8BB3-74F1FB3AA68A}" dt="2025-09-20T21:56:30.819" v="15137" actId="20577"/>
        <pc:sldMkLst>
          <pc:docMk/>
          <pc:sldMk cId="0" sldId="283"/>
        </pc:sldMkLst>
        <pc:spChg chg="add mod">
          <ac:chgData name="Haymond, Shannon" userId="5b01a877-9415-4a21-8eeb-d6d3c2be6b18" providerId="ADAL" clId="{FEA7804B-FD21-59C4-8BB3-74F1FB3AA68A}" dt="2025-09-20T21:56:30.819" v="15137" actId="20577"/>
          <ac:spMkLst>
            <pc:docMk/>
            <pc:sldMk cId="0" sldId="283"/>
            <ac:spMk id="2" creationId="{737B1E9A-850B-C4FF-78F0-D1ADB749DB6A}"/>
          </ac:spMkLst>
        </pc:spChg>
        <pc:spChg chg="add mod ord">
          <ac:chgData name="Haymond, Shannon" userId="5b01a877-9415-4a21-8eeb-d6d3c2be6b18" providerId="ADAL" clId="{FEA7804B-FD21-59C4-8BB3-74F1FB3AA68A}" dt="2025-09-20T21:54:55.133" v="14983" actId="20577"/>
          <ac:spMkLst>
            <pc:docMk/>
            <pc:sldMk cId="0" sldId="283"/>
            <ac:spMk id="3" creationId="{9152E020-97F2-1289-2803-F2FDD1E6C281}"/>
          </ac:spMkLst>
        </pc:spChg>
        <pc:spChg chg="del mod">
          <ac:chgData name="Haymond, Shannon" userId="5b01a877-9415-4a21-8eeb-d6d3c2be6b18" providerId="ADAL" clId="{FEA7804B-FD21-59C4-8BB3-74F1FB3AA68A}" dt="2025-09-20T21:54:58.097" v="14984" actId="478"/>
          <ac:spMkLst>
            <pc:docMk/>
            <pc:sldMk cId="0" sldId="283"/>
            <ac:spMk id="446" creationId="{00000000-0000-0000-0000-000000000000}"/>
          </ac:spMkLst>
        </pc:spChg>
        <pc:picChg chg="mod">
          <ac:chgData name="Haymond, Shannon" userId="5b01a877-9415-4a21-8eeb-d6d3c2be6b18" providerId="ADAL" clId="{FEA7804B-FD21-59C4-8BB3-74F1FB3AA68A}" dt="2025-09-20T21:55:13.308" v="14989" actId="1076"/>
          <ac:picMkLst>
            <pc:docMk/>
            <pc:sldMk cId="0" sldId="283"/>
            <ac:picMk id="444" creationId="{00000000-0000-0000-0000-000000000000}"/>
          </ac:picMkLst>
        </pc:picChg>
      </pc:sldChg>
      <pc:sldChg chg="addSp delSp modSp del mod ord modNotesTx">
        <pc:chgData name="Haymond, Shannon" userId="5b01a877-9415-4a21-8eeb-d6d3c2be6b18" providerId="ADAL" clId="{FEA7804B-FD21-59C4-8BB3-74F1FB3AA68A}" dt="2025-09-21T12:01:41.414" v="16582" actId="2696"/>
        <pc:sldMkLst>
          <pc:docMk/>
          <pc:sldMk cId="0" sldId="284"/>
        </pc:sldMkLst>
      </pc:sldChg>
      <pc:sldChg chg="modSp mod">
        <pc:chgData name="Haymond, Shannon" userId="5b01a877-9415-4a21-8eeb-d6d3c2be6b18" providerId="ADAL" clId="{FEA7804B-FD21-59C4-8BB3-74F1FB3AA68A}" dt="2025-08-27T02:09:41.562" v="2" actId="20577"/>
        <pc:sldMkLst>
          <pc:docMk/>
          <pc:sldMk cId="1377360014" sldId="580"/>
        </pc:sldMkLst>
        <pc:spChg chg="mod">
          <ac:chgData name="Haymond, Shannon" userId="5b01a877-9415-4a21-8eeb-d6d3c2be6b18" providerId="ADAL" clId="{FEA7804B-FD21-59C4-8BB3-74F1FB3AA68A}" dt="2025-08-27T02:09:41.562" v="2" actId="20577"/>
          <ac:spMkLst>
            <pc:docMk/>
            <pc:sldMk cId="1377360014" sldId="580"/>
            <ac:spMk id="2" creationId="{36A7B638-5CDD-F0AC-11FC-90247537ED12}"/>
          </ac:spMkLst>
        </pc:spChg>
      </pc:sldChg>
      <pc:sldChg chg="modSp mod">
        <pc:chgData name="Haymond, Shannon" userId="5b01a877-9415-4a21-8eeb-d6d3c2be6b18" providerId="ADAL" clId="{FEA7804B-FD21-59C4-8BB3-74F1FB3AA68A}" dt="2025-08-27T02:11:16.465" v="5" actId="255"/>
        <pc:sldMkLst>
          <pc:docMk/>
          <pc:sldMk cId="2889433385" sldId="581"/>
        </pc:sldMkLst>
        <pc:spChg chg="mod">
          <ac:chgData name="Haymond, Shannon" userId="5b01a877-9415-4a21-8eeb-d6d3c2be6b18" providerId="ADAL" clId="{FEA7804B-FD21-59C4-8BB3-74F1FB3AA68A}" dt="2025-08-27T02:11:16.465" v="5" actId="255"/>
          <ac:spMkLst>
            <pc:docMk/>
            <pc:sldMk cId="2889433385" sldId="581"/>
            <ac:spMk id="2" creationId="{D3027F2E-8AC4-990E-4FFB-A1747AF996C4}"/>
          </ac:spMkLst>
        </pc:spChg>
      </pc:sldChg>
      <pc:sldChg chg="addSp modSp add mod modNotesTx">
        <pc:chgData name="Haymond, Shannon" userId="5b01a877-9415-4a21-8eeb-d6d3c2be6b18" providerId="ADAL" clId="{FEA7804B-FD21-59C4-8BB3-74F1FB3AA68A}" dt="2025-09-11T00:38:38.896" v="2682" actId="1076"/>
        <pc:sldMkLst>
          <pc:docMk/>
          <pc:sldMk cId="2798346877" sldId="582"/>
        </pc:sldMkLst>
        <pc:spChg chg="mod">
          <ac:chgData name="Haymond, Shannon" userId="5b01a877-9415-4a21-8eeb-d6d3c2be6b18" providerId="ADAL" clId="{FEA7804B-FD21-59C4-8BB3-74F1FB3AA68A}" dt="2025-09-10T16:52:27.523" v="212" actId="20577"/>
          <ac:spMkLst>
            <pc:docMk/>
            <pc:sldMk cId="2798346877" sldId="582"/>
            <ac:spMk id="153" creationId="{231A2DCB-9F60-A74E-9CBF-1F225E07D54B}"/>
          </ac:spMkLst>
        </pc:spChg>
        <pc:spChg chg="mod">
          <ac:chgData name="Haymond, Shannon" userId="5b01a877-9415-4a21-8eeb-d6d3c2be6b18" providerId="ADAL" clId="{FEA7804B-FD21-59C4-8BB3-74F1FB3AA68A}" dt="2025-09-10T17:52:55.165" v="980" actId="20577"/>
          <ac:spMkLst>
            <pc:docMk/>
            <pc:sldMk cId="2798346877" sldId="582"/>
            <ac:spMk id="154" creationId="{BFA4F089-0D6B-E4D9-F0D3-758281711C3F}"/>
          </ac:spMkLst>
        </pc:spChg>
        <pc:picChg chg="add mod">
          <ac:chgData name="Haymond, Shannon" userId="5b01a877-9415-4a21-8eeb-d6d3c2be6b18" providerId="ADAL" clId="{FEA7804B-FD21-59C4-8BB3-74F1FB3AA68A}" dt="2025-09-11T00:38:38.896" v="2682" actId="1076"/>
          <ac:picMkLst>
            <pc:docMk/>
            <pc:sldMk cId="2798346877" sldId="582"/>
            <ac:picMk id="2" creationId="{74665574-FA6C-4984-F0EE-7EA55DCB103F}"/>
          </ac:picMkLst>
        </pc:picChg>
      </pc:sldChg>
      <pc:sldChg chg="addSp delSp modSp new mod setBg modNotesTx">
        <pc:chgData name="Haymond, Shannon" userId="5b01a877-9415-4a21-8eeb-d6d3c2be6b18" providerId="ADAL" clId="{FEA7804B-FD21-59C4-8BB3-74F1FB3AA68A}" dt="2025-09-20T01:16:33.600" v="10594" actId="20577"/>
        <pc:sldMkLst>
          <pc:docMk/>
          <pc:sldMk cId="2195064118" sldId="583"/>
        </pc:sldMkLst>
        <pc:spChg chg="mod">
          <ac:chgData name="Haymond, Shannon" userId="5b01a877-9415-4a21-8eeb-d6d3c2be6b18" providerId="ADAL" clId="{FEA7804B-FD21-59C4-8BB3-74F1FB3AA68A}" dt="2025-09-10T18:08:33.622" v="1651" actId="20577"/>
          <ac:spMkLst>
            <pc:docMk/>
            <pc:sldMk cId="2195064118" sldId="583"/>
            <ac:spMk id="2" creationId="{DF5082B8-0A98-1E6B-2C9F-E4A10E79BC43}"/>
          </ac:spMkLst>
        </pc:spChg>
        <pc:spChg chg="mod ord">
          <ac:chgData name="Haymond, Shannon" userId="5b01a877-9415-4a21-8eeb-d6d3c2be6b18" providerId="ADAL" clId="{FEA7804B-FD21-59C4-8BB3-74F1FB3AA68A}" dt="2025-09-20T01:16:33.600" v="10594" actId="20577"/>
          <ac:spMkLst>
            <pc:docMk/>
            <pc:sldMk cId="2195064118" sldId="583"/>
            <ac:spMk id="3" creationId="{70169298-EC27-5B43-1672-1BE666DD556F}"/>
          </ac:spMkLst>
        </pc:spChg>
        <pc:spChg chg="add">
          <ac:chgData name="Haymond, Shannon" userId="5b01a877-9415-4a21-8eeb-d6d3c2be6b18" providerId="ADAL" clId="{FEA7804B-FD21-59C4-8BB3-74F1FB3AA68A}" dt="2025-09-10T17:14:27.925" v="685" actId="26606"/>
          <ac:spMkLst>
            <pc:docMk/>
            <pc:sldMk cId="2195064118" sldId="583"/>
            <ac:spMk id="14" creationId="{50F78CF7-743D-4F97-AEAF-6D872AEF4A65}"/>
          </ac:spMkLst>
        </pc:spChg>
        <pc:picChg chg="add mod ord">
          <ac:chgData name="Haymond, Shannon" userId="5b01a877-9415-4a21-8eeb-d6d3c2be6b18" providerId="ADAL" clId="{FEA7804B-FD21-59C4-8BB3-74F1FB3AA68A}" dt="2025-09-10T17:14:27.925" v="685" actId="26606"/>
          <ac:picMkLst>
            <pc:docMk/>
            <pc:sldMk cId="2195064118" sldId="583"/>
            <ac:picMk id="5" creationId="{0E9A07E4-B110-E276-E455-13D9A2F08509}"/>
          </ac:picMkLst>
        </pc:picChg>
        <pc:picChg chg="add mod">
          <ac:chgData name="Haymond, Shannon" userId="5b01a877-9415-4a21-8eeb-d6d3c2be6b18" providerId="ADAL" clId="{FEA7804B-FD21-59C4-8BB3-74F1FB3AA68A}" dt="2025-09-10T17:14:27.925" v="685" actId="26606"/>
          <ac:picMkLst>
            <pc:docMk/>
            <pc:sldMk cId="2195064118" sldId="583"/>
            <ac:picMk id="9" creationId="{08C1938A-3233-7E76-0A72-327C2C17F29D}"/>
          </ac:picMkLst>
        </pc:picChg>
        <pc:cxnChg chg="add">
          <ac:chgData name="Haymond, Shannon" userId="5b01a877-9415-4a21-8eeb-d6d3c2be6b18" providerId="ADAL" clId="{FEA7804B-FD21-59C4-8BB3-74F1FB3AA68A}" dt="2025-09-10T17:14:27.925" v="685" actId="26606"/>
          <ac:cxnSpMkLst>
            <pc:docMk/>
            <pc:sldMk cId="2195064118" sldId="583"/>
            <ac:cxnSpMk id="16" creationId="{A7DCBFCC-8C5F-4A93-997F-0A2BB3F0DF7F}"/>
          </ac:cxnSpMkLst>
        </pc:cxnChg>
      </pc:sldChg>
      <pc:sldChg chg="addSp delSp modSp new mod">
        <pc:chgData name="Haymond, Shannon" userId="5b01a877-9415-4a21-8eeb-d6d3c2be6b18" providerId="ADAL" clId="{FEA7804B-FD21-59C4-8BB3-74F1FB3AA68A}" dt="2025-09-19T17:32:33.317" v="9809" actId="20578"/>
        <pc:sldMkLst>
          <pc:docMk/>
          <pc:sldMk cId="3301213618" sldId="584"/>
        </pc:sldMkLst>
        <pc:spChg chg="mod">
          <ac:chgData name="Haymond, Shannon" userId="5b01a877-9415-4a21-8eeb-d6d3c2be6b18" providerId="ADAL" clId="{FEA7804B-FD21-59C4-8BB3-74F1FB3AA68A}" dt="2025-09-10T17:48:14.010" v="898" actId="20577"/>
          <ac:spMkLst>
            <pc:docMk/>
            <pc:sldMk cId="3301213618" sldId="584"/>
            <ac:spMk id="2" creationId="{6865D2A5-3362-125B-B089-4922D7C96179}"/>
          </ac:spMkLst>
        </pc:spChg>
        <pc:spChg chg="mod">
          <ac:chgData name="Haymond, Shannon" userId="5b01a877-9415-4a21-8eeb-d6d3c2be6b18" providerId="ADAL" clId="{FEA7804B-FD21-59C4-8BB3-74F1FB3AA68A}" dt="2025-09-19T17:32:33.317" v="9809" actId="20578"/>
          <ac:spMkLst>
            <pc:docMk/>
            <pc:sldMk cId="3301213618" sldId="584"/>
            <ac:spMk id="3" creationId="{B1253AD2-723E-4047-753E-3BAD132DAFA0}"/>
          </ac:spMkLst>
        </pc:spChg>
      </pc:sldChg>
      <pc:sldChg chg="modSp new mod">
        <pc:chgData name="Haymond, Shannon" userId="5b01a877-9415-4a21-8eeb-d6d3c2be6b18" providerId="ADAL" clId="{FEA7804B-FD21-59C4-8BB3-74F1FB3AA68A}" dt="2025-09-11T20:02:08.225" v="6219" actId="20577"/>
        <pc:sldMkLst>
          <pc:docMk/>
          <pc:sldMk cId="913893706" sldId="585"/>
        </pc:sldMkLst>
        <pc:spChg chg="mod">
          <ac:chgData name="Haymond, Shannon" userId="5b01a877-9415-4a21-8eeb-d6d3c2be6b18" providerId="ADAL" clId="{FEA7804B-FD21-59C4-8BB3-74F1FB3AA68A}" dt="2025-09-10T17:48:57.196" v="915" actId="20577"/>
          <ac:spMkLst>
            <pc:docMk/>
            <pc:sldMk cId="913893706" sldId="585"/>
            <ac:spMk id="2" creationId="{06F2EDF1-1F99-03CE-6D51-BDB33B2026BC}"/>
          </ac:spMkLst>
        </pc:spChg>
        <pc:spChg chg="mod">
          <ac:chgData name="Haymond, Shannon" userId="5b01a877-9415-4a21-8eeb-d6d3c2be6b18" providerId="ADAL" clId="{FEA7804B-FD21-59C4-8BB3-74F1FB3AA68A}" dt="2025-09-11T20:02:08.225" v="6219" actId="20577"/>
          <ac:spMkLst>
            <pc:docMk/>
            <pc:sldMk cId="913893706" sldId="585"/>
            <ac:spMk id="3" creationId="{19934077-E679-02DC-8355-6D90CC986C07}"/>
          </ac:spMkLst>
        </pc:spChg>
      </pc:sldChg>
      <pc:sldChg chg="modSp new del mod">
        <pc:chgData name="Haymond, Shannon" userId="5b01a877-9415-4a21-8eeb-d6d3c2be6b18" providerId="ADAL" clId="{FEA7804B-FD21-59C4-8BB3-74F1FB3AA68A}" dt="2025-09-10T17:49:51.128" v="928" actId="2696"/>
        <pc:sldMkLst>
          <pc:docMk/>
          <pc:sldMk cId="6655994" sldId="586"/>
        </pc:sldMkLst>
      </pc:sldChg>
      <pc:sldChg chg="addSp modSp add del mod">
        <pc:chgData name="Haymond, Shannon" userId="5b01a877-9415-4a21-8eeb-d6d3c2be6b18" providerId="ADAL" clId="{FEA7804B-FD21-59C4-8BB3-74F1FB3AA68A}" dt="2025-09-11T20:07:23.971" v="6323" actId="2696"/>
        <pc:sldMkLst>
          <pc:docMk/>
          <pc:sldMk cId="3196188381" sldId="586"/>
        </pc:sldMkLst>
      </pc:sldChg>
      <pc:sldChg chg="modSp new del mod">
        <pc:chgData name="Haymond, Shannon" userId="5b01a877-9415-4a21-8eeb-d6d3c2be6b18" providerId="ADAL" clId="{FEA7804B-FD21-59C4-8BB3-74F1FB3AA68A}" dt="2025-09-11T20:05:54.484" v="6312" actId="2696"/>
        <pc:sldMkLst>
          <pc:docMk/>
          <pc:sldMk cId="1848303191" sldId="587"/>
        </pc:sldMkLst>
      </pc:sldChg>
      <pc:sldChg chg="modSp new del mod">
        <pc:chgData name="Haymond, Shannon" userId="5b01a877-9415-4a21-8eeb-d6d3c2be6b18" providerId="ADAL" clId="{FEA7804B-FD21-59C4-8BB3-74F1FB3AA68A}" dt="2025-09-11T18:27:05.308" v="4319" actId="2696"/>
        <pc:sldMkLst>
          <pc:docMk/>
          <pc:sldMk cId="3534877488" sldId="588"/>
        </pc:sldMkLst>
      </pc:sldChg>
      <pc:sldChg chg="modSp add del mod">
        <pc:chgData name="Haymond, Shannon" userId="5b01a877-9415-4a21-8eeb-d6d3c2be6b18" providerId="ADAL" clId="{FEA7804B-FD21-59C4-8BB3-74F1FB3AA68A}" dt="2025-09-11T19:15:35.215" v="5121" actId="2696"/>
        <pc:sldMkLst>
          <pc:docMk/>
          <pc:sldMk cId="2401038481" sldId="589"/>
        </pc:sldMkLst>
      </pc:sldChg>
      <pc:sldChg chg="addSp delSp modSp add mod">
        <pc:chgData name="Haymond, Shannon" userId="5b01a877-9415-4a21-8eeb-d6d3c2be6b18" providerId="ADAL" clId="{FEA7804B-FD21-59C4-8BB3-74F1FB3AA68A}" dt="2025-09-20T01:15:00.326" v="10587" actId="179"/>
        <pc:sldMkLst>
          <pc:docMk/>
          <pc:sldMk cId="2469440177" sldId="590"/>
        </pc:sldMkLst>
        <pc:spChg chg="mod">
          <ac:chgData name="Haymond, Shannon" userId="5b01a877-9415-4a21-8eeb-d6d3c2be6b18" providerId="ADAL" clId="{FEA7804B-FD21-59C4-8BB3-74F1FB3AA68A}" dt="2025-09-20T01:15:00.326" v="10587" actId="179"/>
          <ac:spMkLst>
            <pc:docMk/>
            <pc:sldMk cId="2469440177" sldId="590"/>
            <ac:spMk id="270" creationId="{74A47435-FAF7-5E9F-B1FE-CAF448DFFEDD}"/>
          </ac:spMkLst>
        </pc:spChg>
        <pc:spChg chg="mod">
          <ac:chgData name="Haymond, Shannon" userId="5b01a877-9415-4a21-8eeb-d6d3c2be6b18" providerId="ADAL" clId="{FEA7804B-FD21-59C4-8BB3-74F1FB3AA68A}" dt="2025-09-11T18:20:18.744" v="4264" actId="20577"/>
          <ac:spMkLst>
            <pc:docMk/>
            <pc:sldMk cId="2469440177" sldId="590"/>
            <ac:spMk id="271" creationId="{FC0D22FD-BFF5-09BD-5C25-1CFAB0011716}"/>
          </ac:spMkLst>
        </pc:spChg>
      </pc:sldChg>
      <pc:sldChg chg="add del">
        <pc:chgData name="Haymond, Shannon" userId="5b01a877-9415-4a21-8eeb-d6d3c2be6b18" providerId="ADAL" clId="{FEA7804B-FD21-59C4-8BB3-74F1FB3AA68A}" dt="2025-09-10T20:57:37.873" v="1975"/>
        <pc:sldMkLst>
          <pc:docMk/>
          <pc:sldMk cId="3131062175" sldId="590"/>
        </pc:sldMkLst>
      </pc:sldChg>
      <pc:sldChg chg="add del">
        <pc:chgData name="Haymond, Shannon" userId="5b01a877-9415-4a21-8eeb-d6d3c2be6b18" providerId="ADAL" clId="{FEA7804B-FD21-59C4-8BB3-74F1FB3AA68A}" dt="2025-09-10T20:57:37.873" v="1975"/>
        <pc:sldMkLst>
          <pc:docMk/>
          <pc:sldMk cId="1275613799" sldId="591"/>
        </pc:sldMkLst>
      </pc:sldChg>
      <pc:sldChg chg="addSp delSp modSp add mod">
        <pc:chgData name="Haymond, Shannon" userId="5b01a877-9415-4a21-8eeb-d6d3c2be6b18" providerId="ADAL" clId="{FEA7804B-FD21-59C4-8BB3-74F1FB3AA68A}" dt="2025-09-11T18:32:12.020" v="4449" actId="478"/>
        <pc:sldMkLst>
          <pc:docMk/>
          <pc:sldMk cId="3784217252" sldId="591"/>
        </pc:sldMkLst>
      </pc:sldChg>
      <pc:sldChg chg="add del">
        <pc:chgData name="Haymond, Shannon" userId="5b01a877-9415-4a21-8eeb-d6d3c2be6b18" providerId="ADAL" clId="{FEA7804B-FD21-59C4-8BB3-74F1FB3AA68A}" dt="2025-09-10T20:57:37.873" v="1975"/>
        <pc:sldMkLst>
          <pc:docMk/>
          <pc:sldMk cId="1328747236" sldId="592"/>
        </pc:sldMkLst>
      </pc:sldChg>
      <pc:sldChg chg="addSp delSp modSp add mod">
        <pc:chgData name="Haymond, Shannon" userId="5b01a877-9415-4a21-8eeb-d6d3c2be6b18" providerId="ADAL" clId="{FEA7804B-FD21-59C4-8BB3-74F1FB3AA68A}" dt="2025-09-11T18:32:15.617" v="4450" actId="478"/>
        <pc:sldMkLst>
          <pc:docMk/>
          <pc:sldMk cId="3939428313" sldId="592"/>
        </pc:sldMkLst>
      </pc:sldChg>
      <pc:sldChg chg="addSp delSp modSp new del mod modClrScheme chgLayout">
        <pc:chgData name="Haymond, Shannon" userId="5b01a877-9415-4a21-8eeb-d6d3c2be6b18" providerId="ADAL" clId="{FEA7804B-FD21-59C4-8BB3-74F1FB3AA68A}" dt="2025-09-10T21:03:26.059" v="2111" actId="2696"/>
        <pc:sldMkLst>
          <pc:docMk/>
          <pc:sldMk cId="1517907033" sldId="593"/>
        </pc:sldMkLst>
      </pc:sldChg>
      <pc:sldChg chg="new del">
        <pc:chgData name="Haymond, Shannon" userId="5b01a877-9415-4a21-8eeb-d6d3c2be6b18" providerId="ADAL" clId="{FEA7804B-FD21-59C4-8BB3-74F1FB3AA68A}" dt="2025-09-10T21:03:02.459" v="2108" actId="2696"/>
        <pc:sldMkLst>
          <pc:docMk/>
          <pc:sldMk cId="1810442369" sldId="593"/>
        </pc:sldMkLst>
      </pc:sldChg>
      <pc:sldChg chg="addSp modSp add mod modClrScheme chgLayout">
        <pc:chgData name="Haymond, Shannon" userId="5b01a877-9415-4a21-8eeb-d6d3c2be6b18" providerId="ADAL" clId="{FEA7804B-FD21-59C4-8BB3-74F1FB3AA68A}" dt="2025-09-20T22:13:31.276" v="15453" actId="20577"/>
        <pc:sldMkLst>
          <pc:docMk/>
          <pc:sldMk cId="2994105348" sldId="593"/>
        </pc:sldMkLst>
        <pc:spChg chg="add mod ord">
          <ac:chgData name="Haymond, Shannon" userId="5b01a877-9415-4a21-8eeb-d6d3c2be6b18" providerId="ADAL" clId="{FEA7804B-FD21-59C4-8BB3-74F1FB3AA68A}" dt="2025-09-20T01:18:45.087" v="10599" actId="700"/>
          <ac:spMkLst>
            <pc:docMk/>
            <pc:sldMk cId="2994105348" sldId="593"/>
            <ac:spMk id="2" creationId="{C1EBE4FF-37D1-8B70-AE89-D52A4474591A}"/>
          </ac:spMkLst>
        </pc:spChg>
        <pc:spChg chg="mod ord">
          <ac:chgData name="Haymond, Shannon" userId="5b01a877-9415-4a21-8eeb-d6d3c2be6b18" providerId="ADAL" clId="{FEA7804B-FD21-59C4-8BB3-74F1FB3AA68A}" dt="2025-09-20T15:24:41.731" v="11228" actId="20577"/>
          <ac:spMkLst>
            <pc:docMk/>
            <pc:sldMk cId="2994105348" sldId="593"/>
            <ac:spMk id="7" creationId="{16D1BDF1-D0E9-9178-60A2-703EDC9721CA}"/>
          </ac:spMkLst>
        </pc:spChg>
        <pc:spChg chg="mod ord">
          <ac:chgData name="Haymond, Shannon" userId="5b01a877-9415-4a21-8eeb-d6d3c2be6b18" providerId="ADAL" clId="{FEA7804B-FD21-59C4-8BB3-74F1FB3AA68A}" dt="2025-09-20T22:13:31.276" v="15453" actId="20577"/>
          <ac:spMkLst>
            <pc:docMk/>
            <pc:sldMk cId="2994105348" sldId="593"/>
            <ac:spMk id="8" creationId="{2B117873-3B47-0852-0B49-49F12DB7991E}"/>
          </ac:spMkLst>
        </pc:spChg>
        <pc:picChg chg="add mod">
          <ac:chgData name="Haymond, Shannon" userId="5b01a877-9415-4a21-8eeb-d6d3c2be6b18" providerId="ADAL" clId="{FEA7804B-FD21-59C4-8BB3-74F1FB3AA68A}" dt="2025-09-20T13:45:53.630" v="11126" actId="1076"/>
          <ac:picMkLst>
            <pc:docMk/>
            <pc:sldMk cId="2994105348" sldId="593"/>
            <ac:picMk id="3" creationId="{39FB25AD-FBFE-30F7-84FF-1E1AFCD687BE}"/>
          </ac:picMkLst>
        </pc:picChg>
      </pc:sldChg>
      <pc:sldChg chg="modSp new del mod ord modNotesTx">
        <pc:chgData name="Haymond, Shannon" userId="5b01a877-9415-4a21-8eeb-d6d3c2be6b18" providerId="ADAL" clId="{FEA7804B-FD21-59C4-8BB3-74F1FB3AA68A}" dt="2025-09-11T00:36:37.213" v="2670" actId="2696"/>
        <pc:sldMkLst>
          <pc:docMk/>
          <pc:sldMk cId="3831228948" sldId="594"/>
        </pc:sldMkLst>
      </pc:sldChg>
      <pc:sldChg chg="addSp delSp modSp add del mod ord setBg">
        <pc:chgData name="Haymond, Shannon" userId="5b01a877-9415-4a21-8eeb-d6d3c2be6b18" providerId="ADAL" clId="{FEA7804B-FD21-59C4-8BB3-74F1FB3AA68A}" dt="2025-09-11T19:46:29.927" v="5541" actId="2696"/>
        <pc:sldMkLst>
          <pc:docMk/>
          <pc:sldMk cId="1503082939" sldId="595"/>
        </pc:sldMkLst>
      </pc:sldChg>
      <pc:sldChg chg="addSp delSp modSp new mod">
        <pc:chgData name="Haymond, Shannon" userId="5b01a877-9415-4a21-8eeb-d6d3c2be6b18" providerId="ADAL" clId="{FEA7804B-FD21-59C4-8BB3-74F1FB3AA68A}" dt="2025-09-21T11:55:00.626" v="16446" actId="20577"/>
        <pc:sldMkLst>
          <pc:docMk/>
          <pc:sldMk cId="3062716574" sldId="596"/>
        </pc:sldMkLst>
        <pc:spChg chg="mod">
          <ac:chgData name="Haymond, Shannon" userId="5b01a877-9415-4a21-8eeb-d6d3c2be6b18" providerId="ADAL" clId="{FEA7804B-FD21-59C4-8BB3-74F1FB3AA68A}" dt="2025-09-21T11:55:00.626" v="16446" actId="20577"/>
          <ac:spMkLst>
            <pc:docMk/>
            <pc:sldMk cId="3062716574" sldId="596"/>
            <ac:spMk id="2" creationId="{FE16B382-5C1A-7EE6-A58A-AFEFB8C09C5E}"/>
          </ac:spMkLst>
        </pc:spChg>
        <pc:spChg chg="mod">
          <ac:chgData name="Haymond, Shannon" userId="5b01a877-9415-4a21-8eeb-d6d3c2be6b18" providerId="ADAL" clId="{FEA7804B-FD21-59C4-8BB3-74F1FB3AA68A}" dt="2025-09-21T11:53:27.113" v="16436" actId="20577"/>
          <ac:spMkLst>
            <pc:docMk/>
            <pc:sldMk cId="3062716574" sldId="596"/>
            <ac:spMk id="3" creationId="{63A3974F-7F22-8C88-D1CD-0A4CCBCE682B}"/>
          </ac:spMkLst>
        </pc:spChg>
      </pc:sldChg>
      <pc:sldChg chg="addSp delSp modSp new mod modAnim modNotesTx">
        <pc:chgData name="Haymond, Shannon" userId="5b01a877-9415-4a21-8eeb-d6d3c2be6b18" providerId="ADAL" clId="{FEA7804B-FD21-59C4-8BB3-74F1FB3AA68A}" dt="2025-09-21T04:21:35.741" v="15794" actId="478"/>
        <pc:sldMkLst>
          <pc:docMk/>
          <pc:sldMk cId="241350678" sldId="597"/>
        </pc:sldMkLst>
        <pc:spChg chg="mod">
          <ac:chgData name="Haymond, Shannon" userId="5b01a877-9415-4a21-8eeb-d6d3c2be6b18" providerId="ADAL" clId="{FEA7804B-FD21-59C4-8BB3-74F1FB3AA68A}" dt="2025-09-10T21:17:29.953" v="2439" actId="20577"/>
          <ac:spMkLst>
            <pc:docMk/>
            <pc:sldMk cId="241350678" sldId="597"/>
            <ac:spMk id="2" creationId="{5DC70DE6-DE98-B35D-0F78-5E6E7E8ED1F9}"/>
          </ac:spMkLst>
        </pc:spChg>
        <pc:spChg chg="mod">
          <ac:chgData name="Haymond, Shannon" userId="5b01a877-9415-4a21-8eeb-d6d3c2be6b18" providerId="ADAL" clId="{FEA7804B-FD21-59C4-8BB3-74F1FB3AA68A}" dt="2025-09-21T04:21:31.865" v="15793" actId="20577"/>
          <ac:spMkLst>
            <pc:docMk/>
            <pc:sldMk cId="241350678" sldId="597"/>
            <ac:spMk id="3" creationId="{99D1644C-06CE-4283-80BA-1E827A919953}"/>
          </ac:spMkLst>
        </pc:spChg>
        <pc:spChg chg="add mod">
          <ac:chgData name="Haymond, Shannon" userId="5b01a877-9415-4a21-8eeb-d6d3c2be6b18" providerId="ADAL" clId="{FEA7804B-FD21-59C4-8BB3-74F1FB3AA68A}" dt="2025-09-11T01:18:21.993" v="3446"/>
          <ac:spMkLst>
            <pc:docMk/>
            <pc:sldMk cId="241350678" sldId="597"/>
            <ac:spMk id="4" creationId="{6543F5A8-02CB-1F85-E214-ADEE74F6BE42}"/>
          </ac:spMkLst>
        </pc:spChg>
        <pc:spChg chg="add del mod">
          <ac:chgData name="Haymond, Shannon" userId="5b01a877-9415-4a21-8eeb-d6d3c2be6b18" providerId="ADAL" clId="{FEA7804B-FD21-59C4-8BB3-74F1FB3AA68A}" dt="2025-09-21T04:21:35.741" v="15794" actId="478"/>
          <ac:spMkLst>
            <pc:docMk/>
            <pc:sldMk cId="241350678" sldId="597"/>
            <ac:spMk id="7" creationId="{B3FCCB87-A07A-46D7-FD41-BB778D81BD1A}"/>
          </ac:spMkLst>
        </pc:spChg>
        <pc:spChg chg="add del">
          <ac:chgData name="Haymond, Shannon" userId="5b01a877-9415-4a21-8eeb-d6d3c2be6b18" providerId="ADAL" clId="{FEA7804B-FD21-59C4-8BB3-74F1FB3AA68A}" dt="2025-09-21T04:20:32.502" v="15754" actId="478"/>
          <ac:spMkLst>
            <pc:docMk/>
            <pc:sldMk cId="241350678" sldId="597"/>
            <ac:spMk id="8" creationId="{BEDA47D8-765C-ADD0-CE53-689261D8ADC1}"/>
          </ac:spMkLst>
        </pc:spChg>
        <pc:grpChg chg="add del mod">
          <ac:chgData name="Haymond, Shannon" userId="5b01a877-9415-4a21-8eeb-d6d3c2be6b18" providerId="ADAL" clId="{FEA7804B-FD21-59C4-8BB3-74F1FB3AA68A}" dt="2025-09-21T04:20:36.612" v="15755" actId="478"/>
          <ac:grpSpMkLst>
            <pc:docMk/>
            <pc:sldMk cId="241350678" sldId="597"/>
            <ac:grpSpMk id="9" creationId="{9782E048-6FEC-F5A5-81D6-0E8919F59D4A}"/>
          </ac:grpSpMkLst>
        </pc:grpChg>
        <pc:picChg chg="add del mod">
          <ac:chgData name="Haymond, Shannon" userId="5b01a877-9415-4a21-8eeb-d6d3c2be6b18" providerId="ADAL" clId="{FEA7804B-FD21-59C4-8BB3-74F1FB3AA68A}" dt="2025-09-20T16:10:56.641" v="11928" actId="478"/>
          <ac:picMkLst>
            <pc:docMk/>
            <pc:sldMk cId="241350678" sldId="597"/>
            <ac:picMk id="5" creationId="{67C099D0-CDCF-BD84-0D49-C8EA7B59B1BD}"/>
          </ac:picMkLst>
        </pc:picChg>
        <pc:picChg chg="add del mod">
          <ac:chgData name="Haymond, Shannon" userId="5b01a877-9415-4a21-8eeb-d6d3c2be6b18" providerId="ADAL" clId="{FEA7804B-FD21-59C4-8BB3-74F1FB3AA68A}" dt="2025-09-21T04:20:27.219" v="15752" actId="478"/>
          <ac:picMkLst>
            <pc:docMk/>
            <pc:sldMk cId="241350678" sldId="597"/>
            <ac:picMk id="6" creationId="{4B9D9016-94F5-8CD3-4E3B-13D6A9CBDE47}"/>
          </ac:picMkLst>
        </pc:picChg>
        <pc:picChg chg="add del mod">
          <ac:chgData name="Haymond, Shannon" userId="5b01a877-9415-4a21-8eeb-d6d3c2be6b18" providerId="ADAL" clId="{FEA7804B-FD21-59C4-8BB3-74F1FB3AA68A}" dt="2025-09-21T04:21:02.862" v="15767" actId="478"/>
          <ac:picMkLst>
            <pc:docMk/>
            <pc:sldMk cId="241350678" sldId="597"/>
            <ac:picMk id="12" creationId="{09CC16CC-41C8-717D-2B9C-8945E13C386A}"/>
          </ac:picMkLst>
        </pc:picChg>
        <pc:picChg chg="add mod">
          <ac:chgData name="Haymond, Shannon" userId="5b01a877-9415-4a21-8eeb-d6d3c2be6b18" providerId="ADAL" clId="{FEA7804B-FD21-59C4-8BB3-74F1FB3AA68A}" dt="2025-09-21T04:21:05.406" v="15768" actId="1076"/>
          <ac:picMkLst>
            <pc:docMk/>
            <pc:sldMk cId="241350678" sldId="597"/>
            <ac:picMk id="13" creationId="{2BBEFEE5-EA1D-5F29-88E7-DAFF8CF8B01F}"/>
          </ac:picMkLst>
        </pc:picChg>
      </pc:sldChg>
      <pc:sldChg chg="addSp delSp modSp new del mod ord">
        <pc:chgData name="Haymond, Shannon" userId="5b01a877-9415-4a21-8eeb-d6d3c2be6b18" providerId="ADAL" clId="{FEA7804B-FD21-59C4-8BB3-74F1FB3AA68A}" dt="2025-09-20T22:22:16.484" v="15617" actId="2696"/>
        <pc:sldMkLst>
          <pc:docMk/>
          <pc:sldMk cId="2160985344" sldId="598"/>
        </pc:sldMkLst>
      </pc:sldChg>
      <pc:sldChg chg="modSp new del mod ord">
        <pc:chgData name="Haymond, Shannon" userId="5b01a877-9415-4a21-8eeb-d6d3c2be6b18" providerId="ADAL" clId="{FEA7804B-FD21-59C4-8BB3-74F1FB3AA68A}" dt="2025-09-11T01:30:11.423" v="3666" actId="2696"/>
        <pc:sldMkLst>
          <pc:docMk/>
          <pc:sldMk cId="569989668" sldId="599"/>
        </pc:sldMkLst>
      </pc:sldChg>
      <pc:sldChg chg="addSp modSp add mod modAnim">
        <pc:chgData name="Haymond, Shannon" userId="5b01a877-9415-4a21-8eeb-d6d3c2be6b18" providerId="ADAL" clId="{FEA7804B-FD21-59C4-8BB3-74F1FB3AA68A}" dt="2025-09-20T20:40:54.625" v="13324" actId="1036"/>
        <pc:sldMkLst>
          <pc:docMk/>
          <pc:sldMk cId="417425393" sldId="600"/>
        </pc:sldMkLst>
        <pc:spChg chg="mod">
          <ac:chgData name="Haymond, Shannon" userId="5b01a877-9415-4a21-8eeb-d6d3c2be6b18" providerId="ADAL" clId="{FEA7804B-FD21-59C4-8BB3-74F1FB3AA68A}" dt="2025-09-20T17:35:50.969" v="12898" actId="20577"/>
          <ac:spMkLst>
            <pc:docMk/>
            <pc:sldMk cId="417425393" sldId="600"/>
            <ac:spMk id="2" creationId="{2666A11F-098E-6CB2-4143-394546897B14}"/>
          </ac:spMkLst>
        </pc:spChg>
        <pc:spChg chg="add mod">
          <ac:chgData name="Haymond, Shannon" userId="5b01a877-9415-4a21-8eeb-d6d3c2be6b18" providerId="ADAL" clId="{FEA7804B-FD21-59C4-8BB3-74F1FB3AA68A}" dt="2025-09-20T20:39:03.869" v="13179" actId="1076"/>
          <ac:spMkLst>
            <pc:docMk/>
            <pc:sldMk cId="417425393" sldId="600"/>
            <ac:spMk id="3" creationId="{98619EA9-2DE8-66F2-C221-1F2CEB4E8E41}"/>
          </ac:spMkLst>
        </pc:spChg>
        <pc:spChg chg="add mod">
          <ac:chgData name="Haymond, Shannon" userId="5b01a877-9415-4a21-8eeb-d6d3c2be6b18" providerId="ADAL" clId="{FEA7804B-FD21-59C4-8BB3-74F1FB3AA68A}" dt="2025-09-20T20:40:54.625" v="13324" actId="1036"/>
          <ac:spMkLst>
            <pc:docMk/>
            <pc:sldMk cId="417425393" sldId="600"/>
            <ac:spMk id="4" creationId="{225BBFB4-F6AB-8B8A-5304-AD540163A98B}"/>
          </ac:spMkLst>
        </pc:spChg>
      </pc:sldChg>
      <pc:sldChg chg="addSp delSp modSp new del mod modClrScheme chgLayout">
        <pc:chgData name="Haymond, Shannon" userId="5b01a877-9415-4a21-8eeb-d6d3c2be6b18" providerId="ADAL" clId="{FEA7804B-FD21-59C4-8BB3-74F1FB3AA68A}" dt="2025-09-20T17:34:19.462" v="12861" actId="2696"/>
        <pc:sldMkLst>
          <pc:docMk/>
          <pc:sldMk cId="1221432861" sldId="600"/>
        </pc:sldMkLst>
      </pc:sldChg>
      <pc:sldChg chg="addSp delSp modSp add mod">
        <pc:chgData name="Haymond, Shannon" userId="5b01a877-9415-4a21-8eeb-d6d3c2be6b18" providerId="ADAL" clId="{FEA7804B-FD21-59C4-8BB3-74F1FB3AA68A}" dt="2025-09-11T01:08:46.926" v="3315" actId="20577"/>
        <pc:sldMkLst>
          <pc:docMk/>
          <pc:sldMk cId="1711331294" sldId="601"/>
        </pc:sldMkLst>
        <pc:spChg chg="add mod">
          <ac:chgData name="Haymond, Shannon" userId="5b01a877-9415-4a21-8eeb-d6d3c2be6b18" providerId="ADAL" clId="{FEA7804B-FD21-59C4-8BB3-74F1FB3AA68A}" dt="2025-09-11T01:03:26.720" v="3072" actId="20577"/>
          <ac:spMkLst>
            <pc:docMk/>
            <pc:sldMk cId="1711331294" sldId="601"/>
            <ac:spMk id="2" creationId="{6F7C0396-189D-FE8D-DCF5-7D1DA0DD2232}"/>
          </ac:spMkLst>
        </pc:spChg>
        <pc:spChg chg="add mod">
          <ac:chgData name="Haymond, Shannon" userId="5b01a877-9415-4a21-8eeb-d6d3c2be6b18" providerId="ADAL" clId="{FEA7804B-FD21-59C4-8BB3-74F1FB3AA68A}" dt="2025-09-11T00:57:50.646" v="2981"/>
          <ac:spMkLst>
            <pc:docMk/>
            <pc:sldMk cId="1711331294" sldId="601"/>
            <ac:spMk id="5" creationId="{7831D89A-5CFA-FA92-53C6-8A0F9F0A80B0}"/>
          </ac:spMkLst>
        </pc:spChg>
        <pc:spChg chg="mod">
          <ac:chgData name="Haymond, Shannon" userId="5b01a877-9415-4a21-8eeb-d6d3c2be6b18" providerId="ADAL" clId="{FEA7804B-FD21-59C4-8BB3-74F1FB3AA68A}" dt="2025-09-11T01:08:46.926" v="3315" actId="20577"/>
          <ac:spMkLst>
            <pc:docMk/>
            <pc:sldMk cId="1711331294" sldId="601"/>
            <ac:spMk id="218" creationId="{887D2F12-5F69-0810-F8AD-5EE8D99A4143}"/>
          </ac:spMkLst>
        </pc:spChg>
        <pc:picChg chg="mod">
          <ac:chgData name="Haymond, Shannon" userId="5b01a877-9415-4a21-8eeb-d6d3c2be6b18" providerId="ADAL" clId="{FEA7804B-FD21-59C4-8BB3-74F1FB3AA68A}" dt="2025-09-11T00:57:54.510" v="2982" actId="1076"/>
          <ac:picMkLst>
            <pc:docMk/>
            <pc:sldMk cId="1711331294" sldId="601"/>
            <ac:picMk id="220" creationId="{4C4DEF56-544A-034A-F5AE-F27BEED063B5}"/>
          </ac:picMkLst>
        </pc:picChg>
      </pc:sldChg>
      <pc:sldChg chg="add del">
        <pc:chgData name="Haymond, Shannon" userId="5b01a877-9415-4a21-8eeb-d6d3c2be6b18" providerId="ADAL" clId="{FEA7804B-FD21-59C4-8BB3-74F1FB3AA68A}" dt="2025-09-11T00:53:24.225" v="2740"/>
        <pc:sldMkLst>
          <pc:docMk/>
          <pc:sldMk cId="2819715818" sldId="601"/>
        </pc:sldMkLst>
      </pc:sldChg>
      <pc:sldChg chg="addSp delSp modSp new mod setBg modClrScheme chgLayout modNotesTx">
        <pc:chgData name="Haymond, Shannon" userId="5b01a877-9415-4a21-8eeb-d6d3c2be6b18" providerId="ADAL" clId="{FEA7804B-FD21-59C4-8BB3-74F1FB3AA68A}" dt="2025-09-20T16:14:54.826" v="11970" actId="20577"/>
        <pc:sldMkLst>
          <pc:docMk/>
          <pc:sldMk cId="3384347081" sldId="602"/>
        </pc:sldMkLst>
        <pc:spChg chg="add mod">
          <ac:chgData name="Haymond, Shannon" userId="5b01a877-9415-4a21-8eeb-d6d3c2be6b18" providerId="ADAL" clId="{FEA7804B-FD21-59C4-8BB3-74F1FB3AA68A}" dt="2025-09-20T16:14:54.826" v="11970" actId="20577"/>
          <ac:spMkLst>
            <pc:docMk/>
            <pc:sldMk cId="3384347081" sldId="602"/>
            <ac:spMk id="4" creationId="{43E1BB93-77AE-5DC0-AA0D-2BE9C16BEA30}"/>
          </ac:spMkLst>
        </pc:spChg>
        <pc:spChg chg="add">
          <ac:chgData name="Haymond, Shannon" userId="5b01a877-9415-4a21-8eeb-d6d3c2be6b18" providerId="ADAL" clId="{FEA7804B-FD21-59C4-8BB3-74F1FB3AA68A}" dt="2025-09-11T01:06:01.538" v="3111" actId="26606"/>
          <ac:spMkLst>
            <pc:docMk/>
            <pc:sldMk cId="3384347081" sldId="602"/>
            <ac:spMk id="11" creationId="{C23416DF-B283-4D9F-A625-146552CA9EDB}"/>
          </ac:spMkLst>
        </pc:spChg>
        <pc:spChg chg="add">
          <ac:chgData name="Haymond, Shannon" userId="5b01a877-9415-4a21-8eeb-d6d3c2be6b18" providerId="ADAL" clId="{FEA7804B-FD21-59C4-8BB3-74F1FB3AA68A}" dt="2025-09-11T01:06:01.538" v="3111" actId="26606"/>
          <ac:spMkLst>
            <pc:docMk/>
            <pc:sldMk cId="3384347081" sldId="602"/>
            <ac:spMk id="13" creationId="{73834904-4D9B-41F7-8DA6-0709FD9F7E9D}"/>
          </ac:spMkLst>
        </pc:spChg>
        <pc:spChg chg="add">
          <ac:chgData name="Haymond, Shannon" userId="5b01a877-9415-4a21-8eeb-d6d3c2be6b18" providerId="ADAL" clId="{FEA7804B-FD21-59C4-8BB3-74F1FB3AA68A}" dt="2025-09-11T01:06:01.538" v="3111" actId="26606"/>
          <ac:spMkLst>
            <pc:docMk/>
            <pc:sldMk cId="3384347081" sldId="602"/>
            <ac:spMk id="17" creationId="{19A3FD3A-4B27-4028-BA57-0810F205BC59}"/>
          </ac:spMkLst>
        </pc:spChg>
        <pc:spChg chg="add">
          <ac:chgData name="Haymond, Shannon" userId="5b01a877-9415-4a21-8eeb-d6d3c2be6b18" providerId="ADAL" clId="{FEA7804B-FD21-59C4-8BB3-74F1FB3AA68A}" dt="2025-09-11T01:06:01.538" v="3111" actId="26606"/>
          <ac:spMkLst>
            <pc:docMk/>
            <pc:sldMk cId="3384347081" sldId="602"/>
            <ac:spMk id="19" creationId="{60461F8B-A17E-4AE4-92BC-BA2E49E1ABCE}"/>
          </ac:spMkLst>
        </pc:spChg>
        <pc:picChg chg="add mod ord">
          <ac:chgData name="Haymond, Shannon" userId="5b01a877-9415-4a21-8eeb-d6d3c2be6b18" providerId="ADAL" clId="{FEA7804B-FD21-59C4-8BB3-74F1FB3AA68A}" dt="2025-09-11T01:06:31.629" v="3116" actId="12789"/>
          <ac:picMkLst>
            <pc:docMk/>
            <pc:sldMk cId="3384347081" sldId="602"/>
            <ac:picMk id="5" creationId="{0AD2FB8F-7FC7-CF73-28F7-4A569CFC3FEC}"/>
          </ac:picMkLst>
        </pc:picChg>
        <pc:picChg chg="add mod">
          <ac:chgData name="Haymond, Shannon" userId="5b01a877-9415-4a21-8eeb-d6d3c2be6b18" providerId="ADAL" clId="{FEA7804B-FD21-59C4-8BB3-74F1FB3AA68A}" dt="2025-09-11T01:06:31.629" v="3116" actId="12789"/>
          <ac:picMkLst>
            <pc:docMk/>
            <pc:sldMk cId="3384347081" sldId="602"/>
            <ac:picMk id="6" creationId="{20983C2E-F815-12EF-3CA0-2DE3F5D07C29}"/>
          </ac:picMkLst>
        </pc:picChg>
        <pc:cxnChg chg="add">
          <ac:chgData name="Haymond, Shannon" userId="5b01a877-9415-4a21-8eeb-d6d3c2be6b18" providerId="ADAL" clId="{FEA7804B-FD21-59C4-8BB3-74F1FB3AA68A}" dt="2025-09-11T01:06:01.538" v="3111" actId="26606"/>
          <ac:cxnSpMkLst>
            <pc:docMk/>
            <pc:sldMk cId="3384347081" sldId="602"/>
            <ac:cxnSpMk id="15" creationId="{C00D1207-ECAF-48E9-8834-2CE4D2198234}"/>
          </ac:cxnSpMkLst>
        </pc:cxnChg>
        <pc:cxnChg chg="add">
          <ac:chgData name="Haymond, Shannon" userId="5b01a877-9415-4a21-8eeb-d6d3c2be6b18" providerId="ADAL" clId="{FEA7804B-FD21-59C4-8BB3-74F1FB3AA68A}" dt="2025-09-11T01:06:01.538" v="3111" actId="26606"/>
          <ac:cxnSpMkLst>
            <pc:docMk/>
            <pc:sldMk cId="3384347081" sldId="602"/>
            <ac:cxnSpMk id="21" creationId="{5E450F13-FCAB-474F-93BB-704690139709}"/>
          </ac:cxnSpMkLst>
        </pc:cxnChg>
        <pc:cxnChg chg="add">
          <ac:chgData name="Haymond, Shannon" userId="5b01a877-9415-4a21-8eeb-d6d3c2be6b18" providerId="ADAL" clId="{FEA7804B-FD21-59C4-8BB3-74F1FB3AA68A}" dt="2025-09-11T01:06:01.538" v="3111" actId="26606"/>
          <ac:cxnSpMkLst>
            <pc:docMk/>
            <pc:sldMk cId="3384347081" sldId="602"/>
            <ac:cxnSpMk id="23" creationId="{00E7859C-56C8-49DC-ABF5-6C538427CDAF}"/>
          </ac:cxnSpMkLst>
        </pc:cxnChg>
      </pc:sldChg>
      <pc:sldChg chg="addSp delSp modSp new mod setBg modClrScheme chgLayout">
        <pc:chgData name="Haymond, Shannon" userId="5b01a877-9415-4a21-8eeb-d6d3c2be6b18" providerId="ADAL" clId="{FEA7804B-FD21-59C4-8BB3-74F1FB3AA68A}" dt="2025-09-11T01:15:50.260" v="3445" actId="26606"/>
        <pc:sldMkLst>
          <pc:docMk/>
          <pc:sldMk cId="3730046570" sldId="603"/>
        </pc:sldMkLst>
        <pc:spChg chg="add mod ord">
          <ac:chgData name="Haymond, Shannon" userId="5b01a877-9415-4a21-8eeb-d6d3c2be6b18" providerId="ADAL" clId="{FEA7804B-FD21-59C4-8BB3-74F1FB3AA68A}" dt="2025-09-11T01:15:50.260" v="3445" actId="26606"/>
          <ac:spMkLst>
            <pc:docMk/>
            <pc:sldMk cId="3730046570" sldId="603"/>
            <ac:spMk id="4" creationId="{3093104D-439E-A90F-8341-6EFF0A28DBF4}"/>
          </ac:spMkLst>
        </pc:spChg>
        <pc:spChg chg="add mod ord">
          <ac:chgData name="Haymond, Shannon" userId="5b01a877-9415-4a21-8eeb-d6d3c2be6b18" providerId="ADAL" clId="{FEA7804B-FD21-59C4-8BB3-74F1FB3AA68A}" dt="2025-09-11T01:15:50.260" v="3445" actId="26606"/>
          <ac:spMkLst>
            <pc:docMk/>
            <pc:sldMk cId="3730046570" sldId="603"/>
            <ac:spMk id="5" creationId="{1182E00B-F9CF-1E0A-C650-8ACB743C831A}"/>
          </ac:spMkLst>
        </pc:spChg>
        <pc:spChg chg="add">
          <ac:chgData name="Haymond, Shannon" userId="5b01a877-9415-4a21-8eeb-d6d3c2be6b18" providerId="ADAL" clId="{FEA7804B-FD21-59C4-8BB3-74F1FB3AA68A}" dt="2025-09-11T01:15:50.260" v="3445" actId="26606"/>
          <ac:spMkLst>
            <pc:docMk/>
            <pc:sldMk cId="3730046570" sldId="603"/>
            <ac:spMk id="10" creationId="{BE194971-2F2D-44B0-8AE6-FF2DCCEE0A96}"/>
          </ac:spMkLst>
        </pc:spChg>
        <pc:spChg chg="add">
          <ac:chgData name="Haymond, Shannon" userId="5b01a877-9415-4a21-8eeb-d6d3c2be6b18" providerId="ADAL" clId="{FEA7804B-FD21-59C4-8BB3-74F1FB3AA68A}" dt="2025-09-11T01:15:50.260" v="3445" actId="26606"/>
          <ac:spMkLst>
            <pc:docMk/>
            <pc:sldMk cId="3730046570" sldId="603"/>
            <ac:spMk id="12" creationId="{1FF9A61E-EB11-4C46-82E1-3E00A3B4B4D6}"/>
          </ac:spMkLst>
        </pc:spChg>
        <pc:spChg chg="add">
          <ac:chgData name="Haymond, Shannon" userId="5b01a877-9415-4a21-8eeb-d6d3c2be6b18" providerId="ADAL" clId="{FEA7804B-FD21-59C4-8BB3-74F1FB3AA68A}" dt="2025-09-11T01:15:50.260" v="3445" actId="26606"/>
          <ac:spMkLst>
            <pc:docMk/>
            <pc:sldMk cId="3730046570" sldId="603"/>
            <ac:spMk id="16" creationId="{62AE8E50-35D4-4D5A-A4BB-168CBB027DA2}"/>
          </ac:spMkLst>
        </pc:spChg>
        <pc:spChg chg="add">
          <ac:chgData name="Haymond, Shannon" userId="5b01a877-9415-4a21-8eeb-d6d3c2be6b18" providerId="ADAL" clId="{FEA7804B-FD21-59C4-8BB3-74F1FB3AA68A}" dt="2025-09-11T01:15:50.260" v="3445" actId="26606"/>
          <ac:spMkLst>
            <pc:docMk/>
            <pc:sldMk cId="3730046570" sldId="603"/>
            <ac:spMk id="18" creationId="{C37D1D6D-17D8-4296-B000-665D1892D01E}"/>
          </ac:spMkLst>
        </pc:spChg>
        <pc:spChg chg="add">
          <ac:chgData name="Haymond, Shannon" userId="5b01a877-9415-4a21-8eeb-d6d3c2be6b18" providerId="ADAL" clId="{FEA7804B-FD21-59C4-8BB3-74F1FB3AA68A}" dt="2025-09-11T01:15:50.260" v="3445" actId="26606"/>
          <ac:spMkLst>
            <pc:docMk/>
            <pc:sldMk cId="3730046570" sldId="603"/>
            <ac:spMk id="20" creationId="{1B26E892-1320-40AA-9CA1-246721C18768}"/>
          </ac:spMkLst>
        </pc:spChg>
        <pc:spChg chg="add">
          <ac:chgData name="Haymond, Shannon" userId="5b01a877-9415-4a21-8eeb-d6d3c2be6b18" providerId="ADAL" clId="{FEA7804B-FD21-59C4-8BB3-74F1FB3AA68A}" dt="2025-09-11T01:15:50.260" v="3445" actId="26606"/>
          <ac:spMkLst>
            <pc:docMk/>
            <pc:sldMk cId="3730046570" sldId="603"/>
            <ac:spMk id="24" creationId="{C170DF7D-4686-4BD5-A9CD-C8964928468D}"/>
          </ac:spMkLst>
        </pc:spChg>
        <pc:cxnChg chg="add">
          <ac:chgData name="Haymond, Shannon" userId="5b01a877-9415-4a21-8eeb-d6d3c2be6b18" providerId="ADAL" clId="{FEA7804B-FD21-59C4-8BB3-74F1FB3AA68A}" dt="2025-09-11T01:15:50.260" v="3445" actId="26606"/>
          <ac:cxnSpMkLst>
            <pc:docMk/>
            <pc:sldMk cId="3730046570" sldId="603"/>
            <ac:cxnSpMk id="14" creationId="{5E564EB3-35F2-4EFF-87DC-642DC020526D}"/>
          </ac:cxnSpMkLst>
        </pc:cxnChg>
        <pc:cxnChg chg="add">
          <ac:chgData name="Haymond, Shannon" userId="5b01a877-9415-4a21-8eeb-d6d3c2be6b18" providerId="ADAL" clId="{FEA7804B-FD21-59C4-8BB3-74F1FB3AA68A}" dt="2025-09-11T01:15:50.260" v="3445" actId="26606"/>
          <ac:cxnSpMkLst>
            <pc:docMk/>
            <pc:sldMk cId="3730046570" sldId="603"/>
            <ac:cxnSpMk id="22" creationId="{C9A1F79C-E4D1-4AAE-BA11-3A09005252E3}"/>
          </ac:cxnSpMkLst>
        </pc:cxnChg>
      </pc:sldChg>
      <pc:sldChg chg="addSp modSp add mod setBg">
        <pc:chgData name="Haymond, Shannon" userId="5b01a877-9415-4a21-8eeb-d6d3c2be6b18" providerId="ADAL" clId="{FEA7804B-FD21-59C4-8BB3-74F1FB3AA68A}" dt="2025-09-11T01:15:43.786" v="3444" actId="26606"/>
        <pc:sldMkLst>
          <pc:docMk/>
          <pc:sldMk cId="2809944341" sldId="604"/>
        </pc:sldMkLst>
        <pc:spChg chg="mod">
          <ac:chgData name="Haymond, Shannon" userId="5b01a877-9415-4a21-8eeb-d6d3c2be6b18" providerId="ADAL" clId="{FEA7804B-FD21-59C4-8BB3-74F1FB3AA68A}" dt="2025-09-11T01:15:43.786" v="3444" actId="26606"/>
          <ac:spMkLst>
            <pc:docMk/>
            <pc:sldMk cId="2809944341" sldId="604"/>
            <ac:spMk id="4" creationId="{11AD6CB6-146B-7397-6721-C572C7A2D94E}"/>
          </ac:spMkLst>
        </pc:spChg>
        <pc:spChg chg="mod">
          <ac:chgData name="Haymond, Shannon" userId="5b01a877-9415-4a21-8eeb-d6d3c2be6b18" providerId="ADAL" clId="{FEA7804B-FD21-59C4-8BB3-74F1FB3AA68A}" dt="2025-09-11T01:15:43.786" v="3444" actId="26606"/>
          <ac:spMkLst>
            <pc:docMk/>
            <pc:sldMk cId="2809944341" sldId="604"/>
            <ac:spMk id="5" creationId="{619E7460-2FAF-6A29-D46E-1E9F81E4E480}"/>
          </ac:spMkLst>
        </pc:spChg>
        <pc:spChg chg="add">
          <ac:chgData name="Haymond, Shannon" userId="5b01a877-9415-4a21-8eeb-d6d3c2be6b18" providerId="ADAL" clId="{FEA7804B-FD21-59C4-8BB3-74F1FB3AA68A}" dt="2025-09-11T01:15:43.786" v="3444" actId="26606"/>
          <ac:spMkLst>
            <pc:docMk/>
            <pc:sldMk cId="2809944341" sldId="604"/>
            <ac:spMk id="10" creationId="{BE194971-2F2D-44B0-8AE6-FF2DCCEE0A96}"/>
          </ac:spMkLst>
        </pc:spChg>
        <pc:spChg chg="add">
          <ac:chgData name="Haymond, Shannon" userId="5b01a877-9415-4a21-8eeb-d6d3c2be6b18" providerId="ADAL" clId="{FEA7804B-FD21-59C4-8BB3-74F1FB3AA68A}" dt="2025-09-11T01:15:43.786" v="3444" actId="26606"/>
          <ac:spMkLst>
            <pc:docMk/>
            <pc:sldMk cId="2809944341" sldId="604"/>
            <ac:spMk id="12" creationId="{1FF9A61E-EB11-4C46-82E1-3E00A3B4B4D6}"/>
          </ac:spMkLst>
        </pc:spChg>
        <pc:spChg chg="add">
          <ac:chgData name="Haymond, Shannon" userId="5b01a877-9415-4a21-8eeb-d6d3c2be6b18" providerId="ADAL" clId="{FEA7804B-FD21-59C4-8BB3-74F1FB3AA68A}" dt="2025-09-11T01:15:43.786" v="3444" actId="26606"/>
          <ac:spMkLst>
            <pc:docMk/>
            <pc:sldMk cId="2809944341" sldId="604"/>
            <ac:spMk id="16" creationId="{62AE8E50-35D4-4D5A-A4BB-168CBB027DA2}"/>
          </ac:spMkLst>
        </pc:spChg>
        <pc:spChg chg="add">
          <ac:chgData name="Haymond, Shannon" userId="5b01a877-9415-4a21-8eeb-d6d3c2be6b18" providerId="ADAL" clId="{FEA7804B-FD21-59C4-8BB3-74F1FB3AA68A}" dt="2025-09-11T01:15:43.786" v="3444" actId="26606"/>
          <ac:spMkLst>
            <pc:docMk/>
            <pc:sldMk cId="2809944341" sldId="604"/>
            <ac:spMk id="18" creationId="{C37D1D6D-17D8-4296-B000-665D1892D01E}"/>
          </ac:spMkLst>
        </pc:spChg>
        <pc:spChg chg="add">
          <ac:chgData name="Haymond, Shannon" userId="5b01a877-9415-4a21-8eeb-d6d3c2be6b18" providerId="ADAL" clId="{FEA7804B-FD21-59C4-8BB3-74F1FB3AA68A}" dt="2025-09-11T01:15:43.786" v="3444" actId="26606"/>
          <ac:spMkLst>
            <pc:docMk/>
            <pc:sldMk cId="2809944341" sldId="604"/>
            <ac:spMk id="20" creationId="{1B26E892-1320-40AA-9CA1-246721C18768}"/>
          </ac:spMkLst>
        </pc:spChg>
        <pc:spChg chg="add">
          <ac:chgData name="Haymond, Shannon" userId="5b01a877-9415-4a21-8eeb-d6d3c2be6b18" providerId="ADAL" clId="{FEA7804B-FD21-59C4-8BB3-74F1FB3AA68A}" dt="2025-09-11T01:15:43.786" v="3444" actId="26606"/>
          <ac:spMkLst>
            <pc:docMk/>
            <pc:sldMk cId="2809944341" sldId="604"/>
            <ac:spMk id="24" creationId="{C170DF7D-4686-4BD5-A9CD-C8964928468D}"/>
          </ac:spMkLst>
        </pc:spChg>
        <pc:cxnChg chg="add">
          <ac:chgData name="Haymond, Shannon" userId="5b01a877-9415-4a21-8eeb-d6d3c2be6b18" providerId="ADAL" clId="{FEA7804B-FD21-59C4-8BB3-74F1FB3AA68A}" dt="2025-09-11T01:15:43.786" v="3444" actId="26606"/>
          <ac:cxnSpMkLst>
            <pc:docMk/>
            <pc:sldMk cId="2809944341" sldId="604"/>
            <ac:cxnSpMk id="14" creationId="{5E564EB3-35F2-4EFF-87DC-642DC020526D}"/>
          </ac:cxnSpMkLst>
        </pc:cxnChg>
        <pc:cxnChg chg="add">
          <ac:chgData name="Haymond, Shannon" userId="5b01a877-9415-4a21-8eeb-d6d3c2be6b18" providerId="ADAL" clId="{FEA7804B-FD21-59C4-8BB3-74F1FB3AA68A}" dt="2025-09-11T01:15:43.786" v="3444" actId="26606"/>
          <ac:cxnSpMkLst>
            <pc:docMk/>
            <pc:sldMk cId="2809944341" sldId="604"/>
            <ac:cxnSpMk id="22" creationId="{C9A1F79C-E4D1-4AAE-BA11-3A09005252E3}"/>
          </ac:cxnSpMkLst>
        </pc:cxnChg>
      </pc:sldChg>
      <pc:sldChg chg="delSp add del mod">
        <pc:chgData name="Haymond, Shannon" userId="5b01a877-9415-4a21-8eeb-d6d3c2be6b18" providerId="ADAL" clId="{FEA7804B-FD21-59C4-8BB3-74F1FB3AA68A}" dt="2025-09-11T01:20:55.316" v="3599" actId="2696"/>
        <pc:sldMkLst>
          <pc:docMk/>
          <pc:sldMk cId="3789706616" sldId="605"/>
        </pc:sldMkLst>
      </pc:sldChg>
      <pc:sldChg chg="addSp delSp modSp add del mod">
        <pc:chgData name="Haymond, Shannon" userId="5b01a877-9415-4a21-8eeb-d6d3c2be6b18" providerId="ADAL" clId="{FEA7804B-FD21-59C4-8BB3-74F1FB3AA68A}" dt="2025-09-20T17:18:10.245" v="12425" actId="2696"/>
        <pc:sldMkLst>
          <pc:docMk/>
          <pc:sldMk cId="1883255533" sldId="606"/>
        </pc:sldMkLst>
      </pc:sldChg>
      <pc:sldChg chg="addSp delSp modSp add mod setBg delDesignElem chgLayout">
        <pc:chgData name="Haymond, Shannon" userId="5b01a877-9415-4a21-8eeb-d6d3c2be6b18" providerId="ADAL" clId="{FEA7804B-FD21-59C4-8BB3-74F1FB3AA68A}" dt="2025-09-21T04:47:00.390" v="16045" actId="1076"/>
        <pc:sldMkLst>
          <pc:docMk/>
          <pc:sldMk cId="3778826323" sldId="607"/>
        </pc:sldMkLst>
        <pc:spChg chg="add del mod">
          <ac:chgData name="Haymond, Shannon" userId="5b01a877-9415-4a21-8eeb-d6d3c2be6b18" providerId="ADAL" clId="{FEA7804B-FD21-59C4-8BB3-74F1FB3AA68A}" dt="2025-09-20T15:44:20.098" v="11670" actId="478"/>
          <ac:spMkLst>
            <pc:docMk/>
            <pc:sldMk cId="3778826323" sldId="607"/>
            <ac:spMk id="2" creationId="{96DBA384-1F0A-EFEB-DB55-DDAEA29D4848}"/>
          </ac:spMkLst>
        </pc:spChg>
        <pc:spChg chg="mod ord">
          <ac:chgData name="Haymond, Shannon" userId="5b01a877-9415-4a21-8eeb-d6d3c2be6b18" providerId="ADAL" clId="{FEA7804B-FD21-59C4-8BB3-74F1FB3AA68A}" dt="2025-09-21T04:45:37.365" v="16037" actId="120"/>
          <ac:spMkLst>
            <pc:docMk/>
            <pc:sldMk cId="3778826323" sldId="607"/>
            <ac:spMk id="4" creationId="{B6FA5344-D4DB-5700-A4EC-9B752B908B3B}"/>
          </ac:spMkLst>
        </pc:spChg>
        <pc:spChg chg="add del">
          <ac:chgData name="Haymond, Shannon" userId="5b01a877-9415-4a21-8eeb-d6d3c2be6b18" providerId="ADAL" clId="{FEA7804B-FD21-59C4-8BB3-74F1FB3AA68A}" dt="2025-09-21T04:44:59.613" v="16033" actId="700"/>
          <ac:spMkLst>
            <pc:docMk/>
            <pc:sldMk cId="3778826323" sldId="607"/>
            <ac:spMk id="8" creationId="{C23416DF-B283-4D9F-A625-146552CA9EDB}"/>
          </ac:spMkLst>
        </pc:spChg>
        <pc:spChg chg="add del">
          <ac:chgData name="Haymond, Shannon" userId="5b01a877-9415-4a21-8eeb-d6d3c2be6b18" providerId="ADAL" clId="{FEA7804B-FD21-59C4-8BB3-74F1FB3AA68A}" dt="2025-09-21T04:44:59.613" v="16033" actId="700"/>
          <ac:spMkLst>
            <pc:docMk/>
            <pc:sldMk cId="3778826323" sldId="607"/>
            <ac:spMk id="9" creationId="{73834904-4D9B-41F7-8DA6-0709FD9F7E9D}"/>
          </ac:spMkLst>
        </pc:spChg>
        <pc:spChg chg="add del">
          <ac:chgData name="Haymond, Shannon" userId="5b01a877-9415-4a21-8eeb-d6d3c2be6b18" providerId="ADAL" clId="{FEA7804B-FD21-59C4-8BB3-74F1FB3AA68A}" dt="2025-09-21T04:44:59.613" v="16033" actId="700"/>
          <ac:spMkLst>
            <pc:docMk/>
            <pc:sldMk cId="3778826323" sldId="607"/>
            <ac:spMk id="12" creationId="{19A3FD3A-4B27-4028-BA57-0810F205BC59}"/>
          </ac:spMkLst>
        </pc:spChg>
        <pc:spChg chg="add mod topLvl">
          <ac:chgData name="Haymond, Shannon" userId="5b01a877-9415-4a21-8eeb-d6d3c2be6b18" providerId="ADAL" clId="{FEA7804B-FD21-59C4-8BB3-74F1FB3AA68A}" dt="2025-09-21T04:27:26.128" v="15912" actId="20577"/>
          <ac:spMkLst>
            <pc:docMk/>
            <pc:sldMk cId="3778826323" sldId="607"/>
            <ac:spMk id="13" creationId="{E66AC4C3-5801-F230-C62D-008D82D58A54}"/>
          </ac:spMkLst>
        </pc:spChg>
        <pc:spChg chg="add del">
          <ac:chgData name="Haymond, Shannon" userId="5b01a877-9415-4a21-8eeb-d6d3c2be6b18" providerId="ADAL" clId="{FEA7804B-FD21-59C4-8BB3-74F1FB3AA68A}" dt="2025-09-21T04:44:59.613" v="16033" actId="700"/>
          <ac:spMkLst>
            <pc:docMk/>
            <pc:sldMk cId="3778826323" sldId="607"/>
            <ac:spMk id="14" creationId="{60461F8B-A17E-4AE4-92BC-BA2E49E1ABCE}"/>
          </ac:spMkLst>
        </pc:spChg>
        <pc:spChg chg="add mod topLvl">
          <ac:chgData name="Haymond, Shannon" userId="5b01a877-9415-4a21-8eeb-d6d3c2be6b18" providerId="ADAL" clId="{FEA7804B-FD21-59C4-8BB3-74F1FB3AA68A}" dt="2025-09-21T04:27:20.869" v="15897" actId="20577"/>
          <ac:spMkLst>
            <pc:docMk/>
            <pc:sldMk cId="3778826323" sldId="607"/>
            <ac:spMk id="15" creationId="{5E733BC2-1A07-E43E-47A0-345A75CBD82D}"/>
          </ac:spMkLst>
        </pc:spChg>
        <pc:spChg chg="add mod topLvl">
          <ac:chgData name="Haymond, Shannon" userId="5b01a877-9415-4a21-8eeb-d6d3c2be6b18" providerId="ADAL" clId="{FEA7804B-FD21-59C4-8BB3-74F1FB3AA68A}" dt="2025-09-21T04:27:17.409" v="15888" actId="20577"/>
          <ac:spMkLst>
            <pc:docMk/>
            <pc:sldMk cId="3778826323" sldId="607"/>
            <ac:spMk id="17" creationId="{BFFD98B5-2134-2088-F1D2-D151BA6868C2}"/>
          </ac:spMkLst>
        </pc:spChg>
        <pc:spChg chg="add mod topLvl">
          <ac:chgData name="Haymond, Shannon" userId="5b01a877-9415-4a21-8eeb-d6d3c2be6b18" providerId="ADAL" clId="{FEA7804B-FD21-59C4-8BB3-74F1FB3AA68A}" dt="2025-09-21T04:27:02.825" v="15878" actId="20577"/>
          <ac:spMkLst>
            <pc:docMk/>
            <pc:sldMk cId="3778826323" sldId="607"/>
            <ac:spMk id="19" creationId="{6803C6F9-0F45-8D59-DF4C-40E2ECB8530B}"/>
          </ac:spMkLst>
        </pc:spChg>
        <pc:spChg chg="add mod topLvl">
          <ac:chgData name="Haymond, Shannon" userId="5b01a877-9415-4a21-8eeb-d6d3c2be6b18" providerId="ADAL" clId="{FEA7804B-FD21-59C4-8BB3-74F1FB3AA68A}" dt="2025-09-21T04:28:21.633" v="15935" actId="20577"/>
          <ac:spMkLst>
            <pc:docMk/>
            <pc:sldMk cId="3778826323" sldId="607"/>
            <ac:spMk id="20" creationId="{7F7BC4AA-6C77-E29F-0687-EC260DCBE40F}"/>
          </ac:spMkLst>
        </pc:spChg>
        <pc:spChg chg="add mod topLvl">
          <ac:chgData name="Haymond, Shannon" userId="5b01a877-9415-4a21-8eeb-d6d3c2be6b18" providerId="ADAL" clId="{FEA7804B-FD21-59C4-8BB3-74F1FB3AA68A}" dt="2025-09-21T04:28:17.869" v="15926" actId="20577"/>
          <ac:spMkLst>
            <pc:docMk/>
            <pc:sldMk cId="3778826323" sldId="607"/>
            <ac:spMk id="21" creationId="{14959089-531D-98FC-0A11-5CFC63DEE0D1}"/>
          </ac:spMkLst>
        </pc:spChg>
        <pc:spChg chg="add mod topLvl">
          <ac:chgData name="Haymond, Shannon" userId="5b01a877-9415-4a21-8eeb-d6d3c2be6b18" providerId="ADAL" clId="{FEA7804B-FD21-59C4-8BB3-74F1FB3AA68A}" dt="2025-09-21T04:26:23.285" v="15839" actId="20577"/>
          <ac:spMkLst>
            <pc:docMk/>
            <pc:sldMk cId="3778826323" sldId="607"/>
            <ac:spMk id="22" creationId="{4F83034E-3254-A96A-2109-A899ED308547}"/>
          </ac:spMkLst>
        </pc:spChg>
        <pc:spChg chg="add del mod topLvl">
          <ac:chgData name="Haymond, Shannon" userId="5b01a877-9415-4a21-8eeb-d6d3c2be6b18" providerId="ADAL" clId="{FEA7804B-FD21-59C4-8BB3-74F1FB3AA68A}" dt="2025-09-21T04:27:44.524" v="15914" actId="478"/>
          <ac:spMkLst>
            <pc:docMk/>
            <pc:sldMk cId="3778826323" sldId="607"/>
            <ac:spMk id="23" creationId="{A186B9AB-5BF3-9BE1-D394-09AC6D28DBC7}"/>
          </ac:spMkLst>
        </pc:spChg>
        <pc:spChg chg="add del mod topLvl">
          <ac:chgData name="Haymond, Shannon" userId="5b01a877-9415-4a21-8eeb-d6d3c2be6b18" providerId="ADAL" clId="{FEA7804B-FD21-59C4-8BB3-74F1FB3AA68A}" dt="2025-09-21T04:27:40.454" v="15913" actId="478"/>
          <ac:spMkLst>
            <pc:docMk/>
            <pc:sldMk cId="3778826323" sldId="607"/>
            <ac:spMk id="24" creationId="{E882223F-C6DB-E24C-0908-B2396E326920}"/>
          </ac:spMkLst>
        </pc:spChg>
        <pc:spChg chg="add del mod topLvl">
          <ac:chgData name="Haymond, Shannon" userId="5b01a877-9415-4a21-8eeb-d6d3c2be6b18" providerId="ADAL" clId="{FEA7804B-FD21-59C4-8BB3-74F1FB3AA68A}" dt="2025-09-20T16:01:16.241" v="11830" actId="478"/>
          <ac:spMkLst>
            <pc:docMk/>
            <pc:sldMk cId="3778826323" sldId="607"/>
            <ac:spMk id="25" creationId="{2E1032E3-6B4B-F9D0-747F-FC5CE635EB69}"/>
          </ac:spMkLst>
        </pc:spChg>
        <pc:spChg chg="add mod">
          <ac:chgData name="Haymond, Shannon" userId="5b01a877-9415-4a21-8eeb-d6d3c2be6b18" providerId="ADAL" clId="{FEA7804B-FD21-59C4-8BB3-74F1FB3AA68A}" dt="2025-09-20T16:08:39.597" v="11927"/>
          <ac:spMkLst>
            <pc:docMk/>
            <pc:sldMk cId="3778826323" sldId="607"/>
            <ac:spMk id="29" creationId="{25341ECB-E083-0DC3-6FFC-5561EB96EBA7}"/>
          </ac:spMkLst>
        </pc:spChg>
        <pc:spChg chg="add del">
          <ac:chgData name="Haymond, Shannon" userId="5b01a877-9415-4a21-8eeb-d6d3c2be6b18" providerId="ADAL" clId="{FEA7804B-FD21-59C4-8BB3-74F1FB3AA68A}" dt="2025-09-20T16:11:31.754" v="11939" actId="478"/>
          <ac:spMkLst>
            <pc:docMk/>
            <pc:sldMk cId="3778826323" sldId="607"/>
            <ac:spMk id="30" creationId="{9302BBF3-3BD2-4279-F559-B3B79A52561A}"/>
          </ac:spMkLst>
        </pc:spChg>
        <pc:spChg chg="add del mod">
          <ac:chgData name="Haymond, Shannon" userId="5b01a877-9415-4a21-8eeb-d6d3c2be6b18" providerId="ADAL" clId="{FEA7804B-FD21-59C4-8BB3-74F1FB3AA68A}" dt="2025-09-21T04:22:23.437" v="15795" actId="478"/>
          <ac:spMkLst>
            <pc:docMk/>
            <pc:sldMk cId="3778826323" sldId="607"/>
            <ac:spMk id="33" creationId="{B8A14666-8EF7-BDFE-23CA-B1216A4AE5C6}"/>
          </ac:spMkLst>
        </pc:spChg>
        <pc:grpChg chg="add">
          <ac:chgData name="Haymond, Shannon" userId="5b01a877-9415-4a21-8eeb-d6d3c2be6b18" providerId="ADAL" clId="{FEA7804B-FD21-59C4-8BB3-74F1FB3AA68A}" dt="2025-09-20T15:55:02.884" v="11817" actId="164"/>
          <ac:grpSpMkLst>
            <pc:docMk/>
            <pc:sldMk cId="3778826323" sldId="607"/>
            <ac:grpSpMk id="26" creationId="{4D90E5A1-10C6-07B8-B33B-71D500D58015}"/>
          </ac:grpSpMkLst>
        </pc:grpChg>
        <pc:grpChg chg="add">
          <ac:chgData name="Haymond, Shannon" userId="5b01a877-9415-4a21-8eeb-d6d3c2be6b18" providerId="ADAL" clId="{FEA7804B-FD21-59C4-8BB3-74F1FB3AA68A}" dt="2025-09-20T16:05:21.197" v="11926" actId="164"/>
          <ac:grpSpMkLst>
            <pc:docMk/>
            <pc:sldMk cId="3778826323" sldId="607"/>
            <ac:grpSpMk id="28" creationId="{20B7525C-9090-A51D-31EB-B98C9F3985BC}"/>
          </ac:grpSpMkLst>
        </pc:grpChg>
        <pc:grpChg chg="add del mod">
          <ac:chgData name="Haymond, Shannon" userId="5b01a877-9415-4a21-8eeb-d6d3c2be6b18" providerId="ADAL" clId="{FEA7804B-FD21-59C4-8BB3-74F1FB3AA68A}" dt="2025-09-21T04:46:18.806" v="16040" actId="478"/>
          <ac:grpSpMkLst>
            <pc:docMk/>
            <pc:sldMk cId="3778826323" sldId="607"/>
            <ac:grpSpMk id="36" creationId="{D0BC8C7A-15C6-55A5-C24F-7F843BF74930}"/>
          </ac:grpSpMkLst>
        </pc:grpChg>
        <pc:picChg chg="add del mod">
          <ac:chgData name="Haymond, Shannon" userId="5b01a877-9415-4a21-8eeb-d6d3c2be6b18" providerId="ADAL" clId="{FEA7804B-FD21-59C4-8BB3-74F1FB3AA68A}" dt="2025-09-20T16:11:59.508" v="11945" actId="478"/>
          <ac:picMkLst>
            <pc:docMk/>
            <pc:sldMk cId="3778826323" sldId="607"/>
            <ac:picMk id="3" creationId="{20F437A3-9143-0E2F-6365-8A288971E1C1}"/>
          </ac:picMkLst>
        </pc:picChg>
        <pc:picChg chg="del mod">
          <ac:chgData name="Haymond, Shannon" userId="5b01a877-9415-4a21-8eeb-d6d3c2be6b18" providerId="ADAL" clId="{FEA7804B-FD21-59C4-8BB3-74F1FB3AA68A}" dt="2025-09-20T15:44:46.920" v="11676" actId="478"/>
          <ac:picMkLst>
            <pc:docMk/>
            <pc:sldMk cId="3778826323" sldId="607"/>
            <ac:picMk id="5" creationId="{54048940-599C-43F1-2D83-929F193C1157}"/>
          </ac:picMkLst>
        </pc:picChg>
        <pc:picChg chg="del mod">
          <ac:chgData name="Haymond, Shannon" userId="5b01a877-9415-4a21-8eeb-d6d3c2be6b18" providerId="ADAL" clId="{FEA7804B-FD21-59C4-8BB3-74F1FB3AA68A}" dt="2025-09-20T15:44:32.633" v="11671" actId="478"/>
          <ac:picMkLst>
            <pc:docMk/>
            <pc:sldMk cId="3778826323" sldId="607"/>
            <ac:picMk id="6" creationId="{D1E72465-99E3-F778-D5A9-8B26609B6CD0}"/>
          </ac:picMkLst>
        </pc:picChg>
        <pc:picChg chg="add del mod">
          <ac:chgData name="Haymond, Shannon" userId="5b01a877-9415-4a21-8eeb-d6d3c2be6b18" providerId="ADAL" clId="{FEA7804B-FD21-59C4-8BB3-74F1FB3AA68A}" dt="2025-09-20T15:45:18.954" v="11678" actId="478"/>
          <ac:picMkLst>
            <pc:docMk/>
            <pc:sldMk cId="3778826323" sldId="607"/>
            <ac:picMk id="7" creationId="{96B4724F-4FB1-CA6D-B9D1-3C5C9B2CAD1D}"/>
          </ac:picMkLst>
        </pc:picChg>
        <pc:picChg chg="add del mod modCrop">
          <ac:chgData name="Haymond, Shannon" userId="5b01a877-9415-4a21-8eeb-d6d3c2be6b18" providerId="ADAL" clId="{FEA7804B-FD21-59C4-8BB3-74F1FB3AA68A}" dt="2025-09-20T16:00:42.435" v="11822" actId="478"/>
          <ac:picMkLst>
            <pc:docMk/>
            <pc:sldMk cId="3778826323" sldId="607"/>
            <ac:picMk id="11" creationId="{0F55C803-24BF-0CE8-B6BB-4325E7C196E4}"/>
          </ac:picMkLst>
        </pc:picChg>
        <pc:picChg chg="add del mod topLvl">
          <ac:chgData name="Haymond, Shannon" userId="5b01a877-9415-4a21-8eeb-d6d3c2be6b18" providerId="ADAL" clId="{FEA7804B-FD21-59C4-8BB3-74F1FB3AA68A}" dt="2025-09-20T16:12:53.771" v="11950" actId="478"/>
          <ac:picMkLst>
            <pc:docMk/>
            <pc:sldMk cId="3778826323" sldId="607"/>
            <ac:picMk id="27" creationId="{878AD60B-50D9-F9A7-DD0B-B6C3ED2A1FAF}"/>
          </ac:picMkLst>
        </pc:picChg>
        <pc:picChg chg="add del mod">
          <ac:chgData name="Haymond, Shannon" userId="5b01a877-9415-4a21-8eeb-d6d3c2be6b18" providerId="ADAL" clId="{FEA7804B-FD21-59C4-8BB3-74F1FB3AA68A}" dt="2025-09-21T04:22:44.420" v="15796" actId="478"/>
          <ac:picMkLst>
            <pc:docMk/>
            <pc:sldMk cId="3778826323" sldId="607"/>
            <ac:picMk id="31" creationId="{F0D2C3D8-C093-71C4-3A79-155176C9AED5}"/>
          </ac:picMkLst>
        </pc:picChg>
        <pc:picChg chg="add del mod">
          <ac:chgData name="Haymond, Shannon" userId="5b01a877-9415-4a21-8eeb-d6d3c2be6b18" providerId="ADAL" clId="{FEA7804B-FD21-59C4-8BB3-74F1FB3AA68A}" dt="2025-09-21T04:24:12.025" v="15816" actId="478"/>
          <ac:picMkLst>
            <pc:docMk/>
            <pc:sldMk cId="3778826323" sldId="607"/>
            <ac:picMk id="32" creationId="{FE0F2ADC-B239-B6AF-7042-649BBF85D27A}"/>
          </ac:picMkLst>
        </pc:picChg>
        <pc:picChg chg="add mod">
          <ac:chgData name="Haymond, Shannon" userId="5b01a877-9415-4a21-8eeb-d6d3c2be6b18" providerId="ADAL" clId="{FEA7804B-FD21-59C4-8BB3-74F1FB3AA68A}" dt="2025-09-21T04:46:41.967" v="16043" actId="1076"/>
          <ac:picMkLst>
            <pc:docMk/>
            <pc:sldMk cId="3778826323" sldId="607"/>
            <ac:picMk id="34" creationId="{42DDDFB0-24E5-4399-A61D-0585C48E4930}"/>
          </ac:picMkLst>
        </pc:picChg>
        <pc:picChg chg="add mod">
          <ac:chgData name="Haymond, Shannon" userId="5b01a877-9415-4a21-8eeb-d6d3c2be6b18" providerId="ADAL" clId="{FEA7804B-FD21-59C4-8BB3-74F1FB3AA68A}" dt="2025-09-21T04:25:01.087" v="15820" actId="1076"/>
          <ac:picMkLst>
            <pc:docMk/>
            <pc:sldMk cId="3778826323" sldId="607"/>
            <ac:picMk id="35" creationId="{1C54FE2B-4A2B-C821-8EC6-E5F209A016F5}"/>
          </ac:picMkLst>
        </pc:picChg>
        <pc:picChg chg="add mod">
          <ac:chgData name="Haymond, Shannon" userId="5b01a877-9415-4a21-8eeb-d6d3c2be6b18" providerId="ADAL" clId="{FEA7804B-FD21-59C4-8BB3-74F1FB3AA68A}" dt="2025-09-21T04:47:00.390" v="16045" actId="1076"/>
          <ac:picMkLst>
            <pc:docMk/>
            <pc:sldMk cId="3778826323" sldId="607"/>
            <ac:picMk id="37" creationId="{ED1972FE-9C53-CAB8-ACE7-12286CC822DC}"/>
          </ac:picMkLst>
        </pc:picChg>
        <pc:cxnChg chg="add del">
          <ac:chgData name="Haymond, Shannon" userId="5b01a877-9415-4a21-8eeb-d6d3c2be6b18" providerId="ADAL" clId="{FEA7804B-FD21-59C4-8BB3-74F1FB3AA68A}" dt="2025-09-21T04:44:59.613" v="16033" actId="700"/>
          <ac:cxnSpMkLst>
            <pc:docMk/>
            <pc:sldMk cId="3778826323" sldId="607"/>
            <ac:cxnSpMk id="10" creationId="{C00D1207-ECAF-48E9-8834-2CE4D2198234}"/>
          </ac:cxnSpMkLst>
        </pc:cxnChg>
        <pc:cxnChg chg="add del">
          <ac:chgData name="Haymond, Shannon" userId="5b01a877-9415-4a21-8eeb-d6d3c2be6b18" providerId="ADAL" clId="{FEA7804B-FD21-59C4-8BB3-74F1FB3AA68A}" dt="2025-09-21T04:44:59.613" v="16033" actId="700"/>
          <ac:cxnSpMkLst>
            <pc:docMk/>
            <pc:sldMk cId="3778826323" sldId="607"/>
            <ac:cxnSpMk id="16" creationId="{5E450F13-FCAB-474F-93BB-704690139709}"/>
          </ac:cxnSpMkLst>
        </pc:cxnChg>
        <pc:cxnChg chg="add del">
          <ac:chgData name="Haymond, Shannon" userId="5b01a877-9415-4a21-8eeb-d6d3c2be6b18" providerId="ADAL" clId="{FEA7804B-FD21-59C4-8BB3-74F1FB3AA68A}" dt="2025-09-21T04:44:59.613" v="16033" actId="700"/>
          <ac:cxnSpMkLst>
            <pc:docMk/>
            <pc:sldMk cId="3778826323" sldId="607"/>
            <ac:cxnSpMk id="18" creationId="{00E7859C-56C8-49DC-ABF5-6C538427CDAF}"/>
          </ac:cxnSpMkLst>
        </pc:cxnChg>
        <pc:cxnChg chg="add mod">
          <ac:chgData name="Haymond, Shannon" userId="5b01a877-9415-4a21-8eeb-d6d3c2be6b18" providerId="ADAL" clId="{FEA7804B-FD21-59C4-8BB3-74F1FB3AA68A}" dt="2025-09-21T04:46:15.127" v="16039"/>
          <ac:cxnSpMkLst>
            <pc:docMk/>
            <pc:sldMk cId="3778826323" sldId="607"/>
            <ac:cxnSpMk id="38" creationId="{2B6511E0-F9FB-D9AB-7CC7-1072744E04E6}"/>
          </ac:cxnSpMkLst>
        </pc:cxnChg>
      </pc:sldChg>
      <pc:sldChg chg="addSp delSp modSp add del mod">
        <pc:chgData name="Haymond, Shannon" userId="5b01a877-9415-4a21-8eeb-d6d3c2be6b18" providerId="ADAL" clId="{FEA7804B-FD21-59C4-8BB3-74F1FB3AA68A}" dt="2025-09-20T22:16:33.906" v="15459" actId="2696"/>
        <pc:sldMkLst>
          <pc:docMk/>
          <pc:sldMk cId="2303492985" sldId="608"/>
        </pc:sldMkLst>
      </pc:sldChg>
      <pc:sldChg chg="addSp delSp add del setBg delDesignElem">
        <pc:chgData name="Haymond, Shannon" userId="5b01a877-9415-4a21-8eeb-d6d3c2be6b18" providerId="ADAL" clId="{FEA7804B-FD21-59C4-8BB3-74F1FB3AA68A}" dt="2025-09-11T01:21:30.626" v="3603"/>
        <pc:sldMkLst>
          <pc:docMk/>
          <pc:sldMk cId="3820329895" sldId="608"/>
        </pc:sldMkLst>
      </pc:sldChg>
      <pc:sldChg chg="addSp delSp modSp new mod setBg modClrScheme modAnim chgLayout">
        <pc:chgData name="Haymond, Shannon" userId="5b01a877-9415-4a21-8eeb-d6d3c2be6b18" providerId="ADAL" clId="{FEA7804B-FD21-59C4-8BB3-74F1FB3AA68A}" dt="2025-09-11T01:53:10.264" v="3947"/>
        <pc:sldMkLst>
          <pc:docMk/>
          <pc:sldMk cId="347418113" sldId="609"/>
        </pc:sldMkLst>
        <pc:spChg chg="mod ord">
          <ac:chgData name="Haymond, Shannon" userId="5b01a877-9415-4a21-8eeb-d6d3c2be6b18" providerId="ADAL" clId="{FEA7804B-FD21-59C4-8BB3-74F1FB3AA68A}" dt="2025-09-11T01:40:47.765" v="3705" actId="26606"/>
          <ac:spMkLst>
            <pc:docMk/>
            <pc:sldMk cId="347418113" sldId="609"/>
            <ac:spMk id="2" creationId="{19DB2939-938F-AB7B-B34A-100EA80BC3FB}"/>
          </ac:spMkLst>
        </pc:spChg>
        <pc:spChg chg="add">
          <ac:chgData name="Haymond, Shannon" userId="5b01a877-9415-4a21-8eeb-d6d3c2be6b18" providerId="ADAL" clId="{FEA7804B-FD21-59C4-8BB3-74F1FB3AA68A}" dt="2025-09-11T01:40:47.765" v="3705" actId="26606"/>
          <ac:spMkLst>
            <pc:docMk/>
            <pc:sldMk cId="347418113" sldId="609"/>
            <ac:spMk id="10" creationId="{3A8EC506-B1DA-46A1-B44D-774E68468E13}"/>
          </ac:spMkLst>
        </pc:spChg>
        <pc:spChg chg="add mod">
          <ac:chgData name="Haymond, Shannon" userId="5b01a877-9415-4a21-8eeb-d6d3c2be6b18" providerId="ADAL" clId="{FEA7804B-FD21-59C4-8BB3-74F1FB3AA68A}" dt="2025-09-11T01:49:49.673" v="3929" actId="1036"/>
          <ac:spMkLst>
            <pc:docMk/>
            <pc:sldMk cId="347418113" sldId="609"/>
            <ac:spMk id="11" creationId="{FEF3E4F9-912C-A540-2B3B-AB109CAB01A5}"/>
          </ac:spMkLst>
        </pc:spChg>
        <pc:spChg chg="add">
          <ac:chgData name="Haymond, Shannon" userId="5b01a877-9415-4a21-8eeb-d6d3c2be6b18" providerId="ADAL" clId="{FEA7804B-FD21-59C4-8BB3-74F1FB3AA68A}" dt="2025-09-11T01:40:47.765" v="3705" actId="26606"/>
          <ac:spMkLst>
            <pc:docMk/>
            <pc:sldMk cId="347418113" sldId="609"/>
            <ac:spMk id="12" creationId="{BFF30785-305E-45D7-984F-5AA93D3CA561}"/>
          </ac:spMkLst>
        </pc:spChg>
        <pc:spChg chg="add mod">
          <ac:chgData name="Haymond, Shannon" userId="5b01a877-9415-4a21-8eeb-d6d3c2be6b18" providerId="ADAL" clId="{FEA7804B-FD21-59C4-8BB3-74F1FB3AA68A}" dt="2025-09-11T01:46:57.937" v="3890" actId="1038"/>
          <ac:spMkLst>
            <pc:docMk/>
            <pc:sldMk cId="347418113" sldId="609"/>
            <ac:spMk id="13" creationId="{7475F5A1-1BF9-8026-5D86-879F2EAEC727}"/>
          </ac:spMkLst>
        </pc:spChg>
        <pc:spChg chg="add mod">
          <ac:chgData name="Haymond, Shannon" userId="5b01a877-9415-4a21-8eeb-d6d3c2be6b18" providerId="ADAL" clId="{FEA7804B-FD21-59C4-8BB3-74F1FB3AA68A}" dt="2025-09-11T01:48:32.068" v="3913" actId="1076"/>
          <ac:spMkLst>
            <pc:docMk/>
            <pc:sldMk cId="347418113" sldId="609"/>
            <ac:spMk id="15" creationId="{AB07B0A9-7530-E674-38AE-31C2D8B2A705}"/>
          </ac:spMkLst>
        </pc:spChg>
        <pc:spChg chg="add">
          <ac:chgData name="Haymond, Shannon" userId="5b01a877-9415-4a21-8eeb-d6d3c2be6b18" providerId="ADAL" clId="{FEA7804B-FD21-59C4-8BB3-74F1FB3AA68A}" dt="2025-09-11T01:40:47.765" v="3705" actId="26606"/>
          <ac:spMkLst>
            <pc:docMk/>
            <pc:sldMk cId="347418113" sldId="609"/>
            <ac:spMk id="16" creationId="{286BE877-8405-42B2-A8E4-BF4224E015EF}"/>
          </ac:spMkLst>
        </pc:spChg>
        <pc:spChg chg="add mod topLvl">
          <ac:chgData name="Haymond, Shannon" userId="5b01a877-9415-4a21-8eeb-d6d3c2be6b18" providerId="ADAL" clId="{FEA7804B-FD21-59C4-8BB3-74F1FB3AA68A}" dt="2025-09-11T01:50:39.037" v="3934" actId="165"/>
          <ac:spMkLst>
            <pc:docMk/>
            <pc:sldMk cId="347418113" sldId="609"/>
            <ac:spMk id="17" creationId="{68F9B4E8-77E2-29C7-92C9-B2A37AC493EB}"/>
          </ac:spMkLst>
        </pc:spChg>
        <pc:spChg chg="add">
          <ac:chgData name="Haymond, Shannon" userId="5b01a877-9415-4a21-8eeb-d6d3c2be6b18" providerId="ADAL" clId="{FEA7804B-FD21-59C4-8BB3-74F1FB3AA68A}" dt="2025-09-11T01:40:47.765" v="3705" actId="26606"/>
          <ac:spMkLst>
            <pc:docMk/>
            <pc:sldMk cId="347418113" sldId="609"/>
            <ac:spMk id="18" creationId="{4F4916F3-5270-48BF-8D54-7990F611BF30}"/>
          </ac:spMkLst>
        </pc:spChg>
        <pc:grpChg chg="add">
          <ac:chgData name="Haymond, Shannon" userId="5b01a877-9415-4a21-8eeb-d6d3c2be6b18" providerId="ADAL" clId="{FEA7804B-FD21-59C4-8BB3-74F1FB3AA68A}" dt="2025-09-11T01:50:16.651" v="3930" actId="164"/>
          <ac:grpSpMkLst>
            <pc:docMk/>
            <pc:sldMk cId="347418113" sldId="609"/>
            <ac:grpSpMk id="40" creationId="{2E30BAEC-4F37-CD1D-7EED-0FCC8D6BBBBB}"/>
          </ac:grpSpMkLst>
        </pc:grpChg>
        <pc:grpChg chg="add">
          <ac:chgData name="Haymond, Shannon" userId="5b01a877-9415-4a21-8eeb-d6d3c2be6b18" providerId="ADAL" clId="{FEA7804B-FD21-59C4-8BB3-74F1FB3AA68A}" dt="2025-09-11T01:50:21.464" v="3931" actId="164"/>
          <ac:grpSpMkLst>
            <pc:docMk/>
            <pc:sldMk cId="347418113" sldId="609"/>
            <ac:grpSpMk id="41" creationId="{B3516D38-3990-A2E0-891E-8EA611AEC594}"/>
          </ac:grpSpMkLst>
        </pc:grpChg>
        <pc:grpChg chg="add">
          <ac:chgData name="Haymond, Shannon" userId="5b01a877-9415-4a21-8eeb-d6d3c2be6b18" providerId="ADAL" clId="{FEA7804B-FD21-59C4-8BB3-74F1FB3AA68A}" dt="2025-09-11T01:50:27.206" v="3932" actId="164"/>
          <ac:grpSpMkLst>
            <pc:docMk/>
            <pc:sldMk cId="347418113" sldId="609"/>
            <ac:grpSpMk id="42" creationId="{5B3EA056-7AEC-46C2-8D61-169770C59FC5}"/>
          </ac:grpSpMkLst>
        </pc:grpChg>
        <pc:grpChg chg="add">
          <ac:chgData name="Haymond, Shannon" userId="5b01a877-9415-4a21-8eeb-d6d3c2be6b18" providerId="ADAL" clId="{FEA7804B-FD21-59C4-8BB3-74F1FB3AA68A}" dt="2025-09-11T01:50:45.062" v="3935" actId="164"/>
          <ac:grpSpMkLst>
            <pc:docMk/>
            <pc:sldMk cId="347418113" sldId="609"/>
            <ac:grpSpMk id="44" creationId="{BF984CBC-3A0F-5EE9-BFDB-65284B39589D}"/>
          </ac:grpSpMkLst>
        </pc:grpChg>
        <pc:grpChg chg="add mod">
          <ac:chgData name="Haymond, Shannon" userId="5b01a877-9415-4a21-8eeb-d6d3c2be6b18" providerId="ADAL" clId="{FEA7804B-FD21-59C4-8BB3-74F1FB3AA68A}" dt="2025-09-11T01:52:33.582" v="3945" actId="1076"/>
          <ac:grpSpMkLst>
            <pc:docMk/>
            <pc:sldMk cId="347418113" sldId="609"/>
            <ac:grpSpMk id="45" creationId="{1E114752-3372-55D2-46E7-C87632006DEC}"/>
          </ac:grpSpMkLst>
        </pc:grpChg>
        <pc:picChg chg="add mod">
          <ac:chgData name="Haymond, Shannon" userId="5b01a877-9415-4a21-8eeb-d6d3c2be6b18" providerId="ADAL" clId="{FEA7804B-FD21-59C4-8BB3-74F1FB3AA68A}" dt="2025-09-11T01:41:35.584" v="3713" actId="1076"/>
          <ac:picMkLst>
            <pc:docMk/>
            <pc:sldMk cId="347418113" sldId="609"/>
            <ac:picMk id="5" creationId="{8BBFCCB0-CE0F-477B-36AE-133989A4A0EF}"/>
          </ac:picMkLst>
        </pc:picChg>
        <pc:picChg chg="add mod">
          <ac:chgData name="Haymond, Shannon" userId="5b01a877-9415-4a21-8eeb-d6d3c2be6b18" providerId="ADAL" clId="{FEA7804B-FD21-59C4-8BB3-74F1FB3AA68A}" dt="2025-09-11T01:43:29.370" v="3841" actId="1035"/>
          <ac:picMkLst>
            <pc:docMk/>
            <pc:sldMk cId="347418113" sldId="609"/>
            <ac:picMk id="9" creationId="{FCDB1DD1-1F49-48A2-77F5-83D89715FCDA}"/>
          </ac:picMkLst>
        </pc:picChg>
        <pc:cxnChg chg="add">
          <ac:chgData name="Haymond, Shannon" userId="5b01a877-9415-4a21-8eeb-d6d3c2be6b18" providerId="ADAL" clId="{FEA7804B-FD21-59C4-8BB3-74F1FB3AA68A}" dt="2025-09-11T01:40:47.765" v="3705" actId="26606"/>
          <ac:cxnSpMkLst>
            <pc:docMk/>
            <pc:sldMk cId="347418113" sldId="609"/>
            <ac:cxnSpMk id="14" creationId="{15E01FA5-D766-43CA-A83D-E7CF3F04E96F}"/>
          </ac:cxnSpMkLst>
        </pc:cxnChg>
        <pc:cxnChg chg="add">
          <ac:chgData name="Haymond, Shannon" userId="5b01a877-9415-4a21-8eeb-d6d3c2be6b18" providerId="ADAL" clId="{FEA7804B-FD21-59C4-8BB3-74F1FB3AA68A}" dt="2025-09-11T01:40:47.765" v="3705" actId="26606"/>
          <ac:cxnSpMkLst>
            <pc:docMk/>
            <pc:sldMk cId="347418113" sldId="609"/>
            <ac:cxnSpMk id="20" creationId="{F49244C8-BD6D-4309-8235-706CBF26EF67}"/>
          </ac:cxnSpMkLst>
        </pc:cxnChg>
        <pc:cxnChg chg="add mod">
          <ac:chgData name="Haymond, Shannon" userId="5b01a877-9415-4a21-8eeb-d6d3c2be6b18" providerId="ADAL" clId="{FEA7804B-FD21-59C4-8BB3-74F1FB3AA68A}" dt="2025-09-11T01:46:35.970" v="3883" actId="14100"/>
          <ac:cxnSpMkLst>
            <pc:docMk/>
            <pc:sldMk cId="347418113" sldId="609"/>
            <ac:cxnSpMk id="21" creationId="{633E5D0E-3D42-4480-E354-8F53E527AE1D}"/>
          </ac:cxnSpMkLst>
        </pc:cxnChg>
        <pc:cxnChg chg="add mod">
          <ac:chgData name="Haymond, Shannon" userId="5b01a877-9415-4a21-8eeb-d6d3c2be6b18" providerId="ADAL" clId="{FEA7804B-FD21-59C4-8BB3-74F1FB3AA68A}" dt="2025-09-11T01:46:50.099" v="3887" actId="1076"/>
          <ac:cxnSpMkLst>
            <pc:docMk/>
            <pc:sldMk cId="347418113" sldId="609"/>
            <ac:cxnSpMk id="25" creationId="{B17E7937-1E41-29AA-905D-06FFEA3550EC}"/>
          </ac:cxnSpMkLst>
        </pc:cxnChg>
        <pc:cxnChg chg="add del mod topLvl">
          <ac:chgData name="Haymond, Shannon" userId="5b01a877-9415-4a21-8eeb-d6d3c2be6b18" providerId="ADAL" clId="{FEA7804B-FD21-59C4-8BB3-74F1FB3AA68A}" dt="2025-09-11T01:52:16.088" v="3942" actId="14100"/>
          <ac:cxnSpMkLst>
            <pc:docMk/>
            <pc:sldMk cId="347418113" sldId="609"/>
            <ac:cxnSpMk id="27" creationId="{CB0E3C5B-BBF3-3B67-F2A3-4EE998F99B19}"/>
          </ac:cxnSpMkLst>
        </pc:cxnChg>
        <pc:cxnChg chg="add mod">
          <ac:chgData name="Haymond, Shannon" userId="5b01a877-9415-4a21-8eeb-d6d3c2be6b18" providerId="ADAL" clId="{FEA7804B-FD21-59C4-8BB3-74F1FB3AA68A}" dt="2025-09-11T01:52:42.317" v="3946" actId="14100"/>
          <ac:cxnSpMkLst>
            <pc:docMk/>
            <pc:sldMk cId="347418113" sldId="609"/>
            <ac:cxnSpMk id="30" creationId="{F03B2ED5-ABAD-B1BD-0400-C88FA8703458}"/>
          </ac:cxnSpMkLst>
        </pc:cxnChg>
        <pc:cxnChg chg="add mod">
          <ac:chgData name="Haymond, Shannon" userId="5b01a877-9415-4a21-8eeb-d6d3c2be6b18" providerId="ADAL" clId="{FEA7804B-FD21-59C4-8BB3-74F1FB3AA68A}" dt="2025-09-11T01:51:37.557" v="3939" actId="14100"/>
          <ac:cxnSpMkLst>
            <pc:docMk/>
            <pc:sldMk cId="347418113" sldId="609"/>
            <ac:cxnSpMk id="34" creationId="{43DE4DC7-93DE-B8BC-958D-512DE2719F1E}"/>
          </ac:cxnSpMkLst>
        </pc:cxnChg>
        <pc:cxnChg chg="add mod">
          <ac:chgData name="Haymond, Shannon" userId="5b01a877-9415-4a21-8eeb-d6d3c2be6b18" providerId="ADAL" clId="{FEA7804B-FD21-59C4-8BB3-74F1FB3AA68A}" dt="2025-09-11T01:51:59.809" v="3941" actId="14100"/>
          <ac:cxnSpMkLst>
            <pc:docMk/>
            <pc:sldMk cId="347418113" sldId="609"/>
            <ac:cxnSpMk id="36" creationId="{BD32A40B-4B94-A570-097B-31F471768007}"/>
          </ac:cxnSpMkLst>
        </pc:cxnChg>
      </pc:sldChg>
      <pc:sldChg chg="modSp new mod">
        <pc:chgData name="Haymond, Shannon" userId="5b01a877-9415-4a21-8eeb-d6d3c2be6b18" providerId="ADAL" clId="{FEA7804B-FD21-59C4-8BB3-74F1FB3AA68A}" dt="2025-09-20T21:32:46.994" v="14103" actId="20577"/>
        <pc:sldMkLst>
          <pc:docMk/>
          <pc:sldMk cId="2660068638" sldId="610"/>
        </pc:sldMkLst>
        <pc:spChg chg="mod">
          <ac:chgData name="Haymond, Shannon" userId="5b01a877-9415-4a21-8eeb-d6d3c2be6b18" providerId="ADAL" clId="{FEA7804B-FD21-59C4-8BB3-74F1FB3AA68A}" dt="2025-09-11T02:18:07.026" v="4062" actId="20577"/>
          <ac:spMkLst>
            <pc:docMk/>
            <pc:sldMk cId="2660068638" sldId="610"/>
            <ac:spMk id="2" creationId="{B491949D-4551-88F2-EBB3-1106B65F147C}"/>
          </ac:spMkLst>
        </pc:spChg>
        <pc:spChg chg="mod">
          <ac:chgData name="Haymond, Shannon" userId="5b01a877-9415-4a21-8eeb-d6d3c2be6b18" providerId="ADAL" clId="{FEA7804B-FD21-59C4-8BB3-74F1FB3AA68A}" dt="2025-09-20T21:32:46.994" v="14103" actId="20577"/>
          <ac:spMkLst>
            <pc:docMk/>
            <pc:sldMk cId="2660068638" sldId="610"/>
            <ac:spMk id="3" creationId="{EFDF78F3-F205-E840-8F1A-2132F4637E18}"/>
          </ac:spMkLst>
        </pc:spChg>
      </pc:sldChg>
      <pc:sldChg chg="addSp delSp modSp new del mod">
        <pc:chgData name="Haymond, Shannon" userId="5b01a877-9415-4a21-8eeb-d6d3c2be6b18" providerId="ADAL" clId="{FEA7804B-FD21-59C4-8BB3-74F1FB3AA68A}" dt="2025-09-11T21:52:44.067" v="8157" actId="2696"/>
        <pc:sldMkLst>
          <pc:docMk/>
          <pc:sldMk cId="3938535697" sldId="611"/>
        </pc:sldMkLst>
      </pc:sldChg>
      <pc:sldChg chg="addSp delSp modSp add mod modClrScheme chgLayout">
        <pc:chgData name="Haymond, Shannon" userId="5b01a877-9415-4a21-8eeb-d6d3c2be6b18" providerId="ADAL" clId="{FEA7804B-FD21-59C4-8BB3-74F1FB3AA68A}" dt="2025-09-20T22:35:48.406" v="15660" actId="179"/>
        <pc:sldMkLst>
          <pc:docMk/>
          <pc:sldMk cId="2205175354" sldId="612"/>
        </pc:sldMkLst>
        <pc:spChg chg="mod ord">
          <ac:chgData name="Haymond, Shannon" userId="5b01a877-9415-4a21-8eeb-d6d3c2be6b18" providerId="ADAL" clId="{FEA7804B-FD21-59C4-8BB3-74F1FB3AA68A}" dt="2025-09-20T17:43:00.547" v="12982" actId="20577"/>
          <ac:spMkLst>
            <pc:docMk/>
            <pc:sldMk cId="2205175354" sldId="612"/>
            <ac:spMk id="2" creationId="{6A54E3A2-BED6-DE7D-7216-D950080C9B6F}"/>
          </ac:spMkLst>
        </pc:spChg>
        <pc:spChg chg="del mod ord">
          <ac:chgData name="Haymond, Shannon" userId="5b01a877-9415-4a21-8eeb-d6d3c2be6b18" providerId="ADAL" clId="{FEA7804B-FD21-59C4-8BB3-74F1FB3AA68A}" dt="2025-09-20T17:42:31.111" v="12959" actId="478"/>
          <ac:spMkLst>
            <pc:docMk/>
            <pc:sldMk cId="2205175354" sldId="612"/>
            <ac:spMk id="3" creationId="{70F7121E-3F04-5D6D-FC4F-7C6C6AA67052}"/>
          </ac:spMkLst>
        </pc:spChg>
        <pc:spChg chg="add del mod">
          <ac:chgData name="Haymond, Shannon" userId="5b01a877-9415-4a21-8eeb-d6d3c2be6b18" providerId="ADAL" clId="{FEA7804B-FD21-59C4-8BB3-74F1FB3AA68A}" dt="2025-09-20T21:02:17.403" v="13445"/>
          <ac:spMkLst>
            <pc:docMk/>
            <pc:sldMk cId="2205175354" sldId="612"/>
            <ac:spMk id="4" creationId="{1FB1EAFF-CDA5-CCCE-2A53-0471222E4C08}"/>
          </ac:spMkLst>
        </pc:spChg>
        <pc:spChg chg="add mod">
          <ac:chgData name="Haymond, Shannon" userId="5b01a877-9415-4a21-8eeb-d6d3c2be6b18" providerId="ADAL" clId="{FEA7804B-FD21-59C4-8BB3-74F1FB3AA68A}" dt="2025-09-20T22:35:48.406" v="15660" actId="179"/>
          <ac:spMkLst>
            <pc:docMk/>
            <pc:sldMk cId="2205175354" sldId="612"/>
            <ac:spMk id="6" creationId="{69AFE4E1-82B9-30A9-56FA-8A3A7DF7AE2D}"/>
          </ac:spMkLst>
        </pc:spChg>
        <pc:picChg chg="add del mod modCrop">
          <ac:chgData name="Haymond, Shannon" userId="5b01a877-9415-4a21-8eeb-d6d3c2be6b18" providerId="ADAL" clId="{FEA7804B-FD21-59C4-8BB3-74F1FB3AA68A}" dt="2025-09-20T21:07:01.035" v="13602" actId="478"/>
          <ac:picMkLst>
            <pc:docMk/>
            <pc:sldMk cId="2205175354" sldId="612"/>
            <ac:picMk id="5" creationId="{B991FF83-57C4-4D00-9A96-68E6F5FD5915}"/>
          </ac:picMkLst>
        </pc:picChg>
        <pc:picChg chg="add mod modCrop">
          <ac:chgData name="Haymond, Shannon" userId="5b01a877-9415-4a21-8eeb-d6d3c2be6b18" providerId="ADAL" clId="{FEA7804B-FD21-59C4-8BB3-74F1FB3AA68A}" dt="2025-09-20T21:09:29.282" v="13618" actId="692"/>
          <ac:picMkLst>
            <pc:docMk/>
            <pc:sldMk cId="2205175354" sldId="612"/>
            <ac:picMk id="7" creationId="{4BBE7217-60EC-6AC2-3BC8-4CA00AB5F979}"/>
          </ac:picMkLst>
        </pc:picChg>
      </pc:sldChg>
      <pc:sldChg chg="addSp delSp modSp add del mod modClrScheme chgLayout modNotesTx">
        <pc:chgData name="Haymond, Shannon" userId="5b01a877-9415-4a21-8eeb-d6d3c2be6b18" providerId="ADAL" clId="{FEA7804B-FD21-59C4-8BB3-74F1FB3AA68A}" dt="2025-09-20T17:34:19.462" v="12861" actId="2696"/>
        <pc:sldMkLst>
          <pc:docMk/>
          <pc:sldMk cId="4246876000" sldId="612"/>
        </pc:sldMkLst>
      </pc:sldChg>
      <pc:sldChg chg="new del">
        <pc:chgData name="Haymond, Shannon" userId="5b01a877-9415-4a21-8eeb-d6d3c2be6b18" providerId="ADAL" clId="{FEA7804B-FD21-59C4-8BB3-74F1FB3AA68A}" dt="2025-09-11T20:06:32.862" v="6322" actId="2696"/>
        <pc:sldMkLst>
          <pc:docMk/>
          <pc:sldMk cId="2540771981" sldId="613"/>
        </pc:sldMkLst>
      </pc:sldChg>
      <pc:sldChg chg="addSp delSp modSp new mod setBg">
        <pc:chgData name="Haymond, Shannon" userId="5b01a877-9415-4a21-8eeb-d6d3c2be6b18" providerId="ADAL" clId="{FEA7804B-FD21-59C4-8BB3-74F1FB3AA68A}" dt="2025-09-11T22:26:17.511" v="8923" actId="207"/>
        <pc:sldMkLst>
          <pc:docMk/>
          <pc:sldMk cId="3829026213" sldId="614"/>
        </pc:sldMkLst>
        <pc:spChg chg="mod">
          <ac:chgData name="Haymond, Shannon" userId="5b01a877-9415-4a21-8eeb-d6d3c2be6b18" providerId="ADAL" clId="{FEA7804B-FD21-59C4-8BB3-74F1FB3AA68A}" dt="2025-09-11T18:31:07.382" v="4446" actId="26606"/>
          <ac:spMkLst>
            <pc:docMk/>
            <pc:sldMk cId="3829026213" sldId="614"/>
            <ac:spMk id="2" creationId="{89C48CA3-D8B0-B2D4-2212-01408DD8E753}"/>
          </ac:spMkLst>
        </pc:spChg>
        <pc:spChg chg="add mod">
          <ac:chgData name="Haymond, Shannon" userId="5b01a877-9415-4a21-8eeb-d6d3c2be6b18" providerId="ADAL" clId="{FEA7804B-FD21-59C4-8BB3-74F1FB3AA68A}" dt="2025-09-11T18:31:22.930" v="4448"/>
          <ac:spMkLst>
            <pc:docMk/>
            <pc:sldMk cId="3829026213" sldId="614"/>
            <ac:spMk id="11" creationId="{01DE54ED-495A-2219-6F33-8123C53F60A2}"/>
          </ac:spMkLst>
        </pc:spChg>
        <pc:spChg chg="add">
          <ac:chgData name="Haymond, Shannon" userId="5b01a877-9415-4a21-8eeb-d6d3c2be6b18" providerId="ADAL" clId="{FEA7804B-FD21-59C4-8BB3-74F1FB3AA68A}" dt="2025-09-11T18:31:07.382" v="4446" actId="26606"/>
          <ac:spMkLst>
            <pc:docMk/>
            <pc:sldMk cId="3829026213" sldId="614"/>
            <ac:spMk id="23" creationId="{3A8EC506-B1DA-46A1-B44D-774E68468E13}"/>
          </ac:spMkLst>
        </pc:spChg>
        <pc:spChg chg="add">
          <ac:chgData name="Haymond, Shannon" userId="5b01a877-9415-4a21-8eeb-d6d3c2be6b18" providerId="ADAL" clId="{FEA7804B-FD21-59C4-8BB3-74F1FB3AA68A}" dt="2025-09-11T18:31:07.382" v="4446" actId="26606"/>
          <ac:spMkLst>
            <pc:docMk/>
            <pc:sldMk cId="3829026213" sldId="614"/>
            <ac:spMk id="25" creationId="{BFF30785-305E-45D7-984F-5AA93D3CA561}"/>
          </ac:spMkLst>
        </pc:spChg>
        <pc:spChg chg="add">
          <ac:chgData name="Haymond, Shannon" userId="5b01a877-9415-4a21-8eeb-d6d3c2be6b18" providerId="ADAL" clId="{FEA7804B-FD21-59C4-8BB3-74F1FB3AA68A}" dt="2025-09-11T18:31:07.382" v="4446" actId="26606"/>
          <ac:spMkLst>
            <pc:docMk/>
            <pc:sldMk cId="3829026213" sldId="614"/>
            <ac:spMk id="29" creationId="{070784CE-9DD4-4C2D-88B9-D219730A470F}"/>
          </ac:spMkLst>
        </pc:spChg>
        <pc:picChg chg="add mod">
          <ac:chgData name="Haymond, Shannon" userId="5b01a877-9415-4a21-8eeb-d6d3c2be6b18" providerId="ADAL" clId="{FEA7804B-FD21-59C4-8BB3-74F1FB3AA68A}" dt="2025-09-11T22:26:17.511" v="8923" actId="207"/>
          <ac:picMkLst>
            <pc:docMk/>
            <pc:sldMk cId="3829026213" sldId="614"/>
            <ac:picMk id="6" creationId="{6FD77B39-FA3D-2365-A317-973E097E139B}"/>
          </ac:picMkLst>
        </pc:picChg>
      </pc:sldChg>
      <pc:sldChg chg="modSp new del mod">
        <pc:chgData name="Haymond, Shannon" userId="5b01a877-9415-4a21-8eeb-d6d3c2be6b18" providerId="ADAL" clId="{FEA7804B-FD21-59C4-8BB3-74F1FB3AA68A}" dt="2025-09-11T18:44:09.599" v="4751" actId="2696"/>
        <pc:sldMkLst>
          <pc:docMk/>
          <pc:sldMk cId="551388070" sldId="615"/>
        </pc:sldMkLst>
      </pc:sldChg>
      <pc:sldChg chg="modSp add del mod modNotesTx">
        <pc:chgData name="Haymond, Shannon" userId="5b01a877-9415-4a21-8eeb-d6d3c2be6b18" providerId="ADAL" clId="{FEA7804B-FD21-59C4-8BB3-74F1FB3AA68A}" dt="2025-09-19T20:34:08.619" v="10005" actId="2696"/>
        <pc:sldMkLst>
          <pc:docMk/>
          <pc:sldMk cId="769904865" sldId="616"/>
        </pc:sldMkLst>
      </pc:sldChg>
      <pc:sldChg chg="addSp delSp modSp new mod setBg modClrScheme chgLayout">
        <pc:chgData name="Haymond, Shannon" userId="5b01a877-9415-4a21-8eeb-d6d3c2be6b18" providerId="ADAL" clId="{FEA7804B-FD21-59C4-8BB3-74F1FB3AA68A}" dt="2025-09-20T22:31:06.892" v="15643" actId="20577"/>
        <pc:sldMkLst>
          <pc:docMk/>
          <pc:sldMk cId="3248600387" sldId="617"/>
        </pc:sldMkLst>
        <pc:spChg chg="mod ord">
          <ac:chgData name="Haymond, Shannon" userId="5b01a877-9415-4a21-8eeb-d6d3c2be6b18" providerId="ADAL" clId="{FEA7804B-FD21-59C4-8BB3-74F1FB3AA68A}" dt="2025-09-20T22:31:06.892" v="15643" actId="20577"/>
          <ac:spMkLst>
            <pc:docMk/>
            <pc:sldMk cId="3248600387" sldId="617"/>
            <ac:spMk id="3" creationId="{A5E21231-25B1-09BF-D4A8-3D14502A3B6C}"/>
          </ac:spMkLst>
        </pc:spChg>
        <pc:spChg chg="add mod ord">
          <ac:chgData name="Haymond, Shannon" userId="5b01a877-9415-4a21-8eeb-d6d3c2be6b18" providerId="ADAL" clId="{FEA7804B-FD21-59C4-8BB3-74F1FB3AA68A}" dt="2025-09-11T19:18:00.983" v="5194" actId="20577"/>
          <ac:spMkLst>
            <pc:docMk/>
            <pc:sldMk cId="3248600387" sldId="617"/>
            <ac:spMk id="4" creationId="{777CCFC4-58C0-4ED7-C55C-E612738C9585}"/>
          </ac:spMkLst>
        </pc:spChg>
        <pc:spChg chg="add">
          <ac:chgData name="Haymond, Shannon" userId="5b01a877-9415-4a21-8eeb-d6d3c2be6b18" providerId="ADAL" clId="{FEA7804B-FD21-59C4-8BB3-74F1FB3AA68A}" dt="2025-09-11T19:17:50.829" v="5178" actId="26606"/>
          <ac:spMkLst>
            <pc:docMk/>
            <pc:sldMk cId="3248600387" sldId="617"/>
            <ac:spMk id="20" creationId="{B0890400-BB8B-4A44-AB63-65C7CA223EBA}"/>
          </ac:spMkLst>
        </pc:spChg>
        <pc:cxnChg chg="add">
          <ac:chgData name="Haymond, Shannon" userId="5b01a877-9415-4a21-8eeb-d6d3c2be6b18" providerId="ADAL" clId="{FEA7804B-FD21-59C4-8BB3-74F1FB3AA68A}" dt="2025-09-11T19:17:50.829" v="5178" actId="26606"/>
          <ac:cxnSpMkLst>
            <pc:docMk/>
            <pc:sldMk cId="3248600387" sldId="617"/>
            <ac:cxnSpMk id="18" creationId="{B821C225-5C4D-4168-90AF-3D263D72CBA2}"/>
          </ac:cxnSpMkLst>
        </pc:cxnChg>
        <pc:cxnChg chg="add">
          <ac:chgData name="Haymond, Shannon" userId="5b01a877-9415-4a21-8eeb-d6d3c2be6b18" providerId="ADAL" clId="{FEA7804B-FD21-59C4-8BB3-74F1FB3AA68A}" dt="2025-09-11T19:17:50.829" v="5178" actId="26606"/>
          <ac:cxnSpMkLst>
            <pc:docMk/>
            <pc:sldMk cId="3248600387" sldId="617"/>
            <ac:cxnSpMk id="22" creationId="{4D39B797-CDC6-4529-8A36-9CBFC9816337}"/>
          </ac:cxnSpMkLst>
        </pc:cxnChg>
      </pc:sldChg>
      <pc:sldChg chg="addSp delSp modSp new mod ord modClrScheme modAnim chgLayout">
        <pc:chgData name="Haymond, Shannon" userId="5b01a877-9415-4a21-8eeb-d6d3c2be6b18" providerId="ADAL" clId="{FEA7804B-FD21-59C4-8BB3-74F1FB3AA68A}" dt="2025-09-21T12:37:33.194" v="17717" actId="18331"/>
        <pc:sldMkLst>
          <pc:docMk/>
          <pc:sldMk cId="3662567551" sldId="618"/>
        </pc:sldMkLst>
        <pc:spChg chg="mod ord">
          <ac:chgData name="Haymond, Shannon" userId="5b01a877-9415-4a21-8eeb-d6d3c2be6b18" providerId="ADAL" clId="{FEA7804B-FD21-59C4-8BB3-74F1FB3AA68A}" dt="2025-09-19T21:09:18.524" v="10374" actId="14100"/>
          <ac:spMkLst>
            <pc:docMk/>
            <pc:sldMk cId="3662567551" sldId="618"/>
            <ac:spMk id="3" creationId="{4A1B0CC6-3C13-2811-EF1A-F3DDE6471D4F}"/>
          </ac:spMkLst>
        </pc:spChg>
        <pc:spChg chg="mod">
          <ac:chgData name="Haymond, Shannon" userId="5b01a877-9415-4a21-8eeb-d6d3c2be6b18" providerId="ADAL" clId="{FEA7804B-FD21-59C4-8BB3-74F1FB3AA68A}" dt="2025-09-19T21:17:13.866" v="10378"/>
          <ac:spMkLst>
            <pc:docMk/>
            <pc:sldMk cId="3662567551" sldId="618"/>
            <ac:spMk id="9" creationId="{F54D99B5-A3D6-4051-6A5E-CD1A57AE5E77}"/>
          </ac:spMkLst>
        </pc:spChg>
        <pc:spChg chg="mod">
          <ac:chgData name="Haymond, Shannon" userId="5b01a877-9415-4a21-8eeb-d6d3c2be6b18" providerId="ADAL" clId="{FEA7804B-FD21-59C4-8BB3-74F1FB3AA68A}" dt="2025-09-19T21:18:13.505" v="10393"/>
          <ac:spMkLst>
            <pc:docMk/>
            <pc:sldMk cId="3662567551" sldId="618"/>
            <ac:spMk id="12" creationId="{64D50ACA-8030-8275-B1FB-5C44CE06D1F7}"/>
          </ac:spMkLst>
        </pc:spChg>
        <pc:spChg chg="mod">
          <ac:chgData name="Haymond, Shannon" userId="5b01a877-9415-4a21-8eeb-d6d3c2be6b18" providerId="ADAL" clId="{FEA7804B-FD21-59C4-8BB3-74F1FB3AA68A}" dt="2025-09-19T21:19:24.492" v="10404"/>
          <ac:spMkLst>
            <pc:docMk/>
            <pc:sldMk cId="3662567551" sldId="618"/>
            <ac:spMk id="16" creationId="{0CFF3B40-A823-3C44-882B-DBDAD7A41050}"/>
          </ac:spMkLst>
        </pc:spChg>
        <pc:spChg chg="mod">
          <ac:chgData name="Haymond, Shannon" userId="5b01a877-9415-4a21-8eeb-d6d3c2be6b18" providerId="ADAL" clId="{FEA7804B-FD21-59C4-8BB3-74F1FB3AA68A}" dt="2025-09-19T21:19:24.492" v="10404"/>
          <ac:spMkLst>
            <pc:docMk/>
            <pc:sldMk cId="3662567551" sldId="618"/>
            <ac:spMk id="17" creationId="{4C0F19DF-9FE8-804F-5473-F454241F76A1}"/>
          </ac:spMkLst>
        </pc:spChg>
        <pc:grpChg chg="add mod">
          <ac:chgData name="Haymond, Shannon" userId="5b01a877-9415-4a21-8eeb-d6d3c2be6b18" providerId="ADAL" clId="{FEA7804B-FD21-59C4-8BB3-74F1FB3AA68A}" dt="2025-09-19T21:19:43.309" v="10422" actId="1076"/>
          <ac:grpSpMkLst>
            <pc:docMk/>
            <pc:sldMk cId="3662567551" sldId="618"/>
            <ac:grpSpMk id="7" creationId="{AF2859C8-5529-6296-45AD-93C32E8C1F6F}"/>
          </ac:grpSpMkLst>
        </pc:grpChg>
        <pc:grpChg chg="add mod">
          <ac:chgData name="Haymond, Shannon" userId="5b01a877-9415-4a21-8eeb-d6d3c2be6b18" providerId="ADAL" clId="{FEA7804B-FD21-59C4-8BB3-74F1FB3AA68A}" dt="2025-09-19T21:19:55.590" v="10426" actId="1036"/>
          <ac:grpSpMkLst>
            <pc:docMk/>
            <pc:sldMk cId="3662567551" sldId="618"/>
            <ac:grpSpMk id="10" creationId="{FFE8A8A5-CD1D-82CC-EDD4-F8CBA14B0218}"/>
          </ac:grpSpMkLst>
        </pc:grpChg>
        <pc:grpChg chg="add mod">
          <ac:chgData name="Haymond, Shannon" userId="5b01a877-9415-4a21-8eeb-d6d3c2be6b18" providerId="ADAL" clId="{FEA7804B-FD21-59C4-8BB3-74F1FB3AA68A}" dt="2025-09-20T01:14:23.852" v="10586" actId="1036"/>
          <ac:grpSpMkLst>
            <pc:docMk/>
            <pc:sldMk cId="3662567551" sldId="618"/>
            <ac:grpSpMk id="15" creationId="{E05B8115-4804-FBD5-5417-F9E3F79F3504}"/>
          </ac:grpSpMkLst>
        </pc:grpChg>
        <pc:picChg chg="add mod">
          <ac:chgData name="Haymond, Shannon" userId="5b01a877-9415-4a21-8eeb-d6d3c2be6b18" providerId="ADAL" clId="{FEA7804B-FD21-59C4-8BB3-74F1FB3AA68A}" dt="2025-09-21T12:37:33.194" v="17717" actId="18331"/>
          <ac:picMkLst>
            <pc:docMk/>
            <pc:sldMk cId="3662567551" sldId="618"/>
            <ac:picMk id="6" creationId="{05FCE104-8457-1B24-2537-C93312C2F1DF}"/>
          </ac:picMkLst>
        </pc:picChg>
        <pc:cxnChg chg="mod">
          <ac:chgData name="Haymond, Shannon" userId="5b01a877-9415-4a21-8eeb-d6d3c2be6b18" providerId="ADAL" clId="{FEA7804B-FD21-59C4-8BB3-74F1FB3AA68A}" dt="2025-09-19T21:17:45.807" v="10392" actId="208"/>
          <ac:cxnSpMkLst>
            <pc:docMk/>
            <pc:sldMk cId="3662567551" sldId="618"/>
            <ac:cxnSpMk id="8" creationId="{A045A291-3A93-0CB6-4D93-D6F61DBF7914}"/>
          </ac:cxnSpMkLst>
        </pc:cxnChg>
        <pc:cxnChg chg="mod">
          <ac:chgData name="Haymond, Shannon" userId="5b01a877-9415-4a21-8eeb-d6d3c2be6b18" providerId="ADAL" clId="{FEA7804B-FD21-59C4-8BB3-74F1FB3AA68A}" dt="2025-09-19T21:19:01.305" v="10401" actId="14100"/>
          <ac:cxnSpMkLst>
            <pc:docMk/>
            <pc:sldMk cId="3662567551" sldId="618"/>
            <ac:cxnSpMk id="11" creationId="{4B5C766D-638F-800F-827A-F8E993012313}"/>
          </ac:cxnSpMkLst>
        </pc:cxnChg>
      </pc:sldChg>
      <pc:sldChg chg="addSp delSp modSp add mod setBg">
        <pc:chgData name="Haymond, Shannon" userId="5b01a877-9415-4a21-8eeb-d6d3c2be6b18" providerId="ADAL" clId="{FEA7804B-FD21-59C4-8BB3-74F1FB3AA68A}" dt="2025-09-11T20:38:21.628" v="6995" actId="20577"/>
        <pc:sldMkLst>
          <pc:docMk/>
          <pc:sldMk cId="1186037760" sldId="619"/>
        </pc:sldMkLst>
        <pc:spChg chg="mod">
          <ac:chgData name="Haymond, Shannon" userId="5b01a877-9415-4a21-8eeb-d6d3c2be6b18" providerId="ADAL" clId="{FEA7804B-FD21-59C4-8BB3-74F1FB3AA68A}" dt="2025-09-11T19:18:05.973" v="5203" actId="20577"/>
          <ac:spMkLst>
            <pc:docMk/>
            <pc:sldMk cId="1186037760" sldId="619"/>
            <ac:spMk id="4" creationId="{339597DE-8E6E-BAB8-F3F2-FB376F5F3486}"/>
          </ac:spMkLst>
        </pc:spChg>
        <pc:spChg chg="mod">
          <ac:chgData name="Haymond, Shannon" userId="5b01a877-9415-4a21-8eeb-d6d3c2be6b18" providerId="ADAL" clId="{FEA7804B-FD21-59C4-8BB3-74F1FB3AA68A}" dt="2025-09-11T20:38:21.628" v="6995" actId="20577"/>
          <ac:spMkLst>
            <pc:docMk/>
            <pc:sldMk cId="1186037760" sldId="619"/>
            <ac:spMk id="5" creationId="{0859779B-8FA1-912E-BC04-C411DE74468A}"/>
          </ac:spMkLst>
        </pc:spChg>
        <pc:spChg chg="add">
          <ac:chgData name="Haymond, Shannon" userId="5b01a877-9415-4a21-8eeb-d6d3c2be6b18" providerId="ADAL" clId="{FEA7804B-FD21-59C4-8BB3-74F1FB3AA68A}" dt="2025-09-11T19:17:45.356" v="5177" actId="26606"/>
          <ac:spMkLst>
            <pc:docMk/>
            <pc:sldMk cId="1186037760" sldId="619"/>
            <ac:spMk id="12" creationId="{B0890400-BB8B-4A44-AB63-65C7CA223EBA}"/>
          </ac:spMkLst>
        </pc:spChg>
        <pc:cxnChg chg="add">
          <ac:chgData name="Haymond, Shannon" userId="5b01a877-9415-4a21-8eeb-d6d3c2be6b18" providerId="ADAL" clId="{FEA7804B-FD21-59C4-8BB3-74F1FB3AA68A}" dt="2025-09-11T19:17:45.356" v="5177" actId="26606"/>
          <ac:cxnSpMkLst>
            <pc:docMk/>
            <pc:sldMk cId="1186037760" sldId="619"/>
            <ac:cxnSpMk id="10" creationId="{B821C225-5C4D-4168-90AF-3D263D72CBA2}"/>
          </ac:cxnSpMkLst>
        </pc:cxnChg>
        <pc:cxnChg chg="add">
          <ac:chgData name="Haymond, Shannon" userId="5b01a877-9415-4a21-8eeb-d6d3c2be6b18" providerId="ADAL" clId="{FEA7804B-FD21-59C4-8BB3-74F1FB3AA68A}" dt="2025-09-11T19:17:45.356" v="5177" actId="26606"/>
          <ac:cxnSpMkLst>
            <pc:docMk/>
            <pc:sldMk cId="1186037760" sldId="619"/>
            <ac:cxnSpMk id="14" creationId="{4D39B797-CDC6-4529-8A36-9CBFC9816337}"/>
          </ac:cxnSpMkLst>
        </pc:cxnChg>
      </pc:sldChg>
      <pc:sldChg chg="addSp delSp modSp add mod ord">
        <pc:chgData name="Haymond, Shannon" userId="5b01a877-9415-4a21-8eeb-d6d3c2be6b18" providerId="ADAL" clId="{FEA7804B-FD21-59C4-8BB3-74F1FB3AA68A}" dt="2025-09-20T17:48:13.332" v="13092" actId="20577"/>
        <pc:sldMkLst>
          <pc:docMk/>
          <pc:sldMk cId="292742307" sldId="620"/>
        </pc:sldMkLst>
        <pc:spChg chg="mod">
          <ac:chgData name="Haymond, Shannon" userId="5b01a877-9415-4a21-8eeb-d6d3c2be6b18" providerId="ADAL" clId="{FEA7804B-FD21-59C4-8BB3-74F1FB3AA68A}" dt="2025-09-11T19:50:37.056" v="5667" actId="20577"/>
          <ac:spMkLst>
            <pc:docMk/>
            <pc:sldMk cId="292742307" sldId="620"/>
            <ac:spMk id="2" creationId="{EB9EF070-EE0D-79FB-FF32-1D404F860D7F}"/>
          </ac:spMkLst>
        </pc:spChg>
        <pc:graphicFrameChg chg="mod">
          <ac:chgData name="Haymond, Shannon" userId="5b01a877-9415-4a21-8eeb-d6d3c2be6b18" providerId="ADAL" clId="{FEA7804B-FD21-59C4-8BB3-74F1FB3AA68A}" dt="2025-09-20T17:48:13.332" v="13092" actId="20577"/>
          <ac:graphicFrameMkLst>
            <pc:docMk/>
            <pc:sldMk cId="292742307" sldId="620"/>
            <ac:graphicFrameMk id="4" creationId="{20E45551-04E4-8F5B-AB56-CF4225A5F72C}"/>
          </ac:graphicFrameMkLst>
        </pc:graphicFrameChg>
      </pc:sldChg>
      <pc:sldChg chg="addSp modSp new del mod">
        <pc:chgData name="Haymond, Shannon" userId="5b01a877-9415-4a21-8eeb-d6d3c2be6b18" providerId="ADAL" clId="{FEA7804B-FD21-59C4-8BB3-74F1FB3AA68A}" dt="2025-09-11T20:00:00.947" v="6114" actId="2696"/>
        <pc:sldMkLst>
          <pc:docMk/>
          <pc:sldMk cId="1972328153" sldId="621"/>
        </pc:sldMkLst>
      </pc:sldChg>
      <pc:sldChg chg="new del">
        <pc:chgData name="Haymond, Shannon" userId="5b01a877-9415-4a21-8eeb-d6d3c2be6b18" providerId="ADAL" clId="{FEA7804B-FD21-59C4-8BB3-74F1FB3AA68A}" dt="2025-09-11T19:53:54.340" v="5858" actId="680"/>
        <pc:sldMkLst>
          <pc:docMk/>
          <pc:sldMk cId="476549373" sldId="622"/>
        </pc:sldMkLst>
      </pc:sldChg>
      <pc:sldChg chg="addSp delSp modSp new del mod modClrScheme chgLayout">
        <pc:chgData name="Haymond, Shannon" userId="5b01a877-9415-4a21-8eeb-d6d3c2be6b18" providerId="ADAL" clId="{FEA7804B-FD21-59C4-8BB3-74F1FB3AA68A}" dt="2025-09-11T19:58:09.025" v="6095" actId="2696"/>
        <pc:sldMkLst>
          <pc:docMk/>
          <pc:sldMk cId="3489124623" sldId="622"/>
        </pc:sldMkLst>
      </pc:sldChg>
      <pc:sldChg chg="addSp delSp modSp new mod setBg">
        <pc:chgData name="Haymond, Shannon" userId="5b01a877-9415-4a21-8eeb-d6d3c2be6b18" providerId="ADAL" clId="{FEA7804B-FD21-59C4-8BB3-74F1FB3AA68A}" dt="2025-09-11T22:17:59.284" v="8729" actId="478"/>
        <pc:sldMkLst>
          <pc:docMk/>
          <pc:sldMk cId="3813368951" sldId="622"/>
        </pc:sldMkLst>
        <pc:spChg chg="mod">
          <ac:chgData name="Haymond, Shannon" userId="5b01a877-9415-4a21-8eeb-d6d3c2be6b18" providerId="ADAL" clId="{FEA7804B-FD21-59C4-8BB3-74F1FB3AA68A}" dt="2025-09-11T20:58:41.913" v="7066" actId="12789"/>
          <ac:spMkLst>
            <pc:docMk/>
            <pc:sldMk cId="3813368951" sldId="622"/>
            <ac:spMk id="3" creationId="{25DB03A2-705D-D216-BC21-ADF6A4D9993C}"/>
          </ac:spMkLst>
        </pc:spChg>
        <pc:spChg chg="add">
          <ac:chgData name="Haymond, Shannon" userId="5b01a877-9415-4a21-8eeb-d6d3c2be6b18" providerId="ADAL" clId="{FEA7804B-FD21-59C4-8BB3-74F1FB3AA68A}" dt="2025-09-11T19:58:27.454" v="6097" actId="26606"/>
          <ac:spMkLst>
            <pc:docMk/>
            <pc:sldMk cId="3813368951" sldId="622"/>
            <ac:spMk id="8" creationId="{B0890400-BB8B-4A44-AB63-65C7CA223EBA}"/>
          </ac:spMkLst>
        </pc:spChg>
        <pc:picChg chg="add mod">
          <ac:chgData name="Haymond, Shannon" userId="5b01a877-9415-4a21-8eeb-d6d3c2be6b18" providerId="ADAL" clId="{FEA7804B-FD21-59C4-8BB3-74F1FB3AA68A}" dt="2025-09-11T20:58:41.913" v="7066" actId="12789"/>
          <ac:picMkLst>
            <pc:docMk/>
            <pc:sldMk cId="3813368951" sldId="622"/>
            <ac:picMk id="12" creationId="{3844C7DF-F9C4-9C1D-44E6-F7B8B9B1C4DD}"/>
          </ac:picMkLst>
        </pc:picChg>
        <pc:cxnChg chg="add">
          <ac:chgData name="Haymond, Shannon" userId="5b01a877-9415-4a21-8eeb-d6d3c2be6b18" providerId="ADAL" clId="{FEA7804B-FD21-59C4-8BB3-74F1FB3AA68A}" dt="2025-09-11T19:58:27.454" v="6097" actId="26606"/>
          <ac:cxnSpMkLst>
            <pc:docMk/>
            <pc:sldMk cId="3813368951" sldId="622"/>
            <ac:cxnSpMk id="10" creationId="{4D39B797-CDC6-4529-8A36-9CBFC9816337}"/>
          </ac:cxnSpMkLst>
        </pc:cxnChg>
      </pc:sldChg>
      <pc:sldChg chg="addSp delSp modSp add del mod setBg delDesignElem">
        <pc:chgData name="Haymond, Shannon" userId="5b01a877-9415-4a21-8eeb-d6d3c2be6b18" providerId="ADAL" clId="{FEA7804B-FD21-59C4-8BB3-74F1FB3AA68A}" dt="2025-09-11T20:04:52.017" v="6268"/>
        <pc:sldMkLst>
          <pc:docMk/>
          <pc:sldMk cId="626504987" sldId="623"/>
        </pc:sldMkLst>
      </pc:sldChg>
      <pc:sldChg chg="addSp delSp add del setBg delDesignElem">
        <pc:chgData name="Haymond, Shannon" userId="5b01a877-9415-4a21-8eeb-d6d3c2be6b18" providerId="ADAL" clId="{FEA7804B-FD21-59C4-8BB3-74F1FB3AA68A}" dt="2025-09-11T20:05:00.313" v="6271"/>
        <pc:sldMkLst>
          <pc:docMk/>
          <pc:sldMk cId="738627561" sldId="623"/>
        </pc:sldMkLst>
      </pc:sldChg>
      <pc:sldChg chg="addSp delSp modSp add mod">
        <pc:chgData name="Haymond, Shannon" userId="5b01a877-9415-4a21-8eeb-d6d3c2be6b18" providerId="ADAL" clId="{FEA7804B-FD21-59C4-8BB3-74F1FB3AA68A}" dt="2025-09-20T17:26:31.020" v="12761" actId="20577"/>
        <pc:sldMkLst>
          <pc:docMk/>
          <pc:sldMk cId="3838241477" sldId="623"/>
        </pc:sldMkLst>
        <pc:spChg chg="mod">
          <ac:chgData name="Haymond, Shannon" userId="5b01a877-9415-4a21-8eeb-d6d3c2be6b18" providerId="ADAL" clId="{FEA7804B-FD21-59C4-8BB3-74F1FB3AA68A}" dt="2025-09-20T17:26:31.020" v="12761" actId="20577"/>
          <ac:spMkLst>
            <pc:docMk/>
            <pc:sldMk cId="3838241477" sldId="623"/>
            <ac:spMk id="3" creationId="{6424A180-3237-2957-D758-47C807212915}"/>
          </ac:spMkLst>
        </pc:spChg>
        <pc:spChg chg="add del mod">
          <ac:chgData name="Haymond, Shannon" userId="5b01a877-9415-4a21-8eeb-d6d3c2be6b18" providerId="ADAL" clId="{FEA7804B-FD21-59C4-8BB3-74F1FB3AA68A}" dt="2025-09-20T17:19:32.131" v="12428"/>
          <ac:spMkLst>
            <pc:docMk/>
            <pc:sldMk cId="3838241477" sldId="623"/>
            <ac:spMk id="4" creationId="{CB8C1DB6-288E-182A-95C5-5AD5D8B3ECC5}"/>
          </ac:spMkLst>
        </pc:spChg>
        <pc:spChg chg="add del mod">
          <ac:chgData name="Haymond, Shannon" userId="5b01a877-9415-4a21-8eeb-d6d3c2be6b18" providerId="ADAL" clId="{FEA7804B-FD21-59C4-8BB3-74F1FB3AA68A}" dt="2025-09-20T15:31:30.004" v="11316" actId="478"/>
          <ac:spMkLst>
            <pc:docMk/>
            <pc:sldMk cId="3838241477" sldId="623"/>
            <ac:spMk id="12" creationId="{0BFDBA3E-0609-9718-4A8E-952218549DBD}"/>
          </ac:spMkLst>
        </pc:spChg>
        <pc:picChg chg="add mod">
          <ac:chgData name="Haymond, Shannon" userId="5b01a877-9415-4a21-8eeb-d6d3c2be6b18" providerId="ADAL" clId="{FEA7804B-FD21-59C4-8BB3-74F1FB3AA68A}" dt="2025-09-11T20:59:11.041" v="7068" actId="1076"/>
          <ac:picMkLst>
            <pc:docMk/>
            <pc:sldMk cId="3838241477" sldId="623"/>
            <ac:picMk id="13" creationId="{E679642A-C77E-F439-6EA3-EA0EF3082ED6}"/>
          </ac:picMkLst>
        </pc:picChg>
      </pc:sldChg>
      <pc:sldChg chg="delSp modSp add del mod setBg delDesignElem">
        <pc:chgData name="Haymond, Shannon" userId="5b01a877-9415-4a21-8eeb-d6d3c2be6b18" providerId="ADAL" clId="{FEA7804B-FD21-59C4-8BB3-74F1FB3AA68A}" dt="2025-09-11T20:59:31.070" v="7073" actId="2696"/>
        <pc:sldMkLst>
          <pc:docMk/>
          <pc:sldMk cId="1208786884" sldId="624"/>
        </pc:sldMkLst>
      </pc:sldChg>
      <pc:sldChg chg="delSp modSp add del mod setBg delDesignElem">
        <pc:chgData name="Haymond, Shannon" userId="5b01a877-9415-4a21-8eeb-d6d3c2be6b18" providerId="ADAL" clId="{FEA7804B-FD21-59C4-8BB3-74F1FB3AA68A}" dt="2025-09-11T21:00:31.497" v="7086" actId="2696"/>
        <pc:sldMkLst>
          <pc:docMk/>
          <pc:sldMk cId="891021582" sldId="625"/>
        </pc:sldMkLst>
      </pc:sldChg>
      <pc:sldChg chg="modSp new mod">
        <pc:chgData name="Haymond, Shannon" userId="5b01a877-9415-4a21-8eeb-d6d3c2be6b18" providerId="ADAL" clId="{FEA7804B-FD21-59C4-8BB3-74F1FB3AA68A}" dt="2025-09-20T21:44:25.805" v="14848" actId="20577"/>
        <pc:sldMkLst>
          <pc:docMk/>
          <pc:sldMk cId="2960078271" sldId="626"/>
        </pc:sldMkLst>
        <pc:spChg chg="mod">
          <ac:chgData name="Haymond, Shannon" userId="5b01a877-9415-4a21-8eeb-d6d3c2be6b18" providerId="ADAL" clId="{FEA7804B-FD21-59C4-8BB3-74F1FB3AA68A}" dt="2025-09-11T20:06:02.427" v="6320" actId="20577"/>
          <ac:spMkLst>
            <pc:docMk/>
            <pc:sldMk cId="2960078271" sldId="626"/>
            <ac:spMk id="2" creationId="{ACD93546-380E-DB7E-F510-B802187D6655}"/>
          </ac:spMkLst>
        </pc:spChg>
        <pc:spChg chg="mod">
          <ac:chgData name="Haymond, Shannon" userId="5b01a877-9415-4a21-8eeb-d6d3c2be6b18" providerId="ADAL" clId="{FEA7804B-FD21-59C4-8BB3-74F1FB3AA68A}" dt="2025-09-20T21:44:25.805" v="14848" actId="20577"/>
          <ac:spMkLst>
            <pc:docMk/>
            <pc:sldMk cId="2960078271" sldId="626"/>
            <ac:spMk id="3" creationId="{5E814F4D-D6CD-2FC4-5155-4A1A7B582F6D}"/>
          </ac:spMkLst>
        </pc:spChg>
      </pc:sldChg>
      <pc:sldChg chg="addSp delSp modSp new mod ord modNotesTx">
        <pc:chgData name="Haymond, Shannon" userId="5b01a877-9415-4a21-8eeb-d6d3c2be6b18" providerId="ADAL" clId="{FEA7804B-FD21-59C4-8BB3-74F1FB3AA68A}" dt="2025-09-11T21:28:06.426" v="7777" actId="1076"/>
        <pc:sldMkLst>
          <pc:docMk/>
          <pc:sldMk cId="769805856" sldId="627"/>
        </pc:sldMkLst>
        <pc:spChg chg="mod">
          <ac:chgData name="Haymond, Shannon" userId="5b01a877-9415-4a21-8eeb-d6d3c2be6b18" providerId="ADAL" clId="{FEA7804B-FD21-59C4-8BB3-74F1FB3AA68A}" dt="2025-09-11T21:20:29.179" v="7427" actId="20577"/>
          <ac:spMkLst>
            <pc:docMk/>
            <pc:sldMk cId="769805856" sldId="627"/>
            <ac:spMk id="2" creationId="{9CCB8475-1E85-D529-AA0C-3C86E3F18A4F}"/>
          </ac:spMkLst>
        </pc:spChg>
        <pc:spChg chg="mod">
          <ac:chgData name="Haymond, Shannon" userId="5b01a877-9415-4a21-8eeb-d6d3c2be6b18" providerId="ADAL" clId="{FEA7804B-FD21-59C4-8BB3-74F1FB3AA68A}" dt="2025-09-11T21:16:28.679" v="7329" actId="5793"/>
          <ac:spMkLst>
            <pc:docMk/>
            <pc:sldMk cId="769805856" sldId="627"/>
            <ac:spMk id="3" creationId="{0D8CADBE-FE46-4544-11C7-051688695544}"/>
          </ac:spMkLst>
        </pc:spChg>
        <pc:spChg chg="add mod">
          <ac:chgData name="Haymond, Shannon" userId="5b01a877-9415-4a21-8eeb-d6d3c2be6b18" providerId="ADAL" clId="{FEA7804B-FD21-59C4-8BB3-74F1FB3AA68A}" dt="2025-09-11T21:27:59.275" v="7776" actId="207"/>
          <ac:spMkLst>
            <pc:docMk/>
            <pc:sldMk cId="769805856" sldId="627"/>
            <ac:spMk id="4" creationId="{8DB6E64A-D48D-862E-1F26-4FCAA6DE8404}"/>
          </ac:spMkLst>
        </pc:spChg>
        <pc:spChg chg="add mod">
          <ac:chgData name="Haymond, Shannon" userId="5b01a877-9415-4a21-8eeb-d6d3c2be6b18" providerId="ADAL" clId="{FEA7804B-FD21-59C4-8BB3-74F1FB3AA68A}" dt="2025-09-11T21:27:59.275" v="7776" actId="207"/>
          <ac:spMkLst>
            <pc:docMk/>
            <pc:sldMk cId="769805856" sldId="627"/>
            <ac:spMk id="5" creationId="{FBD66222-093C-827D-6125-70C415B1B2C2}"/>
          </ac:spMkLst>
        </pc:spChg>
        <pc:spChg chg="add mod">
          <ac:chgData name="Haymond, Shannon" userId="5b01a877-9415-4a21-8eeb-d6d3c2be6b18" providerId="ADAL" clId="{FEA7804B-FD21-59C4-8BB3-74F1FB3AA68A}" dt="2025-09-11T21:15:30.842" v="7327"/>
          <ac:spMkLst>
            <pc:docMk/>
            <pc:sldMk cId="769805856" sldId="627"/>
            <ac:spMk id="7" creationId="{2D3BB119-ED4B-0288-E34F-97EF0607532C}"/>
          </ac:spMkLst>
        </pc:spChg>
        <pc:picChg chg="add mod modCrop">
          <ac:chgData name="Haymond, Shannon" userId="5b01a877-9415-4a21-8eeb-d6d3c2be6b18" providerId="ADAL" clId="{FEA7804B-FD21-59C4-8BB3-74F1FB3AA68A}" dt="2025-09-11T21:28:06.426" v="7777" actId="1076"/>
          <ac:picMkLst>
            <pc:docMk/>
            <pc:sldMk cId="769805856" sldId="627"/>
            <ac:picMk id="8" creationId="{3CE80556-81B8-FC8C-FC08-1B18D20793F6}"/>
          </ac:picMkLst>
        </pc:picChg>
      </pc:sldChg>
      <pc:sldChg chg="modSp new del mod">
        <pc:chgData name="Haymond, Shannon" userId="5b01a877-9415-4a21-8eeb-d6d3c2be6b18" providerId="ADAL" clId="{FEA7804B-FD21-59C4-8BB3-74F1FB3AA68A}" dt="2025-09-20T21:32:57.632" v="14104" actId="2696"/>
        <pc:sldMkLst>
          <pc:docMk/>
          <pc:sldMk cId="1303405437" sldId="628"/>
        </pc:sldMkLst>
      </pc:sldChg>
      <pc:sldChg chg="modSp new del mod">
        <pc:chgData name="Haymond, Shannon" userId="5b01a877-9415-4a21-8eeb-d6d3c2be6b18" providerId="ADAL" clId="{FEA7804B-FD21-59C4-8BB3-74F1FB3AA68A}" dt="2025-09-11T20:13:58.652" v="6580" actId="2696"/>
        <pc:sldMkLst>
          <pc:docMk/>
          <pc:sldMk cId="1625071971" sldId="628"/>
        </pc:sldMkLst>
      </pc:sldChg>
      <pc:sldChg chg="addSp delSp modSp add mod modClrScheme modAnim chgLayout modNotesTx">
        <pc:chgData name="Haymond, Shannon" userId="5b01a877-9415-4a21-8eeb-d6d3c2be6b18" providerId="ADAL" clId="{FEA7804B-FD21-59C4-8BB3-74F1FB3AA68A}" dt="2025-09-20T13:48:01.458" v="11199" actId="20577"/>
        <pc:sldMkLst>
          <pc:docMk/>
          <pc:sldMk cId="2483025628" sldId="629"/>
        </pc:sldMkLst>
        <pc:spChg chg="mod ord">
          <ac:chgData name="Haymond, Shannon" userId="5b01a877-9415-4a21-8eeb-d6d3c2be6b18" providerId="ADAL" clId="{FEA7804B-FD21-59C4-8BB3-74F1FB3AA68A}" dt="2025-09-20T13:35:57.641" v="10958" actId="20577"/>
          <ac:spMkLst>
            <pc:docMk/>
            <pc:sldMk cId="2483025628" sldId="629"/>
            <ac:spMk id="7" creationId="{8C8DF886-6976-CE84-F787-6906A788F667}"/>
          </ac:spMkLst>
        </pc:spChg>
        <pc:spChg chg="del mod ord">
          <ac:chgData name="Haymond, Shannon" userId="5b01a877-9415-4a21-8eeb-d6d3c2be6b18" providerId="ADAL" clId="{FEA7804B-FD21-59C4-8BB3-74F1FB3AA68A}" dt="2025-09-20T13:32:38.093" v="10909" actId="478"/>
          <ac:spMkLst>
            <pc:docMk/>
            <pc:sldMk cId="2483025628" sldId="629"/>
            <ac:spMk id="8" creationId="{9DC8E105-A288-4E75-D6C3-8D3819920989}"/>
          </ac:spMkLst>
        </pc:spChg>
        <pc:spChg chg="mod">
          <ac:chgData name="Haymond, Shannon" userId="5b01a877-9415-4a21-8eeb-d6d3c2be6b18" providerId="ADAL" clId="{FEA7804B-FD21-59C4-8BB3-74F1FB3AA68A}" dt="2025-09-20T13:39:25.855" v="11001" actId="208"/>
          <ac:spMkLst>
            <pc:docMk/>
            <pc:sldMk cId="2483025628" sldId="629"/>
            <ac:spMk id="9" creationId="{1DD83E32-9E59-A99D-938A-C1E6AA3D0F64}"/>
          </ac:spMkLst>
        </pc:spChg>
        <pc:spChg chg="mod">
          <ac:chgData name="Haymond, Shannon" userId="5b01a877-9415-4a21-8eeb-d6d3c2be6b18" providerId="ADAL" clId="{FEA7804B-FD21-59C4-8BB3-74F1FB3AA68A}" dt="2025-09-20T13:38:38.115" v="10997" actId="20577"/>
          <ac:spMkLst>
            <pc:docMk/>
            <pc:sldMk cId="2483025628" sldId="629"/>
            <ac:spMk id="10" creationId="{2EB9764C-A80E-3955-DE7C-D00A3C045356}"/>
          </ac:spMkLst>
        </pc:spChg>
        <pc:spChg chg="mod">
          <ac:chgData name="Haymond, Shannon" userId="5b01a877-9415-4a21-8eeb-d6d3c2be6b18" providerId="ADAL" clId="{FEA7804B-FD21-59C4-8BB3-74F1FB3AA68A}" dt="2025-09-20T13:39:25.366" v="11000" actId="208"/>
          <ac:spMkLst>
            <pc:docMk/>
            <pc:sldMk cId="2483025628" sldId="629"/>
            <ac:spMk id="12" creationId="{26007DA0-B4E8-469A-DB97-94863E4412FA}"/>
          </ac:spMkLst>
        </pc:spChg>
        <pc:spChg chg="mod">
          <ac:chgData name="Haymond, Shannon" userId="5b01a877-9415-4a21-8eeb-d6d3c2be6b18" providerId="ADAL" clId="{FEA7804B-FD21-59C4-8BB3-74F1FB3AA68A}" dt="2025-09-20T13:38:35.775" v="10995" actId="20577"/>
          <ac:spMkLst>
            <pc:docMk/>
            <pc:sldMk cId="2483025628" sldId="629"/>
            <ac:spMk id="13" creationId="{7E9520E9-C56E-5480-4EFF-D700C9FB7BED}"/>
          </ac:spMkLst>
        </pc:spChg>
        <pc:spChg chg="mod">
          <ac:chgData name="Haymond, Shannon" userId="5b01a877-9415-4a21-8eeb-d6d3c2be6b18" providerId="ADAL" clId="{FEA7804B-FD21-59C4-8BB3-74F1FB3AA68A}" dt="2025-09-20T13:44:06.696" v="11090" actId="1076"/>
          <ac:spMkLst>
            <pc:docMk/>
            <pc:sldMk cId="2483025628" sldId="629"/>
            <ac:spMk id="17" creationId="{BE2FEE3C-95B0-C52C-CEE8-93A5FACC69E8}"/>
          </ac:spMkLst>
        </pc:spChg>
        <pc:spChg chg="mod">
          <ac:chgData name="Haymond, Shannon" userId="5b01a877-9415-4a21-8eeb-d6d3c2be6b18" providerId="ADAL" clId="{FEA7804B-FD21-59C4-8BB3-74F1FB3AA68A}" dt="2025-09-20T13:44:09.825" v="11091" actId="1076"/>
          <ac:spMkLst>
            <pc:docMk/>
            <pc:sldMk cId="2483025628" sldId="629"/>
            <ac:spMk id="18" creationId="{49A3F62E-D9BD-CDB5-98F5-F9164A2EF823}"/>
          </ac:spMkLst>
        </pc:spChg>
        <pc:grpChg chg="add mod">
          <ac:chgData name="Haymond, Shannon" userId="5b01a877-9415-4a21-8eeb-d6d3c2be6b18" providerId="ADAL" clId="{FEA7804B-FD21-59C4-8BB3-74F1FB3AA68A}" dt="2025-09-20T13:38:06.633" v="10976" actId="1076"/>
          <ac:grpSpMkLst>
            <pc:docMk/>
            <pc:sldMk cId="2483025628" sldId="629"/>
            <ac:grpSpMk id="6" creationId="{DE60F658-0B19-33C4-B7EC-806A0E10AB91}"/>
          </ac:grpSpMkLst>
        </pc:grpChg>
        <pc:grpChg chg="add mod">
          <ac:chgData name="Haymond, Shannon" userId="5b01a877-9415-4a21-8eeb-d6d3c2be6b18" providerId="ADAL" clId="{FEA7804B-FD21-59C4-8BB3-74F1FB3AA68A}" dt="2025-09-20T13:43:04.397" v="11038" actId="1035"/>
          <ac:grpSpMkLst>
            <pc:docMk/>
            <pc:sldMk cId="2483025628" sldId="629"/>
            <ac:grpSpMk id="11" creationId="{B0E7DAFF-A975-B216-BA22-7D1625276CB2}"/>
          </ac:grpSpMkLst>
        </pc:grpChg>
        <pc:grpChg chg="add mod">
          <ac:chgData name="Haymond, Shannon" userId="5b01a877-9415-4a21-8eeb-d6d3c2be6b18" providerId="ADAL" clId="{FEA7804B-FD21-59C4-8BB3-74F1FB3AA68A}" dt="2025-09-20T13:44:50.566" v="11116" actId="1036"/>
          <ac:grpSpMkLst>
            <pc:docMk/>
            <pc:sldMk cId="2483025628" sldId="629"/>
            <ac:grpSpMk id="16" creationId="{AC294A08-0484-ABED-B70D-FE4A88A65507}"/>
          </ac:grpSpMkLst>
        </pc:grpChg>
        <pc:picChg chg="add del mod">
          <ac:chgData name="Haymond, Shannon" userId="5b01a877-9415-4a21-8eeb-d6d3c2be6b18" providerId="ADAL" clId="{FEA7804B-FD21-59C4-8BB3-74F1FB3AA68A}" dt="2025-09-20T13:42:03.898" v="11006" actId="478"/>
          <ac:picMkLst>
            <pc:docMk/>
            <pc:sldMk cId="2483025628" sldId="629"/>
            <ac:picMk id="2" creationId="{7D26D126-ADA3-E217-76F8-1FC3ECC4E15B}"/>
          </ac:picMkLst>
        </pc:picChg>
        <pc:picChg chg="add del mod">
          <ac:chgData name="Haymond, Shannon" userId="5b01a877-9415-4a21-8eeb-d6d3c2be6b18" providerId="ADAL" clId="{FEA7804B-FD21-59C4-8BB3-74F1FB3AA68A}" dt="2025-09-20T13:41:41.917" v="11002" actId="478"/>
          <ac:picMkLst>
            <pc:docMk/>
            <pc:sldMk cId="2483025628" sldId="629"/>
            <ac:picMk id="3" creationId="{A7F0BB3B-FB32-DE30-C190-0DB0B522CED6}"/>
          </ac:picMkLst>
        </pc:picChg>
        <pc:picChg chg="add mod">
          <ac:chgData name="Haymond, Shannon" userId="5b01a877-9415-4a21-8eeb-d6d3c2be6b18" providerId="ADAL" clId="{FEA7804B-FD21-59C4-8BB3-74F1FB3AA68A}" dt="2025-09-20T13:44:43.720" v="11108" actId="555"/>
          <ac:picMkLst>
            <pc:docMk/>
            <pc:sldMk cId="2483025628" sldId="629"/>
            <ac:picMk id="4" creationId="{FEE2F0B2-72AB-E259-995A-052520939584}"/>
          </ac:picMkLst>
        </pc:picChg>
        <pc:picChg chg="add mod">
          <ac:chgData name="Haymond, Shannon" userId="5b01a877-9415-4a21-8eeb-d6d3c2be6b18" providerId="ADAL" clId="{FEA7804B-FD21-59C4-8BB3-74F1FB3AA68A}" dt="2025-09-20T13:45:07.021" v="11120" actId="1036"/>
          <ac:picMkLst>
            <pc:docMk/>
            <pc:sldMk cId="2483025628" sldId="629"/>
            <ac:picMk id="5" creationId="{D5B81866-4A0F-0081-D402-13F4B31ADFD7}"/>
          </ac:picMkLst>
        </pc:picChg>
        <pc:picChg chg="add mod">
          <ac:chgData name="Haymond, Shannon" userId="5b01a877-9415-4a21-8eeb-d6d3c2be6b18" providerId="ADAL" clId="{FEA7804B-FD21-59C4-8BB3-74F1FB3AA68A}" dt="2025-09-20T13:44:43.720" v="11108" actId="555"/>
          <ac:picMkLst>
            <pc:docMk/>
            <pc:sldMk cId="2483025628" sldId="629"/>
            <ac:picMk id="14" creationId="{061A0E3D-0AC0-B79F-36F3-47AECDACCFE9}"/>
          </ac:picMkLst>
        </pc:picChg>
        <pc:picChg chg="add mod">
          <ac:chgData name="Haymond, Shannon" userId="5b01a877-9415-4a21-8eeb-d6d3c2be6b18" providerId="ADAL" clId="{FEA7804B-FD21-59C4-8BB3-74F1FB3AA68A}" dt="2025-09-20T13:45:07.021" v="11120" actId="1036"/>
          <ac:picMkLst>
            <pc:docMk/>
            <pc:sldMk cId="2483025628" sldId="629"/>
            <ac:picMk id="15" creationId="{02EB06BE-75A0-0807-B2AD-A3E6D8A3508C}"/>
          </ac:picMkLst>
        </pc:picChg>
      </pc:sldChg>
      <pc:sldChg chg="addSp delSp add del setBg delDesignElem">
        <pc:chgData name="Haymond, Shannon" userId="5b01a877-9415-4a21-8eeb-d6d3c2be6b18" providerId="ADAL" clId="{FEA7804B-FD21-59C4-8BB3-74F1FB3AA68A}" dt="2025-09-11T20:59:27.331" v="7071"/>
        <pc:sldMkLst>
          <pc:docMk/>
          <pc:sldMk cId="730624559" sldId="630"/>
        </pc:sldMkLst>
      </pc:sldChg>
      <pc:sldChg chg="addSp delSp modSp add mod">
        <pc:chgData name="Haymond, Shannon" userId="5b01a877-9415-4a21-8eeb-d6d3c2be6b18" providerId="ADAL" clId="{FEA7804B-FD21-59C4-8BB3-74F1FB3AA68A}" dt="2025-09-20T21:45:43.202" v="14876" actId="20577"/>
        <pc:sldMkLst>
          <pc:docMk/>
          <pc:sldMk cId="2267444841" sldId="630"/>
        </pc:sldMkLst>
        <pc:spChg chg="mod">
          <ac:chgData name="Haymond, Shannon" userId="5b01a877-9415-4a21-8eeb-d6d3c2be6b18" providerId="ADAL" clId="{FEA7804B-FD21-59C4-8BB3-74F1FB3AA68A}" dt="2025-09-20T21:45:43.202" v="14876" actId="20577"/>
          <ac:spMkLst>
            <pc:docMk/>
            <pc:sldMk cId="2267444841" sldId="630"/>
            <ac:spMk id="3" creationId="{E5FF7622-1D56-E9E3-6D3C-0805DEF371EA}"/>
          </ac:spMkLst>
        </pc:spChg>
        <pc:spChg chg="del mod">
          <ac:chgData name="Haymond, Shannon" userId="5b01a877-9415-4a21-8eeb-d6d3c2be6b18" providerId="ADAL" clId="{FEA7804B-FD21-59C4-8BB3-74F1FB3AA68A}" dt="2025-09-20T17:27:55.572" v="12762" actId="478"/>
          <ac:spMkLst>
            <pc:docMk/>
            <pc:sldMk cId="2267444841" sldId="630"/>
            <ac:spMk id="12" creationId="{F6BF9BC9-F5B5-7C8C-2758-CB2DCEA873B0}"/>
          </ac:spMkLst>
        </pc:spChg>
        <pc:picChg chg="add mod">
          <ac:chgData name="Haymond, Shannon" userId="5b01a877-9415-4a21-8eeb-d6d3c2be6b18" providerId="ADAL" clId="{FEA7804B-FD21-59C4-8BB3-74F1FB3AA68A}" dt="2025-09-20T17:49:24.037" v="13101" actId="1035"/>
          <ac:picMkLst>
            <pc:docMk/>
            <pc:sldMk cId="2267444841" sldId="630"/>
            <ac:picMk id="2" creationId="{D3ED2DCD-0DF0-6546-49EA-B5504A0C6376}"/>
          </ac:picMkLst>
        </pc:picChg>
        <pc:picChg chg="add del mod">
          <ac:chgData name="Haymond, Shannon" userId="5b01a877-9415-4a21-8eeb-d6d3c2be6b18" providerId="ADAL" clId="{FEA7804B-FD21-59C4-8BB3-74F1FB3AA68A}" dt="2025-09-20T17:49:15.283" v="13095" actId="478"/>
          <ac:picMkLst>
            <pc:docMk/>
            <pc:sldMk cId="2267444841" sldId="630"/>
            <ac:picMk id="4" creationId="{2C543578-CC93-BB4E-5947-144E5DA79261}"/>
          </ac:picMkLst>
        </pc:picChg>
      </pc:sldChg>
      <pc:sldChg chg="addSp delSp modSp add mod">
        <pc:chgData name="Haymond, Shannon" userId="5b01a877-9415-4a21-8eeb-d6d3c2be6b18" providerId="ADAL" clId="{FEA7804B-FD21-59C4-8BB3-74F1FB3AA68A}" dt="2025-09-21T12:28:01.827" v="17699" actId="207"/>
        <pc:sldMkLst>
          <pc:docMk/>
          <pc:sldMk cId="2096870830" sldId="631"/>
        </pc:sldMkLst>
        <pc:spChg chg="mod">
          <ac:chgData name="Haymond, Shannon" userId="5b01a877-9415-4a21-8eeb-d6d3c2be6b18" providerId="ADAL" clId="{FEA7804B-FD21-59C4-8BB3-74F1FB3AA68A}" dt="2025-09-21T12:28:01.827" v="17699" actId="207"/>
          <ac:spMkLst>
            <pc:docMk/>
            <pc:sldMk cId="2096870830" sldId="631"/>
            <ac:spMk id="3" creationId="{50D196D6-7777-476A-88FA-DE02745EFFFD}"/>
          </ac:spMkLst>
        </pc:spChg>
        <pc:spChg chg="del mod">
          <ac:chgData name="Haymond, Shannon" userId="5b01a877-9415-4a21-8eeb-d6d3c2be6b18" providerId="ADAL" clId="{FEA7804B-FD21-59C4-8BB3-74F1FB3AA68A}" dt="2025-09-21T11:56:51.700" v="16447" actId="478"/>
          <ac:spMkLst>
            <pc:docMk/>
            <pc:sldMk cId="2096870830" sldId="631"/>
            <ac:spMk id="12" creationId="{095FE7BE-D96C-341E-8249-CA13B928663B}"/>
          </ac:spMkLst>
        </pc:spChg>
        <pc:picChg chg="add mod">
          <ac:chgData name="Haymond, Shannon" userId="5b01a877-9415-4a21-8eeb-d6d3c2be6b18" providerId="ADAL" clId="{FEA7804B-FD21-59C4-8BB3-74F1FB3AA68A}" dt="2025-09-11T21:01:19.633" v="7092" actId="1076"/>
          <ac:picMkLst>
            <pc:docMk/>
            <pc:sldMk cId="2096870830" sldId="631"/>
            <ac:picMk id="5" creationId="{28B826FD-AC51-FB72-EE9B-EFA60D1AC2D0}"/>
          </ac:picMkLst>
        </pc:picChg>
      </pc:sldChg>
      <pc:sldChg chg="addSp delSp add del setBg delDesignElem">
        <pc:chgData name="Haymond, Shannon" userId="5b01a877-9415-4a21-8eeb-d6d3c2be6b18" providerId="ADAL" clId="{FEA7804B-FD21-59C4-8BB3-74F1FB3AA68A}" dt="2025-09-11T21:00:26.500" v="7084"/>
        <pc:sldMkLst>
          <pc:docMk/>
          <pc:sldMk cId="2180793625" sldId="631"/>
        </pc:sldMkLst>
      </pc:sldChg>
      <pc:sldChg chg="modSp add del mod">
        <pc:chgData name="Haymond, Shannon" userId="5b01a877-9415-4a21-8eeb-d6d3c2be6b18" providerId="ADAL" clId="{FEA7804B-FD21-59C4-8BB3-74F1FB3AA68A}" dt="2025-09-21T11:47:55.614" v="16336" actId="2696"/>
        <pc:sldMkLst>
          <pc:docMk/>
          <pc:sldMk cId="1996335849" sldId="632"/>
        </pc:sldMkLst>
      </pc:sldChg>
      <pc:sldChg chg="add del">
        <pc:chgData name="Haymond, Shannon" userId="5b01a877-9415-4a21-8eeb-d6d3c2be6b18" providerId="ADAL" clId="{FEA7804B-FD21-59C4-8BB3-74F1FB3AA68A}" dt="2025-09-20T17:34:54.298" v="12863" actId="2696"/>
        <pc:sldMkLst>
          <pc:docMk/>
          <pc:sldMk cId="120814239" sldId="633"/>
        </pc:sldMkLst>
      </pc:sldChg>
      <pc:sldChg chg="modSp add del mod">
        <pc:chgData name="Haymond, Shannon" userId="5b01a877-9415-4a21-8eeb-d6d3c2be6b18" providerId="ADAL" clId="{FEA7804B-FD21-59C4-8BB3-74F1FB3AA68A}" dt="2025-09-20T17:34:19.462" v="12861" actId="2696"/>
        <pc:sldMkLst>
          <pc:docMk/>
          <pc:sldMk cId="2782757942" sldId="633"/>
        </pc:sldMkLst>
      </pc:sldChg>
      <pc:sldChg chg="addSp modSp new del mod modClrScheme chgLayout">
        <pc:chgData name="Haymond, Shannon" userId="5b01a877-9415-4a21-8eeb-d6d3c2be6b18" providerId="ADAL" clId="{FEA7804B-FD21-59C4-8BB3-74F1FB3AA68A}" dt="2025-09-20T21:57:31.345" v="15138" actId="2696"/>
        <pc:sldMkLst>
          <pc:docMk/>
          <pc:sldMk cId="125170637" sldId="634"/>
        </pc:sldMkLst>
      </pc:sldChg>
      <pc:sldChg chg="addSp delSp modSp add mod modNotesTx">
        <pc:chgData name="Haymond, Shannon" userId="5b01a877-9415-4a21-8eeb-d6d3c2be6b18" providerId="ADAL" clId="{FEA7804B-FD21-59C4-8BB3-74F1FB3AA68A}" dt="2025-09-20T21:53:31.226" v="14922" actId="207"/>
        <pc:sldMkLst>
          <pc:docMk/>
          <pc:sldMk cId="3012084028" sldId="635"/>
        </pc:sldMkLst>
        <pc:spChg chg="mod">
          <ac:chgData name="Haymond, Shannon" userId="5b01a877-9415-4a21-8eeb-d6d3c2be6b18" providerId="ADAL" clId="{FEA7804B-FD21-59C4-8BB3-74F1FB3AA68A}" dt="2025-09-11T22:01:31.572" v="8383" actId="20577"/>
          <ac:spMkLst>
            <pc:docMk/>
            <pc:sldMk cId="3012084028" sldId="635"/>
            <ac:spMk id="2" creationId="{3C170A2D-3169-B694-8C62-39B212B4BBBE}"/>
          </ac:spMkLst>
        </pc:spChg>
        <pc:spChg chg="mod">
          <ac:chgData name="Haymond, Shannon" userId="5b01a877-9415-4a21-8eeb-d6d3c2be6b18" providerId="ADAL" clId="{FEA7804B-FD21-59C4-8BB3-74F1FB3AA68A}" dt="2025-09-11T22:02:23.728" v="8420" actId="20577"/>
          <ac:spMkLst>
            <pc:docMk/>
            <pc:sldMk cId="3012084028" sldId="635"/>
            <ac:spMk id="3" creationId="{EF16B49E-96C8-DC1C-6E23-D00A5A4E5684}"/>
          </ac:spMkLst>
        </pc:spChg>
        <pc:spChg chg="mod">
          <ac:chgData name="Haymond, Shannon" userId="5b01a877-9415-4a21-8eeb-d6d3c2be6b18" providerId="ADAL" clId="{FEA7804B-FD21-59C4-8BB3-74F1FB3AA68A}" dt="2025-09-11T22:03:04.374" v="8429" actId="1035"/>
          <ac:spMkLst>
            <pc:docMk/>
            <pc:sldMk cId="3012084028" sldId="635"/>
            <ac:spMk id="7" creationId="{0392B3B2-333A-6B4B-A6B5-BC20FDC9CB8E}"/>
          </ac:spMkLst>
        </pc:spChg>
        <pc:picChg chg="add mod">
          <ac:chgData name="Haymond, Shannon" userId="5b01a877-9415-4a21-8eeb-d6d3c2be6b18" providerId="ADAL" clId="{FEA7804B-FD21-59C4-8BB3-74F1FB3AA68A}" dt="2025-09-11T22:01:43.066" v="8385" actId="1076"/>
          <ac:picMkLst>
            <pc:docMk/>
            <pc:sldMk cId="3012084028" sldId="635"/>
            <ac:picMk id="6" creationId="{6511FABC-F5A7-10C9-804A-D175F5BC1BBB}"/>
          </ac:picMkLst>
        </pc:picChg>
      </pc:sldChg>
      <pc:sldChg chg="modSp add">
        <pc:chgData name="Haymond, Shannon" userId="5b01a877-9415-4a21-8eeb-d6d3c2be6b18" providerId="ADAL" clId="{FEA7804B-FD21-59C4-8BB3-74F1FB3AA68A}" dt="2025-09-20T17:49:43.999" v="13122" actId="20577"/>
        <pc:sldMkLst>
          <pc:docMk/>
          <pc:sldMk cId="646290143" sldId="636"/>
        </pc:sldMkLst>
        <pc:graphicFrameChg chg="mod">
          <ac:chgData name="Haymond, Shannon" userId="5b01a877-9415-4a21-8eeb-d6d3c2be6b18" providerId="ADAL" clId="{FEA7804B-FD21-59C4-8BB3-74F1FB3AA68A}" dt="2025-09-20T17:49:43.999" v="13122" actId="20577"/>
          <ac:graphicFrameMkLst>
            <pc:docMk/>
            <pc:sldMk cId="646290143" sldId="636"/>
            <ac:graphicFrameMk id="4" creationId="{15D4A5D9-5126-0C35-E34A-45EA756E8817}"/>
          </ac:graphicFrameMkLst>
        </pc:graphicFrameChg>
      </pc:sldChg>
      <pc:sldChg chg="add del">
        <pc:chgData name="Haymond, Shannon" userId="5b01a877-9415-4a21-8eeb-d6d3c2be6b18" providerId="ADAL" clId="{FEA7804B-FD21-59C4-8BB3-74F1FB3AA68A}" dt="2025-09-11T22:08:35.862" v="8471"/>
        <pc:sldMkLst>
          <pc:docMk/>
          <pc:sldMk cId="3773737158" sldId="636"/>
        </pc:sldMkLst>
      </pc:sldChg>
      <pc:sldChg chg="addSp delSp modSp new mod">
        <pc:chgData name="Haymond, Shannon" userId="5b01a877-9415-4a21-8eeb-d6d3c2be6b18" providerId="ADAL" clId="{FEA7804B-FD21-59C4-8BB3-74F1FB3AA68A}" dt="2025-09-11T22:14:07.061" v="8635" actId="1076"/>
        <pc:sldMkLst>
          <pc:docMk/>
          <pc:sldMk cId="2228061274" sldId="637"/>
        </pc:sldMkLst>
        <pc:spChg chg="mod">
          <ac:chgData name="Haymond, Shannon" userId="5b01a877-9415-4a21-8eeb-d6d3c2be6b18" providerId="ADAL" clId="{FEA7804B-FD21-59C4-8BB3-74F1FB3AA68A}" dt="2025-09-11T22:12:40.710" v="8546" actId="14100"/>
          <ac:spMkLst>
            <pc:docMk/>
            <pc:sldMk cId="2228061274" sldId="637"/>
            <ac:spMk id="2" creationId="{4F9685FA-0A92-D42A-D984-E2734C676A46}"/>
          </ac:spMkLst>
        </pc:spChg>
        <pc:spChg chg="add mod">
          <ac:chgData name="Haymond, Shannon" userId="5b01a877-9415-4a21-8eeb-d6d3c2be6b18" providerId="ADAL" clId="{FEA7804B-FD21-59C4-8BB3-74F1FB3AA68A}" dt="2025-09-11T22:14:07.061" v="8635" actId="1076"/>
          <ac:spMkLst>
            <pc:docMk/>
            <pc:sldMk cId="2228061274" sldId="637"/>
            <ac:spMk id="6" creationId="{4C1300BB-EB24-0DB5-4905-E3E5B36EB746}"/>
          </ac:spMkLst>
        </pc:spChg>
        <pc:picChg chg="add mod modCrop">
          <ac:chgData name="Haymond, Shannon" userId="5b01a877-9415-4a21-8eeb-d6d3c2be6b18" providerId="ADAL" clId="{FEA7804B-FD21-59C4-8BB3-74F1FB3AA68A}" dt="2025-09-11T22:13:35.258" v="8551" actId="1076"/>
          <ac:picMkLst>
            <pc:docMk/>
            <pc:sldMk cId="2228061274" sldId="637"/>
            <ac:picMk id="5" creationId="{0BB68DEE-F3E9-935A-8B80-B567D03744B6}"/>
          </ac:picMkLst>
        </pc:picChg>
      </pc:sldChg>
      <pc:sldChg chg="addSp modSp new mod">
        <pc:chgData name="Haymond, Shannon" userId="5b01a877-9415-4a21-8eeb-d6d3c2be6b18" providerId="ADAL" clId="{FEA7804B-FD21-59C4-8BB3-74F1FB3AA68A}" dt="2025-09-20T22:04:37.435" v="15276" actId="20577"/>
        <pc:sldMkLst>
          <pc:docMk/>
          <pc:sldMk cId="1182870170" sldId="638"/>
        </pc:sldMkLst>
        <pc:spChg chg="mod">
          <ac:chgData name="Haymond, Shannon" userId="5b01a877-9415-4a21-8eeb-d6d3c2be6b18" providerId="ADAL" clId="{FEA7804B-FD21-59C4-8BB3-74F1FB3AA68A}" dt="2025-09-11T22:14:37.662" v="8668" actId="20577"/>
          <ac:spMkLst>
            <pc:docMk/>
            <pc:sldMk cId="1182870170" sldId="638"/>
            <ac:spMk id="2" creationId="{A15D621F-496F-916A-DF85-1559D65CAB24}"/>
          </ac:spMkLst>
        </pc:spChg>
        <pc:spChg chg="mod">
          <ac:chgData name="Haymond, Shannon" userId="5b01a877-9415-4a21-8eeb-d6d3c2be6b18" providerId="ADAL" clId="{FEA7804B-FD21-59C4-8BB3-74F1FB3AA68A}" dt="2025-09-20T22:04:37.435" v="15276" actId="20577"/>
          <ac:spMkLst>
            <pc:docMk/>
            <pc:sldMk cId="1182870170" sldId="638"/>
            <ac:spMk id="3" creationId="{A0BE51F7-2B64-0D9E-15AA-B8A5AD60AD0C}"/>
          </ac:spMkLst>
        </pc:spChg>
        <pc:spChg chg="add mod">
          <ac:chgData name="Haymond, Shannon" userId="5b01a877-9415-4a21-8eeb-d6d3c2be6b18" providerId="ADAL" clId="{FEA7804B-FD21-59C4-8BB3-74F1FB3AA68A}" dt="2025-09-20T01:06:13.543" v="10436"/>
          <ac:spMkLst>
            <pc:docMk/>
            <pc:sldMk cId="1182870170" sldId="638"/>
            <ac:spMk id="4" creationId="{5B4A846C-7993-CFA0-A0CF-E530DE016274}"/>
          </ac:spMkLst>
        </pc:spChg>
      </pc:sldChg>
      <pc:sldChg chg="addSp delSp modSp new mod modClrScheme chgLayout">
        <pc:chgData name="Haymond, Shannon" userId="5b01a877-9415-4a21-8eeb-d6d3c2be6b18" providerId="ADAL" clId="{FEA7804B-FD21-59C4-8BB3-74F1FB3AA68A}" dt="2025-09-19T20:34:05.265" v="10003"/>
        <pc:sldMkLst>
          <pc:docMk/>
          <pc:sldMk cId="1632570337" sldId="639"/>
        </pc:sldMkLst>
        <pc:spChg chg="add mod ord">
          <ac:chgData name="Haymond, Shannon" userId="5b01a877-9415-4a21-8eeb-d6d3c2be6b18" providerId="ADAL" clId="{FEA7804B-FD21-59C4-8BB3-74F1FB3AA68A}" dt="2025-09-19T20:33:06.376" v="9970" actId="20577"/>
          <ac:spMkLst>
            <pc:docMk/>
            <pc:sldMk cId="1632570337" sldId="639"/>
            <ac:spMk id="12" creationId="{69E6B7F8-A06A-241D-96AF-E66EF0223666}"/>
          </ac:spMkLst>
        </pc:spChg>
        <pc:spChg chg="add mod">
          <ac:chgData name="Haymond, Shannon" userId="5b01a877-9415-4a21-8eeb-d6d3c2be6b18" providerId="ADAL" clId="{FEA7804B-FD21-59C4-8BB3-74F1FB3AA68A}" dt="2025-09-19T20:34:05.265" v="10003"/>
          <ac:spMkLst>
            <pc:docMk/>
            <pc:sldMk cId="1632570337" sldId="639"/>
            <ac:spMk id="13" creationId="{8F038C1E-82D7-2B82-A029-1AB177ABB71F}"/>
          </ac:spMkLst>
        </pc:spChg>
        <pc:picChg chg="add mod">
          <ac:chgData name="Haymond, Shannon" userId="5b01a877-9415-4a21-8eeb-d6d3c2be6b18" providerId="ADAL" clId="{FEA7804B-FD21-59C4-8BB3-74F1FB3AA68A}" dt="2025-09-19T20:33:14.418" v="9971" actId="1076"/>
          <ac:picMkLst>
            <pc:docMk/>
            <pc:sldMk cId="1632570337" sldId="639"/>
            <ac:picMk id="8" creationId="{33C3286B-5CA3-A0A5-393C-21860129FE7B}"/>
          </ac:picMkLst>
        </pc:picChg>
        <pc:picChg chg="add mod">
          <ac:chgData name="Haymond, Shannon" userId="5b01a877-9415-4a21-8eeb-d6d3c2be6b18" providerId="ADAL" clId="{FEA7804B-FD21-59C4-8BB3-74F1FB3AA68A}" dt="2025-09-19T20:33:14.418" v="9971" actId="1076"/>
          <ac:picMkLst>
            <pc:docMk/>
            <pc:sldMk cId="1632570337" sldId="639"/>
            <ac:picMk id="9" creationId="{93B4849C-80F9-048A-99FC-3E8A278E292A}"/>
          </ac:picMkLst>
        </pc:picChg>
      </pc:sldChg>
      <pc:sldChg chg="addSp delSp modSp add mod modClrScheme chgLayout">
        <pc:chgData name="Haymond, Shannon" userId="5b01a877-9415-4a21-8eeb-d6d3c2be6b18" providerId="ADAL" clId="{FEA7804B-FD21-59C4-8BB3-74F1FB3AA68A}" dt="2025-09-20T22:30:21.263" v="15639" actId="1038"/>
        <pc:sldMkLst>
          <pc:docMk/>
          <pc:sldMk cId="865575036" sldId="640"/>
        </pc:sldMkLst>
        <pc:spChg chg="add mod ord">
          <ac:chgData name="Haymond, Shannon" userId="5b01a877-9415-4a21-8eeb-d6d3c2be6b18" providerId="ADAL" clId="{FEA7804B-FD21-59C4-8BB3-74F1FB3AA68A}" dt="2025-09-19T20:33:43.986" v="10001" actId="20577"/>
          <ac:spMkLst>
            <pc:docMk/>
            <pc:sldMk cId="865575036" sldId="640"/>
            <ac:spMk id="2" creationId="{989E1466-98F4-01BF-C9DC-EEF8D46D7D74}"/>
          </ac:spMkLst>
        </pc:spChg>
        <pc:spChg chg="add mod">
          <ac:chgData name="Haymond, Shannon" userId="5b01a877-9415-4a21-8eeb-d6d3c2be6b18" providerId="ADAL" clId="{FEA7804B-FD21-59C4-8BB3-74F1FB3AA68A}" dt="2025-09-19T20:34:06.471" v="10004"/>
          <ac:spMkLst>
            <pc:docMk/>
            <pc:sldMk cId="865575036" sldId="640"/>
            <ac:spMk id="3" creationId="{EC102941-E182-DB9D-EDB0-A3413C3D96DD}"/>
          </ac:spMkLst>
        </pc:spChg>
        <pc:spChg chg="add">
          <ac:chgData name="Haymond, Shannon" userId="5b01a877-9415-4a21-8eeb-d6d3c2be6b18" providerId="ADAL" clId="{FEA7804B-FD21-59C4-8BB3-74F1FB3AA68A}" dt="2025-09-20T22:29:49.039" v="15630"/>
          <ac:spMkLst>
            <pc:docMk/>
            <pc:sldMk cId="865575036" sldId="640"/>
            <ac:spMk id="6" creationId="{63C25EDD-055A-B5D0-10A9-45D439DB10E2}"/>
          </ac:spMkLst>
        </pc:spChg>
        <pc:picChg chg="add del mod">
          <ac:chgData name="Haymond, Shannon" userId="5b01a877-9415-4a21-8eeb-d6d3c2be6b18" providerId="ADAL" clId="{FEA7804B-FD21-59C4-8BB3-74F1FB3AA68A}" dt="2025-09-20T22:29:47.730" v="15629" actId="478"/>
          <ac:picMkLst>
            <pc:docMk/>
            <pc:sldMk cId="865575036" sldId="640"/>
            <ac:picMk id="4" creationId="{5FA6F230-3FAF-E8A3-0996-29CCE34ECEF4}"/>
          </ac:picMkLst>
        </pc:picChg>
        <pc:picChg chg="add mod">
          <ac:chgData name="Haymond, Shannon" userId="5b01a877-9415-4a21-8eeb-d6d3c2be6b18" providerId="ADAL" clId="{FEA7804B-FD21-59C4-8BB3-74F1FB3AA68A}" dt="2025-09-20T01:02:36.436" v="10435" actId="1038"/>
          <ac:picMkLst>
            <pc:docMk/>
            <pc:sldMk cId="865575036" sldId="640"/>
            <ac:picMk id="5" creationId="{8E2490C4-7AAB-C0A1-A09B-14A8707F12DE}"/>
          </ac:picMkLst>
        </pc:picChg>
        <pc:picChg chg="add mod">
          <ac:chgData name="Haymond, Shannon" userId="5b01a877-9415-4a21-8eeb-d6d3c2be6b18" providerId="ADAL" clId="{FEA7804B-FD21-59C4-8BB3-74F1FB3AA68A}" dt="2025-09-20T22:30:21.263" v="15639" actId="1038"/>
          <ac:picMkLst>
            <pc:docMk/>
            <pc:sldMk cId="865575036" sldId="640"/>
            <ac:picMk id="7" creationId="{0A8FC100-474B-7497-25A6-25578FB05883}"/>
          </ac:picMkLst>
        </pc:picChg>
        <pc:picChg chg="del mod">
          <ac:chgData name="Haymond, Shannon" userId="5b01a877-9415-4a21-8eeb-d6d3c2be6b18" providerId="ADAL" clId="{FEA7804B-FD21-59C4-8BB3-74F1FB3AA68A}" dt="2025-09-20T01:01:56.811" v="10429" actId="478"/>
          <ac:picMkLst>
            <pc:docMk/>
            <pc:sldMk cId="865575036" sldId="640"/>
            <ac:picMk id="10" creationId="{BEEAA546-11E9-D6BB-CF78-CE1E70F56ACA}"/>
          </ac:picMkLst>
        </pc:picChg>
      </pc:sldChg>
      <pc:sldChg chg="addSp delSp add del setBg delDesignElem">
        <pc:chgData name="Haymond, Shannon" userId="5b01a877-9415-4a21-8eeb-d6d3c2be6b18" providerId="ADAL" clId="{FEA7804B-FD21-59C4-8BB3-74F1FB3AA68A}" dt="2025-09-19T20:50:19.826" v="10368"/>
        <pc:sldMkLst>
          <pc:docMk/>
          <pc:sldMk cId="1714680093" sldId="641"/>
        </pc:sldMkLst>
      </pc:sldChg>
      <pc:sldChg chg="add">
        <pc:chgData name="Haymond, Shannon" userId="5b01a877-9415-4a21-8eeb-d6d3c2be6b18" providerId="ADAL" clId="{FEA7804B-FD21-59C4-8BB3-74F1FB3AA68A}" dt="2025-09-19T20:50:19.843" v="10369"/>
        <pc:sldMkLst>
          <pc:docMk/>
          <pc:sldMk cId="2221883127" sldId="641"/>
        </pc:sldMkLst>
      </pc:sldChg>
      <pc:sldChg chg="add">
        <pc:chgData name="Haymond, Shannon" userId="5b01a877-9415-4a21-8eeb-d6d3c2be6b18" providerId="ADAL" clId="{FEA7804B-FD21-59C4-8BB3-74F1FB3AA68A}" dt="2025-09-20T01:07:03.239" v="10544"/>
        <pc:sldMkLst>
          <pc:docMk/>
          <pc:sldMk cId="953105179" sldId="642"/>
        </pc:sldMkLst>
      </pc:sldChg>
      <pc:sldChg chg="addSp delSp add del setBg delDesignElem">
        <pc:chgData name="Haymond, Shannon" userId="5b01a877-9415-4a21-8eeb-d6d3c2be6b18" providerId="ADAL" clId="{FEA7804B-FD21-59C4-8BB3-74F1FB3AA68A}" dt="2025-09-20T01:07:03.214" v="10543"/>
        <pc:sldMkLst>
          <pc:docMk/>
          <pc:sldMk cId="3246074943" sldId="642"/>
        </pc:sldMkLst>
        <pc:spChg chg="add del">
          <ac:chgData name="Haymond, Shannon" userId="5b01a877-9415-4a21-8eeb-d6d3c2be6b18" providerId="ADAL" clId="{FEA7804B-FD21-59C4-8BB3-74F1FB3AA68A}" dt="2025-09-20T01:07:03.214" v="10543"/>
          <ac:spMkLst>
            <pc:docMk/>
            <pc:sldMk cId="3246074943" sldId="642"/>
            <ac:spMk id="10" creationId="{49351A47-4357-83AC-B1C1-16F14568027A}"/>
          </ac:spMkLst>
        </pc:spChg>
        <pc:spChg chg="add del">
          <ac:chgData name="Haymond, Shannon" userId="5b01a877-9415-4a21-8eeb-d6d3c2be6b18" providerId="ADAL" clId="{FEA7804B-FD21-59C4-8BB3-74F1FB3AA68A}" dt="2025-09-20T01:07:03.214" v="10543"/>
          <ac:spMkLst>
            <pc:docMk/>
            <pc:sldMk cId="3246074943" sldId="642"/>
            <ac:spMk id="12" creationId="{7BAFC3BB-2093-A6B1-5EB8-3344BAC575A6}"/>
          </ac:spMkLst>
        </pc:spChg>
        <pc:spChg chg="add del">
          <ac:chgData name="Haymond, Shannon" userId="5b01a877-9415-4a21-8eeb-d6d3c2be6b18" providerId="ADAL" clId="{FEA7804B-FD21-59C4-8BB3-74F1FB3AA68A}" dt="2025-09-20T01:07:03.214" v="10543"/>
          <ac:spMkLst>
            <pc:docMk/>
            <pc:sldMk cId="3246074943" sldId="642"/>
            <ac:spMk id="16" creationId="{B7066178-A4BD-0438-8D6B-F14163A56DDA}"/>
          </ac:spMkLst>
        </pc:spChg>
        <pc:spChg chg="add del">
          <ac:chgData name="Haymond, Shannon" userId="5b01a877-9415-4a21-8eeb-d6d3c2be6b18" providerId="ADAL" clId="{FEA7804B-FD21-59C4-8BB3-74F1FB3AA68A}" dt="2025-09-20T01:07:03.214" v="10543"/>
          <ac:spMkLst>
            <pc:docMk/>
            <pc:sldMk cId="3246074943" sldId="642"/>
            <ac:spMk id="18" creationId="{AFC56818-980F-2024-FB0C-F052F48AD5C3}"/>
          </ac:spMkLst>
        </pc:spChg>
        <pc:spChg chg="add del">
          <ac:chgData name="Haymond, Shannon" userId="5b01a877-9415-4a21-8eeb-d6d3c2be6b18" providerId="ADAL" clId="{FEA7804B-FD21-59C4-8BB3-74F1FB3AA68A}" dt="2025-09-20T01:07:03.214" v="10543"/>
          <ac:spMkLst>
            <pc:docMk/>
            <pc:sldMk cId="3246074943" sldId="642"/>
            <ac:spMk id="20" creationId="{B4D27C84-F75C-F1B2-C4F6-601084820D42}"/>
          </ac:spMkLst>
        </pc:spChg>
        <pc:spChg chg="add del">
          <ac:chgData name="Haymond, Shannon" userId="5b01a877-9415-4a21-8eeb-d6d3c2be6b18" providerId="ADAL" clId="{FEA7804B-FD21-59C4-8BB3-74F1FB3AA68A}" dt="2025-09-20T01:07:03.214" v="10543"/>
          <ac:spMkLst>
            <pc:docMk/>
            <pc:sldMk cId="3246074943" sldId="642"/>
            <ac:spMk id="24" creationId="{ED577C40-70E6-3073-85A9-AF894F5477E3}"/>
          </ac:spMkLst>
        </pc:spChg>
        <pc:cxnChg chg="add del">
          <ac:chgData name="Haymond, Shannon" userId="5b01a877-9415-4a21-8eeb-d6d3c2be6b18" providerId="ADAL" clId="{FEA7804B-FD21-59C4-8BB3-74F1FB3AA68A}" dt="2025-09-20T01:07:03.214" v="10543"/>
          <ac:cxnSpMkLst>
            <pc:docMk/>
            <pc:sldMk cId="3246074943" sldId="642"/>
            <ac:cxnSpMk id="14" creationId="{CD79E30E-FEDC-62D9-761B-20317EDC7675}"/>
          </ac:cxnSpMkLst>
        </pc:cxnChg>
        <pc:cxnChg chg="add del">
          <ac:chgData name="Haymond, Shannon" userId="5b01a877-9415-4a21-8eeb-d6d3c2be6b18" providerId="ADAL" clId="{FEA7804B-FD21-59C4-8BB3-74F1FB3AA68A}" dt="2025-09-20T01:07:03.214" v="10543"/>
          <ac:cxnSpMkLst>
            <pc:docMk/>
            <pc:sldMk cId="3246074943" sldId="642"/>
            <ac:cxnSpMk id="22" creationId="{53CFB9D8-216F-DB0C-470C-5C512C6B79C3}"/>
          </ac:cxnSpMkLst>
        </pc:cxnChg>
      </pc:sldChg>
      <pc:sldChg chg="addSp delSp modSp new del mod modClrScheme chgLayout">
        <pc:chgData name="Haymond, Shannon" userId="5b01a877-9415-4a21-8eeb-d6d3c2be6b18" providerId="ADAL" clId="{FEA7804B-FD21-59C4-8BB3-74F1FB3AA68A}" dt="2025-09-20T22:03:39.315" v="15177" actId="2696"/>
        <pc:sldMkLst>
          <pc:docMk/>
          <pc:sldMk cId="2159390360" sldId="643"/>
        </pc:sldMkLst>
        <pc:spChg chg="del mod ord">
          <ac:chgData name="Haymond, Shannon" userId="5b01a877-9415-4a21-8eeb-d6d3c2be6b18" providerId="ADAL" clId="{FEA7804B-FD21-59C4-8BB3-74F1FB3AA68A}" dt="2025-09-20T01:07:13.738" v="10546" actId="700"/>
          <ac:spMkLst>
            <pc:docMk/>
            <pc:sldMk cId="2159390360" sldId="643"/>
            <ac:spMk id="2" creationId="{BD34E50B-7B64-B3A3-BDD7-054FEB6EF7C8}"/>
          </ac:spMkLst>
        </pc:spChg>
        <pc:spChg chg="del mod ord">
          <ac:chgData name="Haymond, Shannon" userId="5b01a877-9415-4a21-8eeb-d6d3c2be6b18" providerId="ADAL" clId="{FEA7804B-FD21-59C4-8BB3-74F1FB3AA68A}" dt="2025-09-20T01:07:13.738" v="10546" actId="700"/>
          <ac:spMkLst>
            <pc:docMk/>
            <pc:sldMk cId="2159390360" sldId="643"/>
            <ac:spMk id="3" creationId="{06C7E05E-2168-0C6A-2985-E2B35EEC120A}"/>
          </ac:spMkLst>
        </pc:spChg>
        <pc:spChg chg="add mod ord">
          <ac:chgData name="Haymond, Shannon" userId="5b01a877-9415-4a21-8eeb-d6d3c2be6b18" providerId="ADAL" clId="{FEA7804B-FD21-59C4-8BB3-74F1FB3AA68A}" dt="2025-09-20T01:07:40.072" v="10584" actId="20577"/>
          <ac:spMkLst>
            <pc:docMk/>
            <pc:sldMk cId="2159390360" sldId="643"/>
            <ac:spMk id="4" creationId="{2EE3C351-C351-993A-11B4-CE03FF9BE335}"/>
          </ac:spMkLst>
        </pc:spChg>
        <pc:spChg chg="add mod ord">
          <ac:chgData name="Haymond, Shannon" userId="5b01a877-9415-4a21-8eeb-d6d3c2be6b18" providerId="ADAL" clId="{FEA7804B-FD21-59C4-8BB3-74F1FB3AA68A}" dt="2025-09-20T01:07:13.738" v="10546" actId="700"/>
          <ac:spMkLst>
            <pc:docMk/>
            <pc:sldMk cId="2159390360" sldId="643"/>
            <ac:spMk id="5" creationId="{4A56771E-694B-6100-C14F-B85DD22D52B3}"/>
          </ac:spMkLst>
        </pc:spChg>
      </pc:sldChg>
      <pc:sldChg chg="addSp delSp add del setBg delDesignElem">
        <pc:chgData name="Haymond, Shannon" userId="5b01a877-9415-4a21-8eeb-d6d3c2be6b18" providerId="ADAL" clId="{FEA7804B-FD21-59C4-8BB3-74F1FB3AA68A}" dt="2025-09-20T22:15:44.295" v="15457"/>
        <pc:sldMkLst>
          <pc:docMk/>
          <pc:sldMk cId="74254381" sldId="644"/>
        </pc:sldMkLst>
        <pc:spChg chg="add del">
          <ac:chgData name="Haymond, Shannon" userId="5b01a877-9415-4a21-8eeb-d6d3c2be6b18" providerId="ADAL" clId="{FEA7804B-FD21-59C4-8BB3-74F1FB3AA68A}" dt="2025-09-20T22:15:44.295" v="15457"/>
          <ac:spMkLst>
            <pc:docMk/>
            <pc:sldMk cId="74254381" sldId="644"/>
            <ac:spMk id="8" creationId="{5E701DCD-4D13-FBD6-2310-25E636829F57}"/>
          </ac:spMkLst>
        </pc:spChg>
        <pc:spChg chg="add del">
          <ac:chgData name="Haymond, Shannon" userId="5b01a877-9415-4a21-8eeb-d6d3c2be6b18" providerId="ADAL" clId="{FEA7804B-FD21-59C4-8BB3-74F1FB3AA68A}" dt="2025-09-20T22:15:44.295" v="15457"/>
          <ac:spMkLst>
            <pc:docMk/>
            <pc:sldMk cId="74254381" sldId="644"/>
            <ac:spMk id="9" creationId="{F37212A6-3FF2-1E46-F34B-133318B2851D}"/>
          </ac:spMkLst>
        </pc:spChg>
        <pc:spChg chg="add del">
          <ac:chgData name="Haymond, Shannon" userId="5b01a877-9415-4a21-8eeb-d6d3c2be6b18" providerId="ADAL" clId="{FEA7804B-FD21-59C4-8BB3-74F1FB3AA68A}" dt="2025-09-20T22:15:44.295" v="15457"/>
          <ac:spMkLst>
            <pc:docMk/>
            <pc:sldMk cId="74254381" sldId="644"/>
            <ac:spMk id="12" creationId="{A8CBB7FA-E30A-56E1-B404-645395058A0B}"/>
          </ac:spMkLst>
        </pc:spChg>
        <pc:spChg chg="add del">
          <ac:chgData name="Haymond, Shannon" userId="5b01a877-9415-4a21-8eeb-d6d3c2be6b18" providerId="ADAL" clId="{FEA7804B-FD21-59C4-8BB3-74F1FB3AA68A}" dt="2025-09-20T22:15:44.295" v="15457"/>
          <ac:spMkLst>
            <pc:docMk/>
            <pc:sldMk cId="74254381" sldId="644"/>
            <ac:spMk id="14" creationId="{C1C5FA7B-2D3B-DFB0-A2F2-629A88034D66}"/>
          </ac:spMkLst>
        </pc:spChg>
        <pc:cxnChg chg="add del">
          <ac:chgData name="Haymond, Shannon" userId="5b01a877-9415-4a21-8eeb-d6d3c2be6b18" providerId="ADAL" clId="{FEA7804B-FD21-59C4-8BB3-74F1FB3AA68A}" dt="2025-09-20T22:15:44.295" v="15457"/>
          <ac:cxnSpMkLst>
            <pc:docMk/>
            <pc:sldMk cId="74254381" sldId="644"/>
            <ac:cxnSpMk id="10" creationId="{E1022C43-EB8F-2152-5425-8EA36B219A7E}"/>
          </ac:cxnSpMkLst>
        </pc:cxnChg>
        <pc:cxnChg chg="add del">
          <ac:chgData name="Haymond, Shannon" userId="5b01a877-9415-4a21-8eeb-d6d3c2be6b18" providerId="ADAL" clId="{FEA7804B-FD21-59C4-8BB3-74F1FB3AA68A}" dt="2025-09-20T22:15:44.295" v="15457"/>
          <ac:cxnSpMkLst>
            <pc:docMk/>
            <pc:sldMk cId="74254381" sldId="644"/>
            <ac:cxnSpMk id="16" creationId="{4766BB9B-0520-269E-1F29-84018ECFEC47}"/>
          </ac:cxnSpMkLst>
        </pc:cxnChg>
        <pc:cxnChg chg="add del">
          <ac:chgData name="Haymond, Shannon" userId="5b01a877-9415-4a21-8eeb-d6d3c2be6b18" providerId="ADAL" clId="{FEA7804B-FD21-59C4-8BB3-74F1FB3AA68A}" dt="2025-09-20T22:15:44.295" v="15457"/>
          <ac:cxnSpMkLst>
            <pc:docMk/>
            <pc:sldMk cId="74254381" sldId="644"/>
            <ac:cxnSpMk id="18" creationId="{41C57E85-059C-080D-39C2-48180CDF2601}"/>
          </ac:cxnSpMkLst>
        </pc:cxnChg>
      </pc:sldChg>
      <pc:sldChg chg="addSp delSp modSp add mod delDesignElem chgLayout">
        <pc:chgData name="Haymond, Shannon" userId="5b01a877-9415-4a21-8eeb-d6d3c2be6b18" providerId="ADAL" clId="{FEA7804B-FD21-59C4-8BB3-74F1FB3AA68A}" dt="2025-09-21T04:47:52.323" v="16046" actId="14100"/>
        <pc:sldMkLst>
          <pc:docMk/>
          <pc:sldMk cId="554774342" sldId="644"/>
        </pc:sldMkLst>
        <pc:spChg chg="add del mod">
          <ac:chgData name="Haymond, Shannon" userId="5b01a877-9415-4a21-8eeb-d6d3c2be6b18" providerId="ADAL" clId="{FEA7804B-FD21-59C4-8BB3-74F1FB3AA68A}" dt="2025-09-21T04:34:11.784" v="15970" actId="478"/>
          <ac:spMkLst>
            <pc:docMk/>
            <pc:sldMk cId="554774342" sldId="644"/>
            <ac:spMk id="3" creationId="{530D8B3E-DA3D-E211-4220-F1CF97481B33}"/>
          </ac:spMkLst>
        </pc:spChg>
        <pc:spChg chg="mod ord">
          <ac:chgData name="Haymond, Shannon" userId="5b01a877-9415-4a21-8eeb-d6d3c2be6b18" providerId="ADAL" clId="{FEA7804B-FD21-59C4-8BB3-74F1FB3AA68A}" dt="2025-09-21T04:38:59.527" v="16006" actId="255"/>
          <ac:spMkLst>
            <pc:docMk/>
            <pc:sldMk cId="554774342" sldId="644"/>
            <ac:spMk id="4" creationId="{D5BD511F-FD2F-C57B-7898-3EFA0D1BBEF6}"/>
          </ac:spMkLst>
        </pc:spChg>
        <pc:spChg chg="mod topLvl">
          <ac:chgData name="Haymond, Shannon" userId="5b01a877-9415-4a21-8eeb-d6d3c2be6b18" providerId="ADAL" clId="{FEA7804B-FD21-59C4-8BB3-74F1FB3AA68A}" dt="2025-09-21T04:33:35.363" v="15969" actId="1036"/>
          <ac:spMkLst>
            <pc:docMk/>
            <pc:sldMk cId="554774342" sldId="644"/>
            <ac:spMk id="6" creationId="{11EF1D0E-1C09-C8F8-B62E-85BC2BC4C082}"/>
          </ac:spMkLst>
        </pc:spChg>
        <pc:spChg chg="mod topLvl">
          <ac:chgData name="Haymond, Shannon" userId="5b01a877-9415-4a21-8eeb-d6d3c2be6b18" providerId="ADAL" clId="{FEA7804B-FD21-59C4-8BB3-74F1FB3AA68A}" dt="2025-09-21T04:33:22.598" v="15968" actId="1076"/>
          <ac:spMkLst>
            <pc:docMk/>
            <pc:sldMk cId="554774342" sldId="644"/>
            <ac:spMk id="7" creationId="{682CB7F3-9357-3769-70ED-D7222719FF3F}"/>
          </ac:spMkLst>
        </pc:spChg>
        <pc:spChg chg="del">
          <ac:chgData name="Haymond, Shannon" userId="5b01a877-9415-4a21-8eeb-d6d3c2be6b18" providerId="ADAL" clId="{FEA7804B-FD21-59C4-8BB3-74F1FB3AA68A}" dt="2025-09-21T04:38:26.905" v="16000" actId="700"/>
          <ac:spMkLst>
            <pc:docMk/>
            <pc:sldMk cId="554774342" sldId="644"/>
            <ac:spMk id="8" creationId="{7B7FD4CE-91A6-E668-B449-FA7BD2C8BBF8}"/>
          </ac:spMkLst>
        </pc:spChg>
        <pc:spChg chg="del">
          <ac:chgData name="Haymond, Shannon" userId="5b01a877-9415-4a21-8eeb-d6d3c2be6b18" providerId="ADAL" clId="{FEA7804B-FD21-59C4-8BB3-74F1FB3AA68A}" dt="2025-09-21T04:38:26.905" v="16000" actId="700"/>
          <ac:spMkLst>
            <pc:docMk/>
            <pc:sldMk cId="554774342" sldId="644"/>
            <ac:spMk id="9" creationId="{D981E351-AE52-1CFB-4DC6-C4AAC06B8A30}"/>
          </ac:spMkLst>
        </pc:spChg>
        <pc:spChg chg="del">
          <ac:chgData name="Haymond, Shannon" userId="5b01a877-9415-4a21-8eeb-d6d3c2be6b18" providerId="ADAL" clId="{FEA7804B-FD21-59C4-8BB3-74F1FB3AA68A}" dt="2025-09-21T04:38:26.905" v="16000" actId="700"/>
          <ac:spMkLst>
            <pc:docMk/>
            <pc:sldMk cId="554774342" sldId="644"/>
            <ac:spMk id="12" creationId="{9B829661-5B11-D202-157B-96EF117EC70F}"/>
          </ac:spMkLst>
        </pc:spChg>
        <pc:spChg chg="del">
          <ac:chgData name="Haymond, Shannon" userId="5b01a877-9415-4a21-8eeb-d6d3c2be6b18" providerId="ADAL" clId="{FEA7804B-FD21-59C4-8BB3-74F1FB3AA68A}" dt="2025-09-21T04:38:26.905" v="16000" actId="700"/>
          <ac:spMkLst>
            <pc:docMk/>
            <pc:sldMk cId="554774342" sldId="644"/>
            <ac:spMk id="14" creationId="{5E54104C-932D-863A-7500-C1A9D43BD10E}"/>
          </ac:spMkLst>
        </pc:spChg>
        <pc:spChg chg="mod">
          <ac:chgData name="Haymond, Shannon" userId="5b01a877-9415-4a21-8eeb-d6d3c2be6b18" providerId="ADAL" clId="{FEA7804B-FD21-59C4-8BB3-74F1FB3AA68A}" dt="2025-09-21T04:30:25.132" v="15942"/>
          <ac:spMkLst>
            <pc:docMk/>
            <pc:sldMk cId="554774342" sldId="644"/>
            <ac:spMk id="30" creationId="{CD7DBAF1-754D-C908-272B-3E3540770B58}"/>
          </ac:spMkLst>
        </pc:spChg>
        <pc:spChg chg="mod">
          <ac:chgData name="Haymond, Shannon" userId="5b01a877-9415-4a21-8eeb-d6d3c2be6b18" providerId="ADAL" clId="{FEA7804B-FD21-59C4-8BB3-74F1FB3AA68A}" dt="2025-09-21T04:30:25.132" v="15942"/>
          <ac:spMkLst>
            <pc:docMk/>
            <pc:sldMk cId="554774342" sldId="644"/>
            <ac:spMk id="31" creationId="{86957ACB-A471-1015-8219-8008C4D600AA}"/>
          </ac:spMkLst>
        </pc:spChg>
        <pc:spChg chg="mod">
          <ac:chgData name="Haymond, Shannon" userId="5b01a877-9415-4a21-8eeb-d6d3c2be6b18" providerId="ADAL" clId="{FEA7804B-FD21-59C4-8BB3-74F1FB3AA68A}" dt="2025-09-21T04:30:25.132" v="15942"/>
          <ac:spMkLst>
            <pc:docMk/>
            <pc:sldMk cId="554774342" sldId="644"/>
            <ac:spMk id="33" creationId="{0B5EEEF2-5366-064F-277E-DD42D4BEEEE2}"/>
          </ac:spMkLst>
        </pc:spChg>
        <pc:spChg chg="mod">
          <ac:chgData name="Haymond, Shannon" userId="5b01a877-9415-4a21-8eeb-d6d3c2be6b18" providerId="ADAL" clId="{FEA7804B-FD21-59C4-8BB3-74F1FB3AA68A}" dt="2025-09-21T04:30:25.132" v="15942"/>
          <ac:spMkLst>
            <pc:docMk/>
            <pc:sldMk cId="554774342" sldId="644"/>
            <ac:spMk id="34" creationId="{AA76F1D2-9BA5-1C31-C2AD-30CBB7073934}"/>
          </ac:spMkLst>
        </pc:spChg>
        <pc:spChg chg="mod">
          <ac:chgData name="Haymond, Shannon" userId="5b01a877-9415-4a21-8eeb-d6d3c2be6b18" providerId="ADAL" clId="{FEA7804B-FD21-59C4-8BB3-74F1FB3AA68A}" dt="2025-09-21T04:30:25.132" v="15942"/>
          <ac:spMkLst>
            <pc:docMk/>
            <pc:sldMk cId="554774342" sldId="644"/>
            <ac:spMk id="35" creationId="{5F32BEAC-9D09-6C5F-AD4E-E95CA8056E4F}"/>
          </ac:spMkLst>
        </pc:spChg>
        <pc:spChg chg="mod">
          <ac:chgData name="Haymond, Shannon" userId="5b01a877-9415-4a21-8eeb-d6d3c2be6b18" providerId="ADAL" clId="{FEA7804B-FD21-59C4-8BB3-74F1FB3AA68A}" dt="2025-09-21T04:30:25.132" v="15942"/>
          <ac:spMkLst>
            <pc:docMk/>
            <pc:sldMk cId="554774342" sldId="644"/>
            <ac:spMk id="36" creationId="{7130D707-5FBB-B038-5CBC-7E6E1D163755}"/>
          </ac:spMkLst>
        </pc:spChg>
        <pc:spChg chg="mod">
          <ac:chgData name="Haymond, Shannon" userId="5b01a877-9415-4a21-8eeb-d6d3c2be6b18" providerId="ADAL" clId="{FEA7804B-FD21-59C4-8BB3-74F1FB3AA68A}" dt="2025-09-21T04:30:25.132" v="15942"/>
          <ac:spMkLst>
            <pc:docMk/>
            <pc:sldMk cId="554774342" sldId="644"/>
            <ac:spMk id="37" creationId="{5A0C4DA6-E681-9435-9705-A1B966E25B1E}"/>
          </ac:spMkLst>
        </pc:spChg>
        <pc:spChg chg="add del mod">
          <ac:chgData name="Haymond, Shannon" userId="5b01a877-9415-4a21-8eeb-d6d3c2be6b18" providerId="ADAL" clId="{FEA7804B-FD21-59C4-8BB3-74F1FB3AA68A}" dt="2025-09-21T04:31:54.215" v="15953" actId="478"/>
          <ac:spMkLst>
            <pc:docMk/>
            <pc:sldMk cId="554774342" sldId="644"/>
            <ac:spMk id="39" creationId="{1832CD70-F30F-465C-6391-E10E46AE7F6B}"/>
          </ac:spMkLst>
        </pc:spChg>
        <pc:spChg chg="add del mod">
          <ac:chgData name="Haymond, Shannon" userId="5b01a877-9415-4a21-8eeb-d6d3c2be6b18" providerId="ADAL" clId="{FEA7804B-FD21-59C4-8BB3-74F1FB3AA68A}" dt="2025-09-21T04:32:01.833" v="15956" actId="478"/>
          <ac:spMkLst>
            <pc:docMk/>
            <pc:sldMk cId="554774342" sldId="644"/>
            <ac:spMk id="40" creationId="{2A998119-4C5B-38A4-DAE2-C6B9FF8EFE80}"/>
          </ac:spMkLst>
        </pc:spChg>
        <pc:spChg chg="add del mod">
          <ac:chgData name="Haymond, Shannon" userId="5b01a877-9415-4a21-8eeb-d6d3c2be6b18" providerId="ADAL" clId="{FEA7804B-FD21-59C4-8BB3-74F1FB3AA68A}" dt="2025-09-21T04:39:03.801" v="16008"/>
          <ac:spMkLst>
            <pc:docMk/>
            <pc:sldMk cId="554774342" sldId="644"/>
            <ac:spMk id="41" creationId="{99049084-259B-7BEA-C41D-6AF4D1ADBC3C}"/>
          </ac:spMkLst>
        </pc:spChg>
        <pc:grpChg chg="del">
          <ac:chgData name="Haymond, Shannon" userId="5b01a877-9415-4a21-8eeb-d6d3c2be6b18" providerId="ADAL" clId="{FEA7804B-FD21-59C4-8BB3-74F1FB3AA68A}" dt="2025-09-21T04:31:03.353" v="15944" actId="165"/>
          <ac:grpSpMkLst>
            <pc:docMk/>
            <pc:sldMk cId="554774342" sldId="644"/>
            <ac:grpSpMk id="11" creationId="{2156EDD1-D405-2877-9E01-5C390E1FF327}"/>
          </ac:grpSpMkLst>
        </pc:grpChg>
        <pc:grpChg chg="del">
          <ac:chgData name="Haymond, Shannon" userId="5b01a877-9415-4a21-8eeb-d6d3c2be6b18" providerId="ADAL" clId="{FEA7804B-FD21-59C4-8BB3-74F1FB3AA68A}" dt="2025-09-21T04:39:38.233" v="16016" actId="478"/>
          <ac:grpSpMkLst>
            <pc:docMk/>
            <pc:sldMk cId="554774342" sldId="644"/>
            <ac:grpSpMk id="26" creationId="{1C53540F-153B-F4FB-B817-0DD310F1774A}"/>
          </ac:grpSpMkLst>
        </pc:grpChg>
        <pc:grpChg chg="add del mod">
          <ac:chgData name="Haymond, Shannon" userId="5b01a877-9415-4a21-8eeb-d6d3c2be6b18" providerId="ADAL" clId="{FEA7804B-FD21-59C4-8BB3-74F1FB3AA68A}" dt="2025-09-21T04:39:21.270" v="16012" actId="21"/>
          <ac:grpSpMkLst>
            <pc:docMk/>
            <pc:sldMk cId="554774342" sldId="644"/>
            <ac:grpSpMk id="27" creationId="{CA492CAB-8A79-8172-F6FA-5800189CC273}"/>
          </ac:grpSpMkLst>
        </pc:grpChg>
        <pc:grpChg chg="add del">
          <ac:chgData name="Haymond, Shannon" userId="5b01a877-9415-4a21-8eeb-d6d3c2be6b18" providerId="ADAL" clId="{FEA7804B-FD21-59C4-8BB3-74F1FB3AA68A}" dt="2025-09-21T04:39:51.286" v="16018" actId="21"/>
          <ac:grpSpMkLst>
            <pc:docMk/>
            <pc:sldMk cId="554774342" sldId="644"/>
            <ac:grpSpMk id="43" creationId="{722348AB-BAD9-2A2B-8D74-C7FDDAFA4FD7}"/>
          </ac:grpSpMkLst>
        </pc:grpChg>
        <pc:picChg chg="del topLvl">
          <ac:chgData name="Haymond, Shannon" userId="5b01a877-9415-4a21-8eeb-d6d3c2be6b18" providerId="ADAL" clId="{FEA7804B-FD21-59C4-8BB3-74F1FB3AA68A}" dt="2025-09-21T04:31:10.510" v="15945" actId="478"/>
          <ac:picMkLst>
            <pc:docMk/>
            <pc:sldMk cId="554774342" sldId="644"/>
            <ac:picMk id="5" creationId="{0858DB4C-C26B-B567-5BDF-22074E9FA287}"/>
          </ac:picMkLst>
        </pc:picChg>
        <pc:picChg chg="mod">
          <ac:chgData name="Haymond, Shannon" userId="5b01a877-9415-4a21-8eeb-d6d3c2be6b18" providerId="ADAL" clId="{FEA7804B-FD21-59C4-8BB3-74F1FB3AA68A}" dt="2025-09-21T04:30:25.132" v="15942"/>
          <ac:picMkLst>
            <pc:docMk/>
            <pc:sldMk cId="554774342" sldId="644"/>
            <ac:picMk id="28" creationId="{559419FF-EECB-003F-489B-D97EF0D71A8A}"/>
          </ac:picMkLst>
        </pc:picChg>
        <pc:picChg chg="del">
          <ac:chgData name="Haymond, Shannon" userId="5b01a877-9415-4a21-8eeb-d6d3c2be6b18" providerId="ADAL" clId="{FEA7804B-FD21-59C4-8BB3-74F1FB3AA68A}" dt="2025-09-21T04:30:22.541" v="15941" actId="478"/>
          <ac:picMkLst>
            <pc:docMk/>
            <pc:sldMk cId="554774342" sldId="644"/>
            <ac:picMk id="32" creationId="{276B5FE0-E4AE-2948-05E2-DF6148361438}"/>
          </ac:picMkLst>
        </pc:picChg>
        <pc:picChg chg="add mod">
          <ac:chgData name="Haymond, Shannon" userId="5b01a877-9415-4a21-8eeb-d6d3c2be6b18" providerId="ADAL" clId="{FEA7804B-FD21-59C4-8BB3-74F1FB3AA68A}" dt="2025-09-21T04:32:37.451" v="15959" actId="1036"/>
          <ac:picMkLst>
            <pc:docMk/>
            <pc:sldMk cId="554774342" sldId="644"/>
            <ac:picMk id="38" creationId="{C4D2D187-B161-06DA-D16A-062BC4A37C73}"/>
          </ac:picMkLst>
        </pc:picChg>
        <pc:picChg chg="add mod">
          <ac:chgData name="Haymond, Shannon" userId="5b01a877-9415-4a21-8eeb-d6d3c2be6b18" providerId="ADAL" clId="{FEA7804B-FD21-59C4-8BB3-74F1FB3AA68A}" dt="2025-09-21T04:47:52.323" v="16046" actId="14100"/>
          <ac:picMkLst>
            <pc:docMk/>
            <pc:sldMk cId="554774342" sldId="644"/>
            <ac:picMk id="42" creationId="{81A2D032-FDAF-E75D-C376-420320FED0E4}"/>
          </ac:picMkLst>
        </pc:picChg>
        <pc:picChg chg="add mod">
          <ac:chgData name="Haymond, Shannon" userId="5b01a877-9415-4a21-8eeb-d6d3c2be6b18" providerId="ADAL" clId="{FEA7804B-FD21-59C4-8BB3-74F1FB3AA68A}" dt="2025-09-21T04:40:34.686" v="16023" actId="1076"/>
          <ac:picMkLst>
            <pc:docMk/>
            <pc:sldMk cId="554774342" sldId="644"/>
            <ac:picMk id="44" creationId="{DC33F8E1-5121-22E0-A53A-BD2D554B9275}"/>
          </ac:picMkLst>
        </pc:picChg>
        <pc:cxnChg chg="del">
          <ac:chgData name="Haymond, Shannon" userId="5b01a877-9415-4a21-8eeb-d6d3c2be6b18" providerId="ADAL" clId="{FEA7804B-FD21-59C4-8BB3-74F1FB3AA68A}" dt="2025-09-21T04:38:26.905" v="16000" actId="700"/>
          <ac:cxnSpMkLst>
            <pc:docMk/>
            <pc:sldMk cId="554774342" sldId="644"/>
            <ac:cxnSpMk id="10" creationId="{B5A45EA6-5CF3-BA8A-133F-391620BE474C}"/>
          </ac:cxnSpMkLst>
        </pc:cxnChg>
        <pc:cxnChg chg="del">
          <ac:chgData name="Haymond, Shannon" userId="5b01a877-9415-4a21-8eeb-d6d3c2be6b18" providerId="ADAL" clId="{FEA7804B-FD21-59C4-8BB3-74F1FB3AA68A}" dt="2025-09-21T04:38:26.905" v="16000" actId="700"/>
          <ac:cxnSpMkLst>
            <pc:docMk/>
            <pc:sldMk cId="554774342" sldId="644"/>
            <ac:cxnSpMk id="16" creationId="{2D749ED0-A363-4D7E-8AE0-3390A7E96159}"/>
          </ac:cxnSpMkLst>
        </pc:cxnChg>
        <pc:cxnChg chg="del">
          <ac:chgData name="Haymond, Shannon" userId="5b01a877-9415-4a21-8eeb-d6d3c2be6b18" providerId="ADAL" clId="{FEA7804B-FD21-59C4-8BB3-74F1FB3AA68A}" dt="2025-09-21T04:38:26.905" v="16000" actId="700"/>
          <ac:cxnSpMkLst>
            <pc:docMk/>
            <pc:sldMk cId="554774342" sldId="644"/>
            <ac:cxnSpMk id="18" creationId="{5EDD2567-2CAF-AE97-C615-44111442C282}"/>
          </ac:cxnSpMkLst>
        </pc:cxnChg>
        <pc:cxnChg chg="add mod">
          <ac:chgData name="Haymond, Shannon" userId="5b01a877-9415-4a21-8eeb-d6d3c2be6b18" providerId="ADAL" clId="{FEA7804B-FD21-59C4-8BB3-74F1FB3AA68A}" dt="2025-09-21T04:42:26.472" v="16029" actId="1076"/>
          <ac:cxnSpMkLst>
            <pc:docMk/>
            <pc:sldMk cId="554774342" sldId="644"/>
            <ac:cxnSpMk id="46" creationId="{372ACFC7-415C-3D75-59E7-DBA7E148F4F5}"/>
          </ac:cxnSpMkLst>
        </pc:cxnChg>
      </pc:sldChg>
      <pc:sldChg chg="addSp delSp add del setBg delDesignElem">
        <pc:chgData name="Haymond, Shannon" userId="5b01a877-9415-4a21-8eeb-d6d3c2be6b18" providerId="ADAL" clId="{FEA7804B-FD21-59C4-8BB3-74F1FB3AA68A}" dt="2025-09-20T16:15:25.532" v="11973"/>
        <pc:sldMkLst>
          <pc:docMk/>
          <pc:sldMk cId="2222158814" sldId="644"/>
        </pc:sldMkLst>
        <pc:spChg chg="add del">
          <ac:chgData name="Haymond, Shannon" userId="5b01a877-9415-4a21-8eeb-d6d3c2be6b18" providerId="ADAL" clId="{FEA7804B-FD21-59C4-8BB3-74F1FB3AA68A}" dt="2025-09-20T16:15:25.532" v="11973"/>
          <ac:spMkLst>
            <pc:docMk/>
            <pc:sldMk cId="2222158814" sldId="644"/>
            <ac:spMk id="8" creationId="{6119F2B9-6B04-47B1-80A4-34657F80EDD0}"/>
          </ac:spMkLst>
        </pc:spChg>
        <pc:spChg chg="add del">
          <ac:chgData name="Haymond, Shannon" userId="5b01a877-9415-4a21-8eeb-d6d3c2be6b18" providerId="ADAL" clId="{FEA7804B-FD21-59C4-8BB3-74F1FB3AA68A}" dt="2025-09-20T16:15:25.532" v="11973"/>
          <ac:spMkLst>
            <pc:docMk/>
            <pc:sldMk cId="2222158814" sldId="644"/>
            <ac:spMk id="9" creationId="{6716A983-2C26-A2D1-2CA3-5DCA7DDB2030}"/>
          </ac:spMkLst>
        </pc:spChg>
        <pc:spChg chg="add del">
          <ac:chgData name="Haymond, Shannon" userId="5b01a877-9415-4a21-8eeb-d6d3c2be6b18" providerId="ADAL" clId="{FEA7804B-FD21-59C4-8BB3-74F1FB3AA68A}" dt="2025-09-20T16:15:25.532" v="11973"/>
          <ac:spMkLst>
            <pc:docMk/>
            <pc:sldMk cId="2222158814" sldId="644"/>
            <ac:spMk id="12" creationId="{0724BAA5-4695-E9F0-32BF-61A24856205E}"/>
          </ac:spMkLst>
        </pc:spChg>
        <pc:spChg chg="add del">
          <ac:chgData name="Haymond, Shannon" userId="5b01a877-9415-4a21-8eeb-d6d3c2be6b18" providerId="ADAL" clId="{FEA7804B-FD21-59C4-8BB3-74F1FB3AA68A}" dt="2025-09-20T16:15:25.532" v="11973"/>
          <ac:spMkLst>
            <pc:docMk/>
            <pc:sldMk cId="2222158814" sldId="644"/>
            <ac:spMk id="14" creationId="{60B77534-1827-14B5-7530-4F57265BC6EC}"/>
          </ac:spMkLst>
        </pc:spChg>
        <pc:cxnChg chg="add del">
          <ac:chgData name="Haymond, Shannon" userId="5b01a877-9415-4a21-8eeb-d6d3c2be6b18" providerId="ADAL" clId="{FEA7804B-FD21-59C4-8BB3-74F1FB3AA68A}" dt="2025-09-20T16:15:25.532" v="11973"/>
          <ac:cxnSpMkLst>
            <pc:docMk/>
            <pc:sldMk cId="2222158814" sldId="644"/>
            <ac:cxnSpMk id="10" creationId="{16FAFEC2-4477-2B1F-5FFA-E2A9060B67E7}"/>
          </ac:cxnSpMkLst>
        </pc:cxnChg>
        <pc:cxnChg chg="add del">
          <ac:chgData name="Haymond, Shannon" userId="5b01a877-9415-4a21-8eeb-d6d3c2be6b18" providerId="ADAL" clId="{FEA7804B-FD21-59C4-8BB3-74F1FB3AA68A}" dt="2025-09-20T16:15:25.532" v="11973"/>
          <ac:cxnSpMkLst>
            <pc:docMk/>
            <pc:sldMk cId="2222158814" sldId="644"/>
            <ac:cxnSpMk id="16" creationId="{E90836AD-F176-767D-748B-91C0D4DA05A4}"/>
          </ac:cxnSpMkLst>
        </pc:cxnChg>
        <pc:cxnChg chg="add del">
          <ac:chgData name="Haymond, Shannon" userId="5b01a877-9415-4a21-8eeb-d6d3c2be6b18" providerId="ADAL" clId="{FEA7804B-FD21-59C4-8BB3-74F1FB3AA68A}" dt="2025-09-20T16:15:25.532" v="11973"/>
          <ac:cxnSpMkLst>
            <pc:docMk/>
            <pc:sldMk cId="2222158814" sldId="644"/>
            <ac:cxnSpMk id="18" creationId="{BF5098FD-6B1F-AE82-7A24-8E2E51ACDD94}"/>
          </ac:cxnSpMkLst>
        </pc:cxnChg>
      </pc:sldChg>
      <pc:sldChg chg="addSp delSp modSp add del mod">
        <pc:chgData name="Haymond, Shannon" userId="5b01a877-9415-4a21-8eeb-d6d3c2be6b18" providerId="ADAL" clId="{FEA7804B-FD21-59C4-8BB3-74F1FB3AA68A}" dt="2025-09-20T22:14:27.211" v="15454" actId="2696"/>
        <pc:sldMkLst>
          <pc:docMk/>
          <pc:sldMk cId="3380225334" sldId="644"/>
        </pc:sldMkLst>
        <pc:spChg chg="add del mod">
          <ac:chgData name="Haymond, Shannon" userId="5b01a877-9415-4a21-8eeb-d6d3c2be6b18" providerId="ADAL" clId="{FEA7804B-FD21-59C4-8BB3-74F1FB3AA68A}" dt="2025-09-20T16:16:22.615" v="11983" actId="478"/>
          <ac:spMkLst>
            <pc:docMk/>
            <pc:sldMk cId="3380225334" sldId="644"/>
            <ac:spMk id="3" creationId="{24EF71D3-1A8E-B961-5E8F-14FE57CEB661}"/>
          </ac:spMkLst>
        </pc:spChg>
        <pc:spChg chg="add mod">
          <ac:chgData name="Haymond, Shannon" userId="5b01a877-9415-4a21-8eeb-d6d3c2be6b18" providerId="ADAL" clId="{FEA7804B-FD21-59C4-8BB3-74F1FB3AA68A}" dt="2025-09-20T20:36:09.424" v="13130" actId="207"/>
          <ac:spMkLst>
            <pc:docMk/>
            <pc:sldMk cId="3380225334" sldId="644"/>
            <ac:spMk id="6" creationId="{D9EA35AA-DD47-35EA-C765-FBF453C82E5B}"/>
          </ac:spMkLst>
        </pc:spChg>
        <pc:spChg chg="add mod">
          <ac:chgData name="Haymond, Shannon" userId="5b01a877-9415-4a21-8eeb-d6d3c2be6b18" providerId="ADAL" clId="{FEA7804B-FD21-59C4-8BB3-74F1FB3AA68A}" dt="2025-09-20T20:36:09.424" v="13130" actId="207"/>
          <ac:spMkLst>
            <pc:docMk/>
            <pc:sldMk cId="3380225334" sldId="644"/>
            <ac:spMk id="7" creationId="{306BCB6A-012D-13CA-41BE-F6C16A042B13}"/>
          </ac:spMkLst>
        </pc:spChg>
        <pc:spChg chg="mod topLvl">
          <ac:chgData name="Haymond, Shannon" userId="5b01a877-9415-4a21-8eeb-d6d3c2be6b18" providerId="ADAL" clId="{FEA7804B-FD21-59C4-8BB3-74F1FB3AA68A}" dt="2025-09-20T16:16:04.437" v="11980" actId="165"/>
          <ac:spMkLst>
            <pc:docMk/>
            <pc:sldMk cId="3380225334" sldId="644"/>
            <ac:spMk id="13" creationId="{43974219-3A1C-0F20-6CD0-090BC7ABB2AA}"/>
          </ac:spMkLst>
        </pc:spChg>
        <pc:spChg chg="mod topLvl">
          <ac:chgData name="Haymond, Shannon" userId="5b01a877-9415-4a21-8eeb-d6d3c2be6b18" providerId="ADAL" clId="{FEA7804B-FD21-59C4-8BB3-74F1FB3AA68A}" dt="2025-09-20T16:16:04.437" v="11980" actId="165"/>
          <ac:spMkLst>
            <pc:docMk/>
            <pc:sldMk cId="3380225334" sldId="644"/>
            <ac:spMk id="15" creationId="{54044305-C8F5-C9E5-6D94-CC932B7CE78F}"/>
          </ac:spMkLst>
        </pc:spChg>
        <pc:spChg chg="mod topLvl">
          <ac:chgData name="Haymond, Shannon" userId="5b01a877-9415-4a21-8eeb-d6d3c2be6b18" providerId="ADAL" clId="{FEA7804B-FD21-59C4-8BB3-74F1FB3AA68A}" dt="2025-09-20T16:16:04.437" v="11980" actId="165"/>
          <ac:spMkLst>
            <pc:docMk/>
            <pc:sldMk cId="3380225334" sldId="644"/>
            <ac:spMk id="17" creationId="{A23BB397-9943-F207-CDFF-1EB3F2095ED5}"/>
          </ac:spMkLst>
        </pc:spChg>
        <pc:spChg chg="mod topLvl">
          <ac:chgData name="Haymond, Shannon" userId="5b01a877-9415-4a21-8eeb-d6d3c2be6b18" providerId="ADAL" clId="{FEA7804B-FD21-59C4-8BB3-74F1FB3AA68A}" dt="2025-09-20T16:16:04.437" v="11980" actId="165"/>
          <ac:spMkLst>
            <pc:docMk/>
            <pc:sldMk cId="3380225334" sldId="644"/>
            <ac:spMk id="19" creationId="{5E63E364-C614-3159-693B-EE659FDA8176}"/>
          </ac:spMkLst>
        </pc:spChg>
        <pc:spChg chg="mod topLvl">
          <ac:chgData name="Haymond, Shannon" userId="5b01a877-9415-4a21-8eeb-d6d3c2be6b18" providerId="ADAL" clId="{FEA7804B-FD21-59C4-8BB3-74F1FB3AA68A}" dt="2025-09-20T16:16:04.437" v="11980" actId="165"/>
          <ac:spMkLst>
            <pc:docMk/>
            <pc:sldMk cId="3380225334" sldId="644"/>
            <ac:spMk id="20" creationId="{8C1ACDD6-F12F-55BD-BCCB-224D86363E5D}"/>
          </ac:spMkLst>
        </pc:spChg>
        <pc:spChg chg="mod topLvl">
          <ac:chgData name="Haymond, Shannon" userId="5b01a877-9415-4a21-8eeb-d6d3c2be6b18" providerId="ADAL" clId="{FEA7804B-FD21-59C4-8BB3-74F1FB3AA68A}" dt="2025-09-20T16:16:04.437" v="11980" actId="165"/>
          <ac:spMkLst>
            <pc:docMk/>
            <pc:sldMk cId="3380225334" sldId="644"/>
            <ac:spMk id="21" creationId="{887D6A7C-0DBE-2B1E-687B-677BDBF46C43}"/>
          </ac:spMkLst>
        </pc:spChg>
        <pc:spChg chg="mod topLvl">
          <ac:chgData name="Haymond, Shannon" userId="5b01a877-9415-4a21-8eeb-d6d3c2be6b18" providerId="ADAL" clId="{FEA7804B-FD21-59C4-8BB3-74F1FB3AA68A}" dt="2025-09-20T16:16:04.437" v="11980" actId="165"/>
          <ac:spMkLst>
            <pc:docMk/>
            <pc:sldMk cId="3380225334" sldId="644"/>
            <ac:spMk id="22" creationId="{C457A4CB-1C06-AE60-F8CA-1300D77404D2}"/>
          </ac:spMkLst>
        </pc:spChg>
        <pc:spChg chg="mod topLvl">
          <ac:chgData name="Haymond, Shannon" userId="5b01a877-9415-4a21-8eeb-d6d3c2be6b18" providerId="ADAL" clId="{FEA7804B-FD21-59C4-8BB3-74F1FB3AA68A}" dt="2025-09-20T16:16:04.437" v="11980" actId="165"/>
          <ac:spMkLst>
            <pc:docMk/>
            <pc:sldMk cId="3380225334" sldId="644"/>
            <ac:spMk id="23" creationId="{F69C60EF-FF19-29E0-2ED1-608CBFB6D99E}"/>
          </ac:spMkLst>
        </pc:spChg>
        <pc:spChg chg="mod topLvl">
          <ac:chgData name="Haymond, Shannon" userId="5b01a877-9415-4a21-8eeb-d6d3c2be6b18" providerId="ADAL" clId="{FEA7804B-FD21-59C4-8BB3-74F1FB3AA68A}" dt="2025-09-20T16:16:04.437" v="11980" actId="165"/>
          <ac:spMkLst>
            <pc:docMk/>
            <pc:sldMk cId="3380225334" sldId="644"/>
            <ac:spMk id="24" creationId="{35D7D96E-B1F9-3E98-2624-827F5CF3ABAA}"/>
          </ac:spMkLst>
        </pc:spChg>
        <pc:spChg chg="add mod">
          <ac:chgData name="Haymond, Shannon" userId="5b01a877-9415-4a21-8eeb-d6d3c2be6b18" providerId="ADAL" clId="{FEA7804B-FD21-59C4-8BB3-74F1FB3AA68A}" dt="2025-09-20T20:37:12.436" v="13141" actId="14100"/>
          <ac:spMkLst>
            <pc:docMk/>
            <pc:sldMk cId="3380225334" sldId="644"/>
            <ac:spMk id="25" creationId="{2D9CAD16-A2A6-D460-1A15-B14A5B6AA747}"/>
          </ac:spMkLst>
        </pc:spChg>
        <pc:grpChg chg="add mod">
          <ac:chgData name="Haymond, Shannon" userId="5b01a877-9415-4a21-8eeb-d6d3c2be6b18" providerId="ADAL" clId="{FEA7804B-FD21-59C4-8BB3-74F1FB3AA68A}" dt="2025-09-20T16:16:14.171" v="11981" actId="1076"/>
          <ac:grpSpMkLst>
            <pc:docMk/>
            <pc:sldMk cId="3380225334" sldId="644"/>
            <ac:grpSpMk id="2" creationId="{D5C47E09-846E-66A3-0408-22E98CD9ACAD}"/>
          </ac:grpSpMkLst>
        </pc:grpChg>
        <pc:grpChg chg="add">
          <ac:chgData name="Haymond, Shannon" userId="5b01a877-9415-4a21-8eeb-d6d3c2be6b18" providerId="ADAL" clId="{FEA7804B-FD21-59C4-8BB3-74F1FB3AA68A}" dt="2025-09-20T16:32:28.931" v="12012" actId="164"/>
          <ac:grpSpMkLst>
            <pc:docMk/>
            <pc:sldMk cId="3380225334" sldId="644"/>
            <ac:grpSpMk id="11" creationId="{21AEEA56-B28B-16EB-7806-B12DC6F77AD4}"/>
          </ac:grpSpMkLst>
        </pc:grpChg>
        <pc:grpChg chg="add">
          <ac:chgData name="Haymond, Shannon" userId="5b01a877-9415-4a21-8eeb-d6d3c2be6b18" providerId="ADAL" clId="{FEA7804B-FD21-59C4-8BB3-74F1FB3AA68A}" dt="2025-09-20T20:37:34.634" v="13142" actId="164"/>
          <ac:grpSpMkLst>
            <pc:docMk/>
            <pc:sldMk cId="3380225334" sldId="644"/>
            <ac:grpSpMk id="26" creationId="{1D6F393A-DE0F-3F85-835D-1E5BE18D9F54}"/>
          </ac:grpSpMkLst>
        </pc:grpChg>
        <pc:picChg chg="add mod">
          <ac:chgData name="Haymond, Shannon" userId="5b01a877-9415-4a21-8eeb-d6d3c2be6b18" providerId="ADAL" clId="{FEA7804B-FD21-59C4-8BB3-74F1FB3AA68A}" dt="2025-09-20T16:19:58.503" v="11992" actId="1076"/>
          <ac:picMkLst>
            <pc:docMk/>
            <pc:sldMk cId="3380225334" sldId="644"/>
            <ac:picMk id="5" creationId="{3A4E8E30-DCF1-6691-C042-CC8632DE3BF0}"/>
          </ac:picMkLst>
        </pc:picChg>
        <pc:picChg chg="del">
          <ac:chgData name="Haymond, Shannon" userId="5b01a877-9415-4a21-8eeb-d6d3c2be6b18" providerId="ADAL" clId="{FEA7804B-FD21-59C4-8BB3-74F1FB3AA68A}" dt="2025-09-20T16:15:28.332" v="11975" actId="478"/>
          <ac:picMkLst>
            <pc:docMk/>
            <pc:sldMk cId="3380225334" sldId="644"/>
            <ac:picMk id="31" creationId="{99E5E338-F986-6F3C-EE61-9099439723AB}"/>
          </ac:picMkLst>
        </pc:picChg>
        <pc:picChg chg="mod topLvl">
          <ac:chgData name="Haymond, Shannon" userId="5b01a877-9415-4a21-8eeb-d6d3c2be6b18" providerId="ADAL" clId="{FEA7804B-FD21-59C4-8BB3-74F1FB3AA68A}" dt="2025-09-20T16:16:04.437" v="11980" actId="165"/>
          <ac:picMkLst>
            <pc:docMk/>
            <pc:sldMk cId="3380225334" sldId="644"/>
            <ac:picMk id="32" creationId="{36952FD9-2CB1-C29C-A471-532688A22134}"/>
          </ac:picMkLst>
        </pc:picChg>
      </pc:sldChg>
      <pc:sldChg chg="addSp delSp modSp add mod ord">
        <pc:chgData name="Haymond, Shannon" userId="5b01a877-9415-4a21-8eeb-d6d3c2be6b18" providerId="ADAL" clId="{FEA7804B-FD21-59C4-8BB3-74F1FB3AA68A}" dt="2025-09-21T04:44:52.039" v="16032" actId="20578"/>
        <pc:sldMkLst>
          <pc:docMk/>
          <pc:sldMk cId="2616316492" sldId="645"/>
        </pc:sldMkLst>
        <pc:spChg chg="add del mod">
          <ac:chgData name="Haymond, Shannon" userId="5b01a877-9415-4a21-8eeb-d6d3c2be6b18" providerId="ADAL" clId="{FEA7804B-FD21-59C4-8BB3-74F1FB3AA68A}" dt="2025-09-20T17:08:41.317" v="12198" actId="478"/>
          <ac:spMkLst>
            <pc:docMk/>
            <pc:sldMk cId="2616316492" sldId="645"/>
            <ac:spMk id="2" creationId="{FCD4F3E7-8400-095E-9D70-1C14CF3ECE73}"/>
          </ac:spMkLst>
        </pc:spChg>
        <pc:spChg chg="mod">
          <ac:chgData name="Haymond, Shannon" userId="5b01a877-9415-4a21-8eeb-d6d3c2be6b18" providerId="ADAL" clId="{FEA7804B-FD21-59C4-8BB3-74F1FB3AA68A}" dt="2025-09-20T20:33:08.726" v="13129" actId="20577"/>
          <ac:spMkLst>
            <pc:docMk/>
            <pc:sldMk cId="2616316492" sldId="645"/>
            <ac:spMk id="3" creationId="{CE337205-3ACF-9061-EDF5-13A9580585C6}"/>
          </ac:spMkLst>
        </pc:spChg>
        <pc:spChg chg="mod">
          <ac:chgData name="Haymond, Shannon" userId="5b01a877-9415-4a21-8eeb-d6d3c2be6b18" providerId="ADAL" clId="{FEA7804B-FD21-59C4-8BB3-74F1FB3AA68A}" dt="2025-09-20T17:05:14.587" v="12111" actId="20577"/>
          <ac:spMkLst>
            <pc:docMk/>
            <pc:sldMk cId="2616316492" sldId="645"/>
            <ac:spMk id="4" creationId="{CC13EC06-5D86-C71D-0126-35041F8A1EAE}"/>
          </ac:spMkLst>
        </pc:spChg>
      </pc:sldChg>
      <pc:sldChg chg="addSp delSp add del setBg delDesignElem">
        <pc:chgData name="Haymond, Shannon" userId="5b01a877-9415-4a21-8eeb-d6d3c2be6b18" providerId="ADAL" clId="{FEA7804B-FD21-59C4-8BB3-74F1FB3AA68A}" dt="2025-09-20T17:02:51.774" v="12015"/>
        <pc:sldMkLst>
          <pc:docMk/>
          <pc:sldMk cId="4042911311" sldId="645"/>
        </pc:sldMkLst>
        <pc:spChg chg="add del">
          <ac:chgData name="Haymond, Shannon" userId="5b01a877-9415-4a21-8eeb-d6d3c2be6b18" providerId="ADAL" clId="{FEA7804B-FD21-59C4-8BB3-74F1FB3AA68A}" dt="2025-09-20T17:02:51.774" v="12015"/>
          <ac:spMkLst>
            <pc:docMk/>
            <pc:sldMk cId="4042911311" sldId="645"/>
            <ac:spMk id="20" creationId="{6BA439B2-3AC0-A4E8-0965-BF35797481F3}"/>
          </ac:spMkLst>
        </pc:spChg>
        <pc:cxnChg chg="add del">
          <ac:chgData name="Haymond, Shannon" userId="5b01a877-9415-4a21-8eeb-d6d3c2be6b18" providerId="ADAL" clId="{FEA7804B-FD21-59C4-8BB3-74F1FB3AA68A}" dt="2025-09-20T17:02:51.774" v="12015"/>
          <ac:cxnSpMkLst>
            <pc:docMk/>
            <pc:sldMk cId="4042911311" sldId="645"/>
            <ac:cxnSpMk id="18" creationId="{CA63739E-0E40-81C8-2DAE-DD373B2550E6}"/>
          </ac:cxnSpMkLst>
        </pc:cxnChg>
        <pc:cxnChg chg="add del">
          <ac:chgData name="Haymond, Shannon" userId="5b01a877-9415-4a21-8eeb-d6d3c2be6b18" providerId="ADAL" clId="{FEA7804B-FD21-59C4-8BB3-74F1FB3AA68A}" dt="2025-09-20T17:02:51.774" v="12015"/>
          <ac:cxnSpMkLst>
            <pc:docMk/>
            <pc:sldMk cId="4042911311" sldId="645"/>
            <ac:cxnSpMk id="22" creationId="{6B1DBF7B-6CDB-8F82-C454-B63F7DA94210}"/>
          </ac:cxnSpMkLst>
        </pc:cxnChg>
      </pc:sldChg>
      <pc:sldChg chg="modSp add mod">
        <pc:chgData name="Haymond, Shannon" userId="5b01a877-9415-4a21-8eeb-d6d3c2be6b18" providerId="ADAL" clId="{FEA7804B-FD21-59C4-8BB3-74F1FB3AA68A}" dt="2025-09-20T17:16:09.804" v="12402" actId="113"/>
        <pc:sldMkLst>
          <pc:docMk/>
          <pc:sldMk cId="647908780" sldId="646"/>
        </pc:sldMkLst>
        <pc:spChg chg="mod">
          <ac:chgData name="Haymond, Shannon" userId="5b01a877-9415-4a21-8eeb-d6d3c2be6b18" providerId="ADAL" clId="{FEA7804B-FD21-59C4-8BB3-74F1FB3AA68A}" dt="2025-09-20T17:16:09.804" v="12402" actId="113"/>
          <ac:spMkLst>
            <pc:docMk/>
            <pc:sldMk cId="647908780" sldId="646"/>
            <ac:spMk id="3" creationId="{D407C8AD-F9FA-8D0B-4ADE-AF697F9BAD83}"/>
          </ac:spMkLst>
        </pc:spChg>
        <pc:spChg chg="mod">
          <ac:chgData name="Haymond, Shannon" userId="5b01a877-9415-4a21-8eeb-d6d3c2be6b18" providerId="ADAL" clId="{FEA7804B-FD21-59C4-8BB3-74F1FB3AA68A}" dt="2025-09-20T17:04:43.179" v="12088" actId="20577"/>
          <ac:spMkLst>
            <pc:docMk/>
            <pc:sldMk cId="647908780" sldId="646"/>
            <ac:spMk id="4" creationId="{07ECD5EC-F623-D243-6438-35073F612BE0}"/>
          </ac:spMkLst>
        </pc:spChg>
      </pc:sldChg>
      <pc:sldChg chg="addSp delSp add del setBg delDesignElem">
        <pc:chgData name="Haymond, Shannon" userId="5b01a877-9415-4a21-8eeb-d6d3c2be6b18" providerId="ADAL" clId="{FEA7804B-FD21-59C4-8BB3-74F1FB3AA68A}" dt="2025-09-20T17:03:02.949" v="12019"/>
        <pc:sldMkLst>
          <pc:docMk/>
          <pc:sldMk cId="3466024688" sldId="646"/>
        </pc:sldMkLst>
        <pc:spChg chg="add del">
          <ac:chgData name="Haymond, Shannon" userId="5b01a877-9415-4a21-8eeb-d6d3c2be6b18" providerId="ADAL" clId="{FEA7804B-FD21-59C4-8BB3-74F1FB3AA68A}" dt="2025-09-20T17:03:02.949" v="12019"/>
          <ac:spMkLst>
            <pc:docMk/>
            <pc:sldMk cId="3466024688" sldId="646"/>
            <ac:spMk id="20" creationId="{8BF00E4A-5905-DE0E-616C-7A98E1B6BA1C}"/>
          </ac:spMkLst>
        </pc:spChg>
        <pc:cxnChg chg="add del">
          <ac:chgData name="Haymond, Shannon" userId="5b01a877-9415-4a21-8eeb-d6d3c2be6b18" providerId="ADAL" clId="{FEA7804B-FD21-59C4-8BB3-74F1FB3AA68A}" dt="2025-09-20T17:03:02.949" v="12019"/>
          <ac:cxnSpMkLst>
            <pc:docMk/>
            <pc:sldMk cId="3466024688" sldId="646"/>
            <ac:cxnSpMk id="18" creationId="{98594AD1-ABC5-FD3E-6429-3D0972846700}"/>
          </ac:cxnSpMkLst>
        </pc:cxnChg>
        <pc:cxnChg chg="add del">
          <ac:chgData name="Haymond, Shannon" userId="5b01a877-9415-4a21-8eeb-d6d3c2be6b18" providerId="ADAL" clId="{FEA7804B-FD21-59C4-8BB3-74F1FB3AA68A}" dt="2025-09-20T17:03:02.949" v="12019"/>
          <ac:cxnSpMkLst>
            <pc:docMk/>
            <pc:sldMk cId="3466024688" sldId="646"/>
            <ac:cxnSpMk id="22" creationId="{2CE489FE-D626-731B-E59D-83D314659D04}"/>
          </ac:cxnSpMkLst>
        </pc:cxnChg>
      </pc:sldChg>
      <pc:sldChg chg="modSp add mod">
        <pc:chgData name="Haymond, Shannon" userId="5b01a877-9415-4a21-8eeb-d6d3c2be6b18" providerId="ADAL" clId="{FEA7804B-FD21-59C4-8BB3-74F1FB3AA68A}" dt="2025-09-21T12:13:29.324" v="16848" actId="20577"/>
        <pc:sldMkLst>
          <pc:docMk/>
          <pc:sldMk cId="2237528183" sldId="647"/>
        </pc:sldMkLst>
        <pc:spChg chg="mod">
          <ac:chgData name="Haymond, Shannon" userId="5b01a877-9415-4a21-8eeb-d6d3c2be6b18" providerId="ADAL" clId="{FEA7804B-FD21-59C4-8BB3-74F1FB3AA68A}" dt="2025-09-21T12:13:29.324" v="16848" actId="20577"/>
          <ac:spMkLst>
            <pc:docMk/>
            <pc:sldMk cId="2237528183" sldId="647"/>
            <ac:spMk id="3" creationId="{69A21E5E-7010-8BCC-CDE8-6DCD81720DFD}"/>
          </ac:spMkLst>
        </pc:spChg>
        <pc:spChg chg="mod">
          <ac:chgData name="Haymond, Shannon" userId="5b01a877-9415-4a21-8eeb-d6d3c2be6b18" providerId="ADAL" clId="{FEA7804B-FD21-59C4-8BB3-74F1FB3AA68A}" dt="2025-09-20T17:06:12.489" v="12136" actId="20577"/>
          <ac:spMkLst>
            <pc:docMk/>
            <pc:sldMk cId="2237528183" sldId="647"/>
            <ac:spMk id="4" creationId="{94BB0718-A06F-6CD5-C8A5-0B795979DF42}"/>
          </ac:spMkLst>
        </pc:spChg>
      </pc:sldChg>
      <pc:sldChg chg="addSp delSp add del setBg delDesignElem">
        <pc:chgData name="Haymond, Shannon" userId="5b01a877-9415-4a21-8eeb-d6d3c2be6b18" providerId="ADAL" clId="{FEA7804B-FD21-59C4-8BB3-74F1FB3AA68A}" dt="2025-09-20T17:03:10.845" v="12023"/>
        <pc:sldMkLst>
          <pc:docMk/>
          <pc:sldMk cId="4209968116" sldId="647"/>
        </pc:sldMkLst>
        <pc:spChg chg="add del">
          <ac:chgData name="Haymond, Shannon" userId="5b01a877-9415-4a21-8eeb-d6d3c2be6b18" providerId="ADAL" clId="{FEA7804B-FD21-59C4-8BB3-74F1FB3AA68A}" dt="2025-09-20T17:03:10.845" v="12023"/>
          <ac:spMkLst>
            <pc:docMk/>
            <pc:sldMk cId="4209968116" sldId="647"/>
            <ac:spMk id="20" creationId="{63AB973B-3E11-0FE2-9EFE-9696EF1AC481}"/>
          </ac:spMkLst>
        </pc:spChg>
        <pc:cxnChg chg="add del">
          <ac:chgData name="Haymond, Shannon" userId="5b01a877-9415-4a21-8eeb-d6d3c2be6b18" providerId="ADAL" clId="{FEA7804B-FD21-59C4-8BB3-74F1FB3AA68A}" dt="2025-09-20T17:03:10.845" v="12023"/>
          <ac:cxnSpMkLst>
            <pc:docMk/>
            <pc:sldMk cId="4209968116" sldId="647"/>
            <ac:cxnSpMk id="18" creationId="{9C3A52DD-E547-E25E-58AE-A340E3AABD15}"/>
          </ac:cxnSpMkLst>
        </pc:cxnChg>
        <pc:cxnChg chg="add del">
          <ac:chgData name="Haymond, Shannon" userId="5b01a877-9415-4a21-8eeb-d6d3c2be6b18" providerId="ADAL" clId="{FEA7804B-FD21-59C4-8BB3-74F1FB3AA68A}" dt="2025-09-20T17:03:10.845" v="12023"/>
          <ac:cxnSpMkLst>
            <pc:docMk/>
            <pc:sldMk cId="4209968116" sldId="647"/>
            <ac:cxnSpMk id="22" creationId="{284B8537-7C71-67E7-1DCE-E13906DA0976}"/>
          </ac:cxnSpMkLst>
        </pc:cxnChg>
      </pc:sldChg>
      <pc:sldChg chg="addSp delSp add del setBg delDesignElem">
        <pc:chgData name="Haymond, Shannon" userId="5b01a877-9415-4a21-8eeb-d6d3c2be6b18" providerId="ADAL" clId="{FEA7804B-FD21-59C4-8BB3-74F1FB3AA68A}" dt="2025-09-20T17:03:56.379" v="12029"/>
        <pc:sldMkLst>
          <pc:docMk/>
          <pc:sldMk cId="1065869887" sldId="648"/>
        </pc:sldMkLst>
        <pc:spChg chg="add del">
          <ac:chgData name="Haymond, Shannon" userId="5b01a877-9415-4a21-8eeb-d6d3c2be6b18" providerId="ADAL" clId="{FEA7804B-FD21-59C4-8BB3-74F1FB3AA68A}" dt="2025-09-20T17:03:56.379" v="12029"/>
          <ac:spMkLst>
            <pc:docMk/>
            <pc:sldMk cId="1065869887" sldId="648"/>
            <ac:spMk id="20" creationId="{69475D20-F6D1-674E-81E7-E97C0BBAC26A}"/>
          </ac:spMkLst>
        </pc:spChg>
        <pc:cxnChg chg="add del">
          <ac:chgData name="Haymond, Shannon" userId="5b01a877-9415-4a21-8eeb-d6d3c2be6b18" providerId="ADAL" clId="{FEA7804B-FD21-59C4-8BB3-74F1FB3AA68A}" dt="2025-09-20T17:03:56.379" v="12029"/>
          <ac:cxnSpMkLst>
            <pc:docMk/>
            <pc:sldMk cId="1065869887" sldId="648"/>
            <ac:cxnSpMk id="18" creationId="{40A50B5F-5152-9E2F-BA42-BED0A4F7022C}"/>
          </ac:cxnSpMkLst>
        </pc:cxnChg>
        <pc:cxnChg chg="add del">
          <ac:chgData name="Haymond, Shannon" userId="5b01a877-9415-4a21-8eeb-d6d3c2be6b18" providerId="ADAL" clId="{FEA7804B-FD21-59C4-8BB3-74F1FB3AA68A}" dt="2025-09-20T17:03:56.379" v="12029"/>
          <ac:cxnSpMkLst>
            <pc:docMk/>
            <pc:sldMk cId="1065869887" sldId="648"/>
            <ac:cxnSpMk id="22" creationId="{1A9AE14B-325E-4F74-1666-0FD849C531B2}"/>
          </ac:cxnSpMkLst>
        </pc:cxnChg>
      </pc:sldChg>
      <pc:sldChg chg="addSp delSp modSp add mod ord">
        <pc:chgData name="Haymond, Shannon" userId="5b01a877-9415-4a21-8eeb-d6d3c2be6b18" providerId="ADAL" clId="{FEA7804B-FD21-59C4-8BB3-74F1FB3AA68A}" dt="2025-09-20T21:28:18.901" v="13809" actId="20578"/>
        <pc:sldMkLst>
          <pc:docMk/>
          <pc:sldMk cId="3846861380" sldId="648"/>
        </pc:sldMkLst>
        <pc:spChg chg="mod">
          <ac:chgData name="Haymond, Shannon" userId="5b01a877-9415-4a21-8eeb-d6d3c2be6b18" providerId="ADAL" clId="{FEA7804B-FD21-59C4-8BB3-74F1FB3AA68A}" dt="2025-09-20T17:17:26.108" v="12424" actId="20577"/>
          <ac:spMkLst>
            <pc:docMk/>
            <pc:sldMk cId="3846861380" sldId="648"/>
            <ac:spMk id="3" creationId="{0F7C88FA-DA5D-F08B-5FC6-31188DC5A91D}"/>
          </ac:spMkLst>
        </pc:spChg>
        <pc:spChg chg="mod">
          <ac:chgData name="Haymond, Shannon" userId="5b01a877-9415-4a21-8eeb-d6d3c2be6b18" providerId="ADAL" clId="{FEA7804B-FD21-59C4-8BB3-74F1FB3AA68A}" dt="2025-09-20T17:06:36.810" v="12188" actId="20577"/>
          <ac:spMkLst>
            <pc:docMk/>
            <pc:sldMk cId="3846861380" sldId="648"/>
            <ac:spMk id="4" creationId="{CD2C8B18-CD91-1900-5B6E-630C90E18A5F}"/>
          </ac:spMkLst>
        </pc:spChg>
        <pc:spChg chg="add del">
          <ac:chgData name="Haymond, Shannon" userId="5b01a877-9415-4a21-8eeb-d6d3c2be6b18" providerId="ADAL" clId="{FEA7804B-FD21-59C4-8BB3-74F1FB3AA68A}" dt="2025-09-20T17:16:52.597" v="12415" actId="22"/>
          <ac:spMkLst>
            <pc:docMk/>
            <pc:sldMk cId="3846861380" sldId="648"/>
            <ac:spMk id="5" creationId="{D94EFA51-8DE1-9900-81B2-9646140CA062}"/>
          </ac:spMkLst>
        </pc:spChg>
      </pc:sldChg>
      <pc:sldChg chg="addSp delSp modSp new mod modClrScheme chgLayout">
        <pc:chgData name="Haymond, Shannon" userId="5b01a877-9415-4a21-8eeb-d6d3c2be6b18" providerId="ADAL" clId="{FEA7804B-FD21-59C4-8BB3-74F1FB3AA68A}" dt="2025-09-20T17:23:59.707" v="12587" actId="20577"/>
        <pc:sldMkLst>
          <pc:docMk/>
          <pc:sldMk cId="280158784" sldId="649"/>
        </pc:sldMkLst>
        <pc:spChg chg="del mod ord">
          <ac:chgData name="Haymond, Shannon" userId="5b01a877-9415-4a21-8eeb-d6d3c2be6b18" providerId="ADAL" clId="{FEA7804B-FD21-59C4-8BB3-74F1FB3AA68A}" dt="2025-09-20T17:19:50.345" v="12430" actId="700"/>
          <ac:spMkLst>
            <pc:docMk/>
            <pc:sldMk cId="280158784" sldId="649"/>
            <ac:spMk id="2" creationId="{C4477A85-FE8C-1529-F6F7-6410ACAAF2CA}"/>
          </ac:spMkLst>
        </pc:spChg>
        <pc:spChg chg="del mod ord">
          <ac:chgData name="Haymond, Shannon" userId="5b01a877-9415-4a21-8eeb-d6d3c2be6b18" providerId="ADAL" clId="{FEA7804B-FD21-59C4-8BB3-74F1FB3AA68A}" dt="2025-09-20T17:19:50.345" v="12430" actId="700"/>
          <ac:spMkLst>
            <pc:docMk/>
            <pc:sldMk cId="280158784" sldId="649"/>
            <ac:spMk id="3" creationId="{5E5EC944-4C4F-6929-68F7-E59EA52AEBDC}"/>
          </ac:spMkLst>
        </pc:spChg>
        <pc:spChg chg="del">
          <ac:chgData name="Haymond, Shannon" userId="5b01a877-9415-4a21-8eeb-d6d3c2be6b18" providerId="ADAL" clId="{FEA7804B-FD21-59C4-8BB3-74F1FB3AA68A}" dt="2025-09-20T17:19:50.345" v="12430" actId="700"/>
          <ac:spMkLst>
            <pc:docMk/>
            <pc:sldMk cId="280158784" sldId="649"/>
            <ac:spMk id="4" creationId="{C8E43227-0393-B219-302E-AF199C139ED5}"/>
          </ac:spMkLst>
        </pc:spChg>
        <pc:spChg chg="add mod ord">
          <ac:chgData name="Haymond, Shannon" userId="5b01a877-9415-4a21-8eeb-d6d3c2be6b18" providerId="ADAL" clId="{FEA7804B-FD21-59C4-8BB3-74F1FB3AA68A}" dt="2025-09-20T17:20:06.758" v="12466" actId="20577"/>
          <ac:spMkLst>
            <pc:docMk/>
            <pc:sldMk cId="280158784" sldId="649"/>
            <ac:spMk id="5" creationId="{8EB8B0AB-CF30-C73F-6E6C-26056862B2F3}"/>
          </ac:spMkLst>
        </pc:spChg>
        <pc:spChg chg="add mod ord">
          <ac:chgData name="Haymond, Shannon" userId="5b01a877-9415-4a21-8eeb-d6d3c2be6b18" providerId="ADAL" clId="{FEA7804B-FD21-59C4-8BB3-74F1FB3AA68A}" dt="2025-09-20T17:23:59.707" v="12587" actId="20577"/>
          <ac:spMkLst>
            <pc:docMk/>
            <pc:sldMk cId="280158784" sldId="649"/>
            <ac:spMk id="6" creationId="{EB885CC3-C1EE-EF8B-80A6-D019F7C5BF6D}"/>
          </ac:spMkLst>
        </pc:spChg>
      </pc:sldChg>
      <pc:sldChg chg="addSp delSp modSp new mod modNotesTx">
        <pc:chgData name="Haymond, Shannon" userId="5b01a877-9415-4a21-8eeb-d6d3c2be6b18" providerId="ADAL" clId="{FEA7804B-FD21-59C4-8BB3-74F1FB3AA68A}" dt="2025-09-20T22:21:40.748" v="15616" actId="1076"/>
        <pc:sldMkLst>
          <pc:docMk/>
          <pc:sldMk cId="173285453" sldId="650"/>
        </pc:sldMkLst>
        <pc:spChg chg="mod">
          <ac:chgData name="Haymond, Shannon" userId="5b01a877-9415-4a21-8eeb-d6d3c2be6b18" providerId="ADAL" clId="{FEA7804B-FD21-59C4-8BB3-74F1FB3AA68A}" dt="2025-09-20T21:27:12.024" v="13706" actId="20577"/>
          <ac:spMkLst>
            <pc:docMk/>
            <pc:sldMk cId="173285453" sldId="650"/>
            <ac:spMk id="2" creationId="{FD4CD37A-6377-533C-B46F-A590B6C1110B}"/>
          </ac:spMkLst>
        </pc:spChg>
        <pc:spChg chg="add del mod">
          <ac:chgData name="Haymond, Shannon" userId="5b01a877-9415-4a21-8eeb-d6d3c2be6b18" providerId="ADAL" clId="{FEA7804B-FD21-59C4-8BB3-74F1FB3AA68A}" dt="2025-09-20T21:27:18.774" v="13707" actId="478"/>
          <ac:spMkLst>
            <pc:docMk/>
            <pc:sldMk cId="173285453" sldId="650"/>
            <ac:spMk id="3" creationId="{E108529F-DAD1-C0A2-CB2A-17971DF8549F}"/>
          </ac:spMkLst>
        </pc:spChg>
        <pc:spChg chg="add mod">
          <ac:chgData name="Haymond, Shannon" userId="5b01a877-9415-4a21-8eeb-d6d3c2be6b18" providerId="ADAL" clId="{FEA7804B-FD21-59C4-8BB3-74F1FB3AA68A}" dt="2025-09-20T22:21:40.748" v="15616" actId="1076"/>
          <ac:spMkLst>
            <pc:docMk/>
            <pc:sldMk cId="173285453" sldId="650"/>
            <ac:spMk id="8" creationId="{DFAF7642-5E39-9842-253D-13708DA74C0A}"/>
          </ac:spMkLst>
        </pc:spChg>
        <pc:picChg chg="add del mod">
          <ac:chgData name="Haymond, Shannon" userId="5b01a877-9415-4a21-8eeb-d6d3c2be6b18" providerId="ADAL" clId="{FEA7804B-FD21-59C4-8BB3-74F1FB3AA68A}" dt="2025-09-20T21:22:29.900" v="13686" actId="478"/>
          <ac:picMkLst>
            <pc:docMk/>
            <pc:sldMk cId="173285453" sldId="650"/>
            <ac:picMk id="4" creationId="{D7A6AAF6-4308-7C57-BF6F-4C0BCE81BB7F}"/>
          </ac:picMkLst>
        </pc:picChg>
        <pc:picChg chg="add del">
          <ac:chgData name="Haymond, Shannon" userId="5b01a877-9415-4a21-8eeb-d6d3c2be6b18" providerId="ADAL" clId="{FEA7804B-FD21-59C4-8BB3-74F1FB3AA68A}" dt="2025-09-20T21:22:41.404" v="13688" actId="478"/>
          <ac:picMkLst>
            <pc:docMk/>
            <pc:sldMk cId="173285453" sldId="650"/>
            <ac:picMk id="5" creationId="{A3B69C76-B25B-14CE-09CB-441975EC57BB}"/>
          </ac:picMkLst>
        </pc:picChg>
        <pc:picChg chg="add mod">
          <ac:chgData name="Haymond, Shannon" userId="5b01a877-9415-4a21-8eeb-d6d3c2be6b18" providerId="ADAL" clId="{FEA7804B-FD21-59C4-8BB3-74F1FB3AA68A}" dt="2025-09-20T21:27:35.612" v="13710" actId="1076"/>
          <ac:picMkLst>
            <pc:docMk/>
            <pc:sldMk cId="173285453" sldId="650"/>
            <ac:picMk id="7" creationId="{ABD07576-3FA0-9728-0F65-A4F5330DDAAF}"/>
          </ac:picMkLst>
        </pc:picChg>
        <pc:picChg chg="add del mod">
          <ac:chgData name="Haymond, Shannon" userId="5b01a877-9415-4a21-8eeb-d6d3c2be6b18" providerId="ADAL" clId="{FEA7804B-FD21-59C4-8BB3-74F1FB3AA68A}" dt="2025-09-20T21:25:49.702" v="13699" actId="478"/>
          <ac:picMkLst>
            <pc:docMk/>
            <pc:sldMk cId="173285453" sldId="650"/>
            <ac:picMk id="6146" creationId="{8A651910-89D5-AC35-D2D7-52407975E725}"/>
          </ac:picMkLst>
        </pc:picChg>
        <pc:picChg chg="add del mod">
          <ac:chgData name="Haymond, Shannon" userId="5b01a877-9415-4a21-8eeb-d6d3c2be6b18" providerId="ADAL" clId="{FEA7804B-FD21-59C4-8BB3-74F1FB3AA68A}" dt="2025-09-20T21:22:22.841" v="13683" actId="478"/>
          <ac:picMkLst>
            <pc:docMk/>
            <pc:sldMk cId="173285453" sldId="650"/>
            <ac:picMk id="6148" creationId="{B8AD53C7-21AC-CF70-24EA-AF2A9E4F9DDA}"/>
          </ac:picMkLst>
        </pc:picChg>
        <pc:picChg chg="add del mod">
          <ac:chgData name="Haymond, Shannon" userId="5b01a877-9415-4a21-8eeb-d6d3c2be6b18" providerId="ADAL" clId="{FEA7804B-FD21-59C4-8BB3-74F1FB3AA68A}" dt="2025-09-20T21:22:20.825" v="13682" actId="478"/>
          <ac:picMkLst>
            <pc:docMk/>
            <pc:sldMk cId="173285453" sldId="650"/>
            <ac:picMk id="6150" creationId="{A9B53B96-511F-736A-BDCF-2CA5D919A1C6}"/>
          </ac:picMkLst>
        </pc:picChg>
        <pc:picChg chg="add del">
          <ac:chgData name="Haymond, Shannon" userId="5b01a877-9415-4a21-8eeb-d6d3c2be6b18" providerId="ADAL" clId="{FEA7804B-FD21-59C4-8BB3-74F1FB3AA68A}" dt="2025-09-20T21:22:45.045" v="13690" actId="478"/>
          <ac:picMkLst>
            <pc:docMk/>
            <pc:sldMk cId="173285453" sldId="650"/>
            <ac:picMk id="6152" creationId="{13FA2764-4BF4-E511-E225-6836562AF739}"/>
          </ac:picMkLst>
        </pc:picChg>
        <pc:picChg chg="add del">
          <ac:chgData name="Haymond, Shannon" userId="5b01a877-9415-4a21-8eeb-d6d3c2be6b18" providerId="ADAL" clId="{FEA7804B-FD21-59C4-8BB3-74F1FB3AA68A}" dt="2025-09-20T21:23:01.496" v="13692" actId="478"/>
          <ac:picMkLst>
            <pc:docMk/>
            <pc:sldMk cId="173285453" sldId="650"/>
            <ac:picMk id="6154" creationId="{F17B506E-8A56-3EF2-998F-5151C5568832}"/>
          </ac:picMkLst>
        </pc:picChg>
      </pc:sldChg>
      <pc:sldChg chg="addSp delSp add del setBg delDesignElem">
        <pc:chgData name="Haymond, Shannon" userId="5b01a877-9415-4a21-8eeb-d6d3c2be6b18" providerId="ADAL" clId="{FEA7804B-FD21-59C4-8BB3-74F1FB3AA68A}" dt="2025-09-20T21:13:51.254" v="13629"/>
        <pc:sldMkLst>
          <pc:docMk/>
          <pc:sldMk cId="511048248" sldId="651"/>
        </pc:sldMkLst>
        <pc:spChg chg="add del">
          <ac:chgData name="Haymond, Shannon" userId="5b01a877-9415-4a21-8eeb-d6d3c2be6b18" providerId="ADAL" clId="{FEA7804B-FD21-59C4-8BB3-74F1FB3AA68A}" dt="2025-09-20T21:13:51.254" v="13629"/>
          <ac:spMkLst>
            <pc:docMk/>
            <pc:sldMk cId="511048248" sldId="651"/>
            <ac:spMk id="8" creationId="{281D370B-6DE5-99D8-3093-28F1F0090FB0}"/>
          </ac:spMkLst>
        </pc:spChg>
        <pc:spChg chg="add del">
          <ac:chgData name="Haymond, Shannon" userId="5b01a877-9415-4a21-8eeb-d6d3c2be6b18" providerId="ADAL" clId="{FEA7804B-FD21-59C4-8BB3-74F1FB3AA68A}" dt="2025-09-20T21:13:51.254" v="13629"/>
          <ac:spMkLst>
            <pc:docMk/>
            <pc:sldMk cId="511048248" sldId="651"/>
            <ac:spMk id="9" creationId="{89E9AD48-7255-A04D-2581-21A7DDCFA2B0}"/>
          </ac:spMkLst>
        </pc:spChg>
        <pc:spChg chg="add del">
          <ac:chgData name="Haymond, Shannon" userId="5b01a877-9415-4a21-8eeb-d6d3c2be6b18" providerId="ADAL" clId="{FEA7804B-FD21-59C4-8BB3-74F1FB3AA68A}" dt="2025-09-20T21:13:51.254" v="13629"/>
          <ac:spMkLst>
            <pc:docMk/>
            <pc:sldMk cId="511048248" sldId="651"/>
            <ac:spMk id="12" creationId="{1446C42B-0300-1CEF-A96A-B2033FF6FE1C}"/>
          </ac:spMkLst>
        </pc:spChg>
        <pc:spChg chg="add del">
          <ac:chgData name="Haymond, Shannon" userId="5b01a877-9415-4a21-8eeb-d6d3c2be6b18" providerId="ADAL" clId="{FEA7804B-FD21-59C4-8BB3-74F1FB3AA68A}" dt="2025-09-20T21:13:51.254" v="13629"/>
          <ac:spMkLst>
            <pc:docMk/>
            <pc:sldMk cId="511048248" sldId="651"/>
            <ac:spMk id="14" creationId="{CE17C8C8-5CAB-9119-6008-BF05BD137BC3}"/>
          </ac:spMkLst>
        </pc:spChg>
        <pc:cxnChg chg="add del">
          <ac:chgData name="Haymond, Shannon" userId="5b01a877-9415-4a21-8eeb-d6d3c2be6b18" providerId="ADAL" clId="{FEA7804B-FD21-59C4-8BB3-74F1FB3AA68A}" dt="2025-09-20T21:13:51.254" v="13629"/>
          <ac:cxnSpMkLst>
            <pc:docMk/>
            <pc:sldMk cId="511048248" sldId="651"/>
            <ac:cxnSpMk id="10" creationId="{F6596DB6-DD30-E9E0-4774-FA7FD68CF5F4}"/>
          </ac:cxnSpMkLst>
        </pc:cxnChg>
        <pc:cxnChg chg="add del">
          <ac:chgData name="Haymond, Shannon" userId="5b01a877-9415-4a21-8eeb-d6d3c2be6b18" providerId="ADAL" clId="{FEA7804B-FD21-59C4-8BB3-74F1FB3AA68A}" dt="2025-09-20T21:13:51.254" v="13629"/>
          <ac:cxnSpMkLst>
            <pc:docMk/>
            <pc:sldMk cId="511048248" sldId="651"/>
            <ac:cxnSpMk id="16" creationId="{82ED900B-2EDA-DD40-459D-71E41D73ABBB}"/>
          </ac:cxnSpMkLst>
        </pc:cxnChg>
        <pc:cxnChg chg="add del">
          <ac:chgData name="Haymond, Shannon" userId="5b01a877-9415-4a21-8eeb-d6d3c2be6b18" providerId="ADAL" clId="{FEA7804B-FD21-59C4-8BB3-74F1FB3AA68A}" dt="2025-09-20T21:13:51.254" v="13629"/>
          <ac:cxnSpMkLst>
            <pc:docMk/>
            <pc:sldMk cId="511048248" sldId="651"/>
            <ac:cxnSpMk id="18" creationId="{B436779C-8D2C-2130-FA41-46DDDA566213}"/>
          </ac:cxnSpMkLst>
        </pc:cxnChg>
      </pc:sldChg>
      <pc:sldChg chg="addSp delSp modSp add mod ord modClrScheme modAnim delDesignElem chgLayout">
        <pc:chgData name="Haymond, Shannon" userId="5b01a877-9415-4a21-8eeb-d6d3c2be6b18" providerId="ADAL" clId="{FEA7804B-FD21-59C4-8BB3-74F1FB3AA68A}" dt="2025-09-20T22:34:08.348" v="15644"/>
        <pc:sldMkLst>
          <pc:docMk/>
          <pc:sldMk cId="2170849985" sldId="651"/>
        </pc:sldMkLst>
        <pc:spChg chg="mod ord">
          <ac:chgData name="Haymond, Shannon" userId="5b01a877-9415-4a21-8eeb-d6d3c2be6b18" providerId="ADAL" clId="{FEA7804B-FD21-59C4-8BB3-74F1FB3AA68A}" dt="2025-09-20T22:20:26.558" v="15597" actId="20577"/>
          <ac:spMkLst>
            <pc:docMk/>
            <pc:sldMk cId="2170849985" sldId="651"/>
            <ac:spMk id="4" creationId="{ED22418A-E562-2468-222F-666741DC94E8}"/>
          </ac:spMkLst>
        </pc:spChg>
        <pc:spChg chg="add del mod ord">
          <ac:chgData name="Haymond, Shannon" userId="5b01a877-9415-4a21-8eeb-d6d3c2be6b18" providerId="ADAL" clId="{FEA7804B-FD21-59C4-8BB3-74F1FB3AA68A}" dt="2025-09-20T22:17:40.234" v="15463" actId="700"/>
          <ac:spMkLst>
            <pc:docMk/>
            <pc:sldMk cId="2170849985" sldId="651"/>
            <ac:spMk id="5" creationId="{75256E01-59BB-7EAE-CCEF-07103BB36EB2}"/>
          </ac:spMkLst>
        </pc:spChg>
        <pc:spChg chg="add del mod ord">
          <ac:chgData name="Haymond, Shannon" userId="5b01a877-9415-4a21-8eeb-d6d3c2be6b18" providerId="ADAL" clId="{FEA7804B-FD21-59C4-8BB3-74F1FB3AA68A}" dt="2025-09-20T22:17:40.234" v="15463" actId="700"/>
          <ac:spMkLst>
            <pc:docMk/>
            <pc:sldMk cId="2170849985" sldId="651"/>
            <ac:spMk id="6" creationId="{D1816232-5E81-6BB4-43B9-19E750E79747}"/>
          </ac:spMkLst>
        </pc:spChg>
        <pc:spChg chg="del">
          <ac:chgData name="Haymond, Shannon" userId="5b01a877-9415-4a21-8eeb-d6d3c2be6b18" providerId="ADAL" clId="{FEA7804B-FD21-59C4-8BB3-74F1FB3AA68A}" dt="2025-09-20T22:17:28.430" v="15461" actId="700"/>
          <ac:spMkLst>
            <pc:docMk/>
            <pc:sldMk cId="2170849985" sldId="651"/>
            <ac:spMk id="8" creationId="{DB02465F-A117-FB50-CB9E-51826C158EF3}"/>
          </ac:spMkLst>
        </pc:spChg>
        <pc:spChg chg="del">
          <ac:chgData name="Haymond, Shannon" userId="5b01a877-9415-4a21-8eeb-d6d3c2be6b18" providerId="ADAL" clId="{FEA7804B-FD21-59C4-8BB3-74F1FB3AA68A}" dt="2025-09-20T22:17:28.430" v="15461" actId="700"/>
          <ac:spMkLst>
            <pc:docMk/>
            <pc:sldMk cId="2170849985" sldId="651"/>
            <ac:spMk id="9" creationId="{F65E9E0F-3CC4-01F3-B90A-2BE74B54B9A3}"/>
          </ac:spMkLst>
        </pc:spChg>
        <pc:spChg chg="del">
          <ac:chgData name="Haymond, Shannon" userId="5b01a877-9415-4a21-8eeb-d6d3c2be6b18" providerId="ADAL" clId="{FEA7804B-FD21-59C4-8BB3-74F1FB3AA68A}" dt="2025-09-20T22:17:28.430" v="15461" actId="700"/>
          <ac:spMkLst>
            <pc:docMk/>
            <pc:sldMk cId="2170849985" sldId="651"/>
            <ac:spMk id="12" creationId="{CDFB3EDA-F9CD-D11B-0623-F98F13F4A1BF}"/>
          </ac:spMkLst>
        </pc:spChg>
        <pc:spChg chg="del">
          <ac:chgData name="Haymond, Shannon" userId="5b01a877-9415-4a21-8eeb-d6d3c2be6b18" providerId="ADAL" clId="{FEA7804B-FD21-59C4-8BB3-74F1FB3AA68A}" dt="2025-09-20T21:15:15.906" v="13649" actId="478"/>
          <ac:spMkLst>
            <pc:docMk/>
            <pc:sldMk cId="2170849985" sldId="651"/>
            <ac:spMk id="13" creationId="{FE96170D-418A-DA4A-71F0-EE2E15EF2028}"/>
          </ac:spMkLst>
        </pc:spChg>
        <pc:spChg chg="del">
          <ac:chgData name="Haymond, Shannon" userId="5b01a877-9415-4a21-8eeb-d6d3c2be6b18" providerId="ADAL" clId="{FEA7804B-FD21-59C4-8BB3-74F1FB3AA68A}" dt="2025-09-20T22:17:28.430" v="15461" actId="700"/>
          <ac:spMkLst>
            <pc:docMk/>
            <pc:sldMk cId="2170849985" sldId="651"/>
            <ac:spMk id="14" creationId="{770A299B-FB92-E2E3-86CA-538C23AC3254}"/>
          </ac:spMkLst>
        </pc:spChg>
        <pc:spChg chg="del">
          <ac:chgData name="Haymond, Shannon" userId="5b01a877-9415-4a21-8eeb-d6d3c2be6b18" providerId="ADAL" clId="{FEA7804B-FD21-59C4-8BB3-74F1FB3AA68A}" dt="2025-09-20T21:15:15.906" v="13649" actId="478"/>
          <ac:spMkLst>
            <pc:docMk/>
            <pc:sldMk cId="2170849985" sldId="651"/>
            <ac:spMk id="15" creationId="{2882B48D-3353-C085-BFC5-DD928DF45307}"/>
          </ac:spMkLst>
        </pc:spChg>
        <pc:spChg chg="del">
          <ac:chgData name="Haymond, Shannon" userId="5b01a877-9415-4a21-8eeb-d6d3c2be6b18" providerId="ADAL" clId="{FEA7804B-FD21-59C4-8BB3-74F1FB3AA68A}" dt="2025-09-20T21:15:15.906" v="13649" actId="478"/>
          <ac:spMkLst>
            <pc:docMk/>
            <pc:sldMk cId="2170849985" sldId="651"/>
            <ac:spMk id="17" creationId="{A5540115-2BD7-1FC8-23E5-E383C335A079}"/>
          </ac:spMkLst>
        </pc:spChg>
        <pc:spChg chg="del">
          <ac:chgData name="Haymond, Shannon" userId="5b01a877-9415-4a21-8eeb-d6d3c2be6b18" providerId="ADAL" clId="{FEA7804B-FD21-59C4-8BB3-74F1FB3AA68A}" dt="2025-09-20T21:15:15.906" v="13649" actId="478"/>
          <ac:spMkLst>
            <pc:docMk/>
            <pc:sldMk cId="2170849985" sldId="651"/>
            <ac:spMk id="19" creationId="{1D10F6A7-C398-D60B-4213-7EF7F100B59D}"/>
          </ac:spMkLst>
        </pc:spChg>
        <pc:spChg chg="del">
          <ac:chgData name="Haymond, Shannon" userId="5b01a877-9415-4a21-8eeb-d6d3c2be6b18" providerId="ADAL" clId="{FEA7804B-FD21-59C4-8BB3-74F1FB3AA68A}" dt="2025-09-20T21:15:15.906" v="13649" actId="478"/>
          <ac:spMkLst>
            <pc:docMk/>
            <pc:sldMk cId="2170849985" sldId="651"/>
            <ac:spMk id="20" creationId="{B8077F83-B8E7-5A33-4F79-FEA7448B97EC}"/>
          </ac:spMkLst>
        </pc:spChg>
        <pc:spChg chg="del">
          <ac:chgData name="Haymond, Shannon" userId="5b01a877-9415-4a21-8eeb-d6d3c2be6b18" providerId="ADAL" clId="{FEA7804B-FD21-59C4-8BB3-74F1FB3AA68A}" dt="2025-09-20T21:15:15.906" v="13649" actId="478"/>
          <ac:spMkLst>
            <pc:docMk/>
            <pc:sldMk cId="2170849985" sldId="651"/>
            <ac:spMk id="21" creationId="{D66B9BAF-C014-F86B-78FF-4D124662B618}"/>
          </ac:spMkLst>
        </pc:spChg>
        <pc:spChg chg="del">
          <ac:chgData name="Haymond, Shannon" userId="5b01a877-9415-4a21-8eeb-d6d3c2be6b18" providerId="ADAL" clId="{FEA7804B-FD21-59C4-8BB3-74F1FB3AA68A}" dt="2025-09-20T21:15:15.906" v="13649" actId="478"/>
          <ac:spMkLst>
            <pc:docMk/>
            <pc:sldMk cId="2170849985" sldId="651"/>
            <ac:spMk id="22" creationId="{D32481AD-D62C-A0E7-6739-682339584D7A}"/>
          </ac:spMkLst>
        </pc:spChg>
        <pc:spChg chg="del">
          <ac:chgData name="Haymond, Shannon" userId="5b01a877-9415-4a21-8eeb-d6d3c2be6b18" providerId="ADAL" clId="{FEA7804B-FD21-59C4-8BB3-74F1FB3AA68A}" dt="2025-09-20T21:15:15.906" v="13649" actId="478"/>
          <ac:spMkLst>
            <pc:docMk/>
            <pc:sldMk cId="2170849985" sldId="651"/>
            <ac:spMk id="23" creationId="{4637E5F5-ACF9-3AA1-76F4-C624D22A27EE}"/>
          </ac:spMkLst>
        </pc:spChg>
        <pc:spChg chg="del">
          <ac:chgData name="Haymond, Shannon" userId="5b01a877-9415-4a21-8eeb-d6d3c2be6b18" providerId="ADAL" clId="{FEA7804B-FD21-59C4-8BB3-74F1FB3AA68A}" dt="2025-09-20T21:15:15.906" v="13649" actId="478"/>
          <ac:spMkLst>
            <pc:docMk/>
            <pc:sldMk cId="2170849985" sldId="651"/>
            <ac:spMk id="24" creationId="{B601A7C8-91AF-6B69-3B8D-FD388A572317}"/>
          </ac:spMkLst>
        </pc:spChg>
        <pc:spChg chg="del">
          <ac:chgData name="Haymond, Shannon" userId="5b01a877-9415-4a21-8eeb-d6d3c2be6b18" providerId="ADAL" clId="{FEA7804B-FD21-59C4-8BB3-74F1FB3AA68A}" dt="2025-09-20T22:18:35.766" v="15473" actId="478"/>
          <ac:spMkLst>
            <pc:docMk/>
            <pc:sldMk cId="2170849985" sldId="651"/>
            <ac:spMk id="29" creationId="{197ACC36-2810-65CC-B7D4-0F93A1DB5B5B}"/>
          </ac:spMkLst>
        </pc:spChg>
        <pc:picChg chg="add mod">
          <ac:chgData name="Haymond, Shannon" userId="5b01a877-9415-4a21-8eeb-d6d3c2be6b18" providerId="ADAL" clId="{FEA7804B-FD21-59C4-8BB3-74F1FB3AA68A}" dt="2025-09-20T22:18:27.873" v="15472" actId="1076"/>
          <ac:picMkLst>
            <pc:docMk/>
            <pc:sldMk cId="2170849985" sldId="651"/>
            <ac:picMk id="2" creationId="{B2C16A93-4B8E-CE1C-F4BD-BC81DFA90010}"/>
          </ac:picMkLst>
        </pc:picChg>
        <pc:picChg chg="add mod">
          <ac:chgData name="Haymond, Shannon" userId="5b01a877-9415-4a21-8eeb-d6d3c2be6b18" providerId="ADAL" clId="{FEA7804B-FD21-59C4-8BB3-74F1FB3AA68A}" dt="2025-09-20T22:18:21.628" v="15471" actId="1076"/>
          <ac:picMkLst>
            <pc:docMk/>
            <pc:sldMk cId="2170849985" sldId="651"/>
            <ac:picMk id="3" creationId="{E71F769E-CF93-22A7-9384-F77BDCC99855}"/>
          </ac:picMkLst>
        </pc:picChg>
        <pc:picChg chg="del">
          <ac:chgData name="Haymond, Shannon" userId="5b01a877-9415-4a21-8eeb-d6d3c2be6b18" providerId="ADAL" clId="{FEA7804B-FD21-59C4-8BB3-74F1FB3AA68A}" dt="2025-09-20T21:14:03.749" v="13631" actId="478"/>
          <ac:picMkLst>
            <pc:docMk/>
            <pc:sldMk cId="2170849985" sldId="651"/>
            <ac:picMk id="31" creationId="{2A5DBD76-84E4-AE66-B286-7E8FA8E52768}"/>
          </ac:picMkLst>
        </pc:picChg>
        <pc:picChg chg="del">
          <ac:chgData name="Haymond, Shannon" userId="5b01a877-9415-4a21-8eeb-d6d3c2be6b18" providerId="ADAL" clId="{FEA7804B-FD21-59C4-8BB3-74F1FB3AA68A}" dt="2025-09-20T21:15:10.893" v="13648" actId="478"/>
          <ac:picMkLst>
            <pc:docMk/>
            <pc:sldMk cId="2170849985" sldId="651"/>
            <ac:picMk id="32" creationId="{8BE33E0E-CC8F-9D35-DAA5-0833CB852D9A}"/>
          </ac:picMkLst>
        </pc:picChg>
        <pc:cxnChg chg="del">
          <ac:chgData name="Haymond, Shannon" userId="5b01a877-9415-4a21-8eeb-d6d3c2be6b18" providerId="ADAL" clId="{FEA7804B-FD21-59C4-8BB3-74F1FB3AA68A}" dt="2025-09-20T22:17:28.430" v="15461" actId="700"/>
          <ac:cxnSpMkLst>
            <pc:docMk/>
            <pc:sldMk cId="2170849985" sldId="651"/>
            <ac:cxnSpMk id="10" creationId="{393D4244-E120-0593-EF98-EDC52FABD8EE}"/>
          </ac:cxnSpMkLst>
        </pc:cxnChg>
        <pc:cxnChg chg="del">
          <ac:chgData name="Haymond, Shannon" userId="5b01a877-9415-4a21-8eeb-d6d3c2be6b18" providerId="ADAL" clId="{FEA7804B-FD21-59C4-8BB3-74F1FB3AA68A}" dt="2025-09-20T22:17:28.430" v="15461" actId="700"/>
          <ac:cxnSpMkLst>
            <pc:docMk/>
            <pc:sldMk cId="2170849985" sldId="651"/>
            <ac:cxnSpMk id="16" creationId="{1B11D137-EE4A-2C59-0581-EDA2CA7EBF13}"/>
          </ac:cxnSpMkLst>
        </pc:cxnChg>
        <pc:cxnChg chg="del">
          <ac:chgData name="Haymond, Shannon" userId="5b01a877-9415-4a21-8eeb-d6d3c2be6b18" providerId="ADAL" clId="{FEA7804B-FD21-59C4-8BB3-74F1FB3AA68A}" dt="2025-09-20T22:17:28.430" v="15461" actId="700"/>
          <ac:cxnSpMkLst>
            <pc:docMk/>
            <pc:sldMk cId="2170849985" sldId="651"/>
            <ac:cxnSpMk id="18" creationId="{899C80F5-D0DA-A6D9-FE9A-85FE14C8059F}"/>
          </ac:cxnSpMkLst>
        </pc:cxnChg>
      </pc:sldChg>
      <pc:sldChg chg="addSp delSp modSp new del mod modClrScheme chgLayout">
        <pc:chgData name="Haymond, Shannon" userId="5b01a877-9415-4a21-8eeb-d6d3c2be6b18" providerId="ADAL" clId="{FEA7804B-FD21-59C4-8BB3-74F1FB3AA68A}" dt="2025-09-20T21:30:08.675" v="13886" actId="2696"/>
        <pc:sldMkLst>
          <pc:docMk/>
          <pc:sldMk cId="3801992509" sldId="652"/>
        </pc:sldMkLst>
        <pc:spChg chg="del mod ord">
          <ac:chgData name="Haymond, Shannon" userId="5b01a877-9415-4a21-8eeb-d6d3c2be6b18" providerId="ADAL" clId="{FEA7804B-FD21-59C4-8BB3-74F1FB3AA68A}" dt="2025-09-20T21:24:58.241" v="13694" actId="700"/>
          <ac:spMkLst>
            <pc:docMk/>
            <pc:sldMk cId="3801992509" sldId="652"/>
            <ac:spMk id="2" creationId="{6E4C2682-F0E3-9F30-C8E8-6379682FF712}"/>
          </ac:spMkLst>
        </pc:spChg>
        <pc:spChg chg="del">
          <ac:chgData name="Haymond, Shannon" userId="5b01a877-9415-4a21-8eeb-d6d3c2be6b18" providerId="ADAL" clId="{FEA7804B-FD21-59C4-8BB3-74F1FB3AA68A}" dt="2025-09-20T21:24:58.241" v="13694" actId="700"/>
          <ac:spMkLst>
            <pc:docMk/>
            <pc:sldMk cId="3801992509" sldId="652"/>
            <ac:spMk id="3" creationId="{2F7C2349-3439-6957-4873-E62B44AF21B8}"/>
          </ac:spMkLst>
        </pc:spChg>
        <pc:spChg chg="del">
          <ac:chgData name="Haymond, Shannon" userId="5b01a877-9415-4a21-8eeb-d6d3c2be6b18" providerId="ADAL" clId="{FEA7804B-FD21-59C4-8BB3-74F1FB3AA68A}" dt="2025-09-20T21:24:58.241" v="13694" actId="700"/>
          <ac:spMkLst>
            <pc:docMk/>
            <pc:sldMk cId="3801992509" sldId="652"/>
            <ac:spMk id="4" creationId="{6FC34502-C149-CDD3-E5FF-6C771A28330B}"/>
          </ac:spMkLst>
        </pc:spChg>
        <pc:spChg chg="add mod ord">
          <ac:chgData name="Haymond, Shannon" userId="5b01a877-9415-4a21-8eeb-d6d3c2be6b18" providerId="ADAL" clId="{FEA7804B-FD21-59C4-8BB3-74F1FB3AA68A}" dt="2025-09-20T21:29:13.496" v="13851" actId="20577"/>
          <ac:spMkLst>
            <pc:docMk/>
            <pc:sldMk cId="3801992509" sldId="652"/>
            <ac:spMk id="5" creationId="{FBF5C992-2810-2E06-E7D8-BD25D0D67136}"/>
          </ac:spMkLst>
        </pc:spChg>
        <pc:picChg chg="add del mod">
          <ac:chgData name="Haymond, Shannon" userId="5b01a877-9415-4a21-8eeb-d6d3c2be6b18" providerId="ADAL" clId="{FEA7804B-FD21-59C4-8BB3-74F1FB3AA68A}" dt="2025-09-20T21:29:49.760" v="13858" actId="21"/>
          <ac:picMkLst>
            <pc:docMk/>
            <pc:sldMk cId="3801992509" sldId="652"/>
            <ac:picMk id="6" creationId="{8A439372-EF5C-A981-176B-D78B7B7AF6C2}"/>
          </ac:picMkLst>
        </pc:picChg>
      </pc:sldChg>
      <pc:sldChg chg="addSp delSp add del setBg delDesignElem">
        <pc:chgData name="Haymond, Shannon" userId="5b01a877-9415-4a21-8eeb-d6d3c2be6b18" providerId="ADAL" clId="{FEA7804B-FD21-59C4-8BB3-74F1FB3AA68A}" dt="2025-09-20T21:29:43.090" v="13854"/>
        <pc:sldMkLst>
          <pc:docMk/>
          <pc:sldMk cId="3672848636" sldId="653"/>
        </pc:sldMkLst>
        <pc:spChg chg="add del">
          <ac:chgData name="Haymond, Shannon" userId="5b01a877-9415-4a21-8eeb-d6d3c2be6b18" providerId="ADAL" clId="{FEA7804B-FD21-59C4-8BB3-74F1FB3AA68A}" dt="2025-09-20T21:29:43.090" v="13854"/>
          <ac:spMkLst>
            <pc:docMk/>
            <pc:sldMk cId="3672848636" sldId="653"/>
            <ac:spMk id="8" creationId="{F841DAF8-F7AA-531A-CE7F-2262B1C2F15E}"/>
          </ac:spMkLst>
        </pc:spChg>
        <pc:spChg chg="add del">
          <ac:chgData name="Haymond, Shannon" userId="5b01a877-9415-4a21-8eeb-d6d3c2be6b18" providerId="ADAL" clId="{FEA7804B-FD21-59C4-8BB3-74F1FB3AA68A}" dt="2025-09-20T21:29:43.090" v="13854"/>
          <ac:spMkLst>
            <pc:docMk/>
            <pc:sldMk cId="3672848636" sldId="653"/>
            <ac:spMk id="9" creationId="{42D5932A-EC09-DAAD-73E0-729D30C238C4}"/>
          </ac:spMkLst>
        </pc:spChg>
        <pc:spChg chg="add del">
          <ac:chgData name="Haymond, Shannon" userId="5b01a877-9415-4a21-8eeb-d6d3c2be6b18" providerId="ADAL" clId="{FEA7804B-FD21-59C4-8BB3-74F1FB3AA68A}" dt="2025-09-20T21:29:43.090" v="13854"/>
          <ac:spMkLst>
            <pc:docMk/>
            <pc:sldMk cId="3672848636" sldId="653"/>
            <ac:spMk id="12" creationId="{1313E699-F2C1-0E6D-0B36-C6080E976D0F}"/>
          </ac:spMkLst>
        </pc:spChg>
        <pc:spChg chg="add del">
          <ac:chgData name="Haymond, Shannon" userId="5b01a877-9415-4a21-8eeb-d6d3c2be6b18" providerId="ADAL" clId="{FEA7804B-FD21-59C4-8BB3-74F1FB3AA68A}" dt="2025-09-20T21:29:43.090" v="13854"/>
          <ac:spMkLst>
            <pc:docMk/>
            <pc:sldMk cId="3672848636" sldId="653"/>
            <ac:spMk id="14" creationId="{87EDE402-9821-854A-0AD3-35A4D58C3A5B}"/>
          </ac:spMkLst>
        </pc:spChg>
        <pc:cxnChg chg="add del">
          <ac:chgData name="Haymond, Shannon" userId="5b01a877-9415-4a21-8eeb-d6d3c2be6b18" providerId="ADAL" clId="{FEA7804B-FD21-59C4-8BB3-74F1FB3AA68A}" dt="2025-09-20T21:29:43.090" v="13854"/>
          <ac:cxnSpMkLst>
            <pc:docMk/>
            <pc:sldMk cId="3672848636" sldId="653"/>
            <ac:cxnSpMk id="10" creationId="{D7A12D30-83DE-BABA-E2C6-C9350DF3BCA6}"/>
          </ac:cxnSpMkLst>
        </pc:cxnChg>
        <pc:cxnChg chg="add del">
          <ac:chgData name="Haymond, Shannon" userId="5b01a877-9415-4a21-8eeb-d6d3c2be6b18" providerId="ADAL" clId="{FEA7804B-FD21-59C4-8BB3-74F1FB3AA68A}" dt="2025-09-20T21:29:43.090" v="13854"/>
          <ac:cxnSpMkLst>
            <pc:docMk/>
            <pc:sldMk cId="3672848636" sldId="653"/>
            <ac:cxnSpMk id="16" creationId="{B169411E-5CDA-FD93-0E65-73555E3265F9}"/>
          </ac:cxnSpMkLst>
        </pc:cxnChg>
        <pc:cxnChg chg="add del">
          <ac:chgData name="Haymond, Shannon" userId="5b01a877-9415-4a21-8eeb-d6d3c2be6b18" providerId="ADAL" clId="{FEA7804B-FD21-59C4-8BB3-74F1FB3AA68A}" dt="2025-09-20T21:29:43.090" v="13854"/>
          <ac:cxnSpMkLst>
            <pc:docMk/>
            <pc:sldMk cId="3672848636" sldId="653"/>
            <ac:cxnSpMk id="18" creationId="{9E5D2DEC-8FE2-9A46-B3F2-C3C68FA23D05}"/>
          </ac:cxnSpMkLst>
        </pc:cxnChg>
      </pc:sldChg>
      <pc:sldChg chg="addSp delSp modSp add mod">
        <pc:chgData name="Haymond, Shannon" userId="5b01a877-9415-4a21-8eeb-d6d3c2be6b18" providerId="ADAL" clId="{FEA7804B-FD21-59C4-8BB3-74F1FB3AA68A}" dt="2025-09-20T22:21:28.985" v="15614" actId="1035"/>
        <pc:sldMkLst>
          <pc:docMk/>
          <pc:sldMk cId="3755245179" sldId="653"/>
        </pc:sldMkLst>
        <pc:spChg chg="mod">
          <ac:chgData name="Haymond, Shannon" userId="5b01a877-9415-4a21-8eeb-d6d3c2be6b18" providerId="ADAL" clId="{FEA7804B-FD21-59C4-8BB3-74F1FB3AA68A}" dt="2025-09-20T21:30:01.935" v="13885" actId="20577"/>
          <ac:spMkLst>
            <pc:docMk/>
            <pc:sldMk cId="3755245179" sldId="653"/>
            <ac:spMk id="4" creationId="{FCC41379-FD37-E1A1-AD3F-A0BFCBB9F4DF}"/>
          </ac:spMkLst>
        </pc:spChg>
        <pc:spChg chg="add mod">
          <ac:chgData name="Haymond, Shannon" userId="5b01a877-9415-4a21-8eeb-d6d3c2be6b18" providerId="ADAL" clId="{FEA7804B-FD21-59C4-8BB3-74F1FB3AA68A}" dt="2025-09-20T22:21:23.074" v="15605" actId="1076"/>
          <ac:spMkLst>
            <pc:docMk/>
            <pc:sldMk cId="3755245179" sldId="653"/>
            <ac:spMk id="5" creationId="{34A5EBBA-622A-8004-231F-276404229FD6}"/>
          </ac:spMkLst>
        </pc:spChg>
        <pc:picChg chg="add mod">
          <ac:chgData name="Haymond, Shannon" userId="5b01a877-9415-4a21-8eeb-d6d3c2be6b18" providerId="ADAL" clId="{FEA7804B-FD21-59C4-8BB3-74F1FB3AA68A}" dt="2025-09-20T22:21:28.985" v="15614" actId="1035"/>
          <ac:picMkLst>
            <pc:docMk/>
            <pc:sldMk cId="3755245179" sldId="653"/>
            <ac:picMk id="2" creationId="{93D7784E-B075-E574-F1D4-B6A762E0F251}"/>
          </ac:picMkLst>
        </pc:picChg>
        <pc:picChg chg="del">
          <ac:chgData name="Haymond, Shannon" userId="5b01a877-9415-4a21-8eeb-d6d3c2be6b18" providerId="ADAL" clId="{FEA7804B-FD21-59C4-8BB3-74F1FB3AA68A}" dt="2025-09-20T21:29:45.257" v="13856" actId="478"/>
          <ac:picMkLst>
            <pc:docMk/>
            <pc:sldMk cId="3755245179" sldId="653"/>
            <ac:picMk id="31" creationId="{0AA59256-4BE3-59CE-CE86-9EC8B666E0E6}"/>
          </ac:picMkLst>
        </pc:picChg>
        <pc:picChg chg="del">
          <ac:chgData name="Haymond, Shannon" userId="5b01a877-9415-4a21-8eeb-d6d3c2be6b18" providerId="ADAL" clId="{FEA7804B-FD21-59C4-8BB3-74F1FB3AA68A}" dt="2025-09-20T21:29:46.753" v="13857" actId="478"/>
          <ac:picMkLst>
            <pc:docMk/>
            <pc:sldMk cId="3755245179" sldId="653"/>
            <ac:picMk id="32" creationId="{62A693D5-A036-3AA8-FE89-EA8532A0344F}"/>
          </ac:picMkLst>
        </pc:picChg>
      </pc:sldChg>
      <pc:sldChg chg="addSp delSp modSp new del mod modClrScheme chgLayout">
        <pc:chgData name="Haymond, Shannon" userId="5b01a877-9415-4a21-8eeb-d6d3c2be6b18" providerId="ADAL" clId="{FEA7804B-FD21-59C4-8BB3-74F1FB3AA68A}" dt="2025-09-20T22:06:50.197" v="15344" actId="2696"/>
        <pc:sldMkLst>
          <pc:docMk/>
          <pc:sldMk cId="297745397" sldId="654"/>
        </pc:sldMkLst>
        <pc:spChg chg="del">
          <ac:chgData name="Haymond, Shannon" userId="5b01a877-9415-4a21-8eeb-d6d3c2be6b18" providerId="ADAL" clId="{FEA7804B-FD21-59C4-8BB3-74F1FB3AA68A}" dt="2025-09-20T21:51:07.126" v="14886" actId="700"/>
          <ac:spMkLst>
            <pc:docMk/>
            <pc:sldMk cId="297745397" sldId="654"/>
            <ac:spMk id="2" creationId="{3978A5C8-1885-DE1D-3AFB-8AA6F0E3673B}"/>
          </ac:spMkLst>
        </pc:spChg>
        <pc:spChg chg="del">
          <ac:chgData name="Haymond, Shannon" userId="5b01a877-9415-4a21-8eeb-d6d3c2be6b18" providerId="ADAL" clId="{FEA7804B-FD21-59C4-8BB3-74F1FB3AA68A}" dt="2025-09-20T21:51:07.126" v="14886" actId="700"/>
          <ac:spMkLst>
            <pc:docMk/>
            <pc:sldMk cId="297745397" sldId="654"/>
            <ac:spMk id="3" creationId="{83717D1F-DF2C-E093-06E0-DC4580115CC3}"/>
          </ac:spMkLst>
        </pc:spChg>
        <pc:spChg chg="del mod ord">
          <ac:chgData name="Haymond, Shannon" userId="5b01a877-9415-4a21-8eeb-d6d3c2be6b18" providerId="ADAL" clId="{FEA7804B-FD21-59C4-8BB3-74F1FB3AA68A}" dt="2025-09-20T21:51:07.126" v="14886" actId="700"/>
          <ac:spMkLst>
            <pc:docMk/>
            <pc:sldMk cId="297745397" sldId="654"/>
            <ac:spMk id="4" creationId="{E4654F97-47D5-BD42-8F88-A6CED514477F}"/>
          </ac:spMkLst>
        </pc:spChg>
        <pc:spChg chg="add mod ord">
          <ac:chgData name="Haymond, Shannon" userId="5b01a877-9415-4a21-8eeb-d6d3c2be6b18" providerId="ADAL" clId="{FEA7804B-FD21-59C4-8BB3-74F1FB3AA68A}" dt="2025-09-20T22:06:11.790" v="15338" actId="20577"/>
          <ac:spMkLst>
            <pc:docMk/>
            <pc:sldMk cId="297745397" sldId="654"/>
            <ac:spMk id="5" creationId="{D0A52FF9-FF01-E122-69FB-C7090EE85760}"/>
          </ac:spMkLst>
        </pc:spChg>
        <pc:picChg chg="add mod modCrop">
          <ac:chgData name="Haymond, Shannon" userId="5b01a877-9415-4a21-8eeb-d6d3c2be6b18" providerId="ADAL" clId="{FEA7804B-FD21-59C4-8BB3-74F1FB3AA68A}" dt="2025-09-20T22:06:41.766" v="15343" actId="1076"/>
          <ac:picMkLst>
            <pc:docMk/>
            <pc:sldMk cId="297745397" sldId="654"/>
            <ac:picMk id="7" creationId="{BBA0167A-2C5A-B5C9-8794-2D4D6C2B2989}"/>
          </ac:picMkLst>
        </pc:picChg>
      </pc:sldChg>
      <pc:sldChg chg="add del">
        <pc:chgData name="Haymond, Shannon" userId="5b01a877-9415-4a21-8eeb-d6d3c2be6b18" providerId="ADAL" clId="{FEA7804B-FD21-59C4-8BB3-74F1FB3AA68A}" dt="2025-09-20T22:08:39.925" v="15346"/>
        <pc:sldMkLst>
          <pc:docMk/>
          <pc:sldMk cId="1519379628" sldId="654"/>
        </pc:sldMkLst>
      </pc:sldChg>
      <pc:sldChg chg="addSp modSp add mod">
        <pc:chgData name="Haymond, Shannon" userId="5b01a877-9415-4a21-8eeb-d6d3c2be6b18" providerId="ADAL" clId="{FEA7804B-FD21-59C4-8BB3-74F1FB3AA68A}" dt="2025-09-20T22:12:53.641" v="15409" actId="1076"/>
        <pc:sldMkLst>
          <pc:docMk/>
          <pc:sldMk cId="3555787261" sldId="654"/>
        </pc:sldMkLst>
        <pc:spChg chg="add mod">
          <ac:chgData name="Haymond, Shannon" userId="5b01a877-9415-4a21-8eeb-d6d3c2be6b18" providerId="ADAL" clId="{FEA7804B-FD21-59C4-8BB3-74F1FB3AA68A}" dt="2025-09-20T22:12:53.641" v="15409" actId="1076"/>
          <ac:spMkLst>
            <pc:docMk/>
            <pc:sldMk cId="3555787261" sldId="654"/>
            <ac:spMk id="2" creationId="{56BE031B-3C49-A777-9D34-ACBEC2F7C288}"/>
          </ac:spMkLst>
        </pc:spChg>
        <pc:spChg chg="mod">
          <ac:chgData name="Haymond, Shannon" userId="5b01a877-9415-4a21-8eeb-d6d3c2be6b18" providerId="ADAL" clId="{FEA7804B-FD21-59C4-8BB3-74F1FB3AA68A}" dt="2025-09-20T22:12:33.604" v="15406" actId="20577"/>
          <ac:spMkLst>
            <pc:docMk/>
            <pc:sldMk cId="3555787261" sldId="654"/>
            <ac:spMk id="5" creationId="{C059EF2E-7BDE-A78F-C544-E11E0C5C4EE8}"/>
          </ac:spMkLst>
        </pc:spChg>
        <pc:picChg chg="mod">
          <ac:chgData name="Haymond, Shannon" userId="5b01a877-9415-4a21-8eeb-d6d3c2be6b18" providerId="ADAL" clId="{FEA7804B-FD21-59C4-8BB3-74F1FB3AA68A}" dt="2025-09-20T22:09:55.251" v="15401" actId="1076"/>
          <ac:picMkLst>
            <pc:docMk/>
            <pc:sldMk cId="3555787261" sldId="654"/>
            <ac:picMk id="7" creationId="{F05515AC-D589-480D-9715-6EBA28DFD070}"/>
          </ac:picMkLst>
        </pc:picChg>
      </pc:sldChg>
      <pc:sldChg chg="modSp add mod">
        <pc:chgData name="Haymond, Shannon" userId="5b01a877-9415-4a21-8eeb-d6d3c2be6b18" providerId="ADAL" clId="{FEA7804B-FD21-59C4-8BB3-74F1FB3AA68A}" dt="2025-09-20T22:03:55.305" v="15180" actId="20577"/>
        <pc:sldMkLst>
          <pc:docMk/>
          <pc:sldMk cId="1968794463" sldId="655"/>
        </pc:sldMkLst>
        <pc:spChg chg="mod">
          <ac:chgData name="Haymond, Shannon" userId="5b01a877-9415-4a21-8eeb-d6d3c2be6b18" providerId="ADAL" clId="{FEA7804B-FD21-59C4-8BB3-74F1FB3AA68A}" dt="2025-09-20T22:03:55.305" v="15180" actId="20577"/>
          <ac:spMkLst>
            <pc:docMk/>
            <pc:sldMk cId="1968794463" sldId="655"/>
            <ac:spMk id="2" creationId="{5FB3D77E-E346-1118-E31B-3E0611A9F3C3}"/>
          </ac:spMkLst>
        </pc:spChg>
      </pc:sldChg>
      <pc:sldChg chg="addSp delSp add del setBg delDesignElem">
        <pc:chgData name="Haymond, Shannon" userId="5b01a877-9415-4a21-8eeb-d6d3c2be6b18" providerId="ADAL" clId="{FEA7804B-FD21-59C4-8BB3-74F1FB3AA68A}" dt="2025-09-20T22:03:20.573" v="15141"/>
        <pc:sldMkLst>
          <pc:docMk/>
          <pc:sldMk cId="3315677621" sldId="655"/>
        </pc:sldMkLst>
        <pc:spChg chg="add del">
          <ac:chgData name="Haymond, Shannon" userId="5b01a877-9415-4a21-8eeb-d6d3c2be6b18" providerId="ADAL" clId="{FEA7804B-FD21-59C4-8BB3-74F1FB3AA68A}" dt="2025-09-20T22:03:20.573" v="15141"/>
          <ac:spMkLst>
            <pc:docMk/>
            <pc:sldMk cId="3315677621" sldId="655"/>
            <ac:spMk id="23" creationId="{1F77A562-CEA2-56D8-4A22-8D03F0208CB1}"/>
          </ac:spMkLst>
        </pc:spChg>
        <pc:spChg chg="add del">
          <ac:chgData name="Haymond, Shannon" userId="5b01a877-9415-4a21-8eeb-d6d3c2be6b18" providerId="ADAL" clId="{FEA7804B-FD21-59C4-8BB3-74F1FB3AA68A}" dt="2025-09-20T22:03:20.573" v="15141"/>
          <ac:spMkLst>
            <pc:docMk/>
            <pc:sldMk cId="3315677621" sldId="655"/>
            <ac:spMk id="25" creationId="{0FF5D487-1B48-E813-2DA9-1BB07548B576}"/>
          </ac:spMkLst>
        </pc:spChg>
        <pc:spChg chg="add del">
          <ac:chgData name="Haymond, Shannon" userId="5b01a877-9415-4a21-8eeb-d6d3c2be6b18" providerId="ADAL" clId="{FEA7804B-FD21-59C4-8BB3-74F1FB3AA68A}" dt="2025-09-20T22:03:20.573" v="15141"/>
          <ac:spMkLst>
            <pc:docMk/>
            <pc:sldMk cId="3315677621" sldId="655"/>
            <ac:spMk id="29" creationId="{77B4D3A1-73FB-A15E-83C5-30214B51B22C}"/>
          </ac:spMkLst>
        </pc:spChg>
        <pc:cxnChg chg="add del">
          <ac:chgData name="Haymond, Shannon" userId="5b01a877-9415-4a21-8eeb-d6d3c2be6b18" providerId="ADAL" clId="{FEA7804B-FD21-59C4-8BB3-74F1FB3AA68A}" dt="2025-09-20T22:03:20.573" v="15141"/>
          <ac:cxnSpMkLst>
            <pc:docMk/>
            <pc:sldMk cId="3315677621" sldId="655"/>
            <ac:cxnSpMk id="27" creationId="{D83568D6-97A9-FF28-5E8E-915ABA87B153}"/>
          </ac:cxnSpMkLst>
        </pc:cxnChg>
        <pc:cxnChg chg="add del">
          <ac:chgData name="Haymond, Shannon" userId="5b01a877-9415-4a21-8eeb-d6d3c2be6b18" providerId="ADAL" clId="{FEA7804B-FD21-59C4-8BB3-74F1FB3AA68A}" dt="2025-09-20T22:03:20.573" v="15141"/>
          <ac:cxnSpMkLst>
            <pc:docMk/>
            <pc:sldMk cId="3315677621" sldId="655"/>
            <ac:cxnSpMk id="31" creationId="{1755C9F8-A122-CD3B-976D-2E7D5A47CFDC}"/>
          </ac:cxnSpMkLst>
        </pc:cxnChg>
      </pc:sldChg>
      <pc:sldChg chg="add del">
        <pc:chgData name="Haymond, Shannon" userId="5b01a877-9415-4a21-8eeb-d6d3c2be6b18" providerId="ADAL" clId="{FEA7804B-FD21-59C4-8BB3-74F1FB3AA68A}" dt="2025-09-21T12:01:11.426" v="16567" actId="2696"/>
        <pc:sldMkLst>
          <pc:docMk/>
          <pc:sldMk cId="174455370" sldId="656"/>
        </pc:sldMkLst>
      </pc:sldChg>
      <pc:sldChg chg="add del">
        <pc:chgData name="Haymond, Shannon" userId="5b01a877-9415-4a21-8eeb-d6d3c2be6b18" providerId="ADAL" clId="{FEA7804B-FD21-59C4-8BB3-74F1FB3AA68A}" dt="2025-09-21T12:04:33.427" v="16697" actId="2696"/>
        <pc:sldMkLst>
          <pc:docMk/>
          <pc:sldMk cId="1810340506" sldId="656"/>
        </pc:sldMkLst>
      </pc:sldChg>
      <pc:sldChg chg="addSp delSp modSp add del mod">
        <pc:chgData name="Haymond, Shannon" userId="5b01a877-9415-4a21-8eeb-d6d3c2be6b18" providerId="ADAL" clId="{FEA7804B-FD21-59C4-8BB3-74F1FB3AA68A}" dt="2025-09-21T04:39:14.998" v="16011" actId="2696"/>
        <pc:sldMkLst>
          <pc:docMk/>
          <pc:sldMk cId="3891130526" sldId="656"/>
        </pc:sldMkLst>
        <pc:grpChg chg="add del">
          <ac:chgData name="Haymond, Shannon" userId="5b01a877-9415-4a21-8eeb-d6d3c2be6b18" providerId="ADAL" clId="{FEA7804B-FD21-59C4-8BB3-74F1FB3AA68A}" dt="2025-09-21T04:36:35.375" v="15985" actId="21"/>
          <ac:grpSpMkLst>
            <pc:docMk/>
            <pc:sldMk cId="3891130526" sldId="656"/>
            <ac:grpSpMk id="5" creationId="{BD68FF3E-3B69-25D7-2FFE-05CAE8837F93}"/>
          </ac:grpSpMkLst>
        </pc:grpChg>
        <pc:grpChg chg="del">
          <ac:chgData name="Haymond, Shannon" userId="5b01a877-9415-4a21-8eeb-d6d3c2be6b18" providerId="ADAL" clId="{FEA7804B-FD21-59C4-8BB3-74F1FB3AA68A}" dt="2025-09-21T04:35:56.238" v="15977" actId="21"/>
          <ac:grpSpMkLst>
            <pc:docMk/>
            <pc:sldMk cId="3891130526" sldId="656"/>
            <ac:grpSpMk id="27" creationId="{85E9A1B9-5265-E8B1-C034-A53AE496FE69}"/>
          </ac:grpSpMkLst>
        </pc:grpChg>
        <pc:picChg chg="add mod">
          <ac:chgData name="Haymond, Shannon" userId="5b01a877-9415-4a21-8eeb-d6d3c2be6b18" providerId="ADAL" clId="{FEA7804B-FD21-59C4-8BB3-74F1FB3AA68A}" dt="2025-09-21T04:38:07.603" v="15999" actId="1035"/>
          <ac:picMkLst>
            <pc:docMk/>
            <pc:sldMk cId="3891130526" sldId="656"/>
            <ac:picMk id="3" creationId="{60ED2B57-7304-3EF9-E427-D5D26EE77FB6}"/>
          </ac:picMkLst>
        </pc:picChg>
        <pc:picChg chg="add mod">
          <ac:chgData name="Haymond, Shannon" userId="5b01a877-9415-4a21-8eeb-d6d3c2be6b18" providerId="ADAL" clId="{FEA7804B-FD21-59C4-8BB3-74F1FB3AA68A}" dt="2025-09-21T04:38:02.828" v="15998" actId="1036"/>
          <ac:picMkLst>
            <pc:docMk/>
            <pc:sldMk cId="3891130526" sldId="656"/>
            <ac:picMk id="11" creationId="{F2418F21-B359-AA43-A506-5082855854D5}"/>
          </ac:picMkLst>
        </pc:picChg>
        <pc:picChg chg="add del">
          <ac:chgData name="Haymond, Shannon" userId="5b01a877-9415-4a21-8eeb-d6d3c2be6b18" providerId="ADAL" clId="{FEA7804B-FD21-59C4-8BB3-74F1FB3AA68A}" dt="2025-09-21T04:36:17.490" v="15983" actId="21"/>
          <ac:picMkLst>
            <pc:docMk/>
            <pc:sldMk cId="3891130526" sldId="656"/>
            <ac:picMk id="38" creationId="{D2715E26-170C-61E9-63C5-B1ADF4729C3A}"/>
          </ac:picMkLst>
        </pc:picChg>
      </pc:sldChg>
      <pc:sldChg chg="addSp delSp add del setBg delDesignElem">
        <pc:chgData name="Haymond, Shannon" userId="5b01a877-9415-4a21-8eeb-d6d3c2be6b18" providerId="ADAL" clId="{FEA7804B-FD21-59C4-8BB3-74F1FB3AA68A}" dt="2025-09-21T04:35:51.826" v="15975"/>
        <pc:sldMkLst>
          <pc:docMk/>
          <pc:sldMk cId="3899358298" sldId="656"/>
        </pc:sldMkLst>
        <pc:spChg chg="add del">
          <ac:chgData name="Haymond, Shannon" userId="5b01a877-9415-4a21-8eeb-d6d3c2be6b18" providerId="ADAL" clId="{FEA7804B-FD21-59C4-8BB3-74F1FB3AA68A}" dt="2025-09-21T04:35:51.826" v="15975"/>
          <ac:spMkLst>
            <pc:docMk/>
            <pc:sldMk cId="3899358298" sldId="656"/>
            <ac:spMk id="8" creationId="{0D7EBB06-4254-B8E0-92AE-4E33C6387870}"/>
          </ac:spMkLst>
        </pc:spChg>
        <pc:spChg chg="add del">
          <ac:chgData name="Haymond, Shannon" userId="5b01a877-9415-4a21-8eeb-d6d3c2be6b18" providerId="ADAL" clId="{FEA7804B-FD21-59C4-8BB3-74F1FB3AA68A}" dt="2025-09-21T04:35:51.826" v="15975"/>
          <ac:spMkLst>
            <pc:docMk/>
            <pc:sldMk cId="3899358298" sldId="656"/>
            <ac:spMk id="9" creationId="{670F6E5D-011E-8432-7641-2C8972B5217C}"/>
          </ac:spMkLst>
        </pc:spChg>
        <pc:spChg chg="add del">
          <ac:chgData name="Haymond, Shannon" userId="5b01a877-9415-4a21-8eeb-d6d3c2be6b18" providerId="ADAL" clId="{FEA7804B-FD21-59C4-8BB3-74F1FB3AA68A}" dt="2025-09-21T04:35:51.826" v="15975"/>
          <ac:spMkLst>
            <pc:docMk/>
            <pc:sldMk cId="3899358298" sldId="656"/>
            <ac:spMk id="12" creationId="{86FCA064-2FFA-B2D7-0277-C6A83568612A}"/>
          </ac:spMkLst>
        </pc:spChg>
        <pc:spChg chg="add del">
          <ac:chgData name="Haymond, Shannon" userId="5b01a877-9415-4a21-8eeb-d6d3c2be6b18" providerId="ADAL" clId="{FEA7804B-FD21-59C4-8BB3-74F1FB3AA68A}" dt="2025-09-21T04:35:51.826" v="15975"/>
          <ac:spMkLst>
            <pc:docMk/>
            <pc:sldMk cId="3899358298" sldId="656"/>
            <ac:spMk id="14" creationId="{B3D93EE2-8B06-2A24-5874-771A7785B163}"/>
          </ac:spMkLst>
        </pc:spChg>
        <pc:cxnChg chg="add del">
          <ac:chgData name="Haymond, Shannon" userId="5b01a877-9415-4a21-8eeb-d6d3c2be6b18" providerId="ADAL" clId="{FEA7804B-FD21-59C4-8BB3-74F1FB3AA68A}" dt="2025-09-21T04:35:51.826" v="15975"/>
          <ac:cxnSpMkLst>
            <pc:docMk/>
            <pc:sldMk cId="3899358298" sldId="656"/>
            <ac:cxnSpMk id="10" creationId="{9F5E19A3-2D67-2803-0D13-CF1414359E12}"/>
          </ac:cxnSpMkLst>
        </pc:cxnChg>
        <pc:cxnChg chg="add del">
          <ac:chgData name="Haymond, Shannon" userId="5b01a877-9415-4a21-8eeb-d6d3c2be6b18" providerId="ADAL" clId="{FEA7804B-FD21-59C4-8BB3-74F1FB3AA68A}" dt="2025-09-21T04:35:51.826" v="15975"/>
          <ac:cxnSpMkLst>
            <pc:docMk/>
            <pc:sldMk cId="3899358298" sldId="656"/>
            <ac:cxnSpMk id="16" creationId="{48E6650B-E120-88B2-0BC0-289A1C714C15}"/>
          </ac:cxnSpMkLst>
        </pc:cxnChg>
        <pc:cxnChg chg="add del">
          <ac:chgData name="Haymond, Shannon" userId="5b01a877-9415-4a21-8eeb-d6d3c2be6b18" providerId="ADAL" clId="{FEA7804B-FD21-59C4-8BB3-74F1FB3AA68A}" dt="2025-09-21T04:35:51.826" v="15975"/>
          <ac:cxnSpMkLst>
            <pc:docMk/>
            <pc:sldMk cId="3899358298" sldId="656"/>
            <ac:cxnSpMk id="18" creationId="{8D1EB08D-E214-5164-BDF5-6C98A57AFA1C}"/>
          </ac:cxnSpMkLst>
        </pc:cxnChg>
      </pc:sldChg>
      <pc:sldChg chg="modSp add del mod">
        <pc:chgData name="Haymond, Shannon" userId="5b01a877-9415-4a21-8eeb-d6d3c2be6b18" providerId="ADAL" clId="{FEA7804B-FD21-59C4-8BB3-74F1FB3AA68A}" dt="2025-09-21T11:47:51.483" v="16335" actId="2696"/>
        <pc:sldMkLst>
          <pc:docMk/>
          <pc:sldMk cId="1386276447" sldId="657"/>
        </pc:sldMkLst>
        <pc:spChg chg="mod">
          <ac:chgData name="Haymond, Shannon" userId="5b01a877-9415-4a21-8eeb-d6d3c2be6b18" providerId="ADAL" clId="{FEA7804B-FD21-59C4-8BB3-74F1FB3AA68A}" dt="2025-09-21T11:30:46.190" v="16128" actId="404"/>
          <ac:spMkLst>
            <pc:docMk/>
            <pc:sldMk cId="1386276447" sldId="657"/>
            <ac:spMk id="3" creationId="{AF81041C-3CAE-4759-3612-327DC2EE9266}"/>
          </ac:spMkLst>
        </pc:spChg>
        <pc:spChg chg="mod">
          <ac:chgData name="Haymond, Shannon" userId="5b01a877-9415-4a21-8eeb-d6d3c2be6b18" providerId="ADAL" clId="{FEA7804B-FD21-59C4-8BB3-74F1FB3AA68A}" dt="2025-09-21T11:31:11.625" v="16145" actId="20577"/>
          <ac:spMkLst>
            <pc:docMk/>
            <pc:sldMk cId="1386276447" sldId="657"/>
            <ac:spMk id="4" creationId="{49480BB3-2D3C-DC07-DFD0-62DA26B516C9}"/>
          </ac:spMkLst>
        </pc:spChg>
      </pc:sldChg>
      <pc:sldChg chg="addSp delSp add del setBg delDesignElem">
        <pc:chgData name="Haymond, Shannon" userId="5b01a877-9415-4a21-8eeb-d6d3c2be6b18" providerId="ADAL" clId="{FEA7804B-FD21-59C4-8BB3-74F1FB3AA68A}" dt="2025-09-21T11:24:53.846" v="16050"/>
        <pc:sldMkLst>
          <pc:docMk/>
          <pc:sldMk cId="1844965161" sldId="657"/>
        </pc:sldMkLst>
        <pc:spChg chg="add del">
          <ac:chgData name="Haymond, Shannon" userId="5b01a877-9415-4a21-8eeb-d6d3c2be6b18" providerId="ADAL" clId="{FEA7804B-FD21-59C4-8BB3-74F1FB3AA68A}" dt="2025-09-21T11:24:53.846" v="16050"/>
          <ac:spMkLst>
            <pc:docMk/>
            <pc:sldMk cId="1844965161" sldId="657"/>
            <ac:spMk id="20" creationId="{62C922F2-EBAA-CE43-9C58-C4380F55C96A}"/>
          </ac:spMkLst>
        </pc:spChg>
        <pc:cxnChg chg="add del">
          <ac:chgData name="Haymond, Shannon" userId="5b01a877-9415-4a21-8eeb-d6d3c2be6b18" providerId="ADAL" clId="{FEA7804B-FD21-59C4-8BB3-74F1FB3AA68A}" dt="2025-09-21T11:24:53.846" v="16050"/>
          <ac:cxnSpMkLst>
            <pc:docMk/>
            <pc:sldMk cId="1844965161" sldId="657"/>
            <ac:cxnSpMk id="18" creationId="{376EBF67-C4B6-756E-C97F-F61EEE4CD3BC}"/>
          </ac:cxnSpMkLst>
        </pc:cxnChg>
        <pc:cxnChg chg="add del">
          <ac:chgData name="Haymond, Shannon" userId="5b01a877-9415-4a21-8eeb-d6d3c2be6b18" providerId="ADAL" clId="{FEA7804B-FD21-59C4-8BB3-74F1FB3AA68A}" dt="2025-09-21T11:24:53.846" v="16050"/>
          <ac:cxnSpMkLst>
            <pc:docMk/>
            <pc:sldMk cId="1844965161" sldId="657"/>
            <ac:cxnSpMk id="22" creationId="{7E797650-06E6-F2D4-2497-1031D4242100}"/>
          </ac:cxnSpMkLst>
        </pc:cxnChg>
      </pc:sldChg>
      <pc:sldChg chg="modSp add mod ord">
        <pc:chgData name="Haymond, Shannon" userId="5b01a877-9415-4a21-8eeb-d6d3c2be6b18" providerId="ADAL" clId="{FEA7804B-FD21-59C4-8BB3-74F1FB3AA68A}" dt="2025-09-21T12:14:00.540" v="16856" actId="20577"/>
        <pc:sldMkLst>
          <pc:docMk/>
          <pc:sldMk cId="379129311" sldId="658"/>
        </pc:sldMkLst>
        <pc:spChg chg="mod">
          <ac:chgData name="Haymond, Shannon" userId="5b01a877-9415-4a21-8eeb-d6d3c2be6b18" providerId="ADAL" clId="{FEA7804B-FD21-59C4-8BB3-74F1FB3AA68A}" dt="2025-09-21T12:14:00.540" v="16856" actId="20577"/>
          <ac:spMkLst>
            <pc:docMk/>
            <pc:sldMk cId="379129311" sldId="658"/>
            <ac:spMk id="3" creationId="{72EE17DD-86E2-32FB-DD80-B1E4268AE633}"/>
          </ac:spMkLst>
        </pc:spChg>
      </pc:sldChg>
      <pc:sldChg chg="addSp delSp add del setBg delDesignElem">
        <pc:chgData name="Haymond, Shannon" userId="5b01a877-9415-4a21-8eeb-d6d3c2be6b18" providerId="ADAL" clId="{FEA7804B-FD21-59C4-8BB3-74F1FB3AA68A}" dt="2025-09-21T11:31:48.520" v="16148"/>
        <pc:sldMkLst>
          <pc:docMk/>
          <pc:sldMk cId="1314591624" sldId="658"/>
        </pc:sldMkLst>
        <pc:spChg chg="add del">
          <ac:chgData name="Haymond, Shannon" userId="5b01a877-9415-4a21-8eeb-d6d3c2be6b18" providerId="ADAL" clId="{FEA7804B-FD21-59C4-8BB3-74F1FB3AA68A}" dt="2025-09-21T11:31:48.520" v="16148"/>
          <ac:spMkLst>
            <pc:docMk/>
            <pc:sldMk cId="1314591624" sldId="658"/>
            <ac:spMk id="20" creationId="{955CD8DE-8252-F4AE-E166-A871AC8208C9}"/>
          </ac:spMkLst>
        </pc:spChg>
        <pc:cxnChg chg="add del">
          <ac:chgData name="Haymond, Shannon" userId="5b01a877-9415-4a21-8eeb-d6d3c2be6b18" providerId="ADAL" clId="{FEA7804B-FD21-59C4-8BB3-74F1FB3AA68A}" dt="2025-09-21T11:31:48.520" v="16148"/>
          <ac:cxnSpMkLst>
            <pc:docMk/>
            <pc:sldMk cId="1314591624" sldId="658"/>
            <ac:cxnSpMk id="18" creationId="{0900D4C1-BADD-4324-6DBA-DC4C0BFBD0CF}"/>
          </ac:cxnSpMkLst>
        </pc:cxnChg>
        <pc:cxnChg chg="add del">
          <ac:chgData name="Haymond, Shannon" userId="5b01a877-9415-4a21-8eeb-d6d3c2be6b18" providerId="ADAL" clId="{FEA7804B-FD21-59C4-8BB3-74F1FB3AA68A}" dt="2025-09-21T11:31:48.520" v="16148"/>
          <ac:cxnSpMkLst>
            <pc:docMk/>
            <pc:sldMk cId="1314591624" sldId="658"/>
            <ac:cxnSpMk id="22" creationId="{BD34ABC4-14C8-995B-3614-D9627DE2156C}"/>
          </ac:cxnSpMkLst>
        </pc:cxnChg>
      </pc:sldChg>
      <pc:sldChg chg="addSp delSp modSp add del mod setBg delDesignElem">
        <pc:chgData name="Haymond, Shannon" userId="5b01a877-9415-4a21-8eeb-d6d3c2be6b18" providerId="ADAL" clId="{FEA7804B-FD21-59C4-8BB3-74F1FB3AA68A}" dt="2025-09-21T11:59:03.160" v="16478"/>
        <pc:sldMkLst>
          <pc:docMk/>
          <pc:sldMk cId="214736534" sldId="659"/>
        </pc:sldMkLst>
        <pc:spChg chg="mod">
          <ac:chgData name="Haymond, Shannon" userId="5b01a877-9415-4a21-8eeb-d6d3c2be6b18" providerId="ADAL" clId="{FEA7804B-FD21-59C4-8BB3-74F1FB3AA68A}" dt="2025-09-21T11:59:02.394" v="16477" actId="20577"/>
          <ac:spMkLst>
            <pc:docMk/>
            <pc:sldMk cId="214736534" sldId="659"/>
            <ac:spMk id="4" creationId="{86219425-0B8C-357B-C28F-F053661EADE1}"/>
          </ac:spMkLst>
        </pc:spChg>
        <pc:spChg chg="add del">
          <ac:chgData name="Haymond, Shannon" userId="5b01a877-9415-4a21-8eeb-d6d3c2be6b18" providerId="ADAL" clId="{FEA7804B-FD21-59C4-8BB3-74F1FB3AA68A}" dt="2025-09-21T11:59:03.160" v="16478"/>
          <ac:spMkLst>
            <pc:docMk/>
            <pc:sldMk cId="214736534" sldId="659"/>
            <ac:spMk id="20" creationId="{4470C42E-36A4-E1C2-745C-83CB768455B7}"/>
          </ac:spMkLst>
        </pc:spChg>
        <pc:cxnChg chg="add del">
          <ac:chgData name="Haymond, Shannon" userId="5b01a877-9415-4a21-8eeb-d6d3c2be6b18" providerId="ADAL" clId="{FEA7804B-FD21-59C4-8BB3-74F1FB3AA68A}" dt="2025-09-21T11:59:03.160" v="16478"/>
          <ac:cxnSpMkLst>
            <pc:docMk/>
            <pc:sldMk cId="214736534" sldId="659"/>
            <ac:cxnSpMk id="18" creationId="{4775F19D-0057-E9AA-BFCE-F9BC43DFD83D}"/>
          </ac:cxnSpMkLst>
        </pc:cxnChg>
        <pc:cxnChg chg="add del">
          <ac:chgData name="Haymond, Shannon" userId="5b01a877-9415-4a21-8eeb-d6d3c2be6b18" providerId="ADAL" clId="{FEA7804B-FD21-59C4-8BB3-74F1FB3AA68A}" dt="2025-09-21T11:59:03.160" v="16478"/>
          <ac:cxnSpMkLst>
            <pc:docMk/>
            <pc:sldMk cId="214736534" sldId="659"/>
            <ac:cxnSpMk id="22" creationId="{7D6B6E11-DCCA-7FA3-620E-562C9F61DA90}"/>
          </ac:cxnSpMkLst>
        </pc:cxnChg>
      </pc:sldChg>
      <pc:sldChg chg="add del">
        <pc:chgData name="Haymond, Shannon" userId="5b01a877-9415-4a21-8eeb-d6d3c2be6b18" providerId="ADAL" clId="{FEA7804B-FD21-59C4-8BB3-74F1FB3AA68A}" dt="2025-09-21T11:59:32.883" v="16489" actId="2696"/>
        <pc:sldMkLst>
          <pc:docMk/>
          <pc:sldMk cId="3392221806" sldId="659"/>
        </pc:sldMkLst>
      </pc:sldChg>
      <pc:sldChg chg="add del">
        <pc:chgData name="Haymond, Shannon" userId="5b01a877-9415-4a21-8eeb-d6d3c2be6b18" providerId="ADAL" clId="{FEA7804B-FD21-59C4-8BB3-74F1FB3AA68A}" dt="2025-09-21T11:59:09.036" v="16480"/>
        <pc:sldMkLst>
          <pc:docMk/>
          <pc:sldMk cId="3800726612" sldId="659"/>
        </pc:sldMkLst>
      </pc:sldChg>
      <pc:sldChg chg="add del">
        <pc:chgData name="Haymond, Shannon" userId="5b01a877-9415-4a21-8eeb-d6d3c2be6b18" providerId="ADAL" clId="{FEA7804B-FD21-59C4-8BB3-74F1FB3AA68A}" dt="2025-09-21T11:59:33.908" v="16490" actId="2696"/>
        <pc:sldMkLst>
          <pc:docMk/>
          <pc:sldMk cId="272033402" sldId="660"/>
        </pc:sldMkLst>
      </pc:sldChg>
      <pc:sldChg chg="add del">
        <pc:chgData name="Haymond, Shannon" userId="5b01a877-9415-4a21-8eeb-d6d3c2be6b18" providerId="ADAL" clId="{FEA7804B-FD21-59C4-8BB3-74F1FB3AA68A}" dt="2025-09-21T11:59:17.073" v="16483"/>
        <pc:sldMkLst>
          <pc:docMk/>
          <pc:sldMk cId="2866201186" sldId="660"/>
        </pc:sldMkLst>
      </pc:sldChg>
      <pc:sldChg chg="add del">
        <pc:chgData name="Haymond, Shannon" userId="5b01a877-9415-4a21-8eeb-d6d3c2be6b18" providerId="ADAL" clId="{FEA7804B-FD21-59C4-8BB3-74F1FB3AA68A}" dt="2025-09-21T11:58:58.359" v="16474"/>
        <pc:sldMkLst>
          <pc:docMk/>
          <pc:sldMk cId="3075916840" sldId="660"/>
        </pc:sldMkLst>
      </pc:sldChg>
      <pc:sldChg chg="modSp add mod ord">
        <pc:chgData name="Haymond, Shannon" userId="5b01a877-9415-4a21-8eeb-d6d3c2be6b18" providerId="ADAL" clId="{FEA7804B-FD21-59C4-8BB3-74F1FB3AA68A}" dt="2025-09-21T12:22:38.960" v="17504" actId="20577"/>
        <pc:sldMkLst>
          <pc:docMk/>
          <pc:sldMk cId="825496369" sldId="661"/>
        </pc:sldMkLst>
        <pc:spChg chg="mod">
          <ac:chgData name="Haymond, Shannon" userId="5b01a877-9415-4a21-8eeb-d6d3c2be6b18" providerId="ADAL" clId="{FEA7804B-FD21-59C4-8BB3-74F1FB3AA68A}" dt="2025-09-21T12:22:38.960" v="17504" actId="20577"/>
          <ac:spMkLst>
            <pc:docMk/>
            <pc:sldMk cId="825496369" sldId="661"/>
            <ac:spMk id="3" creationId="{83A830A7-8EE5-876D-7E17-6620DC6698E2}"/>
          </ac:spMkLst>
        </pc:spChg>
        <pc:spChg chg="mod">
          <ac:chgData name="Haymond, Shannon" userId="5b01a877-9415-4a21-8eeb-d6d3c2be6b18" providerId="ADAL" clId="{FEA7804B-FD21-59C4-8BB3-74F1FB3AA68A}" dt="2025-09-21T12:04:25.789" v="16695" actId="20577"/>
          <ac:spMkLst>
            <pc:docMk/>
            <pc:sldMk cId="825496369" sldId="661"/>
            <ac:spMk id="4" creationId="{A34874E3-BCEE-3772-05B0-1040D64ADABD}"/>
          </ac:spMkLst>
        </pc:spChg>
      </pc:sldChg>
      <pc:sldChg chg="addSp delSp add del setBg delDesignElem">
        <pc:chgData name="Haymond, Shannon" userId="5b01a877-9415-4a21-8eeb-d6d3c2be6b18" providerId="ADAL" clId="{FEA7804B-FD21-59C4-8BB3-74F1FB3AA68A}" dt="2025-09-21T11:59:30.180" v="16487"/>
        <pc:sldMkLst>
          <pc:docMk/>
          <pc:sldMk cId="3725943716" sldId="661"/>
        </pc:sldMkLst>
        <pc:spChg chg="add del">
          <ac:chgData name="Haymond, Shannon" userId="5b01a877-9415-4a21-8eeb-d6d3c2be6b18" providerId="ADAL" clId="{FEA7804B-FD21-59C4-8BB3-74F1FB3AA68A}" dt="2025-09-21T11:59:30.180" v="16487"/>
          <ac:spMkLst>
            <pc:docMk/>
            <pc:sldMk cId="3725943716" sldId="661"/>
            <ac:spMk id="20" creationId="{5B623D7B-D8EF-D1A1-53E8-3C2A0DC0D398}"/>
          </ac:spMkLst>
        </pc:spChg>
        <pc:cxnChg chg="add del">
          <ac:chgData name="Haymond, Shannon" userId="5b01a877-9415-4a21-8eeb-d6d3c2be6b18" providerId="ADAL" clId="{FEA7804B-FD21-59C4-8BB3-74F1FB3AA68A}" dt="2025-09-21T11:59:30.180" v="16487"/>
          <ac:cxnSpMkLst>
            <pc:docMk/>
            <pc:sldMk cId="3725943716" sldId="661"/>
            <ac:cxnSpMk id="18" creationId="{36C2A1D9-11B8-8842-5A76-AD8F95BC174B}"/>
          </ac:cxnSpMkLst>
        </pc:cxnChg>
        <pc:cxnChg chg="add del">
          <ac:chgData name="Haymond, Shannon" userId="5b01a877-9415-4a21-8eeb-d6d3c2be6b18" providerId="ADAL" clId="{FEA7804B-FD21-59C4-8BB3-74F1FB3AA68A}" dt="2025-09-21T11:59:30.180" v="16487"/>
          <ac:cxnSpMkLst>
            <pc:docMk/>
            <pc:sldMk cId="3725943716" sldId="661"/>
            <ac:cxnSpMk id="22" creationId="{353179A2-ACBF-C369-861F-B3187B70B015}"/>
          </ac:cxnSpMkLst>
        </pc:cxnChg>
      </pc:sldChg>
      <pc:sldChg chg="modSp add del mod ord">
        <pc:chgData name="Haymond, Shannon" userId="5b01a877-9415-4a21-8eeb-d6d3c2be6b18" providerId="ADAL" clId="{FEA7804B-FD21-59C4-8BB3-74F1FB3AA68A}" dt="2025-09-21T12:01:02.435" v="16564" actId="2696"/>
        <pc:sldMkLst>
          <pc:docMk/>
          <pc:sldMk cId="542520311" sldId="662"/>
        </pc:sldMkLst>
        <pc:spChg chg="mod">
          <ac:chgData name="Haymond, Shannon" userId="5b01a877-9415-4a21-8eeb-d6d3c2be6b18" providerId="ADAL" clId="{FEA7804B-FD21-59C4-8BB3-74F1FB3AA68A}" dt="2025-09-21T11:59:50.704" v="16527" actId="20577"/>
          <ac:spMkLst>
            <pc:docMk/>
            <pc:sldMk cId="542520311" sldId="662"/>
            <ac:spMk id="4" creationId="{F47AF970-9776-9DB8-9C7E-A151F1779E39}"/>
          </ac:spMkLst>
        </pc:spChg>
      </pc:sldChg>
      <pc:sldChg chg="addSp delSp add del setBg delDesignElem">
        <pc:chgData name="Haymond, Shannon" userId="5b01a877-9415-4a21-8eeb-d6d3c2be6b18" providerId="ADAL" clId="{FEA7804B-FD21-59C4-8BB3-74F1FB3AA68A}" dt="2025-09-21T11:59:40.742" v="16493"/>
        <pc:sldMkLst>
          <pc:docMk/>
          <pc:sldMk cId="3753970332" sldId="662"/>
        </pc:sldMkLst>
        <pc:spChg chg="add del">
          <ac:chgData name="Haymond, Shannon" userId="5b01a877-9415-4a21-8eeb-d6d3c2be6b18" providerId="ADAL" clId="{FEA7804B-FD21-59C4-8BB3-74F1FB3AA68A}" dt="2025-09-21T11:59:40.742" v="16493"/>
          <ac:spMkLst>
            <pc:docMk/>
            <pc:sldMk cId="3753970332" sldId="662"/>
            <ac:spMk id="20" creationId="{C2D1EE32-2E00-3DE5-3704-230AA8EEB968}"/>
          </ac:spMkLst>
        </pc:spChg>
        <pc:cxnChg chg="add del">
          <ac:chgData name="Haymond, Shannon" userId="5b01a877-9415-4a21-8eeb-d6d3c2be6b18" providerId="ADAL" clId="{FEA7804B-FD21-59C4-8BB3-74F1FB3AA68A}" dt="2025-09-21T11:59:40.742" v="16493"/>
          <ac:cxnSpMkLst>
            <pc:docMk/>
            <pc:sldMk cId="3753970332" sldId="662"/>
            <ac:cxnSpMk id="18" creationId="{D0CB4EAF-B45B-11D5-0A02-0322C9D825A0}"/>
          </ac:cxnSpMkLst>
        </pc:cxnChg>
        <pc:cxnChg chg="add del">
          <ac:chgData name="Haymond, Shannon" userId="5b01a877-9415-4a21-8eeb-d6d3c2be6b18" providerId="ADAL" clId="{FEA7804B-FD21-59C4-8BB3-74F1FB3AA68A}" dt="2025-09-21T11:59:40.742" v="16493"/>
          <ac:cxnSpMkLst>
            <pc:docMk/>
            <pc:sldMk cId="3753970332" sldId="662"/>
            <ac:cxnSpMk id="22" creationId="{61659099-A28E-84D6-7E5A-46BFADA5A553}"/>
          </ac:cxnSpMkLst>
        </pc:cxnChg>
      </pc:sldChg>
      <pc:sldChg chg="delSp modSp add del mod setBg delDesignElem">
        <pc:chgData name="Haymond, Shannon" userId="5b01a877-9415-4a21-8eeb-d6d3c2be6b18" providerId="ADAL" clId="{FEA7804B-FD21-59C4-8BB3-74F1FB3AA68A}" dt="2025-09-21T12:04:29.227" v="16696" actId="2696"/>
        <pc:sldMkLst>
          <pc:docMk/>
          <pc:sldMk cId="4097081872" sldId="662"/>
        </pc:sldMkLst>
        <pc:spChg chg="mod">
          <ac:chgData name="Haymond, Shannon" userId="5b01a877-9415-4a21-8eeb-d6d3c2be6b18" providerId="ADAL" clId="{FEA7804B-FD21-59C4-8BB3-74F1FB3AA68A}" dt="2025-09-21T12:03:18.032" v="16593" actId="21"/>
          <ac:spMkLst>
            <pc:docMk/>
            <pc:sldMk cId="4097081872" sldId="662"/>
            <ac:spMk id="3" creationId="{EEB53573-7214-3DFF-B21C-570BCABF219E}"/>
          </ac:spMkLst>
        </pc:spChg>
        <pc:spChg chg="mod">
          <ac:chgData name="Haymond, Shannon" userId="5b01a877-9415-4a21-8eeb-d6d3c2be6b18" providerId="ADAL" clId="{FEA7804B-FD21-59C4-8BB3-74F1FB3AA68A}" dt="2025-09-21T12:01:21.104" v="16581" actId="20577"/>
          <ac:spMkLst>
            <pc:docMk/>
            <pc:sldMk cId="4097081872" sldId="662"/>
            <ac:spMk id="4" creationId="{F47AF970-9776-9DB8-9C7E-A151F1779E39}"/>
          </ac:spMkLst>
        </pc:spChg>
        <pc:spChg chg="del">
          <ac:chgData name="Haymond, Shannon" userId="5b01a877-9415-4a21-8eeb-d6d3c2be6b18" providerId="ADAL" clId="{FEA7804B-FD21-59C4-8BB3-74F1FB3AA68A}" dt="2025-09-21T12:01:07.998" v="16566"/>
          <ac:spMkLst>
            <pc:docMk/>
            <pc:sldMk cId="4097081872" sldId="662"/>
            <ac:spMk id="20" creationId="{2D3654E4-C691-0267-618B-B907009B5C9C}"/>
          </ac:spMkLst>
        </pc:spChg>
        <pc:cxnChg chg="del">
          <ac:chgData name="Haymond, Shannon" userId="5b01a877-9415-4a21-8eeb-d6d3c2be6b18" providerId="ADAL" clId="{FEA7804B-FD21-59C4-8BB3-74F1FB3AA68A}" dt="2025-09-21T12:01:07.998" v="16566"/>
          <ac:cxnSpMkLst>
            <pc:docMk/>
            <pc:sldMk cId="4097081872" sldId="662"/>
            <ac:cxnSpMk id="18" creationId="{A2CA9179-81A3-4DC3-13E2-8823EF97939F}"/>
          </ac:cxnSpMkLst>
        </pc:cxnChg>
        <pc:cxnChg chg="del">
          <ac:chgData name="Haymond, Shannon" userId="5b01a877-9415-4a21-8eeb-d6d3c2be6b18" providerId="ADAL" clId="{FEA7804B-FD21-59C4-8BB3-74F1FB3AA68A}" dt="2025-09-21T12:01:07.998" v="16566"/>
          <ac:cxnSpMkLst>
            <pc:docMk/>
            <pc:sldMk cId="4097081872" sldId="662"/>
            <ac:cxnSpMk id="22" creationId="{F6093241-0852-EA6C-1552-EF11D3B17E28}"/>
          </ac:cxnSpMkLst>
        </pc:cxnChg>
      </pc:sldChg>
      <pc:sldChg chg="addSp delSp add del setBg delDesignElem">
        <pc:chgData name="Haymond, Shannon" userId="5b01a877-9415-4a21-8eeb-d6d3c2be6b18" providerId="ADAL" clId="{FEA7804B-FD21-59C4-8BB3-74F1FB3AA68A}" dt="2025-09-21T12:03:12.630" v="16591"/>
        <pc:sldMkLst>
          <pc:docMk/>
          <pc:sldMk cId="1650443943" sldId="663"/>
        </pc:sldMkLst>
        <pc:spChg chg="add del">
          <ac:chgData name="Haymond, Shannon" userId="5b01a877-9415-4a21-8eeb-d6d3c2be6b18" providerId="ADAL" clId="{FEA7804B-FD21-59C4-8BB3-74F1FB3AA68A}" dt="2025-09-21T12:03:12.630" v="16591"/>
          <ac:spMkLst>
            <pc:docMk/>
            <pc:sldMk cId="1650443943" sldId="663"/>
            <ac:spMk id="20" creationId="{48E685F8-6765-AE6F-2203-F26FD534114B}"/>
          </ac:spMkLst>
        </pc:spChg>
        <pc:cxnChg chg="add del">
          <ac:chgData name="Haymond, Shannon" userId="5b01a877-9415-4a21-8eeb-d6d3c2be6b18" providerId="ADAL" clId="{FEA7804B-FD21-59C4-8BB3-74F1FB3AA68A}" dt="2025-09-21T12:03:12.630" v="16591"/>
          <ac:cxnSpMkLst>
            <pc:docMk/>
            <pc:sldMk cId="1650443943" sldId="663"/>
            <ac:cxnSpMk id="18" creationId="{4C9E8A28-837A-B709-5692-49FBD2C6919D}"/>
          </ac:cxnSpMkLst>
        </pc:cxnChg>
        <pc:cxnChg chg="add del">
          <ac:chgData name="Haymond, Shannon" userId="5b01a877-9415-4a21-8eeb-d6d3c2be6b18" providerId="ADAL" clId="{FEA7804B-FD21-59C4-8BB3-74F1FB3AA68A}" dt="2025-09-21T12:03:12.630" v="16591"/>
          <ac:cxnSpMkLst>
            <pc:docMk/>
            <pc:sldMk cId="1650443943" sldId="663"/>
            <ac:cxnSpMk id="22" creationId="{1E4FC2EA-13F3-C193-6E3B-6291269261B2}"/>
          </ac:cxnSpMkLst>
        </pc:cxnChg>
      </pc:sldChg>
      <pc:sldChg chg="modSp add del mod">
        <pc:chgData name="Haymond, Shannon" userId="5b01a877-9415-4a21-8eeb-d6d3c2be6b18" providerId="ADAL" clId="{FEA7804B-FD21-59C4-8BB3-74F1FB3AA68A}" dt="2025-09-21T12:23:36.488" v="17554" actId="2696"/>
        <pc:sldMkLst>
          <pc:docMk/>
          <pc:sldMk cId="3413885642" sldId="663"/>
        </pc:sldMkLst>
        <pc:spChg chg="mod">
          <ac:chgData name="Haymond, Shannon" userId="5b01a877-9415-4a21-8eeb-d6d3c2be6b18" providerId="ADAL" clId="{FEA7804B-FD21-59C4-8BB3-74F1FB3AA68A}" dt="2025-09-21T12:17:43.437" v="16953" actId="12"/>
          <ac:spMkLst>
            <pc:docMk/>
            <pc:sldMk cId="3413885642" sldId="663"/>
            <ac:spMk id="3" creationId="{A80A13DA-65EB-5D97-A731-D0E0412ED340}"/>
          </ac:spMkLst>
        </pc:spChg>
        <pc:spChg chg="mod">
          <ac:chgData name="Haymond, Shannon" userId="5b01a877-9415-4a21-8eeb-d6d3c2be6b18" providerId="ADAL" clId="{FEA7804B-FD21-59C4-8BB3-74F1FB3AA68A}" dt="2025-09-21T12:03:43.630" v="16634" actId="20577"/>
          <ac:spMkLst>
            <pc:docMk/>
            <pc:sldMk cId="3413885642" sldId="663"/>
            <ac:spMk id="4" creationId="{718409E1-ABD2-67C7-3926-48F70C5FE150}"/>
          </ac:spMkLst>
        </pc:spChg>
      </pc:sldChg>
      <pc:sldChg chg="addSp delSp add del setBg delDesignElem">
        <pc:chgData name="Haymond, Shannon" userId="5b01a877-9415-4a21-8eeb-d6d3c2be6b18" providerId="ADAL" clId="{FEA7804B-FD21-59C4-8BB3-74F1FB3AA68A}" dt="2025-09-21T12:18:03.592" v="16956"/>
        <pc:sldMkLst>
          <pc:docMk/>
          <pc:sldMk cId="1255841258" sldId="664"/>
        </pc:sldMkLst>
        <pc:spChg chg="add del">
          <ac:chgData name="Haymond, Shannon" userId="5b01a877-9415-4a21-8eeb-d6d3c2be6b18" providerId="ADAL" clId="{FEA7804B-FD21-59C4-8BB3-74F1FB3AA68A}" dt="2025-09-21T12:18:03.592" v="16956"/>
          <ac:spMkLst>
            <pc:docMk/>
            <pc:sldMk cId="1255841258" sldId="664"/>
            <ac:spMk id="20" creationId="{16E6C275-9AB2-10EB-DEDA-E64F8EB8E38B}"/>
          </ac:spMkLst>
        </pc:spChg>
        <pc:cxnChg chg="add del">
          <ac:chgData name="Haymond, Shannon" userId="5b01a877-9415-4a21-8eeb-d6d3c2be6b18" providerId="ADAL" clId="{FEA7804B-FD21-59C4-8BB3-74F1FB3AA68A}" dt="2025-09-21T12:18:03.592" v="16956"/>
          <ac:cxnSpMkLst>
            <pc:docMk/>
            <pc:sldMk cId="1255841258" sldId="664"/>
            <ac:cxnSpMk id="18" creationId="{D1A3A626-1DC7-484D-A649-B7D3408721F7}"/>
          </ac:cxnSpMkLst>
        </pc:cxnChg>
        <pc:cxnChg chg="add del">
          <ac:chgData name="Haymond, Shannon" userId="5b01a877-9415-4a21-8eeb-d6d3c2be6b18" providerId="ADAL" clId="{FEA7804B-FD21-59C4-8BB3-74F1FB3AA68A}" dt="2025-09-21T12:18:03.592" v="16956"/>
          <ac:cxnSpMkLst>
            <pc:docMk/>
            <pc:sldMk cId="1255841258" sldId="664"/>
            <ac:cxnSpMk id="22" creationId="{D92FDB76-E4E1-E5ED-0DDF-0631D122CB59}"/>
          </ac:cxnSpMkLst>
        </pc:cxnChg>
      </pc:sldChg>
      <pc:sldChg chg="addSp delSp modSp add mod">
        <pc:chgData name="Haymond, Shannon" userId="5b01a877-9415-4a21-8eeb-d6d3c2be6b18" providerId="ADAL" clId="{FEA7804B-FD21-59C4-8BB3-74F1FB3AA68A}" dt="2025-09-21T12:23:18.340" v="17553" actId="20577"/>
        <pc:sldMkLst>
          <pc:docMk/>
          <pc:sldMk cId="3689000146" sldId="664"/>
        </pc:sldMkLst>
        <pc:spChg chg="mod">
          <ac:chgData name="Haymond, Shannon" userId="5b01a877-9415-4a21-8eeb-d6d3c2be6b18" providerId="ADAL" clId="{FEA7804B-FD21-59C4-8BB3-74F1FB3AA68A}" dt="2025-09-21T12:23:18.340" v="17553" actId="20577"/>
          <ac:spMkLst>
            <pc:docMk/>
            <pc:sldMk cId="3689000146" sldId="664"/>
            <ac:spMk id="3" creationId="{EF9A841C-3D45-8A96-779A-A7FAB58CF45D}"/>
          </ac:spMkLst>
        </pc:spChg>
        <pc:spChg chg="mod">
          <ac:chgData name="Haymond, Shannon" userId="5b01a877-9415-4a21-8eeb-d6d3c2be6b18" providerId="ADAL" clId="{FEA7804B-FD21-59C4-8BB3-74F1FB3AA68A}" dt="2025-09-21T12:18:14.450" v="16994" actId="20577"/>
          <ac:spMkLst>
            <pc:docMk/>
            <pc:sldMk cId="3689000146" sldId="664"/>
            <ac:spMk id="4" creationId="{E7FB0F8B-3EF9-837B-62EE-580FD92A0EB3}"/>
          </ac:spMkLst>
        </pc:spChg>
        <pc:spChg chg="add del mod">
          <ac:chgData name="Haymond, Shannon" userId="5b01a877-9415-4a21-8eeb-d6d3c2be6b18" providerId="ADAL" clId="{FEA7804B-FD21-59C4-8BB3-74F1FB3AA68A}" dt="2025-09-21T12:21:59.620" v="17485" actId="478"/>
          <ac:spMkLst>
            <pc:docMk/>
            <pc:sldMk cId="3689000146" sldId="664"/>
            <ac:spMk id="5" creationId="{52205053-032D-9B82-F2C1-E0B02EDC8FB8}"/>
          </ac:spMkLst>
        </pc:spChg>
      </pc:sldChg>
    </pc:docChg>
  </pc:docChgLst>
  <pc:docChgLst>
    <pc:chgData name="Haymond, Shannon" userId="5b01a877-9415-4a21-8eeb-d6d3c2be6b18" providerId="ADAL" clId="{F79B80BA-912E-7C4D-84DE-BE40EBFB991A}"/>
    <pc:docChg chg="undo custSel addSld delSld modSld">
      <pc:chgData name="Haymond, Shannon" userId="5b01a877-9415-4a21-8eeb-d6d3c2be6b18" providerId="ADAL" clId="{F79B80BA-912E-7C4D-84DE-BE40EBFB991A}" dt="2025-08-20T19:15:58.789" v="53" actId="27636"/>
      <pc:docMkLst>
        <pc:docMk/>
      </pc:docMkLst>
      <pc:sldChg chg="modSp mod">
        <pc:chgData name="Haymond, Shannon" userId="5b01a877-9415-4a21-8eeb-d6d3c2be6b18" providerId="ADAL" clId="{F79B80BA-912E-7C4D-84DE-BE40EBFB991A}" dt="2025-08-20T18:48:54.299" v="13" actId="20577"/>
        <pc:sldMkLst>
          <pc:docMk/>
          <pc:sldMk cId="3180917206" sldId="256"/>
        </pc:sldMkLst>
      </pc:sldChg>
      <pc:sldChg chg="add">
        <pc:chgData name="Haymond, Shannon" userId="5b01a877-9415-4a21-8eeb-d6d3c2be6b18" providerId="ADAL" clId="{F79B80BA-912E-7C4D-84DE-BE40EBFB991A}" dt="2025-08-20T19:15:58.694" v="49"/>
        <pc:sldMkLst>
          <pc:docMk/>
          <pc:sldMk cId="0" sldId="259"/>
        </pc:sldMkLst>
      </pc:sldChg>
      <pc:sldChg chg="modSp add mod setBg">
        <pc:chgData name="Haymond, Shannon" userId="5b01a877-9415-4a21-8eeb-d6d3c2be6b18" providerId="ADAL" clId="{F79B80BA-912E-7C4D-84DE-BE40EBFB991A}" dt="2025-08-20T19:15:58.789" v="53" actId="27636"/>
        <pc:sldMkLst>
          <pc:docMk/>
          <pc:sldMk cId="0" sldId="260"/>
        </pc:sldMkLst>
      </pc:sldChg>
      <pc:sldChg chg="add setBg">
        <pc:chgData name="Haymond, Shannon" userId="5b01a877-9415-4a21-8eeb-d6d3c2be6b18" providerId="ADAL" clId="{F79B80BA-912E-7C4D-84DE-BE40EBFB991A}" dt="2025-08-20T19:15:58.694" v="49"/>
        <pc:sldMkLst>
          <pc:docMk/>
          <pc:sldMk cId="0" sldId="261"/>
        </pc:sldMkLst>
      </pc:sldChg>
      <pc:sldChg chg="add">
        <pc:chgData name="Haymond, Shannon" userId="5b01a877-9415-4a21-8eeb-d6d3c2be6b18" providerId="ADAL" clId="{F79B80BA-912E-7C4D-84DE-BE40EBFB991A}" dt="2025-08-20T19:15:58.694" v="49"/>
        <pc:sldMkLst>
          <pc:docMk/>
          <pc:sldMk cId="0" sldId="262"/>
        </pc:sldMkLst>
      </pc:sldChg>
      <pc:sldChg chg="add">
        <pc:chgData name="Haymond, Shannon" userId="5b01a877-9415-4a21-8eeb-d6d3c2be6b18" providerId="ADAL" clId="{F79B80BA-912E-7C4D-84DE-BE40EBFB991A}" dt="2025-08-20T19:15:58.694" v="49"/>
        <pc:sldMkLst>
          <pc:docMk/>
          <pc:sldMk cId="0" sldId="263"/>
        </pc:sldMkLst>
      </pc:sldChg>
      <pc:sldChg chg="add">
        <pc:chgData name="Haymond, Shannon" userId="5b01a877-9415-4a21-8eeb-d6d3c2be6b18" providerId="ADAL" clId="{F79B80BA-912E-7C4D-84DE-BE40EBFB991A}" dt="2025-08-20T19:15:58.694" v="49"/>
        <pc:sldMkLst>
          <pc:docMk/>
          <pc:sldMk cId="0" sldId="264"/>
        </pc:sldMkLst>
      </pc:sldChg>
      <pc:sldChg chg="add">
        <pc:chgData name="Haymond, Shannon" userId="5b01a877-9415-4a21-8eeb-d6d3c2be6b18" providerId="ADAL" clId="{F79B80BA-912E-7C4D-84DE-BE40EBFB991A}" dt="2025-08-20T19:15:58.694" v="49"/>
        <pc:sldMkLst>
          <pc:docMk/>
          <pc:sldMk cId="0" sldId="265"/>
        </pc:sldMkLst>
      </pc:sldChg>
      <pc:sldChg chg="add">
        <pc:chgData name="Haymond, Shannon" userId="5b01a877-9415-4a21-8eeb-d6d3c2be6b18" providerId="ADAL" clId="{F79B80BA-912E-7C4D-84DE-BE40EBFB991A}" dt="2025-08-20T19:15:58.694" v="49"/>
        <pc:sldMkLst>
          <pc:docMk/>
          <pc:sldMk cId="0" sldId="266"/>
        </pc:sldMkLst>
      </pc:sldChg>
      <pc:sldChg chg="add">
        <pc:chgData name="Haymond, Shannon" userId="5b01a877-9415-4a21-8eeb-d6d3c2be6b18" providerId="ADAL" clId="{F79B80BA-912E-7C4D-84DE-BE40EBFB991A}" dt="2025-08-20T19:15:58.694" v="49"/>
        <pc:sldMkLst>
          <pc:docMk/>
          <pc:sldMk cId="0" sldId="267"/>
        </pc:sldMkLst>
      </pc:sldChg>
      <pc:sldChg chg="add">
        <pc:chgData name="Haymond, Shannon" userId="5b01a877-9415-4a21-8eeb-d6d3c2be6b18" providerId="ADAL" clId="{F79B80BA-912E-7C4D-84DE-BE40EBFB991A}" dt="2025-08-20T19:15:58.694" v="49"/>
        <pc:sldMkLst>
          <pc:docMk/>
          <pc:sldMk cId="0" sldId="268"/>
        </pc:sldMkLst>
      </pc:sldChg>
      <pc:sldChg chg="modSp add mod">
        <pc:chgData name="Haymond, Shannon" userId="5b01a877-9415-4a21-8eeb-d6d3c2be6b18" providerId="ADAL" clId="{F79B80BA-912E-7C4D-84DE-BE40EBFB991A}" dt="2025-08-20T19:15:58.776" v="50" actId="27636"/>
        <pc:sldMkLst>
          <pc:docMk/>
          <pc:sldMk cId="0" sldId="269"/>
        </pc:sldMkLst>
      </pc:sldChg>
      <pc:sldChg chg="add">
        <pc:chgData name="Haymond, Shannon" userId="5b01a877-9415-4a21-8eeb-d6d3c2be6b18" providerId="ADAL" clId="{F79B80BA-912E-7C4D-84DE-BE40EBFB991A}" dt="2025-08-20T19:15:58.694" v="49"/>
        <pc:sldMkLst>
          <pc:docMk/>
          <pc:sldMk cId="0" sldId="270"/>
        </pc:sldMkLst>
      </pc:sldChg>
      <pc:sldChg chg="add">
        <pc:chgData name="Haymond, Shannon" userId="5b01a877-9415-4a21-8eeb-d6d3c2be6b18" providerId="ADAL" clId="{F79B80BA-912E-7C4D-84DE-BE40EBFB991A}" dt="2025-08-20T19:15:58.694" v="49"/>
        <pc:sldMkLst>
          <pc:docMk/>
          <pc:sldMk cId="0" sldId="271"/>
        </pc:sldMkLst>
      </pc:sldChg>
      <pc:sldChg chg="add">
        <pc:chgData name="Haymond, Shannon" userId="5b01a877-9415-4a21-8eeb-d6d3c2be6b18" providerId="ADAL" clId="{F79B80BA-912E-7C4D-84DE-BE40EBFB991A}" dt="2025-08-20T19:15:58.694" v="49"/>
        <pc:sldMkLst>
          <pc:docMk/>
          <pc:sldMk cId="0" sldId="272"/>
        </pc:sldMkLst>
      </pc:sldChg>
      <pc:sldChg chg="add">
        <pc:chgData name="Haymond, Shannon" userId="5b01a877-9415-4a21-8eeb-d6d3c2be6b18" providerId="ADAL" clId="{F79B80BA-912E-7C4D-84DE-BE40EBFB991A}" dt="2025-08-20T19:15:58.694" v="49"/>
        <pc:sldMkLst>
          <pc:docMk/>
          <pc:sldMk cId="0" sldId="273"/>
        </pc:sldMkLst>
      </pc:sldChg>
      <pc:sldChg chg="add">
        <pc:chgData name="Haymond, Shannon" userId="5b01a877-9415-4a21-8eeb-d6d3c2be6b18" providerId="ADAL" clId="{F79B80BA-912E-7C4D-84DE-BE40EBFB991A}" dt="2025-08-20T19:15:58.694" v="49"/>
        <pc:sldMkLst>
          <pc:docMk/>
          <pc:sldMk cId="0" sldId="274"/>
        </pc:sldMkLst>
      </pc:sldChg>
      <pc:sldChg chg="add">
        <pc:chgData name="Haymond, Shannon" userId="5b01a877-9415-4a21-8eeb-d6d3c2be6b18" providerId="ADAL" clId="{F79B80BA-912E-7C4D-84DE-BE40EBFB991A}" dt="2025-08-20T19:15:58.694" v="49"/>
        <pc:sldMkLst>
          <pc:docMk/>
          <pc:sldMk cId="0" sldId="275"/>
        </pc:sldMkLst>
      </pc:sldChg>
      <pc:sldChg chg="modSp add mod">
        <pc:chgData name="Haymond, Shannon" userId="5b01a877-9415-4a21-8eeb-d6d3c2be6b18" providerId="ADAL" clId="{F79B80BA-912E-7C4D-84DE-BE40EBFB991A}" dt="2025-08-20T19:15:58.781" v="51" actId="27636"/>
        <pc:sldMkLst>
          <pc:docMk/>
          <pc:sldMk cId="0" sldId="276"/>
        </pc:sldMkLst>
      </pc:sldChg>
      <pc:sldChg chg="add">
        <pc:chgData name="Haymond, Shannon" userId="5b01a877-9415-4a21-8eeb-d6d3c2be6b18" providerId="ADAL" clId="{F79B80BA-912E-7C4D-84DE-BE40EBFB991A}" dt="2025-08-20T19:15:58.694" v="49"/>
        <pc:sldMkLst>
          <pc:docMk/>
          <pc:sldMk cId="0" sldId="277"/>
        </pc:sldMkLst>
      </pc:sldChg>
      <pc:sldChg chg="modSp add mod">
        <pc:chgData name="Haymond, Shannon" userId="5b01a877-9415-4a21-8eeb-d6d3c2be6b18" providerId="ADAL" clId="{F79B80BA-912E-7C4D-84DE-BE40EBFB991A}" dt="2025-08-20T19:15:58.783" v="52" actId="27636"/>
        <pc:sldMkLst>
          <pc:docMk/>
          <pc:sldMk cId="0" sldId="278"/>
        </pc:sldMkLst>
      </pc:sldChg>
      <pc:sldChg chg="add">
        <pc:chgData name="Haymond, Shannon" userId="5b01a877-9415-4a21-8eeb-d6d3c2be6b18" providerId="ADAL" clId="{F79B80BA-912E-7C4D-84DE-BE40EBFB991A}" dt="2025-08-20T19:15:58.694" v="49"/>
        <pc:sldMkLst>
          <pc:docMk/>
          <pc:sldMk cId="0" sldId="279"/>
        </pc:sldMkLst>
      </pc:sldChg>
      <pc:sldChg chg="add">
        <pc:chgData name="Haymond, Shannon" userId="5b01a877-9415-4a21-8eeb-d6d3c2be6b18" providerId="ADAL" clId="{F79B80BA-912E-7C4D-84DE-BE40EBFB991A}" dt="2025-08-20T19:15:58.694" v="49"/>
        <pc:sldMkLst>
          <pc:docMk/>
          <pc:sldMk cId="0" sldId="280"/>
        </pc:sldMkLst>
      </pc:sldChg>
      <pc:sldChg chg="add">
        <pc:chgData name="Haymond, Shannon" userId="5b01a877-9415-4a21-8eeb-d6d3c2be6b18" providerId="ADAL" clId="{F79B80BA-912E-7C4D-84DE-BE40EBFB991A}" dt="2025-08-20T19:15:58.694" v="49"/>
        <pc:sldMkLst>
          <pc:docMk/>
          <pc:sldMk cId="0" sldId="281"/>
        </pc:sldMkLst>
      </pc:sldChg>
      <pc:sldChg chg="add">
        <pc:chgData name="Haymond, Shannon" userId="5b01a877-9415-4a21-8eeb-d6d3c2be6b18" providerId="ADAL" clId="{F79B80BA-912E-7C4D-84DE-BE40EBFB991A}" dt="2025-08-20T19:15:58.694" v="49"/>
        <pc:sldMkLst>
          <pc:docMk/>
          <pc:sldMk cId="0" sldId="282"/>
        </pc:sldMkLst>
      </pc:sldChg>
      <pc:sldChg chg="add">
        <pc:chgData name="Haymond, Shannon" userId="5b01a877-9415-4a21-8eeb-d6d3c2be6b18" providerId="ADAL" clId="{F79B80BA-912E-7C4D-84DE-BE40EBFB991A}" dt="2025-08-20T19:15:58.694" v="49"/>
        <pc:sldMkLst>
          <pc:docMk/>
          <pc:sldMk cId="0" sldId="283"/>
        </pc:sldMkLst>
      </pc:sldChg>
      <pc:sldChg chg="add">
        <pc:chgData name="Haymond, Shannon" userId="5b01a877-9415-4a21-8eeb-d6d3c2be6b18" providerId="ADAL" clId="{F79B80BA-912E-7C4D-84DE-BE40EBFB991A}" dt="2025-08-20T19:15:58.694" v="49"/>
        <pc:sldMkLst>
          <pc:docMk/>
          <pc:sldMk cId="0" sldId="284"/>
        </pc:sldMkLst>
      </pc:sldChg>
      <pc:sldChg chg="modSp del mod modNotesTx">
        <pc:chgData name="Haymond, Shannon" userId="5b01a877-9415-4a21-8eeb-d6d3c2be6b18" providerId="ADAL" clId="{F79B80BA-912E-7C4D-84DE-BE40EBFB991A}" dt="2025-08-20T18:54:04.091" v="47" actId="2696"/>
        <pc:sldMkLst>
          <pc:docMk/>
          <pc:sldMk cId="896677281" sldId="579"/>
        </pc:sldMkLst>
      </pc:sldChg>
      <pc:sldChg chg="modSp add mod">
        <pc:chgData name="Haymond, Shannon" userId="5b01a877-9415-4a21-8eeb-d6d3c2be6b18" providerId="ADAL" clId="{F79B80BA-912E-7C4D-84DE-BE40EBFB991A}" dt="2025-08-20T18:53:59.672" v="46" actId="404"/>
        <pc:sldMkLst>
          <pc:docMk/>
          <pc:sldMk cId="1377360014" sldId="580"/>
        </pc:sldMkLst>
      </pc:sldChg>
      <pc:sldChg chg="add">
        <pc:chgData name="Haymond, Shannon" userId="5b01a877-9415-4a21-8eeb-d6d3c2be6b18" providerId="ADAL" clId="{F79B80BA-912E-7C4D-84DE-BE40EBFB991A}" dt="2025-08-20T18:54:07.591" v="48"/>
        <pc:sldMkLst>
          <pc:docMk/>
          <pc:sldMk cId="2889433385" sldId="581"/>
        </pc:sldMkLst>
      </pc:sldChg>
      <pc:sldChg chg="modSp del mod modNotesTx">
        <pc:chgData name="Haymond, Shannon" userId="5b01a877-9415-4a21-8eeb-d6d3c2be6b18" providerId="ADAL" clId="{F79B80BA-912E-7C4D-84DE-BE40EBFB991A}" dt="2025-08-20T18:51:10.432" v="26" actId="2696"/>
        <pc:sldMkLst>
          <pc:docMk/>
          <pc:sldMk cId="3727985344" sldId="640"/>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79570B4-670B-42C9-BF91-46C153C563E6}" type="doc">
      <dgm:prSet loTypeId="urn:microsoft.com/office/officeart/2016/7/layout/LinearBlockProcessNumbered" loCatId="process" qsTypeId="urn:microsoft.com/office/officeart/2005/8/quickstyle/simple1" qsCatId="simple" csTypeId="urn:microsoft.com/office/officeart/2005/8/colors/colorful2" csCatId="colorful" phldr="1"/>
      <dgm:spPr/>
      <dgm:t>
        <a:bodyPr/>
        <a:lstStyle/>
        <a:p>
          <a:endParaRPr lang="en-US"/>
        </a:p>
      </dgm:t>
    </dgm:pt>
    <dgm:pt modelId="{5E3528A0-B309-4B59-A4EA-EA7B6F3CE18F}">
      <dgm:prSet/>
      <dgm:spPr/>
      <dgm:t>
        <a:bodyPr/>
        <a:lstStyle/>
        <a:p>
          <a:r>
            <a:rPr lang="en-US" b="1" baseline="0" dirty="0"/>
            <a:t>Match visual to purpose &amp; data type</a:t>
          </a:r>
          <a:endParaRPr lang="en-US" dirty="0"/>
        </a:p>
      </dgm:t>
    </dgm:pt>
    <dgm:pt modelId="{8B4712FB-C0A1-44BB-9C34-2CDDCA580763}" type="parTrans" cxnId="{BC4E2CE0-EB4E-4DDA-806D-17211305B5CA}">
      <dgm:prSet/>
      <dgm:spPr/>
      <dgm:t>
        <a:bodyPr/>
        <a:lstStyle/>
        <a:p>
          <a:endParaRPr lang="en-US"/>
        </a:p>
      </dgm:t>
    </dgm:pt>
    <dgm:pt modelId="{6BBCB496-AA82-47F4-97EB-3D7E2C081066}" type="sibTrans" cxnId="{BC4E2CE0-EB4E-4DDA-806D-17211305B5CA}">
      <dgm:prSet phldrT="01" phldr="0"/>
      <dgm:spPr/>
      <dgm:t>
        <a:bodyPr/>
        <a:lstStyle/>
        <a:p>
          <a:r>
            <a:rPr lang="en-US"/>
            <a:t>01</a:t>
          </a:r>
          <a:endParaRPr lang="en-US" dirty="0"/>
        </a:p>
      </dgm:t>
    </dgm:pt>
    <dgm:pt modelId="{5747CD0B-C499-4FA8-A1B3-73536D484281}">
      <dgm:prSet/>
      <dgm:spPr/>
      <dgm:t>
        <a:bodyPr/>
        <a:lstStyle/>
        <a:p>
          <a:r>
            <a:rPr lang="en-US" b="1" baseline="0" dirty="0"/>
            <a:t>Make comparisons effortless</a:t>
          </a:r>
          <a:endParaRPr lang="en-US" dirty="0"/>
        </a:p>
      </dgm:t>
    </dgm:pt>
    <dgm:pt modelId="{F02C2AE8-5BE4-4A9B-BA0C-2EAF2AC4CBD7}" type="parTrans" cxnId="{D98853CA-5FA3-4944-9BD2-1F9DB167DA47}">
      <dgm:prSet/>
      <dgm:spPr/>
      <dgm:t>
        <a:bodyPr/>
        <a:lstStyle/>
        <a:p>
          <a:endParaRPr lang="en-US"/>
        </a:p>
      </dgm:t>
    </dgm:pt>
    <dgm:pt modelId="{BF81BEB4-FAF5-43A7-9165-BD9A9348385E}" type="sibTrans" cxnId="{D98853CA-5FA3-4944-9BD2-1F9DB167DA47}">
      <dgm:prSet phldrT="02" phldr="0"/>
      <dgm:spPr/>
      <dgm:t>
        <a:bodyPr/>
        <a:lstStyle/>
        <a:p>
          <a:r>
            <a:rPr lang="en-US"/>
            <a:t>02</a:t>
          </a:r>
          <a:endParaRPr lang="en-US" dirty="0"/>
        </a:p>
      </dgm:t>
    </dgm:pt>
    <dgm:pt modelId="{629D0AB6-EA6C-46FB-8E97-D882A75D1B3A}">
      <dgm:prSet/>
      <dgm:spPr/>
      <dgm:t>
        <a:bodyPr/>
        <a:lstStyle/>
        <a:p>
          <a:r>
            <a:rPr lang="en-US" b="1" baseline="0" dirty="0"/>
            <a:t>Use effective visual encodings</a:t>
          </a:r>
          <a:endParaRPr lang="en-US" dirty="0"/>
        </a:p>
      </dgm:t>
    </dgm:pt>
    <dgm:pt modelId="{06A4ABDC-7D12-453E-AE39-7AFDD4F443CD}" type="parTrans" cxnId="{68F9DA97-3926-4C92-B2B7-2187113D0BBC}">
      <dgm:prSet/>
      <dgm:spPr/>
      <dgm:t>
        <a:bodyPr/>
        <a:lstStyle/>
        <a:p>
          <a:endParaRPr lang="en-US"/>
        </a:p>
      </dgm:t>
    </dgm:pt>
    <dgm:pt modelId="{CBF7A17A-8B5B-4217-A302-E472D582459D}" type="sibTrans" cxnId="{68F9DA97-3926-4C92-B2B7-2187113D0BBC}">
      <dgm:prSet phldrT="03" phldr="0"/>
      <dgm:spPr/>
      <dgm:t>
        <a:bodyPr/>
        <a:lstStyle/>
        <a:p>
          <a:r>
            <a:rPr lang="en-US" dirty="0"/>
            <a:t>03</a:t>
          </a:r>
        </a:p>
      </dgm:t>
    </dgm:pt>
    <dgm:pt modelId="{8209B384-235B-47F9-8BA5-8E42CAD3B100}">
      <dgm:prSet/>
      <dgm:spPr/>
      <dgm:t>
        <a:bodyPr/>
        <a:lstStyle/>
        <a:p>
          <a:r>
            <a:rPr lang="en-US" b="1" baseline="0" dirty="0"/>
            <a:t>Design for readability &amp; accessibility</a:t>
          </a:r>
          <a:br>
            <a:rPr lang="en-US" baseline="0" dirty="0"/>
          </a:br>
          <a:endParaRPr lang="en-US" dirty="0"/>
        </a:p>
      </dgm:t>
    </dgm:pt>
    <dgm:pt modelId="{024DCA4C-740A-4C56-B457-507C462EC332}" type="sibTrans" cxnId="{F7B837F0-FF18-4CFB-A573-25BFE43069E6}">
      <dgm:prSet phldrT="04" phldr="0"/>
      <dgm:spPr/>
      <dgm:t>
        <a:bodyPr/>
        <a:lstStyle/>
        <a:p>
          <a:r>
            <a:rPr lang="en-US"/>
            <a:t>04</a:t>
          </a:r>
          <a:endParaRPr lang="en-US" dirty="0"/>
        </a:p>
      </dgm:t>
    </dgm:pt>
    <dgm:pt modelId="{C2AE047E-A7F8-431E-AA47-D57FD54650C6}" type="parTrans" cxnId="{F7B837F0-FF18-4CFB-A573-25BFE43069E6}">
      <dgm:prSet/>
      <dgm:spPr/>
      <dgm:t>
        <a:bodyPr/>
        <a:lstStyle/>
        <a:p>
          <a:endParaRPr lang="en-US"/>
        </a:p>
      </dgm:t>
    </dgm:pt>
    <dgm:pt modelId="{A1B01282-6C5F-D54F-8A37-842DE7124E6F}" type="pres">
      <dgm:prSet presAssocID="{D79570B4-670B-42C9-BF91-46C153C563E6}" presName="Name0" presStyleCnt="0">
        <dgm:presLayoutVars>
          <dgm:animLvl val="lvl"/>
          <dgm:resizeHandles val="exact"/>
        </dgm:presLayoutVars>
      </dgm:prSet>
      <dgm:spPr/>
    </dgm:pt>
    <dgm:pt modelId="{4EA46E5E-F962-D64F-8456-3E2A0ABA85BD}" type="pres">
      <dgm:prSet presAssocID="{5E3528A0-B309-4B59-A4EA-EA7B6F3CE18F}" presName="compositeNode" presStyleCnt="0">
        <dgm:presLayoutVars>
          <dgm:bulletEnabled val="1"/>
        </dgm:presLayoutVars>
      </dgm:prSet>
      <dgm:spPr/>
    </dgm:pt>
    <dgm:pt modelId="{D79C4E89-C40F-0848-8C46-678473DEC50A}" type="pres">
      <dgm:prSet presAssocID="{5E3528A0-B309-4B59-A4EA-EA7B6F3CE18F}" presName="bgRect" presStyleLbl="alignNode1" presStyleIdx="0" presStyleCnt="4"/>
      <dgm:spPr/>
    </dgm:pt>
    <dgm:pt modelId="{A9FDF445-B884-C14D-A823-65FDFB1EEA77}" type="pres">
      <dgm:prSet presAssocID="{6BBCB496-AA82-47F4-97EB-3D7E2C081066}" presName="sibTransNodeRect" presStyleLbl="alignNode1" presStyleIdx="0" presStyleCnt="4">
        <dgm:presLayoutVars>
          <dgm:chMax val="0"/>
          <dgm:bulletEnabled val="1"/>
        </dgm:presLayoutVars>
      </dgm:prSet>
      <dgm:spPr/>
    </dgm:pt>
    <dgm:pt modelId="{AECD05AC-5133-FA44-B5CF-E560FC471E6A}" type="pres">
      <dgm:prSet presAssocID="{5E3528A0-B309-4B59-A4EA-EA7B6F3CE18F}" presName="nodeRect" presStyleLbl="alignNode1" presStyleIdx="0" presStyleCnt="4">
        <dgm:presLayoutVars>
          <dgm:bulletEnabled val="1"/>
        </dgm:presLayoutVars>
      </dgm:prSet>
      <dgm:spPr/>
    </dgm:pt>
    <dgm:pt modelId="{EE3106F5-AD4E-794D-94EB-E191C2790281}" type="pres">
      <dgm:prSet presAssocID="{6BBCB496-AA82-47F4-97EB-3D7E2C081066}" presName="sibTrans" presStyleCnt="0"/>
      <dgm:spPr/>
    </dgm:pt>
    <dgm:pt modelId="{FF433C1D-EAE6-3949-8A51-14A6E989A2BD}" type="pres">
      <dgm:prSet presAssocID="{5747CD0B-C499-4FA8-A1B3-73536D484281}" presName="compositeNode" presStyleCnt="0">
        <dgm:presLayoutVars>
          <dgm:bulletEnabled val="1"/>
        </dgm:presLayoutVars>
      </dgm:prSet>
      <dgm:spPr/>
    </dgm:pt>
    <dgm:pt modelId="{6C921614-D9EF-0B4D-A20C-1314A317C0E5}" type="pres">
      <dgm:prSet presAssocID="{5747CD0B-C499-4FA8-A1B3-73536D484281}" presName="bgRect" presStyleLbl="alignNode1" presStyleIdx="1" presStyleCnt="4"/>
      <dgm:spPr/>
    </dgm:pt>
    <dgm:pt modelId="{52D91C4D-1B4F-734E-839C-E1CBEDA71742}" type="pres">
      <dgm:prSet presAssocID="{BF81BEB4-FAF5-43A7-9165-BD9A9348385E}" presName="sibTransNodeRect" presStyleLbl="alignNode1" presStyleIdx="1" presStyleCnt="4">
        <dgm:presLayoutVars>
          <dgm:chMax val="0"/>
          <dgm:bulletEnabled val="1"/>
        </dgm:presLayoutVars>
      </dgm:prSet>
      <dgm:spPr/>
    </dgm:pt>
    <dgm:pt modelId="{7418169E-1761-D549-BD3F-FFB4F75C253A}" type="pres">
      <dgm:prSet presAssocID="{5747CD0B-C499-4FA8-A1B3-73536D484281}" presName="nodeRect" presStyleLbl="alignNode1" presStyleIdx="1" presStyleCnt="4">
        <dgm:presLayoutVars>
          <dgm:bulletEnabled val="1"/>
        </dgm:presLayoutVars>
      </dgm:prSet>
      <dgm:spPr/>
    </dgm:pt>
    <dgm:pt modelId="{6B03BD0A-7FA7-844A-BD99-B7BE3C934676}" type="pres">
      <dgm:prSet presAssocID="{BF81BEB4-FAF5-43A7-9165-BD9A9348385E}" presName="sibTrans" presStyleCnt="0"/>
      <dgm:spPr/>
    </dgm:pt>
    <dgm:pt modelId="{5DA91468-416E-E445-AE9E-657BFF93E792}" type="pres">
      <dgm:prSet presAssocID="{629D0AB6-EA6C-46FB-8E97-D882A75D1B3A}" presName="compositeNode" presStyleCnt="0">
        <dgm:presLayoutVars>
          <dgm:bulletEnabled val="1"/>
        </dgm:presLayoutVars>
      </dgm:prSet>
      <dgm:spPr/>
    </dgm:pt>
    <dgm:pt modelId="{E22D8C13-0648-F742-957D-70008D06CCB1}" type="pres">
      <dgm:prSet presAssocID="{629D0AB6-EA6C-46FB-8E97-D882A75D1B3A}" presName="bgRect" presStyleLbl="alignNode1" presStyleIdx="2" presStyleCnt="4"/>
      <dgm:spPr/>
    </dgm:pt>
    <dgm:pt modelId="{5AE1F9E6-F08C-AC4A-BA81-B5081C764F4F}" type="pres">
      <dgm:prSet presAssocID="{CBF7A17A-8B5B-4217-A302-E472D582459D}" presName="sibTransNodeRect" presStyleLbl="alignNode1" presStyleIdx="2" presStyleCnt="4">
        <dgm:presLayoutVars>
          <dgm:chMax val="0"/>
          <dgm:bulletEnabled val="1"/>
        </dgm:presLayoutVars>
      </dgm:prSet>
      <dgm:spPr/>
    </dgm:pt>
    <dgm:pt modelId="{63A99BE1-C70A-7C43-9B47-A2B65A257D49}" type="pres">
      <dgm:prSet presAssocID="{629D0AB6-EA6C-46FB-8E97-D882A75D1B3A}" presName="nodeRect" presStyleLbl="alignNode1" presStyleIdx="2" presStyleCnt="4">
        <dgm:presLayoutVars>
          <dgm:bulletEnabled val="1"/>
        </dgm:presLayoutVars>
      </dgm:prSet>
      <dgm:spPr/>
    </dgm:pt>
    <dgm:pt modelId="{9FE4CDAF-0A25-3442-AE95-C5BBEB11A660}" type="pres">
      <dgm:prSet presAssocID="{CBF7A17A-8B5B-4217-A302-E472D582459D}" presName="sibTrans" presStyleCnt="0"/>
      <dgm:spPr/>
    </dgm:pt>
    <dgm:pt modelId="{93B16F2B-BEC9-5B41-9731-15C7EF3FD899}" type="pres">
      <dgm:prSet presAssocID="{8209B384-235B-47F9-8BA5-8E42CAD3B100}" presName="compositeNode" presStyleCnt="0">
        <dgm:presLayoutVars>
          <dgm:bulletEnabled val="1"/>
        </dgm:presLayoutVars>
      </dgm:prSet>
      <dgm:spPr/>
    </dgm:pt>
    <dgm:pt modelId="{772BA08D-630F-714A-8F18-26A4FF91B768}" type="pres">
      <dgm:prSet presAssocID="{8209B384-235B-47F9-8BA5-8E42CAD3B100}" presName="bgRect" presStyleLbl="alignNode1" presStyleIdx="3" presStyleCnt="4"/>
      <dgm:spPr/>
    </dgm:pt>
    <dgm:pt modelId="{9091DA31-5D66-A244-9AD0-638DA3954598}" type="pres">
      <dgm:prSet presAssocID="{024DCA4C-740A-4C56-B457-507C462EC332}" presName="sibTransNodeRect" presStyleLbl="alignNode1" presStyleIdx="3" presStyleCnt="4">
        <dgm:presLayoutVars>
          <dgm:chMax val="0"/>
          <dgm:bulletEnabled val="1"/>
        </dgm:presLayoutVars>
      </dgm:prSet>
      <dgm:spPr/>
    </dgm:pt>
    <dgm:pt modelId="{32618CCF-1E4B-8842-B584-70354685AF78}" type="pres">
      <dgm:prSet presAssocID="{8209B384-235B-47F9-8BA5-8E42CAD3B100}" presName="nodeRect" presStyleLbl="alignNode1" presStyleIdx="3" presStyleCnt="4">
        <dgm:presLayoutVars>
          <dgm:bulletEnabled val="1"/>
        </dgm:presLayoutVars>
      </dgm:prSet>
      <dgm:spPr/>
    </dgm:pt>
  </dgm:ptLst>
  <dgm:cxnLst>
    <dgm:cxn modelId="{1980FE11-2F93-BC41-BB9A-C1473187644A}" type="presOf" srcId="{629D0AB6-EA6C-46FB-8E97-D882A75D1B3A}" destId="{E22D8C13-0648-F742-957D-70008D06CCB1}" srcOrd="0" destOrd="0" presId="urn:microsoft.com/office/officeart/2016/7/layout/LinearBlockProcessNumbered"/>
    <dgm:cxn modelId="{BCD29616-04D9-3E4E-BFF1-574F359A7801}" type="presOf" srcId="{5747CD0B-C499-4FA8-A1B3-73536D484281}" destId="{7418169E-1761-D549-BD3F-FFB4F75C253A}" srcOrd="1" destOrd="0" presId="urn:microsoft.com/office/officeart/2016/7/layout/LinearBlockProcessNumbered"/>
    <dgm:cxn modelId="{438E7A22-CA29-4D4C-9CFE-DE3E6EDDA231}" type="presOf" srcId="{BF81BEB4-FAF5-43A7-9165-BD9A9348385E}" destId="{52D91C4D-1B4F-734E-839C-E1CBEDA71742}" srcOrd="0" destOrd="0" presId="urn:microsoft.com/office/officeart/2016/7/layout/LinearBlockProcessNumbered"/>
    <dgm:cxn modelId="{0F501C2B-78F3-0543-9B2C-981CCD6ED931}" type="presOf" srcId="{D79570B4-670B-42C9-BF91-46C153C563E6}" destId="{A1B01282-6C5F-D54F-8A37-842DE7124E6F}" srcOrd="0" destOrd="0" presId="urn:microsoft.com/office/officeart/2016/7/layout/LinearBlockProcessNumbered"/>
    <dgm:cxn modelId="{0089033A-33E8-3B47-99CC-612399F767E5}" type="presOf" srcId="{5E3528A0-B309-4B59-A4EA-EA7B6F3CE18F}" destId="{AECD05AC-5133-FA44-B5CF-E560FC471E6A}" srcOrd="1" destOrd="0" presId="urn:microsoft.com/office/officeart/2016/7/layout/LinearBlockProcessNumbered"/>
    <dgm:cxn modelId="{1D28593C-4D86-5E48-B3CD-E6CBA0CC7D72}" type="presOf" srcId="{8209B384-235B-47F9-8BA5-8E42CAD3B100}" destId="{772BA08D-630F-714A-8F18-26A4FF91B768}" srcOrd="0" destOrd="0" presId="urn:microsoft.com/office/officeart/2016/7/layout/LinearBlockProcessNumbered"/>
    <dgm:cxn modelId="{9B6BCD59-19BB-1542-910A-4285DD0C862A}" type="presOf" srcId="{CBF7A17A-8B5B-4217-A302-E472D582459D}" destId="{5AE1F9E6-F08C-AC4A-BA81-B5081C764F4F}" srcOrd="0" destOrd="0" presId="urn:microsoft.com/office/officeart/2016/7/layout/LinearBlockProcessNumbered"/>
    <dgm:cxn modelId="{12866363-2F2B-0E45-BDF5-3983BE5D6123}" type="presOf" srcId="{5747CD0B-C499-4FA8-A1B3-73536D484281}" destId="{6C921614-D9EF-0B4D-A20C-1314A317C0E5}" srcOrd="0" destOrd="0" presId="urn:microsoft.com/office/officeart/2016/7/layout/LinearBlockProcessNumbered"/>
    <dgm:cxn modelId="{1E92A665-6F8C-914C-8220-2F88C1F584A6}" type="presOf" srcId="{024DCA4C-740A-4C56-B457-507C462EC332}" destId="{9091DA31-5D66-A244-9AD0-638DA3954598}" srcOrd="0" destOrd="0" presId="urn:microsoft.com/office/officeart/2016/7/layout/LinearBlockProcessNumbered"/>
    <dgm:cxn modelId="{08E8EC92-02D8-E248-B6B5-D1B844400B3B}" type="presOf" srcId="{629D0AB6-EA6C-46FB-8E97-D882A75D1B3A}" destId="{63A99BE1-C70A-7C43-9B47-A2B65A257D49}" srcOrd="1" destOrd="0" presId="urn:microsoft.com/office/officeart/2016/7/layout/LinearBlockProcessNumbered"/>
    <dgm:cxn modelId="{68F9DA97-3926-4C92-B2B7-2187113D0BBC}" srcId="{D79570B4-670B-42C9-BF91-46C153C563E6}" destId="{629D0AB6-EA6C-46FB-8E97-D882A75D1B3A}" srcOrd="2" destOrd="0" parTransId="{06A4ABDC-7D12-453E-AE39-7AFDD4F443CD}" sibTransId="{CBF7A17A-8B5B-4217-A302-E472D582459D}"/>
    <dgm:cxn modelId="{908849BF-22CB-D44E-8DE7-B44E22AD9230}" type="presOf" srcId="{8209B384-235B-47F9-8BA5-8E42CAD3B100}" destId="{32618CCF-1E4B-8842-B584-70354685AF78}" srcOrd="1" destOrd="0" presId="urn:microsoft.com/office/officeart/2016/7/layout/LinearBlockProcessNumbered"/>
    <dgm:cxn modelId="{D98853CA-5FA3-4944-9BD2-1F9DB167DA47}" srcId="{D79570B4-670B-42C9-BF91-46C153C563E6}" destId="{5747CD0B-C499-4FA8-A1B3-73536D484281}" srcOrd="1" destOrd="0" parTransId="{F02C2AE8-5BE4-4A9B-BA0C-2EAF2AC4CBD7}" sibTransId="{BF81BEB4-FAF5-43A7-9165-BD9A9348385E}"/>
    <dgm:cxn modelId="{5C2627D2-BE81-6145-8DF0-8FCD55159B60}" type="presOf" srcId="{5E3528A0-B309-4B59-A4EA-EA7B6F3CE18F}" destId="{D79C4E89-C40F-0848-8C46-678473DEC50A}" srcOrd="0" destOrd="0" presId="urn:microsoft.com/office/officeart/2016/7/layout/LinearBlockProcessNumbered"/>
    <dgm:cxn modelId="{BC4E2CE0-EB4E-4DDA-806D-17211305B5CA}" srcId="{D79570B4-670B-42C9-BF91-46C153C563E6}" destId="{5E3528A0-B309-4B59-A4EA-EA7B6F3CE18F}" srcOrd="0" destOrd="0" parTransId="{8B4712FB-C0A1-44BB-9C34-2CDDCA580763}" sibTransId="{6BBCB496-AA82-47F4-97EB-3D7E2C081066}"/>
    <dgm:cxn modelId="{19CCBFE3-4BD4-854A-B8D9-D6F65204CED5}" type="presOf" srcId="{6BBCB496-AA82-47F4-97EB-3D7E2C081066}" destId="{A9FDF445-B884-C14D-A823-65FDFB1EEA77}" srcOrd="0" destOrd="0" presId="urn:microsoft.com/office/officeart/2016/7/layout/LinearBlockProcessNumbered"/>
    <dgm:cxn modelId="{F7B837F0-FF18-4CFB-A573-25BFE43069E6}" srcId="{D79570B4-670B-42C9-BF91-46C153C563E6}" destId="{8209B384-235B-47F9-8BA5-8E42CAD3B100}" srcOrd="3" destOrd="0" parTransId="{C2AE047E-A7F8-431E-AA47-D57FD54650C6}" sibTransId="{024DCA4C-740A-4C56-B457-507C462EC332}"/>
    <dgm:cxn modelId="{A657F072-9E0B-6946-A27B-0166CE31AE96}" type="presParOf" srcId="{A1B01282-6C5F-D54F-8A37-842DE7124E6F}" destId="{4EA46E5E-F962-D64F-8456-3E2A0ABA85BD}" srcOrd="0" destOrd="0" presId="urn:microsoft.com/office/officeart/2016/7/layout/LinearBlockProcessNumbered"/>
    <dgm:cxn modelId="{D4AB7B3A-9CB0-C44D-83E1-4F5BFF1C8695}" type="presParOf" srcId="{4EA46E5E-F962-D64F-8456-3E2A0ABA85BD}" destId="{D79C4E89-C40F-0848-8C46-678473DEC50A}" srcOrd="0" destOrd="0" presId="urn:microsoft.com/office/officeart/2016/7/layout/LinearBlockProcessNumbered"/>
    <dgm:cxn modelId="{CCA61944-1699-D34B-83EA-4892C03AC392}" type="presParOf" srcId="{4EA46E5E-F962-D64F-8456-3E2A0ABA85BD}" destId="{A9FDF445-B884-C14D-A823-65FDFB1EEA77}" srcOrd="1" destOrd="0" presId="urn:microsoft.com/office/officeart/2016/7/layout/LinearBlockProcessNumbered"/>
    <dgm:cxn modelId="{010FFED6-88A8-B247-93E3-8C6B9A1EF705}" type="presParOf" srcId="{4EA46E5E-F962-D64F-8456-3E2A0ABA85BD}" destId="{AECD05AC-5133-FA44-B5CF-E560FC471E6A}" srcOrd="2" destOrd="0" presId="urn:microsoft.com/office/officeart/2016/7/layout/LinearBlockProcessNumbered"/>
    <dgm:cxn modelId="{B9653720-827A-674B-9F00-5EE1867B50C1}" type="presParOf" srcId="{A1B01282-6C5F-D54F-8A37-842DE7124E6F}" destId="{EE3106F5-AD4E-794D-94EB-E191C2790281}" srcOrd="1" destOrd="0" presId="urn:microsoft.com/office/officeart/2016/7/layout/LinearBlockProcessNumbered"/>
    <dgm:cxn modelId="{543C5D94-0A94-254A-B7B1-54DEB502F187}" type="presParOf" srcId="{A1B01282-6C5F-D54F-8A37-842DE7124E6F}" destId="{FF433C1D-EAE6-3949-8A51-14A6E989A2BD}" srcOrd="2" destOrd="0" presId="urn:microsoft.com/office/officeart/2016/7/layout/LinearBlockProcessNumbered"/>
    <dgm:cxn modelId="{BBADC868-5326-F046-92F3-D73F3F5BECB5}" type="presParOf" srcId="{FF433C1D-EAE6-3949-8A51-14A6E989A2BD}" destId="{6C921614-D9EF-0B4D-A20C-1314A317C0E5}" srcOrd="0" destOrd="0" presId="urn:microsoft.com/office/officeart/2016/7/layout/LinearBlockProcessNumbered"/>
    <dgm:cxn modelId="{F0F557A9-C5D6-534B-AA7A-26CF5BB8A4D2}" type="presParOf" srcId="{FF433C1D-EAE6-3949-8A51-14A6E989A2BD}" destId="{52D91C4D-1B4F-734E-839C-E1CBEDA71742}" srcOrd="1" destOrd="0" presId="urn:microsoft.com/office/officeart/2016/7/layout/LinearBlockProcessNumbered"/>
    <dgm:cxn modelId="{40C355AD-9BEF-6A4E-BD13-7DE7448F5C7F}" type="presParOf" srcId="{FF433C1D-EAE6-3949-8A51-14A6E989A2BD}" destId="{7418169E-1761-D549-BD3F-FFB4F75C253A}" srcOrd="2" destOrd="0" presId="urn:microsoft.com/office/officeart/2016/7/layout/LinearBlockProcessNumbered"/>
    <dgm:cxn modelId="{3CBFC1B5-B5C8-CC4B-806E-D5817701800C}" type="presParOf" srcId="{A1B01282-6C5F-D54F-8A37-842DE7124E6F}" destId="{6B03BD0A-7FA7-844A-BD99-B7BE3C934676}" srcOrd="3" destOrd="0" presId="urn:microsoft.com/office/officeart/2016/7/layout/LinearBlockProcessNumbered"/>
    <dgm:cxn modelId="{32CC1D29-759C-244B-8C61-4BCB2D8AA95E}" type="presParOf" srcId="{A1B01282-6C5F-D54F-8A37-842DE7124E6F}" destId="{5DA91468-416E-E445-AE9E-657BFF93E792}" srcOrd="4" destOrd="0" presId="urn:microsoft.com/office/officeart/2016/7/layout/LinearBlockProcessNumbered"/>
    <dgm:cxn modelId="{5A48C1DB-AFF6-014F-93E2-9D45A1292C45}" type="presParOf" srcId="{5DA91468-416E-E445-AE9E-657BFF93E792}" destId="{E22D8C13-0648-F742-957D-70008D06CCB1}" srcOrd="0" destOrd="0" presId="urn:microsoft.com/office/officeart/2016/7/layout/LinearBlockProcessNumbered"/>
    <dgm:cxn modelId="{772C5832-3CB8-7447-89D6-C223BC863C07}" type="presParOf" srcId="{5DA91468-416E-E445-AE9E-657BFF93E792}" destId="{5AE1F9E6-F08C-AC4A-BA81-B5081C764F4F}" srcOrd="1" destOrd="0" presId="urn:microsoft.com/office/officeart/2016/7/layout/LinearBlockProcessNumbered"/>
    <dgm:cxn modelId="{5B932F0D-8481-1540-96DA-1FB3B2384BF6}" type="presParOf" srcId="{5DA91468-416E-E445-AE9E-657BFF93E792}" destId="{63A99BE1-C70A-7C43-9B47-A2B65A257D49}" srcOrd="2" destOrd="0" presId="urn:microsoft.com/office/officeart/2016/7/layout/LinearBlockProcessNumbered"/>
    <dgm:cxn modelId="{FD90FA99-4AC7-4143-9114-D52597C861CA}" type="presParOf" srcId="{A1B01282-6C5F-D54F-8A37-842DE7124E6F}" destId="{9FE4CDAF-0A25-3442-AE95-C5BBEB11A660}" srcOrd="5" destOrd="0" presId="urn:microsoft.com/office/officeart/2016/7/layout/LinearBlockProcessNumbered"/>
    <dgm:cxn modelId="{D95BE175-0E94-4541-9273-34A66992DCFB}" type="presParOf" srcId="{A1B01282-6C5F-D54F-8A37-842DE7124E6F}" destId="{93B16F2B-BEC9-5B41-9731-15C7EF3FD899}" srcOrd="6" destOrd="0" presId="urn:microsoft.com/office/officeart/2016/7/layout/LinearBlockProcessNumbered"/>
    <dgm:cxn modelId="{B398A100-7572-FF44-BDC1-D1D661CB2165}" type="presParOf" srcId="{93B16F2B-BEC9-5B41-9731-15C7EF3FD899}" destId="{772BA08D-630F-714A-8F18-26A4FF91B768}" srcOrd="0" destOrd="0" presId="urn:microsoft.com/office/officeart/2016/7/layout/LinearBlockProcessNumbered"/>
    <dgm:cxn modelId="{3EA22B32-D686-2A44-9837-17BF28E8922F}" type="presParOf" srcId="{93B16F2B-BEC9-5B41-9731-15C7EF3FD899}" destId="{9091DA31-5D66-A244-9AD0-638DA3954598}" srcOrd="1" destOrd="0" presId="urn:microsoft.com/office/officeart/2016/7/layout/LinearBlockProcessNumbered"/>
    <dgm:cxn modelId="{AC0A6FD4-E4D5-0A40-A01A-F06186EEDEB9}" type="presParOf" srcId="{93B16F2B-BEC9-5B41-9731-15C7EF3FD899}" destId="{32618CCF-1E4B-8842-B584-70354685AF78}" srcOrd="2" destOrd="0" presId="urn:microsoft.com/office/officeart/2016/7/layout/LinearBlock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79570B4-670B-42C9-BF91-46C153C563E6}" type="doc">
      <dgm:prSet loTypeId="urn:microsoft.com/office/officeart/2016/7/layout/LinearBlockProcessNumbered" loCatId="process" qsTypeId="urn:microsoft.com/office/officeart/2005/8/quickstyle/simple1" qsCatId="simple" csTypeId="urn:microsoft.com/office/officeart/2005/8/colors/colorful2" csCatId="colorful" phldr="1"/>
      <dgm:spPr/>
      <dgm:t>
        <a:bodyPr/>
        <a:lstStyle/>
        <a:p>
          <a:endParaRPr lang="en-US"/>
        </a:p>
      </dgm:t>
    </dgm:pt>
    <dgm:pt modelId="{5E3528A0-B309-4B59-A4EA-EA7B6F3CE18F}">
      <dgm:prSet/>
      <dgm:spPr/>
      <dgm:t>
        <a:bodyPr/>
        <a:lstStyle/>
        <a:p>
          <a:r>
            <a:rPr lang="en-US" b="1" baseline="0" dirty="0"/>
            <a:t>Match visual to purpose &amp; data type</a:t>
          </a:r>
          <a:endParaRPr lang="en-US" dirty="0"/>
        </a:p>
      </dgm:t>
    </dgm:pt>
    <dgm:pt modelId="{8B4712FB-C0A1-44BB-9C34-2CDDCA580763}" type="parTrans" cxnId="{BC4E2CE0-EB4E-4DDA-806D-17211305B5CA}">
      <dgm:prSet/>
      <dgm:spPr/>
      <dgm:t>
        <a:bodyPr/>
        <a:lstStyle/>
        <a:p>
          <a:endParaRPr lang="en-US"/>
        </a:p>
      </dgm:t>
    </dgm:pt>
    <dgm:pt modelId="{6BBCB496-AA82-47F4-97EB-3D7E2C081066}" type="sibTrans" cxnId="{BC4E2CE0-EB4E-4DDA-806D-17211305B5CA}">
      <dgm:prSet phldrT="01" phldr="0"/>
      <dgm:spPr/>
      <dgm:t>
        <a:bodyPr/>
        <a:lstStyle/>
        <a:p>
          <a:r>
            <a:rPr lang="en-US"/>
            <a:t>01</a:t>
          </a:r>
          <a:endParaRPr lang="en-US" dirty="0"/>
        </a:p>
      </dgm:t>
    </dgm:pt>
    <dgm:pt modelId="{5747CD0B-C499-4FA8-A1B3-73536D484281}">
      <dgm:prSet/>
      <dgm:spPr/>
      <dgm:t>
        <a:bodyPr/>
        <a:lstStyle/>
        <a:p>
          <a:r>
            <a:rPr lang="en-US" b="1" baseline="0" dirty="0"/>
            <a:t>Make comparisons effortless</a:t>
          </a:r>
          <a:endParaRPr lang="en-US" dirty="0"/>
        </a:p>
      </dgm:t>
    </dgm:pt>
    <dgm:pt modelId="{F02C2AE8-5BE4-4A9B-BA0C-2EAF2AC4CBD7}" type="parTrans" cxnId="{D98853CA-5FA3-4944-9BD2-1F9DB167DA47}">
      <dgm:prSet/>
      <dgm:spPr/>
      <dgm:t>
        <a:bodyPr/>
        <a:lstStyle/>
        <a:p>
          <a:endParaRPr lang="en-US"/>
        </a:p>
      </dgm:t>
    </dgm:pt>
    <dgm:pt modelId="{BF81BEB4-FAF5-43A7-9165-BD9A9348385E}" type="sibTrans" cxnId="{D98853CA-5FA3-4944-9BD2-1F9DB167DA47}">
      <dgm:prSet phldrT="02" phldr="0"/>
      <dgm:spPr/>
      <dgm:t>
        <a:bodyPr/>
        <a:lstStyle/>
        <a:p>
          <a:r>
            <a:rPr lang="en-US"/>
            <a:t>02</a:t>
          </a:r>
          <a:endParaRPr lang="en-US" dirty="0"/>
        </a:p>
      </dgm:t>
    </dgm:pt>
    <dgm:pt modelId="{629D0AB6-EA6C-46FB-8E97-D882A75D1B3A}">
      <dgm:prSet/>
      <dgm:spPr/>
      <dgm:t>
        <a:bodyPr/>
        <a:lstStyle/>
        <a:p>
          <a:r>
            <a:rPr lang="en-US" b="1" baseline="0" dirty="0"/>
            <a:t>Use effective visual encodings</a:t>
          </a:r>
          <a:endParaRPr lang="en-US" dirty="0"/>
        </a:p>
      </dgm:t>
    </dgm:pt>
    <dgm:pt modelId="{06A4ABDC-7D12-453E-AE39-7AFDD4F443CD}" type="parTrans" cxnId="{68F9DA97-3926-4C92-B2B7-2187113D0BBC}">
      <dgm:prSet/>
      <dgm:spPr/>
      <dgm:t>
        <a:bodyPr/>
        <a:lstStyle/>
        <a:p>
          <a:endParaRPr lang="en-US"/>
        </a:p>
      </dgm:t>
    </dgm:pt>
    <dgm:pt modelId="{CBF7A17A-8B5B-4217-A302-E472D582459D}" type="sibTrans" cxnId="{68F9DA97-3926-4C92-B2B7-2187113D0BBC}">
      <dgm:prSet phldrT="03" phldr="0"/>
      <dgm:spPr/>
      <dgm:t>
        <a:bodyPr/>
        <a:lstStyle/>
        <a:p>
          <a:r>
            <a:rPr lang="en-US"/>
            <a:t>03</a:t>
          </a:r>
          <a:endParaRPr lang="en-US" dirty="0"/>
        </a:p>
      </dgm:t>
    </dgm:pt>
    <dgm:pt modelId="{8209B384-235B-47F9-8BA5-8E42CAD3B100}">
      <dgm:prSet/>
      <dgm:spPr/>
      <dgm:t>
        <a:bodyPr/>
        <a:lstStyle/>
        <a:p>
          <a:r>
            <a:rPr lang="en-US" b="1" baseline="0"/>
            <a:t>Design for readability &amp; accessibility</a:t>
          </a:r>
          <a:br>
            <a:rPr lang="en-US" baseline="0"/>
          </a:br>
          <a:endParaRPr lang="en-US"/>
        </a:p>
      </dgm:t>
    </dgm:pt>
    <dgm:pt modelId="{C2AE047E-A7F8-431E-AA47-D57FD54650C6}" type="parTrans" cxnId="{F7B837F0-FF18-4CFB-A573-25BFE43069E6}">
      <dgm:prSet/>
      <dgm:spPr/>
      <dgm:t>
        <a:bodyPr/>
        <a:lstStyle/>
        <a:p>
          <a:endParaRPr lang="en-US"/>
        </a:p>
      </dgm:t>
    </dgm:pt>
    <dgm:pt modelId="{024DCA4C-740A-4C56-B457-507C462EC332}" type="sibTrans" cxnId="{F7B837F0-FF18-4CFB-A573-25BFE43069E6}">
      <dgm:prSet phldrT="04" phldr="0"/>
      <dgm:spPr/>
      <dgm:t>
        <a:bodyPr/>
        <a:lstStyle/>
        <a:p>
          <a:r>
            <a:rPr lang="en-US"/>
            <a:t>04</a:t>
          </a:r>
          <a:endParaRPr lang="en-US" dirty="0"/>
        </a:p>
      </dgm:t>
    </dgm:pt>
    <dgm:pt modelId="{A1B01282-6C5F-D54F-8A37-842DE7124E6F}" type="pres">
      <dgm:prSet presAssocID="{D79570B4-670B-42C9-BF91-46C153C563E6}" presName="Name0" presStyleCnt="0">
        <dgm:presLayoutVars>
          <dgm:animLvl val="lvl"/>
          <dgm:resizeHandles val="exact"/>
        </dgm:presLayoutVars>
      </dgm:prSet>
      <dgm:spPr/>
    </dgm:pt>
    <dgm:pt modelId="{4EA46E5E-F962-D64F-8456-3E2A0ABA85BD}" type="pres">
      <dgm:prSet presAssocID="{5E3528A0-B309-4B59-A4EA-EA7B6F3CE18F}" presName="compositeNode" presStyleCnt="0">
        <dgm:presLayoutVars>
          <dgm:bulletEnabled val="1"/>
        </dgm:presLayoutVars>
      </dgm:prSet>
      <dgm:spPr/>
    </dgm:pt>
    <dgm:pt modelId="{D79C4E89-C40F-0848-8C46-678473DEC50A}" type="pres">
      <dgm:prSet presAssocID="{5E3528A0-B309-4B59-A4EA-EA7B6F3CE18F}" presName="bgRect" presStyleLbl="alignNode1" presStyleIdx="0" presStyleCnt="4"/>
      <dgm:spPr/>
    </dgm:pt>
    <dgm:pt modelId="{A9FDF445-B884-C14D-A823-65FDFB1EEA77}" type="pres">
      <dgm:prSet presAssocID="{6BBCB496-AA82-47F4-97EB-3D7E2C081066}" presName="sibTransNodeRect" presStyleLbl="alignNode1" presStyleIdx="0" presStyleCnt="4">
        <dgm:presLayoutVars>
          <dgm:chMax val="0"/>
          <dgm:bulletEnabled val="1"/>
        </dgm:presLayoutVars>
      </dgm:prSet>
      <dgm:spPr/>
    </dgm:pt>
    <dgm:pt modelId="{AECD05AC-5133-FA44-B5CF-E560FC471E6A}" type="pres">
      <dgm:prSet presAssocID="{5E3528A0-B309-4B59-A4EA-EA7B6F3CE18F}" presName="nodeRect" presStyleLbl="alignNode1" presStyleIdx="0" presStyleCnt="4">
        <dgm:presLayoutVars>
          <dgm:bulletEnabled val="1"/>
        </dgm:presLayoutVars>
      </dgm:prSet>
      <dgm:spPr/>
    </dgm:pt>
    <dgm:pt modelId="{EE3106F5-AD4E-794D-94EB-E191C2790281}" type="pres">
      <dgm:prSet presAssocID="{6BBCB496-AA82-47F4-97EB-3D7E2C081066}" presName="sibTrans" presStyleCnt="0"/>
      <dgm:spPr/>
    </dgm:pt>
    <dgm:pt modelId="{FF433C1D-EAE6-3949-8A51-14A6E989A2BD}" type="pres">
      <dgm:prSet presAssocID="{5747CD0B-C499-4FA8-A1B3-73536D484281}" presName="compositeNode" presStyleCnt="0">
        <dgm:presLayoutVars>
          <dgm:bulletEnabled val="1"/>
        </dgm:presLayoutVars>
      </dgm:prSet>
      <dgm:spPr/>
    </dgm:pt>
    <dgm:pt modelId="{6C921614-D9EF-0B4D-A20C-1314A317C0E5}" type="pres">
      <dgm:prSet presAssocID="{5747CD0B-C499-4FA8-A1B3-73536D484281}" presName="bgRect" presStyleLbl="alignNode1" presStyleIdx="1" presStyleCnt="4"/>
      <dgm:spPr/>
    </dgm:pt>
    <dgm:pt modelId="{52D91C4D-1B4F-734E-839C-E1CBEDA71742}" type="pres">
      <dgm:prSet presAssocID="{BF81BEB4-FAF5-43A7-9165-BD9A9348385E}" presName="sibTransNodeRect" presStyleLbl="alignNode1" presStyleIdx="1" presStyleCnt="4">
        <dgm:presLayoutVars>
          <dgm:chMax val="0"/>
          <dgm:bulletEnabled val="1"/>
        </dgm:presLayoutVars>
      </dgm:prSet>
      <dgm:spPr/>
    </dgm:pt>
    <dgm:pt modelId="{7418169E-1761-D549-BD3F-FFB4F75C253A}" type="pres">
      <dgm:prSet presAssocID="{5747CD0B-C499-4FA8-A1B3-73536D484281}" presName="nodeRect" presStyleLbl="alignNode1" presStyleIdx="1" presStyleCnt="4">
        <dgm:presLayoutVars>
          <dgm:bulletEnabled val="1"/>
        </dgm:presLayoutVars>
      </dgm:prSet>
      <dgm:spPr/>
    </dgm:pt>
    <dgm:pt modelId="{6B03BD0A-7FA7-844A-BD99-B7BE3C934676}" type="pres">
      <dgm:prSet presAssocID="{BF81BEB4-FAF5-43A7-9165-BD9A9348385E}" presName="sibTrans" presStyleCnt="0"/>
      <dgm:spPr/>
    </dgm:pt>
    <dgm:pt modelId="{5DA91468-416E-E445-AE9E-657BFF93E792}" type="pres">
      <dgm:prSet presAssocID="{629D0AB6-EA6C-46FB-8E97-D882A75D1B3A}" presName="compositeNode" presStyleCnt="0">
        <dgm:presLayoutVars>
          <dgm:bulletEnabled val="1"/>
        </dgm:presLayoutVars>
      </dgm:prSet>
      <dgm:spPr/>
    </dgm:pt>
    <dgm:pt modelId="{E22D8C13-0648-F742-957D-70008D06CCB1}" type="pres">
      <dgm:prSet presAssocID="{629D0AB6-EA6C-46FB-8E97-D882A75D1B3A}" presName="bgRect" presStyleLbl="alignNode1" presStyleIdx="2" presStyleCnt="4"/>
      <dgm:spPr/>
    </dgm:pt>
    <dgm:pt modelId="{5AE1F9E6-F08C-AC4A-BA81-B5081C764F4F}" type="pres">
      <dgm:prSet presAssocID="{CBF7A17A-8B5B-4217-A302-E472D582459D}" presName="sibTransNodeRect" presStyleLbl="alignNode1" presStyleIdx="2" presStyleCnt="4">
        <dgm:presLayoutVars>
          <dgm:chMax val="0"/>
          <dgm:bulletEnabled val="1"/>
        </dgm:presLayoutVars>
      </dgm:prSet>
      <dgm:spPr/>
    </dgm:pt>
    <dgm:pt modelId="{63A99BE1-C70A-7C43-9B47-A2B65A257D49}" type="pres">
      <dgm:prSet presAssocID="{629D0AB6-EA6C-46FB-8E97-D882A75D1B3A}" presName="nodeRect" presStyleLbl="alignNode1" presStyleIdx="2" presStyleCnt="4">
        <dgm:presLayoutVars>
          <dgm:bulletEnabled val="1"/>
        </dgm:presLayoutVars>
      </dgm:prSet>
      <dgm:spPr/>
    </dgm:pt>
    <dgm:pt modelId="{9FE4CDAF-0A25-3442-AE95-C5BBEB11A660}" type="pres">
      <dgm:prSet presAssocID="{CBF7A17A-8B5B-4217-A302-E472D582459D}" presName="sibTrans" presStyleCnt="0"/>
      <dgm:spPr/>
    </dgm:pt>
    <dgm:pt modelId="{93B16F2B-BEC9-5B41-9731-15C7EF3FD899}" type="pres">
      <dgm:prSet presAssocID="{8209B384-235B-47F9-8BA5-8E42CAD3B100}" presName="compositeNode" presStyleCnt="0">
        <dgm:presLayoutVars>
          <dgm:bulletEnabled val="1"/>
        </dgm:presLayoutVars>
      </dgm:prSet>
      <dgm:spPr/>
    </dgm:pt>
    <dgm:pt modelId="{772BA08D-630F-714A-8F18-26A4FF91B768}" type="pres">
      <dgm:prSet presAssocID="{8209B384-235B-47F9-8BA5-8E42CAD3B100}" presName="bgRect" presStyleLbl="alignNode1" presStyleIdx="3" presStyleCnt="4"/>
      <dgm:spPr/>
    </dgm:pt>
    <dgm:pt modelId="{9091DA31-5D66-A244-9AD0-638DA3954598}" type="pres">
      <dgm:prSet presAssocID="{024DCA4C-740A-4C56-B457-507C462EC332}" presName="sibTransNodeRect" presStyleLbl="alignNode1" presStyleIdx="3" presStyleCnt="4">
        <dgm:presLayoutVars>
          <dgm:chMax val="0"/>
          <dgm:bulletEnabled val="1"/>
        </dgm:presLayoutVars>
      </dgm:prSet>
      <dgm:spPr/>
    </dgm:pt>
    <dgm:pt modelId="{32618CCF-1E4B-8842-B584-70354685AF78}" type="pres">
      <dgm:prSet presAssocID="{8209B384-235B-47F9-8BA5-8E42CAD3B100}" presName="nodeRect" presStyleLbl="alignNode1" presStyleIdx="3" presStyleCnt="4">
        <dgm:presLayoutVars>
          <dgm:bulletEnabled val="1"/>
        </dgm:presLayoutVars>
      </dgm:prSet>
      <dgm:spPr/>
    </dgm:pt>
  </dgm:ptLst>
  <dgm:cxnLst>
    <dgm:cxn modelId="{1980FE11-2F93-BC41-BB9A-C1473187644A}" type="presOf" srcId="{629D0AB6-EA6C-46FB-8E97-D882A75D1B3A}" destId="{E22D8C13-0648-F742-957D-70008D06CCB1}" srcOrd="0" destOrd="0" presId="urn:microsoft.com/office/officeart/2016/7/layout/LinearBlockProcessNumbered"/>
    <dgm:cxn modelId="{BCD29616-04D9-3E4E-BFF1-574F359A7801}" type="presOf" srcId="{5747CD0B-C499-4FA8-A1B3-73536D484281}" destId="{7418169E-1761-D549-BD3F-FFB4F75C253A}" srcOrd="1" destOrd="0" presId="urn:microsoft.com/office/officeart/2016/7/layout/LinearBlockProcessNumbered"/>
    <dgm:cxn modelId="{438E7A22-CA29-4D4C-9CFE-DE3E6EDDA231}" type="presOf" srcId="{BF81BEB4-FAF5-43A7-9165-BD9A9348385E}" destId="{52D91C4D-1B4F-734E-839C-E1CBEDA71742}" srcOrd="0" destOrd="0" presId="urn:microsoft.com/office/officeart/2016/7/layout/LinearBlockProcessNumbered"/>
    <dgm:cxn modelId="{0F501C2B-78F3-0543-9B2C-981CCD6ED931}" type="presOf" srcId="{D79570B4-670B-42C9-BF91-46C153C563E6}" destId="{A1B01282-6C5F-D54F-8A37-842DE7124E6F}" srcOrd="0" destOrd="0" presId="urn:microsoft.com/office/officeart/2016/7/layout/LinearBlockProcessNumbered"/>
    <dgm:cxn modelId="{0089033A-33E8-3B47-99CC-612399F767E5}" type="presOf" srcId="{5E3528A0-B309-4B59-A4EA-EA7B6F3CE18F}" destId="{AECD05AC-5133-FA44-B5CF-E560FC471E6A}" srcOrd="1" destOrd="0" presId="urn:microsoft.com/office/officeart/2016/7/layout/LinearBlockProcessNumbered"/>
    <dgm:cxn modelId="{1D28593C-4D86-5E48-B3CD-E6CBA0CC7D72}" type="presOf" srcId="{8209B384-235B-47F9-8BA5-8E42CAD3B100}" destId="{772BA08D-630F-714A-8F18-26A4FF91B768}" srcOrd="0" destOrd="0" presId="urn:microsoft.com/office/officeart/2016/7/layout/LinearBlockProcessNumbered"/>
    <dgm:cxn modelId="{9B6BCD59-19BB-1542-910A-4285DD0C862A}" type="presOf" srcId="{CBF7A17A-8B5B-4217-A302-E472D582459D}" destId="{5AE1F9E6-F08C-AC4A-BA81-B5081C764F4F}" srcOrd="0" destOrd="0" presId="urn:microsoft.com/office/officeart/2016/7/layout/LinearBlockProcessNumbered"/>
    <dgm:cxn modelId="{12866363-2F2B-0E45-BDF5-3983BE5D6123}" type="presOf" srcId="{5747CD0B-C499-4FA8-A1B3-73536D484281}" destId="{6C921614-D9EF-0B4D-A20C-1314A317C0E5}" srcOrd="0" destOrd="0" presId="urn:microsoft.com/office/officeart/2016/7/layout/LinearBlockProcessNumbered"/>
    <dgm:cxn modelId="{1E92A665-6F8C-914C-8220-2F88C1F584A6}" type="presOf" srcId="{024DCA4C-740A-4C56-B457-507C462EC332}" destId="{9091DA31-5D66-A244-9AD0-638DA3954598}" srcOrd="0" destOrd="0" presId="urn:microsoft.com/office/officeart/2016/7/layout/LinearBlockProcessNumbered"/>
    <dgm:cxn modelId="{08E8EC92-02D8-E248-B6B5-D1B844400B3B}" type="presOf" srcId="{629D0AB6-EA6C-46FB-8E97-D882A75D1B3A}" destId="{63A99BE1-C70A-7C43-9B47-A2B65A257D49}" srcOrd="1" destOrd="0" presId="urn:microsoft.com/office/officeart/2016/7/layout/LinearBlockProcessNumbered"/>
    <dgm:cxn modelId="{68F9DA97-3926-4C92-B2B7-2187113D0BBC}" srcId="{D79570B4-670B-42C9-BF91-46C153C563E6}" destId="{629D0AB6-EA6C-46FB-8E97-D882A75D1B3A}" srcOrd="2" destOrd="0" parTransId="{06A4ABDC-7D12-453E-AE39-7AFDD4F443CD}" sibTransId="{CBF7A17A-8B5B-4217-A302-E472D582459D}"/>
    <dgm:cxn modelId="{908849BF-22CB-D44E-8DE7-B44E22AD9230}" type="presOf" srcId="{8209B384-235B-47F9-8BA5-8E42CAD3B100}" destId="{32618CCF-1E4B-8842-B584-70354685AF78}" srcOrd="1" destOrd="0" presId="urn:microsoft.com/office/officeart/2016/7/layout/LinearBlockProcessNumbered"/>
    <dgm:cxn modelId="{D98853CA-5FA3-4944-9BD2-1F9DB167DA47}" srcId="{D79570B4-670B-42C9-BF91-46C153C563E6}" destId="{5747CD0B-C499-4FA8-A1B3-73536D484281}" srcOrd="1" destOrd="0" parTransId="{F02C2AE8-5BE4-4A9B-BA0C-2EAF2AC4CBD7}" sibTransId="{BF81BEB4-FAF5-43A7-9165-BD9A9348385E}"/>
    <dgm:cxn modelId="{5C2627D2-BE81-6145-8DF0-8FCD55159B60}" type="presOf" srcId="{5E3528A0-B309-4B59-A4EA-EA7B6F3CE18F}" destId="{D79C4E89-C40F-0848-8C46-678473DEC50A}" srcOrd="0" destOrd="0" presId="urn:microsoft.com/office/officeart/2016/7/layout/LinearBlockProcessNumbered"/>
    <dgm:cxn modelId="{BC4E2CE0-EB4E-4DDA-806D-17211305B5CA}" srcId="{D79570B4-670B-42C9-BF91-46C153C563E6}" destId="{5E3528A0-B309-4B59-A4EA-EA7B6F3CE18F}" srcOrd="0" destOrd="0" parTransId="{8B4712FB-C0A1-44BB-9C34-2CDDCA580763}" sibTransId="{6BBCB496-AA82-47F4-97EB-3D7E2C081066}"/>
    <dgm:cxn modelId="{19CCBFE3-4BD4-854A-B8D9-D6F65204CED5}" type="presOf" srcId="{6BBCB496-AA82-47F4-97EB-3D7E2C081066}" destId="{A9FDF445-B884-C14D-A823-65FDFB1EEA77}" srcOrd="0" destOrd="0" presId="urn:microsoft.com/office/officeart/2016/7/layout/LinearBlockProcessNumbered"/>
    <dgm:cxn modelId="{F7B837F0-FF18-4CFB-A573-25BFE43069E6}" srcId="{D79570B4-670B-42C9-BF91-46C153C563E6}" destId="{8209B384-235B-47F9-8BA5-8E42CAD3B100}" srcOrd="3" destOrd="0" parTransId="{C2AE047E-A7F8-431E-AA47-D57FD54650C6}" sibTransId="{024DCA4C-740A-4C56-B457-507C462EC332}"/>
    <dgm:cxn modelId="{A657F072-9E0B-6946-A27B-0166CE31AE96}" type="presParOf" srcId="{A1B01282-6C5F-D54F-8A37-842DE7124E6F}" destId="{4EA46E5E-F962-D64F-8456-3E2A0ABA85BD}" srcOrd="0" destOrd="0" presId="urn:microsoft.com/office/officeart/2016/7/layout/LinearBlockProcessNumbered"/>
    <dgm:cxn modelId="{D4AB7B3A-9CB0-C44D-83E1-4F5BFF1C8695}" type="presParOf" srcId="{4EA46E5E-F962-D64F-8456-3E2A0ABA85BD}" destId="{D79C4E89-C40F-0848-8C46-678473DEC50A}" srcOrd="0" destOrd="0" presId="urn:microsoft.com/office/officeart/2016/7/layout/LinearBlockProcessNumbered"/>
    <dgm:cxn modelId="{CCA61944-1699-D34B-83EA-4892C03AC392}" type="presParOf" srcId="{4EA46E5E-F962-D64F-8456-3E2A0ABA85BD}" destId="{A9FDF445-B884-C14D-A823-65FDFB1EEA77}" srcOrd="1" destOrd="0" presId="urn:microsoft.com/office/officeart/2016/7/layout/LinearBlockProcessNumbered"/>
    <dgm:cxn modelId="{010FFED6-88A8-B247-93E3-8C6B9A1EF705}" type="presParOf" srcId="{4EA46E5E-F962-D64F-8456-3E2A0ABA85BD}" destId="{AECD05AC-5133-FA44-B5CF-E560FC471E6A}" srcOrd="2" destOrd="0" presId="urn:microsoft.com/office/officeart/2016/7/layout/LinearBlockProcessNumbered"/>
    <dgm:cxn modelId="{B9653720-827A-674B-9F00-5EE1867B50C1}" type="presParOf" srcId="{A1B01282-6C5F-D54F-8A37-842DE7124E6F}" destId="{EE3106F5-AD4E-794D-94EB-E191C2790281}" srcOrd="1" destOrd="0" presId="urn:microsoft.com/office/officeart/2016/7/layout/LinearBlockProcessNumbered"/>
    <dgm:cxn modelId="{543C5D94-0A94-254A-B7B1-54DEB502F187}" type="presParOf" srcId="{A1B01282-6C5F-D54F-8A37-842DE7124E6F}" destId="{FF433C1D-EAE6-3949-8A51-14A6E989A2BD}" srcOrd="2" destOrd="0" presId="urn:microsoft.com/office/officeart/2016/7/layout/LinearBlockProcessNumbered"/>
    <dgm:cxn modelId="{BBADC868-5326-F046-92F3-D73F3F5BECB5}" type="presParOf" srcId="{FF433C1D-EAE6-3949-8A51-14A6E989A2BD}" destId="{6C921614-D9EF-0B4D-A20C-1314A317C0E5}" srcOrd="0" destOrd="0" presId="urn:microsoft.com/office/officeart/2016/7/layout/LinearBlockProcessNumbered"/>
    <dgm:cxn modelId="{F0F557A9-C5D6-534B-AA7A-26CF5BB8A4D2}" type="presParOf" srcId="{FF433C1D-EAE6-3949-8A51-14A6E989A2BD}" destId="{52D91C4D-1B4F-734E-839C-E1CBEDA71742}" srcOrd="1" destOrd="0" presId="urn:microsoft.com/office/officeart/2016/7/layout/LinearBlockProcessNumbered"/>
    <dgm:cxn modelId="{40C355AD-9BEF-6A4E-BD13-7DE7448F5C7F}" type="presParOf" srcId="{FF433C1D-EAE6-3949-8A51-14A6E989A2BD}" destId="{7418169E-1761-D549-BD3F-FFB4F75C253A}" srcOrd="2" destOrd="0" presId="urn:microsoft.com/office/officeart/2016/7/layout/LinearBlockProcessNumbered"/>
    <dgm:cxn modelId="{3CBFC1B5-B5C8-CC4B-806E-D5817701800C}" type="presParOf" srcId="{A1B01282-6C5F-D54F-8A37-842DE7124E6F}" destId="{6B03BD0A-7FA7-844A-BD99-B7BE3C934676}" srcOrd="3" destOrd="0" presId="urn:microsoft.com/office/officeart/2016/7/layout/LinearBlockProcessNumbered"/>
    <dgm:cxn modelId="{32CC1D29-759C-244B-8C61-4BCB2D8AA95E}" type="presParOf" srcId="{A1B01282-6C5F-D54F-8A37-842DE7124E6F}" destId="{5DA91468-416E-E445-AE9E-657BFF93E792}" srcOrd="4" destOrd="0" presId="urn:microsoft.com/office/officeart/2016/7/layout/LinearBlockProcessNumbered"/>
    <dgm:cxn modelId="{5A48C1DB-AFF6-014F-93E2-9D45A1292C45}" type="presParOf" srcId="{5DA91468-416E-E445-AE9E-657BFF93E792}" destId="{E22D8C13-0648-F742-957D-70008D06CCB1}" srcOrd="0" destOrd="0" presId="urn:microsoft.com/office/officeart/2016/7/layout/LinearBlockProcessNumbered"/>
    <dgm:cxn modelId="{772C5832-3CB8-7447-89D6-C223BC863C07}" type="presParOf" srcId="{5DA91468-416E-E445-AE9E-657BFF93E792}" destId="{5AE1F9E6-F08C-AC4A-BA81-B5081C764F4F}" srcOrd="1" destOrd="0" presId="urn:microsoft.com/office/officeart/2016/7/layout/LinearBlockProcessNumbered"/>
    <dgm:cxn modelId="{5B932F0D-8481-1540-96DA-1FB3B2384BF6}" type="presParOf" srcId="{5DA91468-416E-E445-AE9E-657BFF93E792}" destId="{63A99BE1-C70A-7C43-9B47-A2B65A257D49}" srcOrd="2" destOrd="0" presId="urn:microsoft.com/office/officeart/2016/7/layout/LinearBlockProcessNumbered"/>
    <dgm:cxn modelId="{FD90FA99-4AC7-4143-9114-D52597C861CA}" type="presParOf" srcId="{A1B01282-6C5F-D54F-8A37-842DE7124E6F}" destId="{9FE4CDAF-0A25-3442-AE95-C5BBEB11A660}" srcOrd="5" destOrd="0" presId="urn:microsoft.com/office/officeart/2016/7/layout/LinearBlockProcessNumbered"/>
    <dgm:cxn modelId="{D95BE175-0E94-4541-9273-34A66992DCFB}" type="presParOf" srcId="{A1B01282-6C5F-D54F-8A37-842DE7124E6F}" destId="{93B16F2B-BEC9-5B41-9731-15C7EF3FD899}" srcOrd="6" destOrd="0" presId="urn:microsoft.com/office/officeart/2016/7/layout/LinearBlockProcessNumbered"/>
    <dgm:cxn modelId="{B398A100-7572-FF44-BDC1-D1D661CB2165}" type="presParOf" srcId="{93B16F2B-BEC9-5B41-9731-15C7EF3FD899}" destId="{772BA08D-630F-714A-8F18-26A4FF91B768}" srcOrd="0" destOrd="0" presId="urn:microsoft.com/office/officeart/2016/7/layout/LinearBlockProcessNumbered"/>
    <dgm:cxn modelId="{3EA22B32-D686-2A44-9837-17BF28E8922F}" type="presParOf" srcId="{93B16F2B-BEC9-5B41-9731-15C7EF3FD899}" destId="{9091DA31-5D66-A244-9AD0-638DA3954598}" srcOrd="1" destOrd="0" presId="urn:microsoft.com/office/officeart/2016/7/layout/LinearBlockProcessNumbered"/>
    <dgm:cxn modelId="{AC0A6FD4-E4D5-0A40-A01A-F06186EEDEB9}" type="presParOf" srcId="{93B16F2B-BEC9-5B41-9731-15C7EF3FD899}" destId="{32618CCF-1E4B-8842-B584-70354685AF78}" srcOrd="2" destOrd="0" presId="urn:microsoft.com/office/officeart/2016/7/layout/LinearBlock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9C4E89-C40F-0848-8C46-678473DEC50A}">
      <dsp:nvSpPr>
        <dsp:cNvPr id="0" name=""/>
        <dsp:cNvSpPr/>
      </dsp:nvSpPr>
      <dsp:spPr>
        <a:xfrm>
          <a:off x="189" y="635907"/>
          <a:ext cx="2292425" cy="2750910"/>
        </a:xfrm>
        <a:prstGeom prst="rect">
          <a:avLst/>
        </a:prstGeom>
        <a:solidFill>
          <a:schemeClr val="accent2">
            <a:hueOff val="0"/>
            <a:satOff val="0"/>
            <a:lumOff val="0"/>
            <a:alphaOff val="0"/>
          </a:schemeClr>
        </a:solidFill>
        <a:ln w="15875"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6441" tIns="0" rIns="226441" bIns="330200" numCol="1" spcCol="1270" anchor="t" anchorCtr="0">
          <a:noAutofit/>
        </a:bodyPr>
        <a:lstStyle/>
        <a:p>
          <a:pPr marL="0" lvl="0" indent="0" algn="l" defTabSz="1155700">
            <a:lnSpc>
              <a:spcPct val="90000"/>
            </a:lnSpc>
            <a:spcBef>
              <a:spcPct val="0"/>
            </a:spcBef>
            <a:spcAft>
              <a:spcPct val="35000"/>
            </a:spcAft>
            <a:buNone/>
          </a:pPr>
          <a:r>
            <a:rPr lang="en-US" sz="2600" b="1" kern="1200" baseline="0" dirty="0"/>
            <a:t>Match visual to purpose &amp; data type</a:t>
          </a:r>
          <a:endParaRPr lang="en-US" sz="2600" kern="1200" dirty="0"/>
        </a:p>
      </dsp:txBody>
      <dsp:txXfrm>
        <a:off x="189" y="1736271"/>
        <a:ext cx="2292425" cy="1650546"/>
      </dsp:txXfrm>
    </dsp:sp>
    <dsp:sp modelId="{A9FDF445-B884-C14D-A823-65FDFB1EEA77}">
      <dsp:nvSpPr>
        <dsp:cNvPr id="0" name=""/>
        <dsp:cNvSpPr/>
      </dsp:nvSpPr>
      <dsp:spPr>
        <a:xfrm>
          <a:off x="189" y="635907"/>
          <a:ext cx="2292425" cy="1100364"/>
        </a:xfrm>
        <a:prstGeom prst="rect">
          <a:avLst/>
        </a:prstGeom>
        <a:noFill/>
        <a:ln w="15875"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26441" tIns="165100" rIns="226441" bIns="165100" numCol="1" spcCol="1270" anchor="ctr" anchorCtr="0">
          <a:noAutofit/>
        </a:bodyPr>
        <a:lstStyle/>
        <a:p>
          <a:pPr marL="0" lvl="0" indent="0" algn="l" defTabSz="2711450">
            <a:lnSpc>
              <a:spcPct val="90000"/>
            </a:lnSpc>
            <a:spcBef>
              <a:spcPct val="0"/>
            </a:spcBef>
            <a:spcAft>
              <a:spcPct val="35000"/>
            </a:spcAft>
            <a:buNone/>
          </a:pPr>
          <a:r>
            <a:rPr lang="en-US" sz="6100" kern="1200"/>
            <a:t>01</a:t>
          </a:r>
          <a:endParaRPr lang="en-US" sz="6100" kern="1200" dirty="0"/>
        </a:p>
      </dsp:txBody>
      <dsp:txXfrm>
        <a:off x="189" y="635907"/>
        <a:ext cx="2292425" cy="1100364"/>
      </dsp:txXfrm>
    </dsp:sp>
    <dsp:sp modelId="{6C921614-D9EF-0B4D-A20C-1314A317C0E5}">
      <dsp:nvSpPr>
        <dsp:cNvPr id="0" name=""/>
        <dsp:cNvSpPr/>
      </dsp:nvSpPr>
      <dsp:spPr>
        <a:xfrm>
          <a:off x="2476008" y="635907"/>
          <a:ext cx="2292425" cy="2750910"/>
        </a:xfrm>
        <a:prstGeom prst="rect">
          <a:avLst/>
        </a:prstGeom>
        <a:solidFill>
          <a:schemeClr val="accent2">
            <a:hueOff val="-441124"/>
            <a:satOff val="497"/>
            <a:lumOff val="1177"/>
            <a:alphaOff val="0"/>
          </a:schemeClr>
        </a:solidFill>
        <a:ln w="15875" cap="flat" cmpd="sng" algn="ctr">
          <a:solidFill>
            <a:schemeClr val="accent2">
              <a:hueOff val="-441124"/>
              <a:satOff val="497"/>
              <a:lumOff val="1177"/>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6441" tIns="0" rIns="226441" bIns="330200" numCol="1" spcCol="1270" anchor="t" anchorCtr="0">
          <a:noAutofit/>
        </a:bodyPr>
        <a:lstStyle/>
        <a:p>
          <a:pPr marL="0" lvl="0" indent="0" algn="l" defTabSz="1155700">
            <a:lnSpc>
              <a:spcPct val="90000"/>
            </a:lnSpc>
            <a:spcBef>
              <a:spcPct val="0"/>
            </a:spcBef>
            <a:spcAft>
              <a:spcPct val="35000"/>
            </a:spcAft>
            <a:buNone/>
          </a:pPr>
          <a:r>
            <a:rPr lang="en-US" sz="2600" b="1" kern="1200" baseline="0" dirty="0"/>
            <a:t>Make comparisons effortless</a:t>
          </a:r>
          <a:endParaRPr lang="en-US" sz="2600" kern="1200" dirty="0"/>
        </a:p>
      </dsp:txBody>
      <dsp:txXfrm>
        <a:off x="2476008" y="1736271"/>
        <a:ext cx="2292425" cy="1650546"/>
      </dsp:txXfrm>
    </dsp:sp>
    <dsp:sp modelId="{52D91C4D-1B4F-734E-839C-E1CBEDA71742}">
      <dsp:nvSpPr>
        <dsp:cNvPr id="0" name=""/>
        <dsp:cNvSpPr/>
      </dsp:nvSpPr>
      <dsp:spPr>
        <a:xfrm>
          <a:off x="2476008" y="635907"/>
          <a:ext cx="2292425" cy="1100364"/>
        </a:xfrm>
        <a:prstGeom prst="rect">
          <a:avLst/>
        </a:prstGeom>
        <a:noFill/>
        <a:ln w="15875"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26441" tIns="165100" rIns="226441" bIns="165100" numCol="1" spcCol="1270" anchor="ctr" anchorCtr="0">
          <a:noAutofit/>
        </a:bodyPr>
        <a:lstStyle/>
        <a:p>
          <a:pPr marL="0" lvl="0" indent="0" algn="l" defTabSz="2711450">
            <a:lnSpc>
              <a:spcPct val="90000"/>
            </a:lnSpc>
            <a:spcBef>
              <a:spcPct val="0"/>
            </a:spcBef>
            <a:spcAft>
              <a:spcPct val="35000"/>
            </a:spcAft>
            <a:buNone/>
          </a:pPr>
          <a:r>
            <a:rPr lang="en-US" sz="6100" kern="1200"/>
            <a:t>02</a:t>
          </a:r>
          <a:endParaRPr lang="en-US" sz="6100" kern="1200" dirty="0"/>
        </a:p>
      </dsp:txBody>
      <dsp:txXfrm>
        <a:off x="2476008" y="635907"/>
        <a:ext cx="2292425" cy="1100364"/>
      </dsp:txXfrm>
    </dsp:sp>
    <dsp:sp modelId="{E22D8C13-0648-F742-957D-70008D06CCB1}">
      <dsp:nvSpPr>
        <dsp:cNvPr id="0" name=""/>
        <dsp:cNvSpPr/>
      </dsp:nvSpPr>
      <dsp:spPr>
        <a:xfrm>
          <a:off x="4951828" y="635907"/>
          <a:ext cx="2292425" cy="2750910"/>
        </a:xfrm>
        <a:prstGeom prst="rect">
          <a:avLst/>
        </a:prstGeom>
        <a:solidFill>
          <a:schemeClr val="accent2">
            <a:hueOff val="-882249"/>
            <a:satOff val="995"/>
            <a:lumOff val="2353"/>
            <a:alphaOff val="0"/>
          </a:schemeClr>
        </a:solidFill>
        <a:ln w="15875" cap="flat" cmpd="sng" algn="ctr">
          <a:solidFill>
            <a:schemeClr val="accent2">
              <a:hueOff val="-882249"/>
              <a:satOff val="995"/>
              <a:lumOff val="2353"/>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6441" tIns="0" rIns="226441" bIns="330200" numCol="1" spcCol="1270" anchor="t" anchorCtr="0">
          <a:noAutofit/>
        </a:bodyPr>
        <a:lstStyle/>
        <a:p>
          <a:pPr marL="0" lvl="0" indent="0" algn="l" defTabSz="1155700">
            <a:lnSpc>
              <a:spcPct val="90000"/>
            </a:lnSpc>
            <a:spcBef>
              <a:spcPct val="0"/>
            </a:spcBef>
            <a:spcAft>
              <a:spcPct val="35000"/>
            </a:spcAft>
            <a:buNone/>
          </a:pPr>
          <a:r>
            <a:rPr lang="en-US" sz="2600" b="1" kern="1200" baseline="0" dirty="0"/>
            <a:t>Use effective visual encodings</a:t>
          </a:r>
          <a:endParaRPr lang="en-US" sz="2600" kern="1200" dirty="0"/>
        </a:p>
      </dsp:txBody>
      <dsp:txXfrm>
        <a:off x="4951828" y="1736271"/>
        <a:ext cx="2292425" cy="1650546"/>
      </dsp:txXfrm>
    </dsp:sp>
    <dsp:sp modelId="{5AE1F9E6-F08C-AC4A-BA81-B5081C764F4F}">
      <dsp:nvSpPr>
        <dsp:cNvPr id="0" name=""/>
        <dsp:cNvSpPr/>
      </dsp:nvSpPr>
      <dsp:spPr>
        <a:xfrm>
          <a:off x="4951828" y="635907"/>
          <a:ext cx="2292425" cy="1100364"/>
        </a:xfrm>
        <a:prstGeom prst="rect">
          <a:avLst/>
        </a:prstGeom>
        <a:noFill/>
        <a:ln w="15875"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26441" tIns="165100" rIns="226441" bIns="165100" numCol="1" spcCol="1270" anchor="ctr" anchorCtr="0">
          <a:noAutofit/>
        </a:bodyPr>
        <a:lstStyle/>
        <a:p>
          <a:pPr marL="0" lvl="0" indent="0" algn="l" defTabSz="2711450">
            <a:lnSpc>
              <a:spcPct val="90000"/>
            </a:lnSpc>
            <a:spcBef>
              <a:spcPct val="0"/>
            </a:spcBef>
            <a:spcAft>
              <a:spcPct val="35000"/>
            </a:spcAft>
            <a:buNone/>
          </a:pPr>
          <a:r>
            <a:rPr lang="en-US" sz="6100" kern="1200" dirty="0"/>
            <a:t>03</a:t>
          </a:r>
        </a:p>
      </dsp:txBody>
      <dsp:txXfrm>
        <a:off x="4951828" y="635907"/>
        <a:ext cx="2292425" cy="1100364"/>
      </dsp:txXfrm>
    </dsp:sp>
    <dsp:sp modelId="{772BA08D-630F-714A-8F18-26A4FF91B768}">
      <dsp:nvSpPr>
        <dsp:cNvPr id="0" name=""/>
        <dsp:cNvSpPr/>
      </dsp:nvSpPr>
      <dsp:spPr>
        <a:xfrm>
          <a:off x="7427647" y="635907"/>
          <a:ext cx="2292425" cy="2750910"/>
        </a:xfrm>
        <a:prstGeom prst="rect">
          <a:avLst/>
        </a:prstGeom>
        <a:solidFill>
          <a:schemeClr val="accent2">
            <a:hueOff val="-1323373"/>
            <a:satOff val="1492"/>
            <a:lumOff val="3530"/>
            <a:alphaOff val="0"/>
          </a:schemeClr>
        </a:solidFill>
        <a:ln w="15875" cap="flat" cmpd="sng" algn="ctr">
          <a:solidFill>
            <a:schemeClr val="accent2">
              <a:hueOff val="-1323373"/>
              <a:satOff val="1492"/>
              <a:lumOff val="353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6441" tIns="0" rIns="226441" bIns="330200" numCol="1" spcCol="1270" anchor="t" anchorCtr="0">
          <a:noAutofit/>
        </a:bodyPr>
        <a:lstStyle/>
        <a:p>
          <a:pPr marL="0" lvl="0" indent="0" algn="l" defTabSz="1155700">
            <a:lnSpc>
              <a:spcPct val="90000"/>
            </a:lnSpc>
            <a:spcBef>
              <a:spcPct val="0"/>
            </a:spcBef>
            <a:spcAft>
              <a:spcPct val="35000"/>
            </a:spcAft>
            <a:buNone/>
          </a:pPr>
          <a:r>
            <a:rPr lang="en-US" sz="2600" b="1" kern="1200" baseline="0" dirty="0"/>
            <a:t>Design for readability &amp; accessibility</a:t>
          </a:r>
          <a:br>
            <a:rPr lang="en-US" sz="2600" kern="1200" baseline="0" dirty="0"/>
          </a:br>
          <a:endParaRPr lang="en-US" sz="2600" kern="1200" dirty="0"/>
        </a:p>
      </dsp:txBody>
      <dsp:txXfrm>
        <a:off x="7427647" y="1736271"/>
        <a:ext cx="2292425" cy="1650546"/>
      </dsp:txXfrm>
    </dsp:sp>
    <dsp:sp modelId="{9091DA31-5D66-A244-9AD0-638DA3954598}">
      <dsp:nvSpPr>
        <dsp:cNvPr id="0" name=""/>
        <dsp:cNvSpPr/>
      </dsp:nvSpPr>
      <dsp:spPr>
        <a:xfrm>
          <a:off x="7427647" y="635907"/>
          <a:ext cx="2292425" cy="1100364"/>
        </a:xfrm>
        <a:prstGeom prst="rect">
          <a:avLst/>
        </a:prstGeom>
        <a:noFill/>
        <a:ln w="15875"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26441" tIns="165100" rIns="226441" bIns="165100" numCol="1" spcCol="1270" anchor="ctr" anchorCtr="0">
          <a:noAutofit/>
        </a:bodyPr>
        <a:lstStyle/>
        <a:p>
          <a:pPr marL="0" lvl="0" indent="0" algn="l" defTabSz="2711450">
            <a:lnSpc>
              <a:spcPct val="90000"/>
            </a:lnSpc>
            <a:spcBef>
              <a:spcPct val="0"/>
            </a:spcBef>
            <a:spcAft>
              <a:spcPct val="35000"/>
            </a:spcAft>
            <a:buNone/>
          </a:pPr>
          <a:r>
            <a:rPr lang="en-US" sz="6100" kern="1200"/>
            <a:t>04</a:t>
          </a:r>
          <a:endParaRPr lang="en-US" sz="6100" kern="1200" dirty="0"/>
        </a:p>
      </dsp:txBody>
      <dsp:txXfrm>
        <a:off x="7427647" y="635907"/>
        <a:ext cx="2292425" cy="110036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9C4E89-C40F-0848-8C46-678473DEC50A}">
      <dsp:nvSpPr>
        <dsp:cNvPr id="0" name=""/>
        <dsp:cNvSpPr/>
      </dsp:nvSpPr>
      <dsp:spPr>
        <a:xfrm>
          <a:off x="189" y="635907"/>
          <a:ext cx="2292425" cy="2750910"/>
        </a:xfrm>
        <a:prstGeom prst="rect">
          <a:avLst/>
        </a:prstGeom>
        <a:solidFill>
          <a:schemeClr val="accent2">
            <a:hueOff val="0"/>
            <a:satOff val="0"/>
            <a:lumOff val="0"/>
            <a:alphaOff val="0"/>
          </a:schemeClr>
        </a:solidFill>
        <a:ln w="15875"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6441" tIns="0" rIns="226441" bIns="330200" numCol="1" spcCol="1270" anchor="t" anchorCtr="0">
          <a:noAutofit/>
        </a:bodyPr>
        <a:lstStyle/>
        <a:p>
          <a:pPr marL="0" lvl="0" indent="0" algn="l" defTabSz="1155700">
            <a:lnSpc>
              <a:spcPct val="90000"/>
            </a:lnSpc>
            <a:spcBef>
              <a:spcPct val="0"/>
            </a:spcBef>
            <a:spcAft>
              <a:spcPct val="35000"/>
            </a:spcAft>
            <a:buNone/>
          </a:pPr>
          <a:r>
            <a:rPr lang="en-US" sz="2600" b="1" kern="1200" baseline="0" dirty="0"/>
            <a:t>Match visual to purpose &amp; data type</a:t>
          </a:r>
          <a:endParaRPr lang="en-US" sz="2600" kern="1200" dirty="0"/>
        </a:p>
      </dsp:txBody>
      <dsp:txXfrm>
        <a:off x="189" y="1736271"/>
        <a:ext cx="2292425" cy="1650546"/>
      </dsp:txXfrm>
    </dsp:sp>
    <dsp:sp modelId="{A9FDF445-B884-C14D-A823-65FDFB1EEA77}">
      <dsp:nvSpPr>
        <dsp:cNvPr id="0" name=""/>
        <dsp:cNvSpPr/>
      </dsp:nvSpPr>
      <dsp:spPr>
        <a:xfrm>
          <a:off x="189" y="635907"/>
          <a:ext cx="2292425" cy="1100364"/>
        </a:xfrm>
        <a:prstGeom prst="rect">
          <a:avLst/>
        </a:prstGeom>
        <a:noFill/>
        <a:ln w="15875"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26441" tIns="165100" rIns="226441" bIns="165100" numCol="1" spcCol="1270" anchor="ctr" anchorCtr="0">
          <a:noAutofit/>
        </a:bodyPr>
        <a:lstStyle/>
        <a:p>
          <a:pPr marL="0" lvl="0" indent="0" algn="l" defTabSz="2711450">
            <a:lnSpc>
              <a:spcPct val="90000"/>
            </a:lnSpc>
            <a:spcBef>
              <a:spcPct val="0"/>
            </a:spcBef>
            <a:spcAft>
              <a:spcPct val="35000"/>
            </a:spcAft>
            <a:buNone/>
          </a:pPr>
          <a:r>
            <a:rPr lang="en-US" sz="6100" kern="1200"/>
            <a:t>01</a:t>
          </a:r>
          <a:endParaRPr lang="en-US" sz="6100" kern="1200" dirty="0"/>
        </a:p>
      </dsp:txBody>
      <dsp:txXfrm>
        <a:off x="189" y="635907"/>
        <a:ext cx="2292425" cy="1100364"/>
      </dsp:txXfrm>
    </dsp:sp>
    <dsp:sp modelId="{6C921614-D9EF-0B4D-A20C-1314A317C0E5}">
      <dsp:nvSpPr>
        <dsp:cNvPr id="0" name=""/>
        <dsp:cNvSpPr/>
      </dsp:nvSpPr>
      <dsp:spPr>
        <a:xfrm>
          <a:off x="2476008" y="635907"/>
          <a:ext cx="2292425" cy="2750910"/>
        </a:xfrm>
        <a:prstGeom prst="rect">
          <a:avLst/>
        </a:prstGeom>
        <a:solidFill>
          <a:schemeClr val="accent2">
            <a:hueOff val="-441124"/>
            <a:satOff val="497"/>
            <a:lumOff val="1177"/>
            <a:alphaOff val="0"/>
          </a:schemeClr>
        </a:solidFill>
        <a:ln w="15875" cap="flat" cmpd="sng" algn="ctr">
          <a:solidFill>
            <a:schemeClr val="accent2">
              <a:hueOff val="-441124"/>
              <a:satOff val="497"/>
              <a:lumOff val="1177"/>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6441" tIns="0" rIns="226441" bIns="330200" numCol="1" spcCol="1270" anchor="t" anchorCtr="0">
          <a:noAutofit/>
        </a:bodyPr>
        <a:lstStyle/>
        <a:p>
          <a:pPr marL="0" lvl="0" indent="0" algn="l" defTabSz="1155700">
            <a:lnSpc>
              <a:spcPct val="90000"/>
            </a:lnSpc>
            <a:spcBef>
              <a:spcPct val="0"/>
            </a:spcBef>
            <a:spcAft>
              <a:spcPct val="35000"/>
            </a:spcAft>
            <a:buNone/>
          </a:pPr>
          <a:r>
            <a:rPr lang="en-US" sz="2600" b="1" kern="1200" baseline="0" dirty="0"/>
            <a:t>Make comparisons effortless</a:t>
          </a:r>
          <a:endParaRPr lang="en-US" sz="2600" kern="1200" dirty="0"/>
        </a:p>
      </dsp:txBody>
      <dsp:txXfrm>
        <a:off x="2476008" y="1736271"/>
        <a:ext cx="2292425" cy="1650546"/>
      </dsp:txXfrm>
    </dsp:sp>
    <dsp:sp modelId="{52D91C4D-1B4F-734E-839C-E1CBEDA71742}">
      <dsp:nvSpPr>
        <dsp:cNvPr id="0" name=""/>
        <dsp:cNvSpPr/>
      </dsp:nvSpPr>
      <dsp:spPr>
        <a:xfrm>
          <a:off x="2476008" y="635907"/>
          <a:ext cx="2292425" cy="1100364"/>
        </a:xfrm>
        <a:prstGeom prst="rect">
          <a:avLst/>
        </a:prstGeom>
        <a:noFill/>
        <a:ln w="15875"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26441" tIns="165100" rIns="226441" bIns="165100" numCol="1" spcCol="1270" anchor="ctr" anchorCtr="0">
          <a:noAutofit/>
        </a:bodyPr>
        <a:lstStyle/>
        <a:p>
          <a:pPr marL="0" lvl="0" indent="0" algn="l" defTabSz="2711450">
            <a:lnSpc>
              <a:spcPct val="90000"/>
            </a:lnSpc>
            <a:spcBef>
              <a:spcPct val="0"/>
            </a:spcBef>
            <a:spcAft>
              <a:spcPct val="35000"/>
            </a:spcAft>
            <a:buNone/>
          </a:pPr>
          <a:r>
            <a:rPr lang="en-US" sz="6100" kern="1200"/>
            <a:t>02</a:t>
          </a:r>
          <a:endParaRPr lang="en-US" sz="6100" kern="1200" dirty="0"/>
        </a:p>
      </dsp:txBody>
      <dsp:txXfrm>
        <a:off x="2476008" y="635907"/>
        <a:ext cx="2292425" cy="1100364"/>
      </dsp:txXfrm>
    </dsp:sp>
    <dsp:sp modelId="{E22D8C13-0648-F742-957D-70008D06CCB1}">
      <dsp:nvSpPr>
        <dsp:cNvPr id="0" name=""/>
        <dsp:cNvSpPr/>
      </dsp:nvSpPr>
      <dsp:spPr>
        <a:xfrm>
          <a:off x="4951828" y="635907"/>
          <a:ext cx="2292425" cy="2750910"/>
        </a:xfrm>
        <a:prstGeom prst="rect">
          <a:avLst/>
        </a:prstGeom>
        <a:solidFill>
          <a:schemeClr val="accent2">
            <a:hueOff val="-882249"/>
            <a:satOff val="995"/>
            <a:lumOff val="2353"/>
            <a:alphaOff val="0"/>
          </a:schemeClr>
        </a:solidFill>
        <a:ln w="15875" cap="flat" cmpd="sng" algn="ctr">
          <a:solidFill>
            <a:schemeClr val="accent2">
              <a:hueOff val="-882249"/>
              <a:satOff val="995"/>
              <a:lumOff val="2353"/>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6441" tIns="0" rIns="226441" bIns="330200" numCol="1" spcCol="1270" anchor="t" anchorCtr="0">
          <a:noAutofit/>
        </a:bodyPr>
        <a:lstStyle/>
        <a:p>
          <a:pPr marL="0" lvl="0" indent="0" algn="l" defTabSz="1155700">
            <a:lnSpc>
              <a:spcPct val="90000"/>
            </a:lnSpc>
            <a:spcBef>
              <a:spcPct val="0"/>
            </a:spcBef>
            <a:spcAft>
              <a:spcPct val="35000"/>
            </a:spcAft>
            <a:buNone/>
          </a:pPr>
          <a:r>
            <a:rPr lang="en-US" sz="2600" b="1" kern="1200" baseline="0" dirty="0"/>
            <a:t>Use effective visual encodings</a:t>
          </a:r>
          <a:endParaRPr lang="en-US" sz="2600" kern="1200" dirty="0"/>
        </a:p>
      </dsp:txBody>
      <dsp:txXfrm>
        <a:off x="4951828" y="1736271"/>
        <a:ext cx="2292425" cy="1650546"/>
      </dsp:txXfrm>
    </dsp:sp>
    <dsp:sp modelId="{5AE1F9E6-F08C-AC4A-BA81-B5081C764F4F}">
      <dsp:nvSpPr>
        <dsp:cNvPr id="0" name=""/>
        <dsp:cNvSpPr/>
      </dsp:nvSpPr>
      <dsp:spPr>
        <a:xfrm>
          <a:off x="4951828" y="635907"/>
          <a:ext cx="2292425" cy="1100364"/>
        </a:xfrm>
        <a:prstGeom prst="rect">
          <a:avLst/>
        </a:prstGeom>
        <a:noFill/>
        <a:ln w="15875"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26441" tIns="165100" rIns="226441" bIns="165100" numCol="1" spcCol="1270" anchor="ctr" anchorCtr="0">
          <a:noAutofit/>
        </a:bodyPr>
        <a:lstStyle/>
        <a:p>
          <a:pPr marL="0" lvl="0" indent="0" algn="l" defTabSz="2711450">
            <a:lnSpc>
              <a:spcPct val="90000"/>
            </a:lnSpc>
            <a:spcBef>
              <a:spcPct val="0"/>
            </a:spcBef>
            <a:spcAft>
              <a:spcPct val="35000"/>
            </a:spcAft>
            <a:buNone/>
          </a:pPr>
          <a:r>
            <a:rPr lang="en-US" sz="6100" kern="1200"/>
            <a:t>03</a:t>
          </a:r>
          <a:endParaRPr lang="en-US" sz="6100" kern="1200" dirty="0"/>
        </a:p>
      </dsp:txBody>
      <dsp:txXfrm>
        <a:off x="4951828" y="635907"/>
        <a:ext cx="2292425" cy="1100364"/>
      </dsp:txXfrm>
    </dsp:sp>
    <dsp:sp modelId="{772BA08D-630F-714A-8F18-26A4FF91B768}">
      <dsp:nvSpPr>
        <dsp:cNvPr id="0" name=""/>
        <dsp:cNvSpPr/>
      </dsp:nvSpPr>
      <dsp:spPr>
        <a:xfrm>
          <a:off x="7427647" y="635907"/>
          <a:ext cx="2292425" cy="2750910"/>
        </a:xfrm>
        <a:prstGeom prst="rect">
          <a:avLst/>
        </a:prstGeom>
        <a:solidFill>
          <a:schemeClr val="accent2">
            <a:hueOff val="-1323373"/>
            <a:satOff val="1492"/>
            <a:lumOff val="3530"/>
            <a:alphaOff val="0"/>
          </a:schemeClr>
        </a:solidFill>
        <a:ln w="15875" cap="flat" cmpd="sng" algn="ctr">
          <a:solidFill>
            <a:schemeClr val="accent2">
              <a:hueOff val="-1323373"/>
              <a:satOff val="1492"/>
              <a:lumOff val="353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6441" tIns="0" rIns="226441" bIns="330200" numCol="1" spcCol="1270" anchor="t" anchorCtr="0">
          <a:noAutofit/>
        </a:bodyPr>
        <a:lstStyle/>
        <a:p>
          <a:pPr marL="0" lvl="0" indent="0" algn="l" defTabSz="1155700">
            <a:lnSpc>
              <a:spcPct val="90000"/>
            </a:lnSpc>
            <a:spcBef>
              <a:spcPct val="0"/>
            </a:spcBef>
            <a:spcAft>
              <a:spcPct val="35000"/>
            </a:spcAft>
            <a:buNone/>
          </a:pPr>
          <a:r>
            <a:rPr lang="en-US" sz="2600" b="1" kern="1200" baseline="0"/>
            <a:t>Design for readability &amp; accessibility</a:t>
          </a:r>
          <a:br>
            <a:rPr lang="en-US" sz="2600" kern="1200" baseline="0"/>
          </a:br>
          <a:endParaRPr lang="en-US" sz="2600" kern="1200"/>
        </a:p>
      </dsp:txBody>
      <dsp:txXfrm>
        <a:off x="7427647" y="1736271"/>
        <a:ext cx="2292425" cy="1650546"/>
      </dsp:txXfrm>
    </dsp:sp>
    <dsp:sp modelId="{9091DA31-5D66-A244-9AD0-638DA3954598}">
      <dsp:nvSpPr>
        <dsp:cNvPr id="0" name=""/>
        <dsp:cNvSpPr/>
      </dsp:nvSpPr>
      <dsp:spPr>
        <a:xfrm>
          <a:off x="7427647" y="635907"/>
          <a:ext cx="2292425" cy="1100364"/>
        </a:xfrm>
        <a:prstGeom prst="rect">
          <a:avLst/>
        </a:prstGeom>
        <a:noFill/>
        <a:ln w="15875"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26441" tIns="165100" rIns="226441" bIns="165100" numCol="1" spcCol="1270" anchor="ctr" anchorCtr="0">
          <a:noAutofit/>
        </a:bodyPr>
        <a:lstStyle/>
        <a:p>
          <a:pPr marL="0" lvl="0" indent="0" algn="l" defTabSz="2711450">
            <a:lnSpc>
              <a:spcPct val="90000"/>
            </a:lnSpc>
            <a:spcBef>
              <a:spcPct val="0"/>
            </a:spcBef>
            <a:spcAft>
              <a:spcPct val="35000"/>
            </a:spcAft>
            <a:buNone/>
          </a:pPr>
          <a:r>
            <a:rPr lang="en-US" sz="6100" kern="1200"/>
            <a:t>04</a:t>
          </a:r>
          <a:endParaRPr lang="en-US" sz="6100" kern="1200" dirty="0"/>
        </a:p>
      </dsp:txBody>
      <dsp:txXfrm>
        <a:off x="7427647" y="635907"/>
        <a:ext cx="2292425" cy="1100364"/>
      </dsp:txXfrm>
    </dsp:sp>
  </dsp:spTree>
</dsp:drawing>
</file>

<file path=ppt/diagrams/layout1.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layout2.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1D3653-9E79-5C4D-8011-4255A78CAC35}" type="datetimeFigureOut">
              <a:rPr lang="en-US" smtClean="0"/>
              <a:t>9/21/25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5564E20-9EA2-8947-B25E-DCABC392F652}" type="slidenum">
              <a:rPr lang="en-US" smtClean="0"/>
              <a:t>‹#›</a:t>
            </a:fld>
            <a:endParaRPr lang="en-US"/>
          </a:p>
        </p:txBody>
      </p:sp>
    </p:spTree>
    <p:extLst>
      <p:ext uri="{BB962C8B-B14F-4D97-AF65-F5344CB8AC3E}">
        <p14:creationId xmlns:p14="http://schemas.microsoft.com/office/powerpoint/2010/main" val="34568734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www.google.com/search?sca_esv=6a2da25b2ac48ac6&amp;rlz=1C5GCEM_enUS1130US1130&amp;q=Leptokurtic&amp;sa=X&amp;ved=2ahUKEwi0lIKA7umPAxVG_skDHQuDBPgQxccNegUIjwMQAQ&amp;mstk=AUtExfBuwPi6JabWHo7Re9kO7rIq2zHnZYngqqC_2WiBnkM4CbMon8qncCRCeawjfUezAIg-UklwyXy1-LvihrcKuIvH9hxzoHXwUpCTryTeZXRPiPk6FEXwd2Nf1VjEKbe0EHIN-uxC3fI_--gOVCF_OcSdq2frUoBZdAqIVUClYvfj9W0&amp;csui=3" TargetMode="External"/><Relationship Id="rId2" Type="http://schemas.openxmlformats.org/officeDocument/2006/relationships/slide" Target="../slides/slide10.xml"/><Relationship Id="rId1" Type="http://schemas.openxmlformats.org/officeDocument/2006/relationships/notesMaster" Target="../notesMasters/notesMaster1.xml"/><Relationship Id="rId4" Type="http://schemas.openxmlformats.org/officeDocument/2006/relationships/hyperlink" Target="https://www.google.com/search?sca_esv=6a2da25b2ac48ac6&amp;rlz=1C5GCEM_enUS1130US1130&amp;q=excess+kurtosis&amp;sa=X&amp;ved=2ahUKEwi0lIKA7umPAxVG_skDHQuDBPgQxccNegUIjwMQAg&amp;mstk=AUtExfBuwPi6JabWHo7Re9kO7rIq2zHnZYngqqC_2WiBnkM4CbMon8qncCRCeawjfUezAIg-UklwyXy1-LvihrcKuIvH9hxzoHXwUpCTryTeZXRPiPk6FEXwd2Nf1VjEKbe0EHIN-uxC3fI_--gOVCF_OcSdq2frUoBZdAqIVUClYvfj9W0&amp;csui=3" TargetMode="Externa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5564E20-9EA2-8947-B25E-DCABC392F652}" type="slidenum">
              <a:rPr lang="en-US" smtClean="0"/>
              <a:t>1</a:t>
            </a:fld>
            <a:endParaRPr lang="en-US"/>
          </a:p>
        </p:txBody>
      </p:sp>
    </p:spTree>
    <p:extLst>
      <p:ext uri="{BB962C8B-B14F-4D97-AF65-F5344CB8AC3E}">
        <p14:creationId xmlns:p14="http://schemas.microsoft.com/office/powerpoint/2010/main" val="10306850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C2470B-4D48-16F8-4CE6-F7689975A7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6DF05A-4A77-4FF1-FC66-4AA4E93A8D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4D6146-D5C3-9A6D-48B2-10B9A9EE7E6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BF7FE11-7600-6E95-8AB3-1B0DCFCF1C27}"/>
              </a:ext>
            </a:extLst>
          </p:cNvPr>
          <p:cNvSpPr>
            <a:spLocks noGrp="1"/>
          </p:cNvSpPr>
          <p:nvPr>
            <p:ph type="sldNum" sz="quarter" idx="10"/>
          </p:nvPr>
        </p:nvSpPr>
        <p:spPr/>
        <p:txBody>
          <a:bodyPr/>
          <a:lstStyle/>
          <a:p>
            <a:fld id="{0A193586-FEB5-7C43-8F44-7EFAE4EECA28}" type="slidenum">
              <a:rPr lang="en-US" smtClean="0"/>
              <a:t>2</a:t>
            </a:fld>
            <a:endParaRPr lang="en-US"/>
          </a:p>
        </p:txBody>
      </p:sp>
    </p:spTree>
    <p:extLst>
      <p:ext uri="{BB962C8B-B14F-4D97-AF65-F5344CB8AC3E}">
        <p14:creationId xmlns:p14="http://schemas.microsoft.com/office/powerpoint/2010/main" val="34838579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35766d32465_1_1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0" name="Google Shape;150;g35766d32465_1_14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a:t>Shannon</a:t>
            </a:r>
            <a:endParaRPr dirty="0"/>
          </a:p>
          <a:p>
            <a:pPr marL="0" lvl="0" indent="0" algn="l" rtl="0">
              <a:lnSpc>
                <a:spcPct val="100000"/>
              </a:lnSpc>
              <a:spcBef>
                <a:spcPts val="0"/>
              </a:spcBef>
              <a:spcAft>
                <a:spcPts val="0"/>
              </a:spcAft>
              <a:buSzPts val="1400"/>
              <a:buNone/>
            </a:pPr>
            <a:r>
              <a:rPr lang="en-US" dirty="0"/>
              <a:t>Focus here is on communication and more specifically of quantitative information – is this true?? Case 2 Is more analysis focused, right?</a:t>
            </a:r>
          </a:p>
          <a:p>
            <a:pPr marL="0" lvl="0" indent="0" algn="l" rtl="0">
              <a:lnSpc>
                <a:spcPct val="100000"/>
              </a:lnSpc>
              <a:spcBef>
                <a:spcPts val="0"/>
              </a:spcBef>
              <a:spcAft>
                <a:spcPts val="0"/>
              </a:spcAft>
              <a:buSzPts val="1400"/>
              <a:buNone/>
            </a:pPr>
            <a:r>
              <a:rPr lang="en-US" dirty="0"/>
              <a:t>— provide transparency and understanding for monitoring, interventions, and outcomes</a:t>
            </a:r>
            <a:endParaRPr dirty="0"/>
          </a:p>
        </p:txBody>
      </p:sp>
      <p:sp>
        <p:nvSpPr>
          <p:cNvPr id="151" name="Google Shape;151;g35766d32465_1_14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a:extLst>
            <a:ext uri="{FF2B5EF4-FFF2-40B4-BE49-F238E27FC236}">
              <a16:creationId xmlns:a16="http://schemas.microsoft.com/office/drawing/2014/main" id="{A4BBA292-BC8A-15BB-8C6E-CA3700900BEE}"/>
            </a:ext>
          </a:extLst>
        </p:cNvPr>
        <p:cNvGrpSpPr/>
        <p:nvPr/>
      </p:nvGrpSpPr>
      <p:grpSpPr>
        <a:xfrm>
          <a:off x="0" y="0"/>
          <a:ext cx="0" cy="0"/>
          <a:chOff x="0" y="0"/>
          <a:chExt cx="0" cy="0"/>
        </a:xfrm>
      </p:grpSpPr>
      <p:sp>
        <p:nvSpPr>
          <p:cNvPr id="149" name="Google Shape;149;g35766d32465_1_142:notes">
            <a:extLst>
              <a:ext uri="{FF2B5EF4-FFF2-40B4-BE49-F238E27FC236}">
                <a16:creationId xmlns:a16="http://schemas.microsoft.com/office/drawing/2014/main" id="{E0A8CFEE-25C7-DD6F-8C9C-F2361058315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0" name="Google Shape;150;g35766d32465_1_142:notes">
            <a:extLst>
              <a:ext uri="{FF2B5EF4-FFF2-40B4-BE49-F238E27FC236}">
                <a16:creationId xmlns:a16="http://schemas.microsoft.com/office/drawing/2014/main" id="{E012D20C-8905-8667-2583-314F80CB0211}"/>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51" name="Google Shape;151;g35766d32465_1_142:notes">
            <a:extLst>
              <a:ext uri="{FF2B5EF4-FFF2-40B4-BE49-F238E27FC236}">
                <a16:creationId xmlns:a16="http://schemas.microsoft.com/office/drawing/2014/main" id="{A940B68A-796A-B530-E925-C86EBED1D621}"/>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a:t>
            </a:fld>
            <a:endParaRPr/>
          </a:p>
        </p:txBody>
      </p:sp>
    </p:spTree>
    <p:extLst>
      <p:ext uri="{BB962C8B-B14F-4D97-AF65-F5344CB8AC3E}">
        <p14:creationId xmlns:p14="http://schemas.microsoft.com/office/powerpoint/2010/main" val="25119651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B676D2C7-3985-E226-C6FD-7D0D4575C268}"/>
            </a:ext>
          </a:extLst>
        </p:cNvPr>
        <p:cNvGrpSpPr/>
        <p:nvPr/>
      </p:nvGrpSpPr>
      <p:grpSpPr>
        <a:xfrm>
          <a:off x="0" y="0"/>
          <a:ext cx="0" cy="0"/>
          <a:chOff x="0" y="0"/>
          <a:chExt cx="0" cy="0"/>
        </a:xfrm>
      </p:grpSpPr>
      <p:sp>
        <p:nvSpPr>
          <p:cNvPr id="238" name="Google Shape;238;g35766d32465_2_2:notes">
            <a:extLst>
              <a:ext uri="{FF2B5EF4-FFF2-40B4-BE49-F238E27FC236}">
                <a16:creationId xmlns:a16="http://schemas.microsoft.com/office/drawing/2014/main" id="{0793B685-D246-4281-48B4-D0225D1F4C90}"/>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9" name="Google Shape;239;g35766d32465_2_2:notes">
            <a:extLst>
              <a:ext uri="{FF2B5EF4-FFF2-40B4-BE49-F238E27FC236}">
                <a16:creationId xmlns:a16="http://schemas.microsoft.com/office/drawing/2014/main" id="{C2CFA2AD-0B73-8418-6F6B-AF07A70BA98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509304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a:extLst>
            <a:ext uri="{FF2B5EF4-FFF2-40B4-BE49-F238E27FC236}">
              <a16:creationId xmlns:a16="http://schemas.microsoft.com/office/drawing/2014/main" id="{A52940EC-E00C-0634-C054-285C6876A0E7}"/>
            </a:ext>
          </a:extLst>
        </p:cNvPr>
        <p:cNvGrpSpPr/>
        <p:nvPr/>
      </p:nvGrpSpPr>
      <p:grpSpPr>
        <a:xfrm>
          <a:off x="0" y="0"/>
          <a:ext cx="0" cy="0"/>
          <a:chOff x="0" y="0"/>
          <a:chExt cx="0" cy="0"/>
        </a:xfrm>
      </p:grpSpPr>
      <p:sp>
        <p:nvSpPr>
          <p:cNvPr id="247" name="Google Shape;247;g35766d32465_2_10:notes">
            <a:extLst>
              <a:ext uri="{FF2B5EF4-FFF2-40B4-BE49-F238E27FC236}">
                <a16:creationId xmlns:a16="http://schemas.microsoft.com/office/drawing/2014/main" id="{AF658CE1-617C-29C4-F6B1-F642B9524C75}"/>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en-US" sz="1200" b="1" i="0" kern="1200" dirty="0">
                <a:solidFill>
                  <a:schemeClr val="tx1"/>
                </a:solidFill>
                <a:effectLst/>
                <a:latin typeface="+mn-lt"/>
                <a:ea typeface="+mn-ea"/>
                <a:cs typeface="+mn-cs"/>
              </a:rPr>
              <a:t>Dimension:</a:t>
            </a:r>
            <a:r>
              <a:rPr lang="en-US" sz="1200" b="0" i="0" kern="1200" dirty="0">
                <a:solidFill>
                  <a:schemeClr val="tx1"/>
                </a:solidFill>
                <a:effectLst/>
                <a:latin typeface="+mn-lt"/>
                <a:ea typeface="+mn-ea"/>
                <a:cs typeface="+mn-cs"/>
              </a:rPr>
              <a:t> </a:t>
            </a:r>
          </a:p>
          <a:p>
            <a:r>
              <a:rPr lang="en-US" sz="1200" b="0" i="0" kern="1200" dirty="0">
                <a:solidFill>
                  <a:schemeClr val="tx1"/>
                </a:solidFill>
                <a:effectLst/>
                <a:latin typeface="+mn-lt"/>
                <a:ea typeface="+mn-ea"/>
                <a:cs typeface="+mn-cs"/>
              </a:rPr>
              <a:t>Skewness describes a distribution's horizontal spread and balance, while kurtosis describes its vertical spread and the presence of outliers. </a:t>
            </a:r>
          </a:p>
          <a:p>
            <a:r>
              <a:rPr lang="en-US" sz="1200" b="1" i="0" kern="1200" dirty="0">
                <a:solidFill>
                  <a:schemeClr val="tx1"/>
                </a:solidFill>
                <a:effectLst/>
                <a:latin typeface="+mn-lt"/>
                <a:ea typeface="+mn-ea"/>
                <a:cs typeface="+mn-cs"/>
              </a:rPr>
              <a:t>Symmetry vs. Tails:</a:t>
            </a:r>
            <a:r>
              <a:rPr lang="en-US" sz="1200" b="0" i="0" kern="1200" dirty="0">
                <a:solidFill>
                  <a:schemeClr val="tx1"/>
                </a:solidFill>
                <a:effectLst/>
                <a:latin typeface="+mn-lt"/>
                <a:ea typeface="+mn-ea"/>
                <a:cs typeface="+mn-cs"/>
              </a:rPr>
              <a:t> </a:t>
            </a:r>
          </a:p>
          <a:p>
            <a:r>
              <a:rPr lang="en-US" sz="1200" b="0" i="0" kern="1200" dirty="0">
                <a:solidFill>
                  <a:schemeClr val="tx1"/>
                </a:solidFill>
                <a:effectLst/>
                <a:latin typeface="+mn-lt"/>
                <a:ea typeface="+mn-ea"/>
                <a:cs typeface="+mn-cs"/>
              </a:rPr>
              <a:t>Skewness tells you about the symmetry around the mean, while kurtosis tells you about the concentration of data in the tails. </a:t>
            </a:r>
          </a:p>
          <a:p>
            <a:r>
              <a:rPr lang="en-US" sz="1200" b="1" i="0" kern="1200" dirty="0">
                <a:solidFill>
                  <a:schemeClr val="tx1"/>
                </a:solidFill>
                <a:effectLst/>
                <a:latin typeface="+mn-lt"/>
                <a:ea typeface="+mn-ea"/>
                <a:cs typeface="+mn-cs"/>
              </a:rPr>
              <a:t>Comparison to Normal Distribution:</a:t>
            </a:r>
            <a:r>
              <a:rPr lang="en-US" sz="1200" b="0" i="0" kern="1200" dirty="0">
                <a:solidFill>
                  <a:schemeClr val="tx1"/>
                </a:solidFill>
                <a:effectLst/>
                <a:latin typeface="+mn-lt"/>
                <a:ea typeface="+mn-ea"/>
                <a:cs typeface="+mn-cs"/>
              </a:rPr>
              <a:t> </a:t>
            </a:r>
          </a:p>
          <a:p>
            <a:r>
              <a:rPr lang="en-US" sz="1200" b="0" i="0" kern="1200" dirty="0">
                <a:solidFill>
                  <a:schemeClr val="tx1"/>
                </a:solidFill>
                <a:effectLst/>
                <a:latin typeface="+mn-lt"/>
                <a:ea typeface="+mn-ea"/>
                <a:cs typeface="+mn-cs"/>
              </a:rPr>
              <a:t>A distribution close to normal has skewness near 0 and an excess kurtosis near 0. </a:t>
            </a:r>
          </a:p>
          <a:p>
            <a:r>
              <a:rPr lang="en-US" sz="1200" b="1" i="0" kern="1200" dirty="0">
                <a:solidFill>
                  <a:schemeClr val="tx1"/>
                </a:solidFill>
                <a:effectLst/>
                <a:latin typeface="+mn-lt"/>
                <a:ea typeface="+mn-ea"/>
                <a:cs typeface="+mn-cs"/>
                <a:hlinkClick r:id="rId3"/>
              </a:rPr>
              <a:t>Leptokurtic</a:t>
            </a:r>
            <a:r>
              <a:rPr lang="en-US" sz="1200" b="1" i="0" kern="1200" dirty="0">
                <a:solidFill>
                  <a:schemeClr val="tx1"/>
                </a:solidFill>
                <a:effectLst/>
                <a:latin typeface="+mn-lt"/>
                <a:ea typeface="+mn-ea"/>
                <a:cs typeface="+mn-cs"/>
              </a:rPr>
              <a:t> (positive </a:t>
            </a:r>
            <a:r>
              <a:rPr lang="en-US" sz="1200" b="1" i="0" kern="1200" dirty="0">
                <a:solidFill>
                  <a:schemeClr val="tx1"/>
                </a:solidFill>
                <a:effectLst/>
                <a:latin typeface="+mn-lt"/>
                <a:ea typeface="+mn-ea"/>
                <a:cs typeface="+mn-cs"/>
                <a:hlinkClick r:id="rId4"/>
              </a:rPr>
              <a:t>excess kurtosis</a:t>
            </a:r>
            <a:r>
              <a:rPr lang="en-US" sz="1200" b="1" i="0" kern="120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 A higher, sharper peak and fatter tails than a normal distribution, indicating a higher concentration of data around the mean and more extreme values</a:t>
            </a:r>
          </a:p>
        </p:txBody>
      </p:sp>
      <p:sp>
        <p:nvSpPr>
          <p:cNvPr id="248" name="Google Shape;248;g35766d32465_2_10:notes">
            <a:extLst>
              <a:ext uri="{FF2B5EF4-FFF2-40B4-BE49-F238E27FC236}">
                <a16:creationId xmlns:a16="http://schemas.microsoft.com/office/drawing/2014/main" id="{6933AF9C-6553-B380-4B1E-0E3BC1E1BCD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0743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a:extLst>
            <a:ext uri="{FF2B5EF4-FFF2-40B4-BE49-F238E27FC236}">
              <a16:creationId xmlns:a16="http://schemas.microsoft.com/office/drawing/2014/main" id="{77F1EBA3-BC26-5AD3-E566-6B508A3D3E3A}"/>
            </a:ext>
          </a:extLst>
        </p:cNvPr>
        <p:cNvGrpSpPr/>
        <p:nvPr/>
      </p:nvGrpSpPr>
      <p:grpSpPr>
        <a:xfrm>
          <a:off x="0" y="0"/>
          <a:ext cx="0" cy="0"/>
          <a:chOff x="0" y="0"/>
          <a:chExt cx="0" cy="0"/>
        </a:xfrm>
      </p:grpSpPr>
      <p:sp>
        <p:nvSpPr>
          <p:cNvPr id="267" name="Google Shape;267;g35766d32465_2_29:notes">
            <a:extLst>
              <a:ext uri="{FF2B5EF4-FFF2-40B4-BE49-F238E27FC236}">
                <a16:creationId xmlns:a16="http://schemas.microsoft.com/office/drawing/2014/main" id="{BCAD2731-4DE0-7545-6086-B46925E611D8}"/>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8" name="Google Shape;268;g35766d32465_2_29:notes">
            <a:extLst>
              <a:ext uri="{FF2B5EF4-FFF2-40B4-BE49-F238E27FC236}">
                <a16:creationId xmlns:a16="http://schemas.microsoft.com/office/drawing/2014/main" id="{8F29B1B7-5435-7CDD-4F04-11A7D5AA8F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091993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a:extLst>
            <a:ext uri="{FF2B5EF4-FFF2-40B4-BE49-F238E27FC236}">
              <a16:creationId xmlns:a16="http://schemas.microsoft.com/office/drawing/2014/main" id="{391B9E2E-92DB-CDD2-71EE-65493A6EC323}"/>
            </a:ext>
          </a:extLst>
        </p:cNvPr>
        <p:cNvGrpSpPr/>
        <p:nvPr/>
      </p:nvGrpSpPr>
      <p:grpSpPr>
        <a:xfrm>
          <a:off x="0" y="0"/>
          <a:ext cx="0" cy="0"/>
          <a:chOff x="0" y="0"/>
          <a:chExt cx="0" cy="0"/>
        </a:xfrm>
      </p:grpSpPr>
      <p:sp>
        <p:nvSpPr>
          <p:cNvPr id="276" name="Google Shape;276;g35766d32465_2_37:notes">
            <a:extLst>
              <a:ext uri="{FF2B5EF4-FFF2-40B4-BE49-F238E27FC236}">
                <a16:creationId xmlns:a16="http://schemas.microsoft.com/office/drawing/2014/main" id="{7CCEDFDB-1AF7-30C7-EAC6-5A66BAE8CA5B}"/>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7" name="Google Shape;277;g35766d32465_2_37:notes">
            <a:extLst>
              <a:ext uri="{FF2B5EF4-FFF2-40B4-BE49-F238E27FC236}">
                <a16:creationId xmlns:a16="http://schemas.microsoft.com/office/drawing/2014/main" id="{B704B5A2-D804-9CC9-D844-AD9E1EE33A0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299700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a:extLst>
            <a:ext uri="{FF2B5EF4-FFF2-40B4-BE49-F238E27FC236}">
              <a16:creationId xmlns:a16="http://schemas.microsoft.com/office/drawing/2014/main" id="{E3826AD6-8D83-5665-B281-B01D3799C231}"/>
            </a:ext>
          </a:extLst>
        </p:cNvPr>
        <p:cNvGrpSpPr/>
        <p:nvPr/>
      </p:nvGrpSpPr>
      <p:grpSpPr>
        <a:xfrm>
          <a:off x="0" y="0"/>
          <a:ext cx="0" cy="0"/>
          <a:chOff x="0" y="0"/>
          <a:chExt cx="0" cy="0"/>
        </a:xfrm>
      </p:grpSpPr>
      <p:sp>
        <p:nvSpPr>
          <p:cNvPr id="311" name="Google Shape;311;g35766d32465_2_71:notes">
            <a:extLst>
              <a:ext uri="{FF2B5EF4-FFF2-40B4-BE49-F238E27FC236}">
                <a16:creationId xmlns:a16="http://schemas.microsoft.com/office/drawing/2014/main" id="{C0905B52-38B6-B70C-13D6-B15CE6262F91}"/>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2" name="Google Shape;312;g35766d32465_2_71:notes">
            <a:extLst>
              <a:ext uri="{FF2B5EF4-FFF2-40B4-BE49-F238E27FC236}">
                <a16:creationId xmlns:a16="http://schemas.microsoft.com/office/drawing/2014/main" id="{32EF344E-DB8F-36FF-AC45-2232AFDFF7E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39934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g35766d32465_2_12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Series of graphs or charts using the same scale and axes to support easy comparison</a:t>
            </a:r>
            <a:endParaRPr/>
          </a:p>
        </p:txBody>
      </p:sp>
      <p:sp>
        <p:nvSpPr>
          <p:cNvPr id="378" name="Google Shape;378;g35766d32465_2_1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086163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Comparing data and examining relationships</a:t>
            </a:r>
          </a:p>
        </p:txBody>
      </p:sp>
      <p:sp>
        <p:nvSpPr>
          <p:cNvPr id="4" name="Slide Number Placeholder 3"/>
          <p:cNvSpPr>
            <a:spLocks noGrp="1"/>
          </p:cNvSpPr>
          <p:nvPr>
            <p:ph type="sldNum" sz="quarter" idx="5"/>
          </p:nvPr>
        </p:nvSpPr>
        <p:spPr/>
        <p:txBody>
          <a:bodyPr/>
          <a:lstStyle/>
          <a:p>
            <a:fld id="{15564E20-9EA2-8947-B25E-DCABC392F652}" type="slidenum">
              <a:rPr lang="en-US" smtClean="0"/>
              <a:t>16</a:t>
            </a:fld>
            <a:endParaRPr lang="en-US"/>
          </a:p>
        </p:txBody>
      </p:sp>
    </p:spTree>
    <p:extLst>
      <p:ext uri="{BB962C8B-B14F-4D97-AF65-F5344CB8AC3E}">
        <p14:creationId xmlns:p14="http://schemas.microsoft.com/office/powerpoint/2010/main" val="38744669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Date time are special types of numeric? Or their own? See Patrick’s slides</a:t>
            </a:r>
          </a:p>
        </p:txBody>
      </p:sp>
      <p:sp>
        <p:nvSpPr>
          <p:cNvPr id="4" name="Slide Number Placeholder 3"/>
          <p:cNvSpPr>
            <a:spLocks noGrp="1"/>
          </p:cNvSpPr>
          <p:nvPr>
            <p:ph type="sldNum" sz="quarter" idx="5"/>
          </p:nvPr>
        </p:nvSpPr>
        <p:spPr/>
        <p:txBody>
          <a:bodyPr/>
          <a:lstStyle/>
          <a:p>
            <a:fld id="{15564E20-9EA2-8947-B25E-DCABC392F652}" type="slidenum">
              <a:rPr lang="en-US" smtClean="0"/>
              <a:t>17</a:t>
            </a:fld>
            <a:endParaRPr lang="en-US"/>
          </a:p>
        </p:txBody>
      </p:sp>
    </p:spTree>
    <p:extLst>
      <p:ext uri="{BB962C8B-B14F-4D97-AF65-F5344CB8AC3E}">
        <p14:creationId xmlns:p14="http://schemas.microsoft.com/office/powerpoint/2010/main" val="41841447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5" name="Google Shape;185;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914400" lvl="1" indent="-228600" algn="l" rtl="0">
              <a:lnSpc>
                <a:spcPct val="100000"/>
              </a:lnSpc>
              <a:spcBef>
                <a:spcPts val="0"/>
              </a:spcBef>
              <a:spcAft>
                <a:spcPts val="0"/>
              </a:spcAft>
              <a:buSzPts val="1400"/>
              <a:buNone/>
            </a:pPr>
            <a:endParaRPr dirty="0"/>
          </a:p>
          <a:p>
            <a:pPr marL="914400" lvl="1" indent="-228600" algn="l" rtl="0">
              <a:lnSpc>
                <a:spcPct val="100000"/>
              </a:lnSpc>
              <a:spcBef>
                <a:spcPts val="0"/>
              </a:spcBef>
              <a:spcAft>
                <a:spcPts val="0"/>
              </a:spcAft>
              <a:buSzPts val="1400"/>
              <a:buNone/>
            </a:pPr>
            <a:r>
              <a:rPr lang="en-US" sz="1200" dirty="0"/>
              <a:t>What’s an example of each? How might you represent that?</a:t>
            </a:r>
            <a:endParaRPr sz="1200" dirty="0"/>
          </a:p>
          <a:p>
            <a:pPr marL="914400" lvl="1" indent="-228600" algn="l" rtl="0">
              <a:lnSpc>
                <a:spcPct val="100000"/>
              </a:lnSpc>
              <a:spcBef>
                <a:spcPts val="0"/>
              </a:spcBef>
              <a:spcAft>
                <a:spcPts val="0"/>
              </a:spcAft>
              <a:buSzPts val="1400"/>
              <a:buNone/>
            </a:pPr>
            <a:endParaRPr sz="1200" dirty="0"/>
          </a:p>
          <a:p>
            <a:pPr marL="457200" marR="0" lvl="0" indent="-228600" algn="l" rtl="0">
              <a:lnSpc>
                <a:spcPct val="100000"/>
              </a:lnSpc>
              <a:spcBef>
                <a:spcPts val="0"/>
              </a:spcBef>
              <a:spcAft>
                <a:spcPts val="0"/>
              </a:spcAft>
              <a:buSzPts val="1400"/>
              <a:buNone/>
            </a:pPr>
            <a:endParaRPr dirty="0"/>
          </a:p>
        </p:txBody>
      </p:sp>
      <p:sp>
        <p:nvSpPr>
          <p:cNvPr id="186" name="Google Shape;186;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Calibri"/>
                <a:ea typeface="Calibri"/>
                <a:cs typeface="Calibri"/>
                <a:sym typeface="Calibri"/>
              </a:rPr>
              <a:t>18</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4" name="Google Shape;214;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r>
              <a:rPr lang="en-US"/>
              <a:t>Notice that a table was an option in all of the examples on the previous slide. One of the first questions to consider in data visualization is should you use a table to display data</a:t>
            </a:r>
            <a:endParaRPr/>
          </a:p>
        </p:txBody>
      </p:sp>
      <p:sp>
        <p:nvSpPr>
          <p:cNvPr id="215" name="Google Shape;215;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Calibri"/>
                <a:ea typeface="Calibri"/>
                <a:cs typeface="Calibri"/>
                <a:sym typeface="Calibri"/>
              </a:rPr>
              <a:t>24</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a:extLst>
            <a:ext uri="{FF2B5EF4-FFF2-40B4-BE49-F238E27FC236}">
              <a16:creationId xmlns:a16="http://schemas.microsoft.com/office/drawing/2014/main" id="{9A526763-7DF3-B83A-2769-53AC51F7A3E3}"/>
            </a:ext>
          </a:extLst>
        </p:cNvPr>
        <p:cNvGrpSpPr/>
        <p:nvPr/>
      </p:nvGrpSpPr>
      <p:grpSpPr>
        <a:xfrm>
          <a:off x="0" y="0"/>
          <a:ext cx="0" cy="0"/>
          <a:chOff x="0" y="0"/>
          <a:chExt cx="0" cy="0"/>
        </a:xfrm>
      </p:grpSpPr>
      <p:sp>
        <p:nvSpPr>
          <p:cNvPr id="213" name="Google Shape;213;p5:notes">
            <a:extLst>
              <a:ext uri="{FF2B5EF4-FFF2-40B4-BE49-F238E27FC236}">
                <a16:creationId xmlns:a16="http://schemas.microsoft.com/office/drawing/2014/main" id="{FD1DF651-14F8-7C6F-C21E-3EAE445501F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4" name="Google Shape;214;p5:notes">
            <a:extLst>
              <a:ext uri="{FF2B5EF4-FFF2-40B4-BE49-F238E27FC236}">
                <a16:creationId xmlns:a16="http://schemas.microsoft.com/office/drawing/2014/main" id="{7E2ECD95-EEEC-D046-44C0-0CA20ADD540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r>
              <a:rPr lang="en-US"/>
              <a:t>Notice that a table was an option in all of the examples on the previous slide. One of the first questions to consider in data visualization is should you use a table to display data</a:t>
            </a:r>
            <a:endParaRPr/>
          </a:p>
        </p:txBody>
      </p:sp>
      <p:sp>
        <p:nvSpPr>
          <p:cNvPr id="215" name="Google Shape;215;p5:notes">
            <a:extLst>
              <a:ext uri="{FF2B5EF4-FFF2-40B4-BE49-F238E27FC236}">
                <a16:creationId xmlns:a16="http://schemas.microsoft.com/office/drawing/2014/main" id="{7FE9EE2C-0C2B-5716-4607-AC820D73F802}"/>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457200" rtl="0" eaLnBrk="1" fontAlgn="auto" latinLnBrk="0" hangingPunct="1">
              <a:lnSpc>
                <a:spcPct val="100000"/>
              </a:lnSpc>
              <a:spcBef>
                <a:spcPts val="0"/>
              </a:spcBef>
              <a:spcAft>
                <a:spcPts val="0"/>
              </a:spcAft>
              <a:buClrTx/>
              <a:buSzPts val="1200"/>
              <a:buFontTx/>
              <a:buNone/>
              <a:tabLst/>
              <a:defRPr/>
            </a:pPr>
            <a:fld id="{00000000-1234-1234-1234-123412341234}" type="slidenum">
              <a:rPr kumimoji="0" lang="en-US" sz="1200" b="0" i="0" u="none" strike="noStrike" kern="1200" cap="none" spc="0" normalizeH="0" baseline="0" noProof="0">
                <a:ln>
                  <a:noFill/>
                </a:ln>
                <a:solidFill>
                  <a:prstClr val="black"/>
                </a:solidFill>
                <a:effectLst/>
                <a:uLnTx/>
                <a:uFillTx/>
                <a:latin typeface="Calibri"/>
                <a:ea typeface="Calibri"/>
                <a:cs typeface="Calibri"/>
                <a:sym typeface="Calibri"/>
              </a:rPr>
              <a:pPr marL="0" marR="0" lvl="0" indent="0" algn="r" defTabSz="457200" rtl="0" eaLnBrk="1" fontAlgn="auto" latinLnBrk="0" hangingPunct="1">
                <a:lnSpc>
                  <a:spcPct val="100000"/>
                </a:lnSpc>
                <a:spcBef>
                  <a:spcPts val="0"/>
                </a:spcBef>
                <a:spcAft>
                  <a:spcPts val="0"/>
                </a:spcAft>
                <a:buClrTx/>
                <a:buSzPts val="1200"/>
                <a:buFontTx/>
                <a:buNone/>
                <a:tabLst/>
                <a:defRPr/>
              </a:pPr>
              <a:t>26</a:t>
            </a:fld>
            <a:endParaRPr kumimoji="0" sz="1200" b="0" i="0" u="none" strike="noStrike" kern="1200" cap="none" spc="0" normalizeH="0" baseline="0" noProof="0">
              <a:ln>
                <a:noFill/>
              </a:ln>
              <a:solidFill>
                <a:prstClr val="black"/>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26235780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many people got the same answers from both plot and table? Did you get answers from the plot vs the table?</a:t>
            </a:r>
          </a:p>
        </p:txBody>
      </p:sp>
      <p:sp>
        <p:nvSpPr>
          <p:cNvPr id="4" name="Slide Number Placeholder 3"/>
          <p:cNvSpPr>
            <a:spLocks noGrp="1"/>
          </p:cNvSpPr>
          <p:nvPr>
            <p:ph type="sldNum" sz="quarter" idx="5"/>
          </p:nvPr>
        </p:nvSpPr>
        <p:spPr/>
        <p:txBody>
          <a:bodyPr/>
          <a:lstStyle/>
          <a:p>
            <a:fld id="{15564E20-9EA2-8947-B25E-DCABC392F652}" type="slidenum">
              <a:rPr lang="en-US" smtClean="0"/>
              <a:t>28</a:t>
            </a:fld>
            <a:endParaRPr lang="en-US"/>
          </a:p>
        </p:txBody>
      </p:sp>
    </p:spTree>
    <p:extLst>
      <p:ext uri="{BB962C8B-B14F-4D97-AF65-F5344CB8AC3E}">
        <p14:creationId xmlns:p14="http://schemas.microsoft.com/office/powerpoint/2010/main" val="141629507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24" name="Google Shape;224;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35766d32465_1_37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1" name="Google Shape;231;g35766d32465_1_37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2" name="Google Shape;232;g35766d32465_1_37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30</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 show stat (count) or actual value</a:t>
            </a:r>
          </a:p>
        </p:txBody>
      </p:sp>
      <p:sp>
        <p:nvSpPr>
          <p:cNvPr id="4" name="Slide Number Placeholder 3"/>
          <p:cNvSpPr>
            <a:spLocks noGrp="1"/>
          </p:cNvSpPr>
          <p:nvPr>
            <p:ph type="sldNum" sz="quarter" idx="5"/>
          </p:nvPr>
        </p:nvSpPr>
        <p:spPr/>
        <p:txBody>
          <a:bodyPr/>
          <a:lstStyle/>
          <a:p>
            <a:fld id="{15564E20-9EA2-8947-B25E-DCABC392F652}" type="slidenum">
              <a:rPr lang="en-US" smtClean="0"/>
              <a:t>32</a:t>
            </a:fld>
            <a:endParaRPr lang="en-US"/>
          </a:p>
        </p:txBody>
      </p:sp>
    </p:spTree>
    <p:extLst>
      <p:ext uri="{BB962C8B-B14F-4D97-AF65-F5344CB8AC3E}">
        <p14:creationId xmlns:p14="http://schemas.microsoft.com/office/powerpoint/2010/main" val="279168079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29D31F-0BC5-3157-3753-A777304B3F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EC563F-A26F-24BA-22EF-9D1B2E5996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1255FD-A1C3-B864-A9B2-21F3207E469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6C8A751-8C42-814D-17A8-ADBA06EA9FFB}"/>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5564E20-9EA2-8947-B25E-DCABC392F65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265127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g35766d32465_2_7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0" name="Google Shape;320;g35766d32465_2_7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g35766d32465_2_8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9" name="Google Shape;329;g35766d32465_2_8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g35766d32465_2_10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9" name="Google Shape;349;g35766d32465_2_10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35766d32465_2_1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Pts val="1400"/>
              <a:buFontTx/>
              <a:buNone/>
              <a:tabLst/>
              <a:defRPr/>
            </a:pPr>
            <a:r>
              <a:rPr lang="en-US" dirty="0">
                <a:solidFill>
                  <a:srgbClr val="FF0000"/>
                </a:solidFill>
              </a:rPr>
              <a:t>Call out that line shows progression</a:t>
            </a:r>
          </a:p>
        </p:txBody>
      </p:sp>
      <p:sp>
        <p:nvSpPr>
          <p:cNvPr id="361" name="Google Shape;361;g35766d32465_2_1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dirty="0"/>
              <a:t>Make comparisons effortless</a:t>
            </a:r>
            <a:br>
              <a:rPr lang="en-US" sz="2000" dirty="0"/>
            </a:br>
            <a:r>
              <a:rPr lang="en-US" sz="2000" dirty="0"/>
              <a:t>Sort categories, align/standardize axes across panels, use small multiples, and </a:t>
            </a:r>
            <a:r>
              <a:rPr lang="en-US" sz="2000" b="1" dirty="0"/>
              <a:t>direct labels</a:t>
            </a:r>
            <a:r>
              <a:rPr lang="en-US" sz="2000" dirty="0"/>
              <a:t> instead of hard-to-scan legends. Always show denominators.</a:t>
            </a:r>
            <a:br>
              <a:rPr lang="en-US" sz="2000" dirty="0"/>
            </a:br>
            <a:r>
              <a:rPr lang="en-US" sz="2000" i="1" dirty="0"/>
              <a:t>Ex:</a:t>
            </a:r>
            <a:r>
              <a:rPr lang="en-US" sz="2000" dirty="0"/>
              <a:t> 100% stacked bars of positivity by service, sorted </a:t>
            </a:r>
            <a:r>
              <a:rPr lang="en-US" sz="2000" dirty="0" err="1"/>
              <a:t>high→low</a:t>
            </a:r>
            <a:r>
              <a:rPr lang="en-US" sz="2000" dirty="0"/>
              <a:t> with percent labels.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FF0000"/>
                </a:solidFill>
              </a:rPr>
              <a:t>Answers: sort or add color, add labels directly, rotate</a:t>
            </a:r>
          </a:p>
        </p:txBody>
      </p:sp>
      <p:sp>
        <p:nvSpPr>
          <p:cNvPr id="4" name="Slide Number Placeholder 3"/>
          <p:cNvSpPr>
            <a:spLocks noGrp="1"/>
          </p:cNvSpPr>
          <p:nvPr>
            <p:ph type="sldNum" sz="quarter" idx="5"/>
          </p:nvPr>
        </p:nvSpPr>
        <p:spPr/>
        <p:txBody>
          <a:bodyPr/>
          <a:lstStyle/>
          <a:p>
            <a:fld id="{15564E20-9EA2-8947-B25E-DCABC392F652}" type="slidenum">
              <a:rPr lang="en-US" smtClean="0"/>
              <a:t>39</a:t>
            </a:fld>
            <a:endParaRPr lang="en-US"/>
          </a:p>
        </p:txBody>
      </p:sp>
    </p:spTree>
    <p:extLst>
      <p:ext uri="{BB962C8B-B14F-4D97-AF65-F5344CB8AC3E}">
        <p14:creationId xmlns:p14="http://schemas.microsoft.com/office/powerpoint/2010/main" val="262171823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FB3AD2-6282-9C4C-E84D-BDB9AAAF1E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A7EED0-B103-3896-357E-F1EC080D64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4C379B-6167-C26D-2315-30CF6681CD96}"/>
              </a:ext>
            </a:extLst>
          </p:cNvPr>
          <p:cNvSpPr>
            <a:spLocks noGrp="1"/>
          </p:cNvSpPr>
          <p:nvPr>
            <p:ph type="body" idx="1"/>
          </p:nvPr>
        </p:nvSpPr>
        <p:spPr/>
        <p:txBody>
          <a:bodyPr/>
          <a:lstStyle/>
          <a:p>
            <a:r>
              <a:rPr lang="en-US" dirty="0"/>
              <a:t>How many people got the same answers from both plot and table? Did you get answers from the plot vs the table?</a:t>
            </a:r>
          </a:p>
        </p:txBody>
      </p:sp>
      <p:sp>
        <p:nvSpPr>
          <p:cNvPr id="4" name="Slide Number Placeholder 3">
            <a:extLst>
              <a:ext uri="{FF2B5EF4-FFF2-40B4-BE49-F238E27FC236}">
                <a16:creationId xmlns:a16="http://schemas.microsoft.com/office/drawing/2014/main" id="{12F62427-3FEF-A399-0FB0-87C4CCC06CE4}"/>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5564E20-9EA2-8947-B25E-DCABC392F65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7200753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770FBD-44B7-DFEE-D853-2608763367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CDAACB-F5CC-F75F-427A-969386165C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3A2D84-A108-A89D-10D0-71BC87C4125F}"/>
              </a:ext>
            </a:extLst>
          </p:cNvPr>
          <p:cNvSpPr>
            <a:spLocks noGrp="1"/>
          </p:cNvSpPr>
          <p:nvPr>
            <p:ph type="body" idx="1"/>
          </p:nvPr>
        </p:nvSpPr>
        <p:spPr/>
        <p:txBody>
          <a:bodyPr/>
          <a:lstStyle/>
          <a:p>
            <a:r>
              <a:rPr lang="en-US" dirty="0"/>
              <a:t>How many people got the same answers from both plot and table? Did you get answers from the plot vs the table?</a:t>
            </a:r>
          </a:p>
        </p:txBody>
      </p:sp>
      <p:sp>
        <p:nvSpPr>
          <p:cNvPr id="4" name="Slide Number Placeholder 3">
            <a:extLst>
              <a:ext uri="{FF2B5EF4-FFF2-40B4-BE49-F238E27FC236}">
                <a16:creationId xmlns:a16="http://schemas.microsoft.com/office/drawing/2014/main" id="{4FF73B8B-687D-BA09-4078-CB26ABEC6705}"/>
              </a:ext>
            </a:extLst>
          </p:cNvPr>
          <p:cNvSpPr>
            <a:spLocks noGrp="1"/>
          </p:cNvSpPr>
          <p:nvPr>
            <p:ph type="sldNum" sz="quarter" idx="5"/>
          </p:nvPr>
        </p:nvSpPr>
        <p:spPr/>
        <p:txBody>
          <a:bodyPr/>
          <a:lstStyle/>
          <a:p>
            <a:fld id="{15564E20-9EA2-8947-B25E-DCABC392F652}" type="slidenum">
              <a:rPr lang="en-US" smtClean="0"/>
              <a:t>41</a:t>
            </a:fld>
            <a:endParaRPr lang="en-US"/>
          </a:p>
        </p:txBody>
      </p:sp>
    </p:spTree>
    <p:extLst>
      <p:ext uri="{BB962C8B-B14F-4D97-AF65-F5344CB8AC3E}">
        <p14:creationId xmlns:p14="http://schemas.microsoft.com/office/powerpoint/2010/main" val="186629124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Start bar charts at zero, avoid dual y-axes and 3D, choose sensible binning/smoothing, and keep aspect ratios that don’t distort trends.</a:t>
            </a:r>
            <a:br>
              <a:rPr lang="en-US" dirty="0"/>
            </a:br>
            <a:r>
              <a:rPr lang="en-US" i="1" dirty="0"/>
              <a:t>Ex:</a:t>
            </a:r>
            <a:r>
              <a:rPr lang="en-US" dirty="0"/>
              <a:t> QC run charts with consistent y-limits across instruments/lots.</a:t>
            </a:r>
          </a:p>
          <a:p>
            <a:endParaRPr lang="en-US" dirty="0"/>
          </a:p>
        </p:txBody>
      </p:sp>
      <p:sp>
        <p:nvSpPr>
          <p:cNvPr id="4" name="Slide Number Placeholder 3"/>
          <p:cNvSpPr>
            <a:spLocks noGrp="1"/>
          </p:cNvSpPr>
          <p:nvPr>
            <p:ph type="sldNum" sz="quarter" idx="5"/>
          </p:nvPr>
        </p:nvSpPr>
        <p:spPr/>
        <p:txBody>
          <a:bodyPr/>
          <a:lstStyle/>
          <a:p>
            <a:fld id="{15564E20-9EA2-8947-B25E-DCABC392F652}" type="slidenum">
              <a:rPr lang="en-US" smtClean="0"/>
              <a:t>43</a:t>
            </a:fld>
            <a:endParaRPr lang="en-US"/>
          </a:p>
        </p:txBody>
      </p:sp>
    </p:spTree>
    <p:extLst>
      <p:ext uri="{BB962C8B-B14F-4D97-AF65-F5344CB8AC3E}">
        <p14:creationId xmlns:p14="http://schemas.microsoft.com/office/powerpoint/2010/main" val="183087032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3B5FE6-6997-42CC-4A82-EE3F661865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CEDA06-7BB7-873C-19A4-9D2E9D34C4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7F1B3E-6102-DC2C-1305-F1853531DA0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Start bar charts at zero, avoid dual y-axes and 3D, choose sensible binning/smoothing, and keep aspect ratios that don’t distort trends.</a:t>
            </a:r>
            <a:br>
              <a:rPr lang="en-US" dirty="0"/>
            </a:br>
            <a:r>
              <a:rPr lang="en-US" i="1" dirty="0"/>
              <a:t>Ex:</a:t>
            </a:r>
            <a:r>
              <a:rPr lang="en-US" dirty="0"/>
              <a:t> QC run charts with consistent y-limits across instruments/lots.</a:t>
            </a:r>
          </a:p>
          <a:p>
            <a:r>
              <a:rPr lang="en-US" dirty="0" err="1"/>
              <a:t>akj</a:t>
            </a:r>
            <a:endParaRPr lang="en-US" dirty="0"/>
          </a:p>
        </p:txBody>
      </p:sp>
      <p:sp>
        <p:nvSpPr>
          <p:cNvPr id="4" name="Slide Number Placeholder 3">
            <a:extLst>
              <a:ext uri="{FF2B5EF4-FFF2-40B4-BE49-F238E27FC236}">
                <a16:creationId xmlns:a16="http://schemas.microsoft.com/office/drawing/2014/main" id="{F6DCFDE0-ABD1-4E6B-5C8E-FFD6E599FB5F}"/>
              </a:ext>
            </a:extLst>
          </p:cNvPr>
          <p:cNvSpPr>
            <a:spLocks noGrp="1"/>
          </p:cNvSpPr>
          <p:nvPr>
            <p:ph type="sldNum" sz="quarter" idx="5"/>
          </p:nvPr>
        </p:nvSpPr>
        <p:spPr/>
        <p:txBody>
          <a:bodyPr/>
          <a:lstStyle/>
          <a:p>
            <a:fld id="{15564E20-9EA2-8947-B25E-DCABC392F652}" type="slidenum">
              <a:rPr lang="en-US" smtClean="0"/>
              <a:t>44</a:t>
            </a:fld>
            <a:endParaRPr lang="en-US"/>
          </a:p>
        </p:txBody>
      </p:sp>
    </p:spTree>
    <p:extLst>
      <p:ext uri="{BB962C8B-B14F-4D97-AF65-F5344CB8AC3E}">
        <p14:creationId xmlns:p14="http://schemas.microsoft.com/office/powerpoint/2010/main" val="231836885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Other options are side-by-side, stacked with reference, and index plots</a:t>
            </a:r>
          </a:p>
        </p:txBody>
      </p:sp>
      <p:sp>
        <p:nvSpPr>
          <p:cNvPr id="4" name="Slide Number Placeholder 3"/>
          <p:cNvSpPr>
            <a:spLocks noGrp="1"/>
          </p:cNvSpPr>
          <p:nvPr>
            <p:ph type="sldNum" sz="quarter" idx="5"/>
          </p:nvPr>
        </p:nvSpPr>
        <p:spPr/>
        <p:txBody>
          <a:bodyPr/>
          <a:lstStyle/>
          <a:p>
            <a:fld id="{15564E20-9EA2-8947-B25E-DCABC392F652}" type="slidenum">
              <a:rPr lang="en-US" smtClean="0"/>
              <a:t>45</a:t>
            </a:fld>
            <a:endParaRPr lang="en-US"/>
          </a:p>
        </p:txBody>
      </p:sp>
    </p:spTree>
    <p:extLst>
      <p:ext uri="{BB962C8B-B14F-4D97-AF65-F5344CB8AC3E}">
        <p14:creationId xmlns:p14="http://schemas.microsoft.com/office/powerpoint/2010/main" val="353002993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6CA1C8-D54F-5C1B-809C-2AED480F63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4A3037-E9BA-3A82-020B-184ECA3296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7314C4-E083-3FBB-FDED-3D1EFD3E47D8}"/>
              </a:ext>
            </a:extLst>
          </p:cNvPr>
          <p:cNvSpPr>
            <a:spLocks noGrp="1"/>
          </p:cNvSpPr>
          <p:nvPr>
            <p:ph type="body" idx="1"/>
          </p:nvPr>
        </p:nvSpPr>
        <p:spPr/>
        <p:txBody>
          <a:bodyPr/>
          <a:lstStyle/>
          <a:p>
            <a:r>
              <a:rPr lang="en-US" dirty="0"/>
              <a:t>How many people got the same answers from both plot and table? Did you get answers from the plot vs the table?</a:t>
            </a:r>
          </a:p>
        </p:txBody>
      </p:sp>
      <p:sp>
        <p:nvSpPr>
          <p:cNvPr id="4" name="Slide Number Placeholder 3">
            <a:extLst>
              <a:ext uri="{FF2B5EF4-FFF2-40B4-BE49-F238E27FC236}">
                <a16:creationId xmlns:a16="http://schemas.microsoft.com/office/drawing/2014/main" id="{811B77DB-564C-7043-E839-D10CD41DC8D6}"/>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5564E20-9EA2-8947-B25E-DCABC392F65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5475399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B0EBB9-7BCA-3494-C53F-A2BC6E0C27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795F15-2CE0-677C-08EB-D8E24930D7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53A446-C614-ABEB-482D-B196BDB14158}"/>
              </a:ext>
            </a:extLst>
          </p:cNvPr>
          <p:cNvSpPr>
            <a:spLocks noGrp="1"/>
          </p:cNvSpPr>
          <p:nvPr>
            <p:ph type="body" idx="1"/>
          </p:nvPr>
        </p:nvSpPr>
        <p:spPr/>
        <p:txBody>
          <a:bodyPr/>
          <a:lstStyle/>
          <a:p>
            <a:r>
              <a:rPr lang="en-US" dirty="0"/>
              <a:t>How many people got the same answers from both plot and table? Did you get answers from the plot vs the table?</a:t>
            </a:r>
          </a:p>
        </p:txBody>
      </p:sp>
      <p:sp>
        <p:nvSpPr>
          <p:cNvPr id="4" name="Slide Number Placeholder 3">
            <a:extLst>
              <a:ext uri="{FF2B5EF4-FFF2-40B4-BE49-F238E27FC236}">
                <a16:creationId xmlns:a16="http://schemas.microsoft.com/office/drawing/2014/main" id="{51DDB62A-A148-E802-6F1F-0AC37E18B424}"/>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5564E20-9EA2-8947-B25E-DCABC392F65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4112560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is 12 </a:t>
            </a:r>
            <a:r>
              <a:rPr lang="en-US" dirty="0" err="1"/>
              <a:t>i</a:t>
            </a:r>
            <a:endParaRPr lang="en-US" dirty="0"/>
          </a:p>
        </p:txBody>
      </p:sp>
      <p:sp>
        <p:nvSpPr>
          <p:cNvPr id="4" name="Slide Number Placeholder 3"/>
          <p:cNvSpPr>
            <a:spLocks noGrp="1"/>
          </p:cNvSpPr>
          <p:nvPr>
            <p:ph type="sldNum" sz="quarter" idx="5"/>
          </p:nvPr>
        </p:nvSpPr>
        <p:spPr/>
        <p:txBody>
          <a:bodyPr/>
          <a:lstStyle/>
          <a:p>
            <a:fld id="{15564E20-9EA2-8947-B25E-DCABC392F652}" type="slidenum">
              <a:rPr lang="en-US" smtClean="0"/>
              <a:t>54</a:t>
            </a:fld>
            <a:endParaRPr lang="en-US"/>
          </a:p>
        </p:txBody>
      </p:sp>
    </p:spTree>
    <p:extLst>
      <p:ext uri="{BB962C8B-B14F-4D97-AF65-F5344CB8AC3E}">
        <p14:creationId xmlns:p14="http://schemas.microsoft.com/office/powerpoint/2010/main" val="76509323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1"/>
        <p:cNvGrpSpPr/>
        <p:nvPr/>
      </p:nvGrpSpPr>
      <p:grpSpPr>
        <a:xfrm>
          <a:off x="0" y="0"/>
          <a:ext cx="0" cy="0"/>
          <a:chOff x="0" y="0"/>
          <a:chExt cx="0" cy="0"/>
        </a:xfrm>
      </p:grpSpPr>
      <p:sp>
        <p:nvSpPr>
          <p:cNvPr id="422" name="Google Shape;422;g35766d32465_1_20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3" name="Google Shape;423;g35766d32465_1_2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a:t>Cleveland &amp; McGill’s hierarchy of graphical perception</a:t>
            </a:r>
            <a:endParaRPr dirty="0"/>
          </a:p>
        </p:txBody>
      </p:sp>
      <p:sp>
        <p:nvSpPr>
          <p:cNvPr id="424" name="Google Shape;424;g35766d32465_1_2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55</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8"/>
        <p:cNvGrpSpPr/>
        <p:nvPr/>
      </p:nvGrpSpPr>
      <p:grpSpPr>
        <a:xfrm>
          <a:off x="0" y="0"/>
          <a:ext cx="0" cy="0"/>
          <a:chOff x="0" y="0"/>
          <a:chExt cx="0" cy="0"/>
        </a:xfrm>
      </p:grpSpPr>
      <p:sp>
        <p:nvSpPr>
          <p:cNvPr id="429" name="Google Shape;429;g35766d32465_1_26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0" name="Google Shape;430;g35766d32465_1_26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Shannon</a:t>
            </a:r>
            <a:endParaRPr/>
          </a:p>
        </p:txBody>
      </p:sp>
      <p:sp>
        <p:nvSpPr>
          <p:cNvPr id="431" name="Google Shape;431;g35766d32465_1_26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59</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767C75-4C3D-17C7-42F5-AF882CE1C0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F421DA-0975-A75A-D0DB-0A1C2EBE91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E46D4C-0709-38BE-398E-95F981B11558}"/>
              </a:ext>
            </a:extLst>
          </p:cNvPr>
          <p:cNvSpPr>
            <a:spLocks noGrp="1"/>
          </p:cNvSpPr>
          <p:nvPr>
            <p:ph type="body" idx="1"/>
          </p:nvPr>
        </p:nvSpPr>
        <p:spPr/>
        <p:txBody>
          <a:bodyPr/>
          <a:lstStyle/>
          <a:p>
            <a:r>
              <a:rPr lang="en-US" sz="1200" b="0" i="0" kern="1200" dirty="0">
                <a:solidFill>
                  <a:schemeClr val="accent2"/>
                </a:solidFill>
                <a:effectLst/>
                <a:latin typeface="+mn-lt"/>
                <a:ea typeface="+mn-ea"/>
                <a:cs typeface="+mn-cs"/>
              </a:rPr>
              <a:t>The rectangles in this image are all the exact same shade of gray but look vastly different depending on the color that surrounds them. This phenomenon, known as simultaneous contrast, can cause readers to misinterpret the values represented by colors on a graphic.</a:t>
            </a:r>
          </a:p>
          <a:p>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From </a:t>
            </a:r>
          </a:p>
          <a:p>
            <a:br>
              <a:rPr lang="en-US" dirty="0"/>
            </a:br>
            <a:endParaRPr lang="en-US" dirty="0"/>
          </a:p>
        </p:txBody>
      </p:sp>
      <p:sp>
        <p:nvSpPr>
          <p:cNvPr id="4" name="Slide Number Placeholder 3">
            <a:extLst>
              <a:ext uri="{FF2B5EF4-FFF2-40B4-BE49-F238E27FC236}">
                <a16:creationId xmlns:a16="http://schemas.microsoft.com/office/drawing/2014/main" id="{093326C9-8701-41C4-9DCE-003929242949}"/>
              </a:ext>
            </a:extLst>
          </p:cNvPr>
          <p:cNvSpPr>
            <a:spLocks noGrp="1"/>
          </p:cNvSpPr>
          <p:nvPr>
            <p:ph type="sldNum" sz="quarter" idx="5"/>
          </p:nvPr>
        </p:nvSpPr>
        <p:spPr/>
        <p:txBody>
          <a:bodyPr/>
          <a:lstStyle/>
          <a:p>
            <a:fld id="{15564E20-9EA2-8947-B25E-DCABC392F652}" type="slidenum">
              <a:rPr lang="en-US" smtClean="0"/>
              <a:t>60</a:t>
            </a:fld>
            <a:endParaRPr lang="en-US"/>
          </a:p>
        </p:txBody>
      </p:sp>
    </p:spTree>
    <p:extLst>
      <p:ext uri="{BB962C8B-B14F-4D97-AF65-F5344CB8AC3E}">
        <p14:creationId xmlns:p14="http://schemas.microsoft.com/office/powerpoint/2010/main" val="189285231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8"/>
        <p:cNvGrpSpPr/>
        <p:nvPr/>
      </p:nvGrpSpPr>
      <p:grpSpPr>
        <a:xfrm>
          <a:off x="0" y="0"/>
          <a:ext cx="0" cy="0"/>
          <a:chOff x="0" y="0"/>
          <a:chExt cx="0" cy="0"/>
        </a:xfrm>
      </p:grpSpPr>
      <p:sp>
        <p:nvSpPr>
          <p:cNvPr id="439" name="Google Shape;439;g35766d32465_1_27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0" name="Google Shape;440;g35766d32465_1_27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Optical Illusions above – same star shades and greyscale shades</a:t>
            </a:r>
            <a:endParaRPr/>
          </a:p>
          <a:p>
            <a:pPr marL="0" lvl="0" indent="0" algn="l" rtl="0">
              <a:lnSpc>
                <a:spcPct val="100000"/>
              </a:lnSpc>
              <a:spcBef>
                <a:spcPts val="0"/>
              </a:spcBef>
              <a:spcAft>
                <a:spcPts val="0"/>
              </a:spcAft>
              <a:buSzPts val="1400"/>
              <a:buNone/>
            </a:pPr>
            <a:r>
              <a:rPr lang="en-US"/>
              <a:t>How much darker is the rectangle on the left vs on the right??? Neither – same color.</a:t>
            </a:r>
            <a:endParaRPr/>
          </a:p>
        </p:txBody>
      </p:sp>
      <p:sp>
        <p:nvSpPr>
          <p:cNvPr id="441" name="Google Shape;441;g35766d32465_1_27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61</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87B930-F663-299E-04AD-F0B7D2F6D3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184640-51B5-4F62-E437-C2C7F3186C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CBD7B1-033A-0A29-A80C-EF8FBA5835A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D62908C-6330-387E-5BF8-BCE616B78D00}"/>
              </a:ext>
            </a:extLst>
          </p:cNvPr>
          <p:cNvSpPr>
            <a:spLocks noGrp="1"/>
          </p:cNvSpPr>
          <p:nvPr>
            <p:ph type="sldNum" sz="quarter" idx="10"/>
          </p:nvPr>
        </p:nvSpPr>
        <p:spPr/>
        <p:txBody>
          <a:bodyPr/>
          <a:lstStyle/>
          <a:p>
            <a:fld id="{0A193586-FEB5-7C43-8F44-7EFAE4EECA28}" type="slidenum">
              <a:rPr lang="en-US" smtClean="0"/>
              <a:t>71</a:t>
            </a:fld>
            <a:endParaRPr lang="en-US"/>
          </a:p>
        </p:txBody>
      </p:sp>
    </p:spTree>
    <p:extLst>
      <p:ext uri="{BB962C8B-B14F-4D97-AF65-F5344CB8AC3E}">
        <p14:creationId xmlns:p14="http://schemas.microsoft.com/office/powerpoint/2010/main" val="26058697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EC085D8A-9CAE-5C47-9CA8-75814F650544}" type="datetimeFigureOut">
              <a:rPr lang="en-US" smtClean="0"/>
              <a:t>9/21/25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070D86-A789-4044-8569-EB7759992B5A}"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957380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hasCustomPrompt="1"/>
          </p:nvPr>
        </p:nvSpPr>
        <p:spPr/>
        <p:txBody>
          <a:bodyPr/>
          <a:lstStyle>
            <a:lvl1pPr marL="91440" indent="-91440">
              <a:buFont typeface="Arial" panose="020B0604020202020204" pitchFamily="34" charset="0"/>
              <a:buChar char="•"/>
              <a:defRPr sz="3200" baseline="0"/>
            </a:lvl1pPr>
            <a:lvl2pPr>
              <a:defRPr sz="2800" baseline="0"/>
            </a:lvl2pPr>
            <a:lvl3pPr>
              <a:defRPr sz="2400" baseline="0"/>
            </a:lvl3pPr>
            <a:lvl4pPr>
              <a:defRPr sz="2000" baseline="0"/>
            </a:lvl4pPr>
            <a:lvl5pPr>
              <a:defRPr sz="1600" baseline="0"/>
            </a:lvl5pPr>
          </a:lstStyle>
          <a:p>
            <a:pPr lvl="0"/>
            <a:r>
              <a:rPr lang="en-US" dirty="0"/>
              <a:t> 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EC085D8A-9CAE-5C47-9CA8-75814F650544}" type="datetimeFigureOut">
              <a:rPr lang="en-US" smtClean="0"/>
              <a:t>9/21/25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30414075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C085D8A-9CAE-5C47-9CA8-75814F650544}" type="datetimeFigureOut">
              <a:rPr lang="en-US" smtClean="0"/>
              <a:t>9/21/25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070D86-A789-4044-8569-EB7759992B5A}"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436350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C085D8A-9CAE-5C47-9CA8-75814F650544}" type="datetimeFigureOut">
              <a:rPr lang="en-US" smtClean="0"/>
              <a:t>9/21/25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20639732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C085D8A-9CAE-5C47-9CA8-75814F650544}" type="datetimeFigureOut">
              <a:rPr lang="en-US" smtClean="0"/>
              <a:t>9/21/25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17156864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C085D8A-9CAE-5C47-9CA8-75814F650544}" type="datetimeFigureOut">
              <a:rPr lang="en-US" smtClean="0"/>
              <a:t>9/21/25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39621345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C085D8A-9CAE-5C47-9CA8-75814F650544}" type="datetimeFigureOut">
              <a:rPr lang="en-US" smtClean="0"/>
              <a:t>9/21/25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11806866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C085D8A-9CAE-5C47-9CA8-75814F650544}" type="datetimeFigureOut">
              <a:rPr lang="en-US" smtClean="0"/>
              <a:t>9/21/25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30608187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C085D8A-9CAE-5C47-9CA8-75814F650544}" type="datetimeFigureOut">
              <a:rPr lang="en-US" smtClean="0"/>
              <a:t>9/21/25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070D86-A789-4044-8569-EB7759992B5A}"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714695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C085D8A-9CAE-5C47-9CA8-75814F650544}" type="datetimeFigureOut">
              <a:rPr lang="en-US" smtClean="0"/>
              <a:t>9/21/25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37079417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C085D8A-9CAE-5C47-9CA8-75814F650544}" type="datetimeFigureOut">
              <a:rPr lang="en-US" smtClean="0"/>
              <a:t>9/21/25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070D86-A789-4044-8569-EB7759992B5A}" type="slidenum">
              <a:rPr lang="en-US" smtClean="0"/>
              <a:t>‹#›</a:t>
            </a:fld>
            <a:endParaRPr lang="en-US"/>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950455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tandard Content Slide">
  <p:cSld name="Standard Content Slide">
    <p:spTree>
      <p:nvGrpSpPr>
        <p:cNvPr id="1" name="Shape 33"/>
        <p:cNvGrpSpPr/>
        <p:nvPr/>
      </p:nvGrpSpPr>
      <p:grpSpPr>
        <a:xfrm>
          <a:off x="0" y="0"/>
          <a:ext cx="0" cy="0"/>
          <a:chOff x="0" y="0"/>
          <a:chExt cx="0" cy="0"/>
        </a:xfrm>
      </p:grpSpPr>
      <p:pic>
        <p:nvPicPr>
          <p:cNvPr id="34" name="Google Shape;34;p16" descr="Icon&#10;&#10;Description automatically generated with low confidence"/>
          <p:cNvPicPr preferRelativeResize="0"/>
          <p:nvPr/>
        </p:nvPicPr>
        <p:blipFill rotWithShape="1">
          <a:blip r:embed="rId2" cstate="screen">
            <a:alphaModFix amt="5000"/>
            <a:extLst>
              <a:ext uri="{28A0092B-C50C-407E-A947-70E740481C1C}">
                <a14:useLocalDpi xmlns:a14="http://schemas.microsoft.com/office/drawing/2010/main"/>
              </a:ext>
            </a:extLst>
          </a:blip>
          <a:srcRect/>
          <a:stretch/>
        </p:blipFill>
        <p:spPr>
          <a:xfrm>
            <a:off x="6735337" y="646771"/>
            <a:ext cx="5456664" cy="6211229"/>
          </a:xfrm>
          <a:prstGeom prst="rect">
            <a:avLst/>
          </a:prstGeom>
          <a:noFill/>
          <a:ln>
            <a:noFill/>
          </a:ln>
        </p:spPr>
      </p:pic>
      <p:sp>
        <p:nvSpPr>
          <p:cNvPr id="35" name="Google Shape;35;p16"/>
          <p:cNvSpPr txBox="1">
            <a:spLocks noGrp="1"/>
          </p:cNvSpPr>
          <p:nvPr>
            <p:ph type="body" idx="1"/>
          </p:nvPr>
        </p:nvSpPr>
        <p:spPr>
          <a:xfrm>
            <a:off x="838200" y="1825625"/>
            <a:ext cx="10515599" cy="3937866"/>
          </a:xfrm>
          <a:prstGeom prst="rect">
            <a:avLst/>
          </a:prstGeom>
          <a:noFill/>
          <a:ln>
            <a:noFill/>
          </a:ln>
        </p:spPr>
        <p:txBody>
          <a:bodyPr spcFirstLastPara="1" wrap="square" lIns="91425" tIns="45700" rIns="91425" bIns="45700" anchor="t" anchorCtr="0">
            <a:normAutofit/>
          </a:bodyPr>
          <a:lstStyle>
            <a:lvl1pPr marL="457200" lvl="0" indent="-342900" algn="l">
              <a:lnSpc>
                <a:spcPct val="122222"/>
              </a:lnSpc>
              <a:spcBef>
                <a:spcPts val="1000"/>
              </a:spcBef>
              <a:spcAft>
                <a:spcPts val="0"/>
              </a:spcAft>
              <a:buClr>
                <a:srgbClr val="B01F24"/>
              </a:buClr>
              <a:buSzPts val="1800"/>
              <a:buChar char="•"/>
              <a:defRPr/>
            </a:lvl1pPr>
            <a:lvl2pPr marL="914400" lvl="1" indent="-342900" algn="l">
              <a:lnSpc>
                <a:spcPct val="122222"/>
              </a:lnSpc>
              <a:spcBef>
                <a:spcPts val="500"/>
              </a:spcBef>
              <a:spcAft>
                <a:spcPts val="0"/>
              </a:spcAft>
              <a:buClr>
                <a:srgbClr val="B01F24"/>
              </a:buClr>
              <a:buSzPts val="1800"/>
              <a:buChar char="•"/>
              <a:defRPr/>
            </a:lvl2pPr>
            <a:lvl3pPr marL="1371600" lvl="2" indent="-342900" algn="l">
              <a:lnSpc>
                <a:spcPct val="122222"/>
              </a:lnSpc>
              <a:spcBef>
                <a:spcPts val="500"/>
              </a:spcBef>
              <a:spcAft>
                <a:spcPts val="0"/>
              </a:spcAft>
              <a:buClr>
                <a:srgbClr val="B01F24"/>
              </a:buClr>
              <a:buSzPts val="1800"/>
              <a:buChar char="•"/>
              <a:defRPr/>
            </a:lvl3pPr>
            <a:lvl4pPr marL="1828800" lvl="3" indent="-342900" algn="l">
              <a:lnSpc>
                <a:spcPct val="122222"/>
              </a:lnSpc>
              <a:spcBef>
                <a:spcPts val="500"/>
              </a:spcBef>
              <a:spcAft>
                <a:spcPts val="0"/>
              </a:spcAft>
              <a:buClr>
                <a:srgbClr val="B01F24"/>
              </a:buClr>
              <a:buSzPts val="1800"/>
              <a:buChar char="•"/>
              <a:defRPr/>
            </a:lvl4pPr>
            <a:lvl5pPr marL="2286000" lvl="4" indent="-342900" algn="l">
              <a:lnSpc>
                <a:spcPct val="122222"/>
              </a:lnSpc>
              <a:spcBef>
                <a:spcPts val="500"/>
              </a:spcBef>
              <a:spcAft>
                <a:spcPts val="0"/>
              </a:spcAft>
              <a:buClr>
                <a:srgbClr val="B01F24"/>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16"/>
          <p:cNvSpPr txBox="1">
            <a:spLocks noGrp="1"/>
          </p:cNvSpPr>
          <p:nvPr>
            <p:ph type="title"/>
          </p:nvPr>
        </p:nvSpPr>
        <p:spPr>
          <a:xfrm>
            <a:off x="838200" y="365126"/>
            <a:ext cx="10515600" cy="86762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B01F24"/>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16"/>
          <p:cNvSpPr txBox="1">
            <a:spLocks noGrp="1"/>
          </p:cNvSpPr>
          <p:nvPr>
            <p:ph type="ftr" idx="11"/>
          </p:nvPr>
        </p:nvSpPr>
        <p:spPr>
          <a:xfrm>
            <a:off x="984211" y="6122795"/>
            <a:ext cx="2247508"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000">
                <a:solidFill>
                  <a:srgbClr val="58595B"/>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6"/>
          <p:cNvSpPr txBox="1">
            <a:spLocks noGrp="1"/>
          </p:cNvSpPr>
          <p:nvPr>
            <p:ph type="sldNum" idx="12"/>
          </p:nvPr>
        </p:nvSpPr>
        <p:spPr>
          <a:xfrm>
            <a:off x="254193" y="6122796"/>
            <a:ext cx="638159"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6007141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tandard Content + Picture">
  <p:cSld name="Standard Content + Picture">
    <p:spTree>
      <p:nvGrpSpPr>
        <p:cNvPr id="1" name="Shape 39"/>
        <p:cNvGrpSpPr/>
        <p:nvPr/>
      </p:nvGrpSpPr>
      <p:grpSpPr>
        <a:xfrm>
          <a:off x="0" y="0"/>
          <a:ext cx="0" cy="0"/>
          <a:chOff x="0" y="0"/>
          <a:chExt cx="0" cy="0"/>
        </a:xfrm>
      </p:grpSpPr>
      <p:pic>
        <p:nvPicPr>
          <p:cNvPr id="40" name="Google Shape;40;p19" descr="Icon&#10;&#10;Description automatically generated with low confidence"/>
          <p:cNvPicPr preferRelativeResize="0"/>
          <p:nvPr/>
        </p:nvPicPr>
        <p:blipFill rotWithShape="1">
          <a:blip r:embed="rId2" cstate="screen">
            <a:alphaModFix amt="5000"/>
            <a:extLst>
              <a:ext uri="{28A0092B-C50C-407E-A947-70E740481C1C}">
                <a14:useLocalDpi xmlns:a14="http://schemas.microsoft.com/office/drawing/2010/main"/>
              </a:ext>
            </a:extLst>
          </a:blip>
          <a:srcRect/>
          <a:stretch/>
        </p:blipFill>
        <p:spPr>
          <a:xfrm>
            <a:off x="6735337" y="646771"/>
            <a:ext cx="5456664" cy="6211229"/>
          </a:xfrm>
          <a:prstGeom prst="rect">
            <a:avLst/>
          </a:prstGeom>
          <a:noFill/>
          <a:ln>
            <a:noFill/>
          </a:ln>
        </p:spPr>
      </p:pic>
      <p:sp>
        <p:nvSpPr>
          <p:cNvPr id="41" name="Google Shape;41;p19"/>
          <p:cNvSpPr>
            <a:spLocks noGrp="1"/>
          </p:cNvSpPr>
          <p:nvPr>
            <p:ph type="pic" idx="2"/>
          </p:nvPr>
        </p:nvSpPr>
        <p:spPr>
          <a:xfrm flipH="1">
            <a:off x="6816435" y="1839479"/>
            <a:ext cx="4537759" cy="3937864"/>
          </a:xfrm>
          <a:prstGeom prst="rect">
            <a:avLst/>
          </a:prstGeom>
          <a:noFill/>
          <a:ln>
            <a:noFill/>
          </a:ln>
        </p:spPr>
      </p:sp>
      <p:sp>
        <p:nvSpPr>
          <p:cNvPr id="42" name="Google Shape;42;p19"/>
          <p:cNvSpPr txBox="1">
            <a:spLocks noGrp="1"/>
          </p:cNvSpPr>
          <p:nvPr>
            <p:ph type="body" idx="1"/>
          </p:nvPr>
        </p:nvSpPr>
        <p:spPr>
          <a:xfrm>
            <a:off x="838201" y="1825625"/>
            <a:ext cx="5675334" cy="3937866"/>
          </a:xfrm>
          <a:prstGeom prst="rect">
            <a:avLst/>
          </a:prstGeom>
          <a:noFill/>
          <a:ln>
            <a:noFill/>
          </a:ln>
        </p:spPr>
        <p:txBody>
          <a:bodyPr spcFirstLastPara="1" wrap="square" lIns="91425" tIns="45700" rIns="91425" bIns="45700" anchor="t" anchorCtr="0">
            <a:normAutofit/>
          </a:bodyPr>
          <a:lstStyle>
            <a:lvl1pPr marL="457200" lvl="0" indent="-342900" algn="l">
              <a:lnSpc>
                <a:spcPct val="122222"/>
              </a:lnSpc>
              <a:spcBef>
                <a:spcPts val="1000"/>
              </a:spcBef>
              <a:spcAft>
                <a:spcPts val="0"/>
              </a:spcAft>
              <a:buClr>
                <a:srgbClr val="B01F24"/>
              </a:buClr>
              <a:buSzPts val="1800"/>
              <a:buChar char="•"/>
              <a:defRPr/>
            </a:lvl1pPr>
            <a:lvl2pPr marL="914400" lvl="1" indent="-342900" algn="l">
              <a:lnSpc>
                <a:spcPct val="122222"/>
              </a:lnSpc>
              <a:spcBef>
                <a:spcPts val="500"/>
              </a:spcBef>
              <a:spcAft>
                <a:spcPts val="0"/>
              </a:spcAft>
              <a:buSzPts val="1800"/>
              <a:buChar char="•"/>
              <a:defRPr/>
            </a:lvl2pPr>
            <a:lvl3pPr marL="1371600" lvl="2" indent="-342900" algn="l">
              <a:lnSpc>
                <a:spcPct val="122222"/>
              </a:lnSpc>
              <a:spcBef>
                <a:spcPts val="500"/>
              </a:spcBef>
              <a:spcAft>
                <a:spcPts val="0"/>
              </a:spcAft>
              <a:buSzPts val="1800"/>
              <a:buChar char="•"/>
              <a:defRPr/>
            </a:lvl3pPr>
            <a:lvl4pPr marL="1828800" lvl="3" indent="-342900" algn="l">
              <a:lnSpc>
                <a:spcPct val="122222"/>
              </a:lnSpc>
              <a:spcBef>
                <a:spcPts val="500"/>
              </a:spcBef>
              <a:spcAft>
                <a:spcPts val="0"/>
              </a:spcAft>
              <a:buSzPts val="1800"/>
              <a:buChar char="•"/>
              <a:defRPr/>
            </a:lvl4pPr>
            <a:lvl5pPr marL="2286000" lvl="4" indent="-342900" algn="l">
              <a:lnSpc>
                <a:spcPct val="122222"/>
              </a:lnSpc>
              <a:spcBef>
                <a:spcPts val="50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3" name="Google Shape;43;p19"/>
          <p:cNvSpPr txBox="1">
            <a:spLocks noGrp="1"/>
          </p:cNvSpPr>
          <p:nvPr>
            <p:ph type="title"/>
          </p:nvPr>
        </p:nvSpPr>
        <p:spPr>
          <a:xfrm>
            <a:off x="838200" y="365126"/>
            <a:ext cx="10515600" cy="86762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B01F24"/>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9"/>
          <p:cNvSpPr txBox="1">
            <a:spLocks noGrp="1"/>
          </p:cNvSpPr>
          <p:nvPr>
            <p:ph type="ftr" idx="11"/>
          </p:nvPr>
        </p:nvSpPr>
        <p:spPr>
          <a:xfrm>
            <a:off x="984211" y="6122795"/>
            <a:ext cx="2247508"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000">
                <a:solidFill>
                  <a:srgbClr val="58595B"/>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9"/>
          <p:cNvSpPr txBox="1">
            <a:spLocks noGrp="1"/>
          </p:cNvSpPr>
          <p:nvPr>
            <p:ph type="sldNum" idx="12"/>
          </p:nvPr>
        </p:nvSpPr>
        <p:spPr>
          <a:xfrm>
            <a:off x="254193" y="6122796"/>
            <a:ext cx="638159"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926599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hart">
  <p:cSld name="Chart">
    <p:spTree>
      <p:nvGrpSpPr>
        <p:cNvPr id="1" name="Shape 46"/>
        <p:cNvGrpSpPr/>
        <p:nvPr/>
      </p:nvGrpSpPr>
      <p:grpSpPr>
        <a:xfrm>
          <a:off x="0" y="0"/>
          <a:ext cx="0" cy="0"/>
          <a:chOff x="0" y="0"/>
          <a:chExt cx="0" cy="0"/>
        </a:xfrm>
      </p:grpSpPr>
      <p:pic>
        <p:nvPicPr>
          <p:cNvPr id="47" name="Google Shape;47;p22" descr="Icon&#10;&#10;Description automatically generated with low confidence"/>
          <p:cNvPicPr preferRelativeResize="0"/>
          <p:nvPr/>
        </p:nvPicPr>
        <p:blipFill rotWithShape="1">
          <a:blip r:embed="rId2" cstate="screen">
            <a:alphaModFix amt="5000"/>
            <a:extLst>
              <a:ext uri="{28A0092B-C50C-407E-A947-70E740481C1C}">
                <a14:useLocalDpi xmlns:a14="http://schemas.microsoft.com/office/drawing/2010/main"/>
              </a:ext>
            </a:extLst>
          </a:blip>
          <a:srcRect/>
          <a:stretch/>
        </p:blipFill>
        <p:spPr>
          <a:xfrm>
            <a:off x="6735337" y="646771"/>
            <a:ext cx="5456664" cy="6211229"/>
          </a:xfrm>
          <a:prstGeom prst="rect">
            <a:avLst/>
          </a:prstGeom>
          <a:noFill/>
          <a:ln>
            <a:noFill/>
          </a:ln>
        </p:spPr>
      </p:pic>
      <p:sp>
        <p:nvSpPr>
          <p:cNvPr id="48" name="Google Shape;48;p22"/>
          <p:cNvSpPr txBox="1">
            <a:spLocks noGrp="1"/>
          </p:cNvSpPr>
          <p:nvPr>
            <p:ph type="title"/>
          </p:nvPr>
        </p:nvSpPr>
        <p:spPr>
          <a:xfrm>
            <a:off x="838200" y="365126"/>
            <a:ext cx="10515600" cy="86762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B01F24"/>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22"/>
          <p:cNvSpPr>
            <a:spLocks noGrp="1"/>
          </p:cNvSpPr>
          <p:nvPr>
            <p:ph type="chart" idx="2"/>
          </p:nvPr>
        </p:nvSpPr>
        <p:spPr>
          <a:xfrm>
            <a:off x="838200" y="2600596"/>
            <a:ext cx="7857567" cy="2980596"/>
          </a:xfrm>
          <a:prstGeom prst="rect">
            <a:avLst/>
          </a:prstGeom>
          <a:noFill/>
          <a:ln>
            <a:noFill/>
          </a:ln>
        </p:spPr>
        <p:txBody>
          <a:bodyPr spcFirstLastPara="1" wrap="square" lIns="91425" tIns="45700" rIns="91425" bIns="45700" anchor="t" anchorCtr="0">
            <a:normAutofit/>
          </a:bodyPr>
          <a:lstStyle>
            <a:lvl1pPr marR="0" lvl="0" algn="l" rtl="0">
              <a:lnSpc>
                <a:spcPct val="122222"/>
              </a:lnSpc>
              <a:spcBef>
                <a:spcPts val="1000"/>
              </a:spcBef>
              <a:spcAft>
                <a:spcPts val="0"/>
              </a:spcAft>
              <a:buClr>
                <a:srgbClr val="B01F24"/>
              </a:buClr>
              <a:buSzPts val="1800"/>
              <a:buFont typeface="Arial"/>
              <a:buNone/>
              <a:defRPr sz="1800" b="0" i="0" u="none" strike="noStrike" cap="none">
                <a:solidFill>
                  <a:srgbClr val="58595B"/>
                </a:solidFill>
                <a:latin typeface="Arial"/>
                <a:ea typeface="Arial"/>
                <a:cs typeface="Arial"/>
                <a:sym typeface="Arial"/>
              </a:defRPr>
            </a:lvl1pPr>
            <a:lvl2pPr marR="0" lvl="1" algn="l" rtl="0">
              <a:lnSpc>
                <a:spcPct val="122222"/>
              </a:lnSpc>
              <a:spcBef>
                <a:spcPts val="500"/>
              </a:spcBef>
              <a:spcAft>
                <a:spcPts val="0"/>
              </a:spcAft>
              <a:buClr>
                <a:srgbClr val="B01F24"/>
              </a:buClr>
              <a:buSzPts val="1800"/>
              <a:buFont typeface="Arial"/>
              <a:buChar char="•"/>
              <a:defRPr sz="1800" b="0" i="0" u="none" strike="noStrike" cap="none">
                <a:solidFill>
                  <a:srgbClr val="58595B"/>
                </a:solidFill>
                <a:latin typeface="Arial"/>
                <a:ea typeface="Arial"/>
                <a:cs typeface="Arial"/>
                <a:sym typeface="Arial"/>
              </a:defRPr>
            </a:lvl2pPr>
            <a:lvl3pPr marR="0" lvl="2" algn="l" rtl="0">
              <a:lnSpc>
                <a:spcPct val="122222"/>
              </a:lnSpc>
              <a:spcBef>
                <a:spcPts val="500"/>
              </a:spcBef>
              <a:spcAft>
                <a:spcPts val="0"/>
              </a:spcAft>
              <a:buClr>
                <a:srgbClr val="B01F24"/>
              </a:buClr>
              <a:buSzPts val="1800"/>
              <a:buFont typeface="Arial"/>
              <a:buChar char="•"/>
              <a:defRPr sz="1800" b="0" i="0" u="none" strike="noStrike" cap="none">
                <a:solidFill>
                  <a:srgbClr val="58595B"/>
                </a:solidFill>
                <a:latin typeface="Arial"/>
                <a:ea typeface="Arial"/>
                <a:cs typeface="Arial"/>
                <a:sym typeface="Arial"/>
              </a:defRPr>
            </a:lvl3pPr>
            <a:lvl4pPr marR="0" lvl="3" algn="l" rtl="0">
              <a:lnSpc>
                <a:spcPct val="122222"/>
              </a:lnSpc>
              <a:spcBef>
                <a:spcPts val="500"/>
              </a:spcBef>
              <a:spcAft>
                <a:spcPts val="0"/>
              </a:spcAft>
              <a:buClr>
                <a:srgbClr val="B01F24"/>
              </a:buClr>
              <a:buSzPts val="1800"/>
              <a:buFont typeface="Arial"/>
              <a:buChar char="•"/>
              <a:defRPr sz="1800" b="0" i="0" u="none" strike="noStrike" cap="none">
                <a:solidFill>
                  <a:srgbClr val="58595B"/>
                </a:solidFill>
                <a:latin typeface="Arial"/>
                <a:ea typeface="Arial"/>
                <a:cs typeface="Arial"/>
                <a:sym typeface="Arial"/>
              </a:defRPr>
            </a:lvl4pPr>
            <a:lvl5pPr marR="0" lvl="4" algn="l" rtl="0">
              <a:lnSpc>
                <a:spcPct val="122222"/>
              </a:lnSpc>
              <a:spcBef>
                <a:spcPts val="500"/>
              </a:spcBef>
              <a:spcAft>
                <a:spcPts val="0"/>
              </a:spcAft>
              <a:buClr>
                <a:srgbClr val="B01F24"/>
              </a:buClr>
              <a:buSzPts val="1800"/>
              <a:buFont typeface="Arial"/>
              <a:buChar char="•"/>
              <a:defRPr sz="1800" b="0" i="0" u="none" strike="noStrike" cap="none">
                <a:solidFill>
                  <a:srgbClr val="58595B"/>
                </a:solidFill>
                <a:latin typeface="Arial"/>
                <a:ea typeface="Arial"/>
                <a:cs typeface="Arial"/>
                <a:sym typeface="Arial"/>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50" name="Google Shape;50;p22"/>
          <p:cNvSpPr txBox="1">
            <a:spLocks noGrp="1"/>
          </p:cNvSpPr>
          <p:nvPr>
            <p:ph type="body" idx="1"/>
          </p:nvPr>
        </p:nvSpPr>
        <p:spPr>
          <a:xfrm>
            <a:off x="838200" y="1828800"/>
            <a:ext cx="10515600" cy="745958"/>
          </a:xfrm>
          <a:prstGeom prst="rect">
            <a:avLst/>
          </a:prstGeom>
          <a:noFill/>
          <a:ln>
            <a:noFill/>
          </a:ln>
        </p:spPr>
        <p:txBody>
          <a:bodyPr spcFirstLastPara="1" wrap="square" lIns="91425" tIns="45700" rIns="91425" bIns="45700" anchor="t" anchorCtr="0">
            <a:normAutofit/>
          </a:bodyPr>
          <a:lstStyle>
            <a:lvl1pPr marL="457200" lvl="0" indent="-228600" algn="l">
              <a:lnSpc>
                <a:spcPct val="122222"/>
              </a:lnSpc>
              <a:spcBef>
                <a:spcPts val="1000"/>
              </a:spcBef>
              <a:spcAft>
                <a:spcPts val="0"/>
              </a:spcAft>
              <a:buSzPts val="1800"/>
              <a:buFont typeface="Arial"/>
              <a:buNone/>
              <a:defRPr/>
            </a:lvl1pPr>
            <a:lvl2pPr marL="914400" lvl="1" indent="-228600" algn="l">
              <a:lnSpc>
                <a:spcPct val="122222"/>
              </a:lnSpc>
              <a:spcBef>
                <a:spcPts val="500"/>
              </a:spcBef>
              <a:spcAft>
                <a:spcPts val="0"/>
              </a:spcAft>
              <a:buSzPts val="1800"/>
              <a:buFont typeface="Arial"/>
              <a:buNone/>
              <a:defRPr/>
            </a:lvl2pPr>
            <a:lvl3pPr marL="1371600" lvl="2" indent="-228600" algn="l">
              <a:lnSpc>
                <a:spcPct val="122222"/>
              </a:lnSpc>
              <a:spcBef>
                <a:spcPts val="500"/>
              </a:spcBef>
              <a:spcAft>
                <a:spcPts val="0"/>
              </a:spcAft>
              <a:buSzPts val="1800"/>
              <a:buFont typeface="Arial"/>
              <a:buNone/>
              <a:defRPr/>
            </a:lvl3pPr>
            <a:lvl4pPr marL="1828800" lvl="3" indent="-228600" algn="l">
              <a:lnSpc>
                <a:spcPct val="122222"/>
              </a:lnSpc>
              <a:spcBef>
                <a:spcPts val="500"/>
              </a:spcBef>
              <a:spcAft>
                <a:spcPts val="0"/>
              </a:spcAft>
              <a:buSzPts val="1800"/>
              <a:buFont typeface="Arial"/>
              <a:buNone/>
              <a:defRPr/>
            </a:lvl4pPr>
            <a:lvl5pPr marL="2286000" lvl="4" indent="-228600" algn="l">
              <a:lnSpc>
                <a:spcPct val="122222"/>
              </a:lnSpc>
              <a:spcBef>
                <a:spcPts val="500"/>
              </a:spcBef>
              <a:spcAft>
                <a:spcPts val="0"/>
              </a:spcAft>
              <a:buSzPts val="1800"/>
              <a:buFont typeface="Arial"/>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22"/>
          <p:cNvSpPr txBox="1">
            <a:spLocks noGrp="1"/>
          </p:cNvSpPr>
          <p:nvPr>
            <p:ph type="ftr" idx="11"/>
          </p:nvPr>
        </p:nvSpPr>
        <p:spPr>
          <a:xfrm>
            <a:off x="984211" y="6122795"/>
            <a:ext cx="2247508"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000">
                <a:solidFill>
                  <a:srgbClr val="58595B"/>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2"/>
          <p:cNvSpPr txBox="1">
            <a:spLocks noGrp="1"/>
          </p:cNvSpPr>
          <p:nvPr>
            <p:ph type="sldNum" idx="12"/>
          </p:nvPr>
        </p:nvSpPr>
        <p:spPr>
          <a:xfrm>
            <a:off x="254193" y="6122796"/>
            <a:ext cx="638159"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0806878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EC085D8A-9CAE-5C47-9CA8-75814F650544}" type="datetimeFigureOut">
              <a:rPr lang="en-US" smtClean="0"/>
              <a:t>9/21/25</a:t>
            </a:fld>
            <a:endParaRPr lang="en-US"/>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A4070D86-A789-4044-8569-EB7759992B5A}" type="slidenum">
              <a:rPr lang="en-US" smtClean="0"/>
              <a:t>‹#›</a:t>
            </a:fld>
            <a:endParaRPr lang="en-US"/>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8423392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5.jpe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6.xml"/><Relationship Id="rId4" Type="http://schemas.openxmlformats.org/officeDocument/2006/relationships/image" Target="../media/image22.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9.xml"/><Relationship Id="rId1" Type="http://schemas.openxmlformats.org/officeDocument/2006/relationships/slideLayout" Target="../slideLayouts/slideLayout6.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3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0.xml"/><Relationship Id="rId1" Type="http://schemas.openxmlformats.org/officeDocument/2006/relationships/slideLayout" Target="../slideLayouts/slideLayout6.xml"/><Relationship Id="rId4" Type="http://schemas.openxmlformats.org/officeDocument/2006/relationships/image" Target="../media/image29.svg"/></Relationships>
</file>

<file path=ppt/slides/_rels/slide3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2.xml"/><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3.xml"/><Relationship Id="rId1" Type="http://schemas.openxmlformats.org/officeDocument/2006/relationships/slideLayout" Target="../slideLayouts/slideLayout13.xml"/><Relationship Id="rId4" Type="http://schemas.openxmlformats.org/officeDocument/2006/relationships/image" Target="../media/image33.jpeg"/></Relationships>
</file>

<file path=ppt/slides/_rels/slide3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4.xml"/><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6.xml"/><Relationship Id="rId1" Type="http://schemas.openxmlformats.org/officeDocument/2006/relationships/slideLayout" Target="../slideLayouts/slideLayout6.xml"/><Relationship Id="rId4" Type="http://schemas.openxmlformats.org/officeDocument/2006/relationships/image" Target="../media/image38.png"/></Relationships>
</file>

<file path=ppt/slides/_rels/slide4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7.xml"/><Relationship Id="rId1" Type="http://schemas.openxmlformats.org/officeDocument/2006/relationships/slideLayout" Target="../slideLayouts/slideLayout6.xml"/><Relationship Id="rId4" Type="http://schemas.openxmlformats.org/officeDocument/2006/relationships/image" Target="../media/image4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8.xml"/><Relationship Id="rId1" Type="http://schemas.openxmlformats.org/officeDocument/2006/relationships/slideLayout" Target="../slideLayouts/slideLayout6.xml"/><Relationship Id="rId4" Type="http://schemas.openxmlformats.org/officeDocument/2006/relationships/image" Target="../media/image42.png"/></Relationships>
</file>

<file path=ppt/slides/_rels/slide4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2.xml"/><Relationship Id="rId1" Type="http://schemas.openxmlformats.org/officeDocument/2006/relationships/slideLayout" Target="../slideLayouts/slideLayout6.xml"/><Relationship Id="rId4" Type="http://schemas.openxmlformats.org/officeDocument/2006/relationships/image" Target="../media/image47.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5.xml"/><Relationship Id="rId1" Type="http://schemas.openxmlformats.org/officeDocument/2006/relationships/slideLayout" Target="../slideLayouts/slideLayout7.xml"/><Relationship Id="rId5" Type="http://schemas.openxmlformats.org/officeDocument/2006/relationships/image" Target="../media/image55.png"/><Relationship Id="rId4" Type="http://schemas.openxmlformats.org/officeDocument/2006/relationships/image" Target="../media/image54.png"/></Relationships>
</file>

<file path=ppt/slides/_rels/slide6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72D5B3-39DD-0F84-9D56-A9F4D94D5C47}"/>
              </a:ext>
            </a:extLst>
          </p:cNvPr>
          <p:cNvSpPr>
            <a:spLocks noGrp="1"/>
          </p:cNvSpPr>
          <p:nvPr>
            <p:ph type="ctrTitle"/>
          </p:nvPr>
        </p:nvSpPr>
        <p:spPr/>
        <p:txBody>
          <a:bodyPr/>
          <a:lstStyle/>
          <a:p>
            <a:r>
              <a:rPr lang="en-US" b="1" cap="none" dirty="0"/>
              <a:t>Data Visualization Principles</a:t>
            </a:r>
          </a:p>
        </p:txBody>
      </p:sp>
      <p:sp>
        <p:nvSpPr>
          <p:cNvPr id="3" name="Subtitle 2">
            <a:extLst>
              <a:ext uri="{FF2B5EF4-FFF2-40B4-BE49-F238E27FC236}">
                <a16:creationId xmlns:a16="http://schemas.microsoft.com/office/drawing/2014/main" id="{683DFD6D-7CDF-8D74-9078-31CF84D69DE0}"/>
              </a:ext>
            </a:extLst>
          </p:cNvPr>
          <p:cNvSpPr>
            <a:spLocks noGrp="1"/>
          </p:cNvSpPr>
          <p:nvPr>
            <p:ph type="subTitle" idx="1"/>
          </p:nvPr>
        </p:nvSpPr>
        <p:spPr/>
        <p:txBody>
          <a:bodyPr>
            <a:normAutofit/>
          </a:bodyPr>
          <a:lstStyle/>
          <a:p>
            <a:r>
              <a:rPr lang="en-US" sz="2800" dirty="0"/>
              <a:t>Shannon Haymond</a:t>
            </a:r>
          </a:p>
        </p:txBody>
      </p:sp>
    </p:spTree>
    <p:extLst>
      <p:ext uri="{BB962C8B-B14F-4D97-AF65-F5344CB8AC3E}">
        <p14:creationId xmlns:p14="http://schemas.microsoft.com/office/powerpoint/2010/main" val="31809172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1DAB4-F320-95FE-1049-9C53F485F47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6A7B638-5CDD-F0AC-11FC-90247537ED12}"/>
              </a:ext>
            </a:extLst>
          </p:cNvPr>
          <p:cNvSpPr txBox="1"/>
          <p:nvPr/>
        </p:nvSpPr>
        <p:spPr>
          <a:xfrm>
            <a:off x="626225" y="201578"/>
            <a:ext cx="10939550" cy="5042855"/>
          </a:xfrm>
          <a:prstGeom prst="rect">
            <a:avLst/>
          </a:prstGeom>
          <a:noFill/>
        </p:spPr>
        <p:txBody>
          <a:bodyPr wrap="square" rtlCol="0">
            <a:spAutoFit/>
          </a:bodyPr>
          <a:lstStyle/>
          <a:p>
            <a:r>
              <a:rPr lang="en-US" sz="3600" dirty="0"/>
              <a:t>Lesson Goals</a:t>
            </a:r>
          </a:p>
          <a:p>
            <a:pPr marL="514350" marR="0" lvl="0" indent="-514350" rtl="0">
              <a:lnSpc>
                <a:spcPct val="107000"/>
              </a:lnSpc>
              <a:spcBef>
                <a:spcPts val="0"/>
              </a:spcBef>
              <a:spcAft>
                <a:spcPts val="0"/>
              </a:spcAft>
              <a:buFont typeface="+mj-lt"/>
              <a:buAutoNum type="arabicPeriod"/>
            </a:pPr>
            <a:r>
              <a:rPr lang="en-US" sz="2800" kern="100" dirty="0">
                <a:effectLst/>
                <a:ea typeface="Calibri" panose="020F0502020204030204" pitchFamily="34" charset="0"/>
                <a:cs typeface="Arial" panose="020B0604020202020204" pitchFamily="34" charset="0"/>
              </a:rPr>
              <a:t>Identify types of common data visualizations that are most appropriate given the types of data available and the goal of the analysis</a:t>
            </a:r>
          </a:p>
          <a:p>
            <a:pPr marR="0" lvl="0" rtl="0">
              <a:lnSpc>
                <a:spcPct val="107000"/>
              </a:lnSpc>
              <a:spcBef>
                <a:spcPts val="0"/>
              </a:spcBef>
              <a:spcAft>
                <a:spcPts val="0"/>
              </a:spcAft>
            </a:pPr>
            <a:endParaRPr lang="en-US" dirty="0"/>
          </a:p>
          <a:p>
            <a:pPr marR="0" lvl="0" rtl="0">
              <a:lnSpc>
                <a:spcPct val="107000"/>
              </a:lnSpc>
              <a:spcBef>
                <a:spcPts val="0"/>
              </a:spcBef>
              <a:spcAft>
                <a:spcPts val="0"/>
              </a:spcAft>
            </a:pPr>
            <a:r>
              <a:rPr lang="en-US" sz="3600" dirty="0"/>
              <a:t>Lesson Objectives</a:t>
            </a:r>
          </a:p>
          <a:p>
            <a:pPr marL="514350" indent="-514350">
              <a:buFontTx/>
              <a:buAutoNum type="arabicPeriod"/>
            </a:pPr>
            <a:r>
              <a:rPr lang="en-US" sz="2800" dirty="0"/>
              <a:t>Describe at least 2 scenarios in which a plot is more effective than a table in demonstrating relationships between variables in a data set</a:t>
            </a:r>
          </a:p>
          <a:p>
            <a:pPr marL="514350" indent="-514350">
              <a:buFontTx/>
              <a:buAutoNum type="arabicPeriod"/>
            </a:pPr>
            <a:r>
              <a:rPr lang="en-US" sz="2800" dirty="0"/>
              <a:t>For each possible combination of data types, identify a type of plot that will effectively illustrate the relationship between two variables</a:t>
            </a:r>
          </a:p>
          <a:p>
            <a:pPr marL="514350" indent="-514350">
              <a:buFontTx/>
              <a:buAutoNum type="arabicPeriod"/>
            </a:pPr>
            <a:r>
              <a:rPr lang="en-US" sz="2800" dirty="0"/>
              <a:t>List 2 types of plots that can illustrate statistical uncertainty when comparing numeric values between groups.</a:t>
            </a:r>
          </a:p>
        </p:txBody>
      </p:sp>
    </p:spTree>
    <p:extLst>
      <p:ext uri="{BB962C8B-B14F-4D97-AF65-F5344CB8AC3E}">
        <p14:creationId xmlns:p14="http://schemas.microsoft.com/office/powerpoint/2010/main" val="13773600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g35766d32465_1_142"/>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en-US" dirty="0"/>
              <a:t>Purpose of Visualizations</a:t>
            </a:r>
            <a:endParaRPr dirty="0"/>
          </a:p>
        </p:txBody>
      </p:sp>
      <p:sp>
        <p:nvSpPr>
          <p:cNvPr id="154" name="Google Shape;154;g35766d32465_1_142"/>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p>
            <a:pPr marL="14287" indent="0">
              <a:buNone/>
            </a:pPr>
            <a:r>
              <a:rPr lang="en-US" b="1" dirty="0"/>
              <a:t>Communicate </a:t>
            </a:r>
            <a:r>
              <a:rPr lang="en-US" dirty="0"/>
              <a:t>— tell a clear story that can be more inclusive</a:t>
            </a:r>
          </a:p>
          <a:p>
            <a:pPr marL="285750" indent="-271463"/>
            <a:r>
              <a:rPr lang="en-US" b="1" dirty="0"/>
              <a:t>Discover</a:t>
            </a:r>
            <a:r>
              <a:rPr lang="en-US" dirty="0"/>
              <a:t> — fast exploration of assumptions, surface patterns, outliers, and data-quality issues </a:t>
            </a:r>
          </a:p>
          <a:p>
            <a:pPr marL="241300" indent="-241300"/>
            <a:r>
              <a:rPr lang="en-US" b="1" dirty="0"/>
              <a:t>Compare &amp; Relate</a:t>
            </a:r>
            <a:r>
              <a:rPr lang="en-US" dirty="0"/>
              <a:t> — show differences, trends over time, and relationships between variables</a:t>
            </a:r>
          </a:p>
          <a:p>
            <a:pPr marL="285750" indent="-285750"/>
            <a:endParaRPr lang="en-US" b="1" dirty="0"/>
          </a:p>
          <a:p>
            <a:pPr marL="0" indent="0">
              <a:buNone/>
            </a:pPr>
            <a:r>
              <a:rPr lang="en-US" dirty="0">
                <a:solidFill>
                  <a:schemeClr val="accent1"/>
                </a:solidFill>
              </a:rPr>
              <a:t>If done well, visualization can build trust and drive action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2">
          <a:extLst>
            <a:ext uri="{FF2B5EF4-FFF2-40B4-BE49-F238E27FC236}">
              <a16:creationId xmlns:a16="http://schemas.microsoft.com/office/drawing/2014/main" id="{619A7AA0-BF18-6B42-4C0E-049BD762D4BB}"/>
            </a:ext>
          </a:extLst>
        </p:cNvPr>
        <p:cNvGrpSpPr/>
        <p:nvPr/>
      </p:nvGrpSpPr>
      <p:grpSpPr>
        <a:xfrm>
          <a:off x="0" y="0"/>
          <a:ext cx="0" cy="0"/>
          <a:chOff x="0" y="0"/>
          <a:chExt cx="0" cy="0"/>
        </a:xfrm>
      </p:grpSpPr>
      <p:sp>
        <p:nvSpPr>
          <p:cNvPr id="153" name="Google Shape;153;g35766d32465_1_142">
            <a:extLst>
              <a:ext uri="{FF2B5EF4-FFF2-40B4-BE49-F238E27FC236}">
                <a16:creationId xmlns:a16="http://schemas.microsoft.com/office/drawing/2014/main" id="{231A2DCB-9F60-A74E-9CBF-1F225E07D54B}"/>
              </a:ext>
            </a:extLst>
          </p:cNvPr>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en-US" dirty="0"/>
              <a:t>But when done wrong, can be harmful</a:t>
            </a:r>
            <a:endParaRPr dirty="0"/>
          </a:p>
        </p:txBody>
      </p:sp>
      <p:sp>
        <p:nvSpPr>
          <p:cNvPr id="154" name="Google Shape;154;g35766d32465_1_142">
            <a:extLst>
              <a:ext uri="{FF2B5EF4-FFF2-40B4-BE49-F238E27FC236}">
                <a16:creationId xmlns:a16="http://schemas.microsoft.com/office/drawing/2014/main" id="{BFA4F089-0D6B-E4D9-F0D3-758281711C3F}"/>
              </a:ext>
            </a:extLst>
          </p:cNvPr>
          <p:cNvSpPr txBox="1">
            <a:spLocks noGrp="1"/>
          </p:cNvSpPr>
          <p:nvPr>
            <p:ph type="body" idx="1"/>
          </p:nvPr>
        </p:nvSpPr>
        <p:spPr>
          <a:xfrm>
            <a:off x="838200" y="1825625"/>
            <a:ext cx="10515600" cy="4667250"/>
          </a:xfrm>
          <a:prstGeom prst="rect">
            <a:avLst/>
          </a:prstGeom>
          <a:noFill/>
          <a:ln>
            <a:noFill/>
          </a:ln>
        </p:spPr>
        <p:txBody>
          <a:bodyPr spcFirstLastPara="1" wrap="square" lIns="91425" tIns="45700" rIns="91425" bIns="45700" anchor="t" anchorCtr="0">
            <a:normAutofit fontScale="92500" lnSpcReduction="10000"/>
          </a:bodyPr>
          <a:lstStyle/>
          <a:p>
            <a:pPr marL="0" lvl="0" indent="0">
              <a:lnSpc>
                <a:spcPct val="70000"/>
              </a:lnSpc>
              <a:spcBef>
                <a:spcPts val="0"/>
              </a:spcBef>
              <a:spcAft>
                <a:spcPts val="0"/>
              </a:spcAft>
              <a:buClr>
                <a:schemeClr val="dk1"/>
              </a:buClr>
              <a:buSzPts val="3800"/>
              <a:buNone/>
            </a:pPr>
            <a:r>
              <a:rPr lang="en-US" dirty="0"/>
              <a:t>Common mistakes:</a:t>
            </a:r>
          </a:p>
          <a:p>
            <a:pPr marL="228600" lvl="0" indent="-228600">
              <a:lnSpc>
                <a:spcPct val="70000"/>
              </a:lnSpc>
              <a:spcBef>
                <a:spcPts val="1400"/>
              </a:spcBef>
              <a:spcAft>
                <a:spcPts val="0"/>
              </a:spcAft>
              <a:buClr>
                <a:schemeClr val="dk1"/>
              </a:buClr>
              <a:buSzPts val="3800"/>
            </a:pPr>
            <a:r>
              <a:rPr lang="en-US" dirty="0"/>
              <a:t>Data misrepresentation or quality issues</a:t>
            </a:r>
          </a:p>
          <a:p>
            <a:pPr marL="228600" lvl="0" indent="-228600">
              <a:lnSpc>
                <a:spcPct val="70000"/>
              </a:lnSpc>
              <a:spcBef>
                <a:spcPts val="1400"/>
              </a:spcBef>
              <a:spcAft>
                <a:spcPts val="0"/>
              </a:spcAft>
              <a:buClr>
                <a:schemeClr val="dk1"/>
              </a:buClr>
              <a:buSzPts val="3800"/>
            </a:pPr>
            <a:r>
              <a:rPr lang="en-US" dirty="0"/>
              <a:t>Misusing and overcomplicating charts</a:t>
            </a:r>
          </a:p>
          <a:p>
            <a:pPr marL="228600" lvl="0" indent="-228600">
              <a:lnSpc>
                <a:spcPct val="70000"/>
              </a:lnSpc>
              <a:spcBef>
                <a:spcPts val="1400"/>
              </a:spcBef>
              <a:spcAft>
                <a:spcPts val="0"/>
              </a:spcAft>
              <a:buClr>
                <a:schemeClr val="dk1"/>
              </a:buClr>
              <a:buSzPts val="3800"/>
            </a:pPr>
            <a:r>
              <a:rPr lang="en-US" dirty="0"/>
              <a:t>Misleading color, elements, axes, and scales</a:t>
            </a:r>
          </a:p>
          <a:p>
            <a:pPr marL="0" lvl="0" indent="0">
              <a:lnSpc>
                <a:spcPct val="70000"/>
              </a:lnSpc>
              <a:spcBef>
                <a:spcPts val="1400"/>
              </a:spcBef>
              <a:spcAft>
                <a:spcPts val="0"/>
              </a:spcAft>
              <a:buClr>
                <a:schemeClr val="dk1"/>
              </a:buClr>
              <a:buSzPts val="3800"/>
              <a:buNone/>
            </a:pPr>
            <a:endParaRPr lang="en-US" dirty="0"/>
          </a:p>
          <a:p>
            <a:pPr marL="0" lvl="0" indent="0">
              <a:lnSpc>
                <a:spcPct val="70000"/>
              </a:lnSpc>
              <a:spcBef>
                <a:spcPts val="1400"/>
              </a:spcBef>
              <a:spcAft>
                <a:spcPts val="0"/>
              </a:spcAft>
              <a:buClr>
                <a:schemeClr val="dk1"/>
              </a:buClr>
              <a:buSzPts val="3800"/>
              <a:buNone/>
            </a:pPr>
            <a:endParaRPr lang="en-US" dirty="0"/>
          </a:p>
          <a:p>
            <a:pPr marL="0" lvl="0" indent="0">
              <a:lnSpc>
                <a:spcPct val="70000"/>
              </a:lnSpc>
              <a:spcBef>
                <a:spcPts val="1400"/>
              </a:spcBef>
              <a:spcAft>
                <a:spcPts val="0"/>
              </a:spcAft>
              <a:buClr>
                <a:schemeClr val="dk1"/>
              </a:buClr>
              <a:buSzPts val="3800"/>
              <a:buNone/>
            </a:pPr>
            <a:endParaRPr lang="en-US" dirty="0"/>
          </a:p>
          <a:p>
            <a:pPr marL="0" lvl="0" indent="0">
              <a:lnSpc>
                <a:spcPct val="70000"/>
              </a:lnSpc>
              <a:spcBef>
                <a:spcPts val="1400"/>
              </a:spcBef>
              <a:spcAft>
                <a:spcPts val="0"/>
              </a:spcAft>
              <a:buClr>
                <a:schemeClr val="dk1"/>
              </a:buClr>
              <a:buSzPts val="3800"/>
              <a:buNone/>
            </a:pPr>
            <a:r>
              <a:rPr lang="en-US" dirty="0"/>
              <a:t>Bad outcomes:</a:t>
            </a:r>
          </a:p>
          <a:p>
            <a:pPr marL="0" lvl="0" indent="0">
              <a:lnSpc>
                <a:spcPct val="70000"/>
              </a:lnSpc>
              <a:spcBef>
                <a:spcPts val="1400"/>
              </a:spcBef>
              <a:spcAft>
                <a:spcPts val="0"/>
              </a:spcAft>
              <a:buClr>
                <a:schemeClr val="dk1"/>
              </a:buClr>
              <a:buSzPts val="3800"/>
              <a:buNone/>
            </a:pPr>
            <a:r>
              <a:rPr lang="en-US" dirty="0"/>
              <a:t>False conclusions lead to bad decisions</a:t>
            </a:r>
          </a:p>
          <a:p>
            <a:pPr marL="0" lvl="0" indent="0">
              <a:lnSpc>
                <a:spcPct val="70000"/>
              </a:lnSpc>
              <a:spcBef>
                <a:spcPts val="1400"/>
              </a:spcBef>
              <a:spcAft>
                <a:spcPts val="0"/>
              </a:spcAft>
              <a:buClr>
                <a:schemeClr val="dk1"/>
              </a:buClr>
              <a:buSzPts val="3800"/>
              <a:buNone/>
            </a:pPr>
            <a:r>
              <a:rPr lang="en-US" dirty="0"/>
              <a:t>Reduced clarity erodes understanding and raises skepticism</a:t>
            </a:r>
          </a:p>
        </p:txBody>
      </p:sp>
      <p:pic>
        <p:nvPicPr>
          <p:cNvPr id="2" name="Google Shape;174;g35766d32465_1_30">
            <a:extLst>
              <a:ext uri="{FF2B5EF4-FFF2-40B4-BE49-F238E27FC236}">
                <a16:creationId xmlns:a16="http://schemas.microsoft.com/office/drawing/2014/main" id="{74665574-FA6C-4984-F0EE-7EA55DCB103F}"/>
              </a:ext>
            </a:extLst>
          </p:cNvPr>
          <p:cNvPicPr preferRelativeResize="0"/>
          <p:nvPr/>
        </p:nvPicPr>
        <p:blipFill rotWithShape="1">
          <a:blip r:embed="rId3">
            <a:alphaModFix/>
          </a:blip>
          <a:srcRect/>
          <a:stretch/>
        </p:blipFill>
        <p:spPr>
          <a:xfrm rot="-2404893">
            <a:off x="7152500" y="1787755"/>
            <a:ext cx="4931439" cy="3282489"/>
          </a:xfrm>
          <a:prstGeom prst="rect">
            <a:avLst/>
          </a:prstGeom>
          <a:noFill/>
          <a:ln>
            <a:noFill/>
          </a:ln>
        </p:spPr>
      </p:pic>
    </p:spTree>
    <p:extLst>
      <p:ext uri="{BB962C8B-B14F-4D97-AF65-F5344CB8AC3E}">
        <p14:creationId xmlns:p14="http://schemas.microsoft.com/office/powerpoint/2010/main" val="27983468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F2C7D8-E059-3B74-5232-568AB6CE2C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9EF070-EE0D-79FB-FF32-1D404F860D7F}"/>
              </a:ext>
            </a:extLst>
          </p:cNvPr>
          <p:cNvSpPr>
            <a:spLocks noGrp="1"/>
          </p:cNvSpPr>
          <p:nvPr>
            <p:ph type="title"/>
          </p:nvPr>
        </p:nvSpPr>
        <p:spPr/>
        <p:txBody>
          <a:bodyPr/>
          <a:lstStyle/>
          <a:p>
            <a:r>
              <a:rPr lang="en-US" dirty="0"/>
              <a:t>Data visualization best practices</a:t>
            </a:r>
          </a:p>
        </p:txBody>
      </p:sp>
      <p:graphicFrame>
        <p:nvGraphicFramePr>
          <p:cNvPr id="4" name="Content Placeholder 2">
            <a:extLst>
              <a:ext uri="{FF2B5EF4-FFF2-40B4-BE49-F238E27FC236}">
                <a16:creationId xmlns:a16="http://schemas.microsoft.com/office/drawing/2014/main" id="{20E45551-04E4-8F5B-AB56-CF4225A5F72C}"/>
              </a:ext>
            </a:extLst>
          </p:cNvPr>
          <p:cNvGraphicFramePr>
            <a:graphicFrameLocks/>
          </p:cNvGraphicFramePr>
          <p:nvPr>
            <p:extLst>
              <p:ext uri="{D42A27DB-BD31-4B8C-83A1-F6EECF244321}">
                <p14:modId xmlns:p14="http://schemas.microsoft.com/office/powerpoint/2010/main" val="143569770"/>
              </p:ext>
            </p:extLst>
          </p:nvPr>
        </p:nvGraphicFramePr>
        <p:xfrm>
          <a:off x="1235869" y="2084832"/>
          <a:ext cx="9720262" cy="40227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27423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0890400-BB8B-4A44-AB63-65C7CA223E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a:extLst>
              <a:ext uri="{FF2B5EF4-FFF2-40B4-BE49-F238E27FC236}">
                <a16:creationId xmlns:a16="http://schemas.microsoft.com/office/drawing/2014/main" id="{4D39B797-CDC6-4529-8A36-9CBFC98163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77597" y="1600200"/>
            <a:ext cx="0" cy="36576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25DB03A2-705D-D216-BC21-ADF6A4D9993C}"/>
              </a:ext>
            </a:extLst>
          </p:cNvPr>
          <p:cNvSpPr>
            <a:spLocks noGrp="1"/>
          </p:cNvSpPr>
          <p:nvPr>
            <p:ph idx="1"/>
          </p:nvPr>
        </p:nvSpPr>
        <p:spPr>
          <a:xfrm>
            <a:off x="4999330" y="804333"/>
            <a:ext cx="7040265" cy="5249334"/>
          </a:xfrm>
        </p:spPr>
        <p:txBody>
          <a:bodyPr anchor="ctr">
            <a:normAutofit/>
          </a:bodyPr>
          <a:lstStyle/>
          <a:p>
            <a:pPr marL="0" indent="0">
              <a:buNone/>
            </a:pPr>
            <a:r>
              <a:rPr lang="en-US" dirty="0"/>
              <a:t>What is the purpose of the visualization?</a:t>
            </a:r>
          </a:p>
          <a:p>
            <a:pPr marL="688086" lvl="1" indent="-514350">
              <a:buFont typeface="+mj-lt"/>
              <a:buAutoNum type="alphaUcPeriod"/>
            </a:pPr>
            <a:r>
              <a:rPr lang="en-US" dirty="0"/>
              <a:t>High level exploration and discovery</a:t>
            </a:r>
          </a:p>
          <a:p>
            <a:pPr marL="688086" lvl="1" indent="-514350">
              <a:buFont typeface="+mj-lt"/>
              <a:buAutoNum type="alphaUcPeriod"/>
            </a:pPr>
            <a:r>
              <a:rPr lang="en-US" dirty="0"/>
              <a:t>Deeper level of comparison and understanding relationships</a:t>
            </a:r>
          </a:p>
          <a:p>
            <a:pPr marL="228600" indent="-228600"/>
            <a:endParaRPr lang="en-US" dirty="0"/>
          </a:p>
          <a:p>
            <a:pPr marL="0" indent="0">
              <a:buNone/>
            </a:pPr>
            <a:r>
              <a:rPr lang="en-US" dirty="0"/>
              <a:t>What type(s) of data will be visualized?</a:t>
            </a:r>
          </a:p>
          <a:p>
            <a:pPr marL="402336" lvl="1" indent="-228600"/>
            <a:r>
              <a:rPr lang="en-US" dirty="0"/>
              <a:t>Quantitative vs qualitative</a:t>
            </a:r>
          </a:p>
        </p:txBody>
      </p:sp>
      <p:pic>
        <p:nvPicPr>
          <p:cNvPr id="12" name="Picture 11">
            <a:extLst>
              <a:ext uri="{FF2B5EF4-FFF2-40B4-BE49-F238E27FC236}">
                <a16:creationId xmlns:a16="http://schemas.microsoft.com/office/drawing/2014/main" id="{3844C7DF-F9C4-9C1D-44E6-F7B8B9B1C4DD}"/>
              </a:ext>
            </a:extLst>
          </p:cNvPr>
          <p:cNvPicPr>
            <a:picLocks noChangeAspect="1"/>
          </p:cNvPicPr>
          <p:nvPr/>
        </p:nvPicPr>
        <p:blipFill>
          <a:blip r:embed="rId2"/>
          <a:stretch>
            <a:fillRect/>
          </a:stretch>
        </p:blipFill>
        <p:spPr>
          <a:xfrm>
            <a:off x="1155700" y="1714500"/>
            <a:ext cx="2945423" cy="3429000"/>
          </a:xfrm>
          <a:prstGeom prst="rect">
            <a:avLst/>
          </a:prstGeom>
        </p:spPr>
      </p:pic>
    </p:spTree>
    <p:extLst>
      <p:ext uri="{BB962C8B-B14F-4D97-AF65-F5344CB8AC3E}">
        <p14:creationId xmlns:p14="http://schemas.microsoft.com/office/powerpoint/2010/main" val="38133689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65D2A5-3362-125B-B089-4922D7C96179}"/>
              </a:ext>
            </a:extLst>
          </p:cNvPr>
          <p:cNvSpPr>
            <a:spLocks noGrp="1"/>
          </p:cNvSpPr>
          <p:nvPr>
            <p:ph type="title"/>
          </p:nvPr>
        </p:nvSpPr>
        <p:spPr/>
        <p:txBody>
          <a:bodyPr/>
          <a:lstStyle/>
          <a:p>
            <a:r>
              <a:rPr lang="en-US" dirty="0"/>
              <a:t>Discover: Exploratory Data analysis</a:t>
            </a:r>
          </a:p>
        </p:txBody>
      </p:sp>
      <p:sp>
        <p:nvSpPr>
          <p:cNvPr id="3" name="Content Placeholder 2">
            <a:extLst>
              <a:ext uri="{FF2B5EF4-FFF2-40B4-BE49-F238E27FC236}">
                <a16:creationId xmlns:a16="http://schemas.microsoft.com/office/drawing/2014/main" id="{B1253AD2-723E-4047-753E-3BAD132DAFA0}"/>
              </a:ext>
            </a:extLst>
          </p:cNvPr>
          <p:cNvSpPr>
            <a:spLocks noGrp="1"/>
          </p:cNvSpPr>
          <p:nvPr>
            <p:ph idx="1"/>
          </p:nvPr>
        </p:nvSpPr>
        <p:spPr/>
        <p:txBody>
          <a:bodyPr>
            <a:normAutofit lnSpcReduction="10000"/>
          </a:bodyPr>
          <a:lstStyle/>
          <a:p>
            <a:pPr marL="0" indent="0">
              <a:buNone/>
            </a:pPr>
            <a:r>
              <a:rPr lang="en-US" dirty="0">
                <a:solidFill>
                  <a:schemeClr val="accent1"/>
                </a:solidFill>
              </a:rPr>
              <a:t>Goal is to show shape and distribution of data with obvious patterns and data quality issues</a:t>
            </a:r>
          </a:p>
          <a:p>
            <a:pPr marL="293688" indent="-293688"/>
            <a:endParaRPr lang="en-US" dirty="0"/>
          </a:p>
          <a:p>
            <a:pPr marL="293688" indent="-293688"/>
            <a:r>
              <a:rPr lang="en-US" dirty="0"/>
              <a:t>Insight into spread of data, outliers, general shape and distribution</a:t>
            </a:r>
          </a:p>
          <a:p>
            <a:pPr marL="293688" indent="-293688"/>
            <a:r>
              <a:rPr lang="en-US" dirty="0"/>
              <a:t>Investigate single columns of data, maybe some basic relationships</a:t>
            </a:r>
          </a:p>
          <a:p>
            <a:pPr marL="293688" indent="-293688"/>
            <a:r>
              <a:rPr lang="en-US" dirty="0"/>
              <a:t>Do your assumptions hold? Are there data quality issues?</a:t>
            </a:r>
          </a:p>
          <a:p>
            <a:endParaRPr lang="en-US" dirty="0"/>
          </a:p>
          <a:p>
            <a:endParaRPr lang="en-US" dirty="0"/>
          </a:p>
        </p:txBody>
      </p:sp>
    </p:spTree>
    <p:extLst>
      <p:ext uri="{BB962C8B-B14F-4D97-AF65-F5344CB8AC3E}">
        <p14:creationId xmlns:p14="http://schemas.microsoft.com/office/powerpoint/2010/main" val="33012136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3A8EC506-B1DA-46A1-B44D-774E68468E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5" name="Oval 5">
            <a:extLst>
              <a:ext uri="{FF2B5EF4-FFF2-40B4-BE49-F238E27FC236}">
                <a16:creationId xmlns:a16="http://schemas.microsoft.com/office/drawing/2014/main" id="{BFF30785-305E-45D7-984F-5AA93D3CA5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27" name="Straight Connector 26">
            <a:extLst>
              <a:ext uri="{FF2B5EF4-FFF2-40B4-BE49-F238E27FC236}">
                <a16:creationId xmlns:a16="http://schemas.microsoft.com/office/drawing/2014/main" id="{15E01FA5-D766-43CA-A83D-E7CF3F04E96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useBgFill="1">
        <p:nvSpPr>
          <p:cNvPr id="29" name="Rectangle 28">
            <a:extLst>
              <a:ext uri="{FF2B5EF4-FFF2-40B4-BE49-F238E27FC236}">
                <a16:creationId xmlns:a16="http://schemas.microsoft.com/office/drawing/2014/main" id="{070784CE-9DD4-4C2D-88B9-D219730A47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274" y="0"/>
            <a:ext cx="12188726" cy="68589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9C48CA3-D8B0-B2D4-2212-01408DD8E753}"/>
              </a:ext>
            </a:extLst>
          </p:cNvPr>
          <p:cNvSpPr>
            <a:spLocks noGrp="1"/>
          </p:cNvSpPr>
          <p:nvPr>
            <p:ph type="title"/>
          </p:nvPr>
        </p:nvSpPr>
        <p:spPr>
          <a:xfrm>
            <a:off x="5258134" y="640080"/>
            <a:ext cx="6293689" cy="3652405"/>
          </a:xfrm>
        </p:spPr>
        <p:txBody>
          <a:bodyPr vert="horz" lIns="91440" tIns="45720" rIns="91440" bIns="45720" rtlCol="0" anchor="b">
            <a:normAutofit/>
          </a:bodyPr>
          <a:lstStyle/>
          <a:p>
            <a:pPr algn="l"/>
            <a:r>
              <a:rPr lang="en-US" sz="4400" kern="1200" cap="all" spc="200" baseline="0">
                <a:solidFill>
                  <a:schemeClr val="tx1">
                    <a:lumMod val="85000"/>
                    <a:lumOff val="15000"/>
                  </a:schemeClr>
                </a:solidFill>
                <a:latin typeface="+mj-lt"/>
                <a:ea typeface="+mj-ea"/>
                <a:cs typeface="+mj-cs"/>
              </a:rPr>
              <a:t>What types of visualizations show data distributions?</a:t>
            </a:r>
          </a:p>
        </p:txBody>
      </p:sp>
      <p:pic>
        <p:nvPicPr>
          <p:cNvPr id="6" name="Graphic 5" descr="Questions with solid fill">
            <a:extLst>
              <a:ext uri="{FF2B5EF4-FFF2-40B4-BE49-F238E27FC236}">
                <a16:creationId xmlns:a16="http://schemas.microsoft.com/office/drawing/2014/main" id="{6FD77B39-FA3D-2365-A317-973E097E13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33999" y="1422615"/>
            <a:ext cx="3993942" cy="3993942"/>
          </a:xfrm>
          <a:prstGeom prst="rect">
            <a:avLst/>
          </a:prstGeom>
        </p:spPr>
      </p:pic>
      <p:cxnSp>
        <p:nvCxnSpPr>
          <p:cNvPr id="31" name="Straight Connector 30">
            <a:extLst>
              <a:ext uri="{FF2B5EF4-FFF2-40B4-BE49-F238E27FC236}">
                <a16:creationId xmlns:a16="http://schemas.microsoft.com/office/drawing/2014/main" id="{640A410A-1838-4131-95A6-2BE4F8D412F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309640" y="4388141"/>
            <a:ext cx="585216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01DE54ED-495A-2219-6F33-8123C53F60A2}"/>
              </a:ext>
            </a:extLst>
          </p:cNvPr>
          <p:cNvSpPr txBox="1"/>
          <p:nvPr/>
        </p:nvSpPr>
        <p:spPr>
          <a:xfrm>
            <a:off x="10105688" y="198773"/>
            <a:ext cx="1591141" cy="1200329"/>
          </a:xfrm>
          <a:prstGeom prst="rect">
            <a:avLst/>
          </a:prstGeom>
          <a:noFill/>
        </p:spPr>
        <p:txBody>
          <a:bodyPr wrap="none" rtlCol="0">
            <a:spAutoFit/>
          </a:bodyPr>
          <a:lstStyle/>
          <a:p>
            <a:r>
              <a:rPr lang="en-US" sz="7200" b="1" dirty="0">
                <a:solidFill>
                  <a:schemeClr val="accent1"/>
                </a:solidFill>
              </a:rPr>
              <a:t>Poll</a:t>
            </a:r>
          </a:p>
        </p:txBody>
      </p:sp>
    </p:spTree>
    <p:extLst>
      <p:ext uri="{BB962C8B-B14F-4D97-AF65-F5344CB8AC3E}">
        <p14:creationId xmlns:p14="http://schemas.microsoft.com/office/powerpoint/2010/main" val="38290262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Shape 240">
          <a:extLst>
            <a:ext uri="{FF2B5EF4-FFF2-40B4-BE49-F238E27FC236}">
              <a16:creationId xmlns:a16="http://schemas.microsoft.com/office/drawing/2014/main" id="{90CAC441-2811-7D49-28A1-21A95F05DC74}"/>
            </a:ext>
          </a:extLst>
        </p:cNvPr>
        <p:cNvGrpSpPr/>
        <p:nvPr/>
      </p:nvGrpSpPr>
      <p:grpSpPr>
        <a:xfrm>
          <a:off x="0" y="0"/>
          <a:ext cx="0" cy="0"/>
          <a:chOff x="0" y="0"/>
          <a:chExt cx="0" cy="0"/>
        </a:xfrm>
      </p:grpSpPr>
      <p:sp>
        <p:nvSpPr>
          <p:cNvPr id="241" name="Google Shape;241;g35766d32465_2_2">
            <a:extLst>
              <a:ext uri="{FF2B5EF4-FFF2-40B4-BE49-F238E27FC236}">
                <a16:creationId xmlns:a16="http://schemas.microsoft.com/office/drawing/2014/main" id="{E9F61203-40B7-43B5-53E1-755084E87FC6}"/>
              </a:ext>
            </a:extLst>
          </p:cNvPr>
          <p:cNvSpPr txBox="1">
            <a:spLocks noGrp="1"/>
          </p:cNvSpPr>
          <p:nvPr>
            <p:ph type="body" idx="1"/>
          </p:nvPr>
        </p:nvSpPr>
        <p:spPr>
          <a:xfrm>
            <a:off x="4800625" y="1494550"/>
            <a:ext cx="6976200" cy="4498200"/>
          </a:xfrm>
          <a:prstGeom prst="rect">
            <a:avLst/>
          </a:prstGeom>
          <a:noFill/>
          <a:ln>
            <a:noFill/>
          </a:ln>
        </p:spPr>
        <p:txBody>
          <a:bodyPr spcFirstLastPara="1" wrap="square" lIns="91425" tIns="45700" rIns="91425" bIns="45700" anchor="t" anchorCtr="0">
            <a:noAutofit/>
          </a:bodyPr>
          <a:lstStyle/>
          <a:p>
            <a:pPr indent="-457200">
              <a:lnSpc>
                <a:spcPct val="100000"/>
              </a:lnSpc>
              <a:spcBef>
                <a:spcPts val="0"/>
              </a:spcBef>
              <a:buClr>
                <a:schemeClr val="accent1"/>
              </a:buClr>
              <a:buSzPts val="4200"/>
            </a:pPr>
            <a:endParaRPr lang="en-US" sz="3000" dirty="0"/>
          </a:p>
          <a:p>
            <a:pPr indent="-457200">
              <a:lnSpc>
                <a:spcPct val="100000"/>
              </a:lnSpc>
              <a:spcBef>
                <a:spcPts val="0"/>
              </a:spcBef>
              <a:buClr>
                <a:schemeClr val="accent1"/>
              </a:buClr>
              <a:buSzPts val="4200"/>
            </a:pPr>
            <a:endParaRPr lang="en-US" sz="3000" dirty="0"/>
          </a:p>
          <a:p>
            <a:pPr indent="-457200">
              <a:lnSpc>
                <a:spcPct val="100000"/>
              </a:lnSpc>
              <a:spcBef>
                <a:spcPts val="0"/>
              </a:spcBef>
              <a:buClr>
                <a:schemeClr val="accent1"/>
              </a:buClr>
              <a:buSzPts val="4200"/>
            </a:pPr>
            <a:r>
              <a:rPr lang="en-US" sz="3000" dirty="0"/>
              <a:t>Type of bar chart used to visualize distribution of quantitative data</a:t>
            </a:r>
            <a:endParaRPr sz="3000" dirty="0"/>
          </a:p>
          <a:p>
            <a:pPr indent="-457200">
              <a:lnSpc>
                <a:spcPct val="100000"/>
              </a:lnSpc>
              <a:spcBef>
                <a:spcPts val="0"/>
              </a:spcBef>
              <a:buClr>
                <a:schemeClr val="accent1"/>
              </a:buClr>
              <a:buSzPts val="4200"/>
            </a:pPr>
            <a:r>
              <a:rPr lang="en-US" sz="3000" dirty="0"/>
              <a:t>Typically focuses on a single variable</a:t>
            </a:r>
            <a:endParaRPr sz="3000" dirty="0"/>
          </a:p>
          <a:p>
            <a:pPr indent="-457200">
              <a:lnSpc>
                <a:spcPct val="100000"/>
              </a:lnSpc>
              <a:spcBef>
                <a:spcPts val="0"/>
              </a:spcBef>
              <a:buClr>
                <a:schemeClr val="accent1"/>
              </a:buClr>
              <a:buSzPts val="4200"/>
            </a:pPr>
            <a:r>
              <a:rPr lang="en-US" sz="3000" dirty="0"/>
              <a:t>Requirement: define bins for x-axis</a:t>
            </a:r>
            <a:endParaRPr sz="3000" dirty="0"/>
          </a:p>
          <a:p>
            <a:pPr indent="-457200">
              <a:lnSpc>
                <a:spcPct val="100000"/>
              </a:lnSpc>
              <a:spcBef>
                <a:spcPts val="0"/>
              </a:spcBef>
              <a:buClr>
                <a:schemeClr val="accent1"/>
              </a:buClr>
              <a:buSzPts val="4200"/>
            </a:pPr>
            <a:r>
              <a:rPr lang="en-US" sz="3000" dirty="0"/>
              <a:t>Y-axis represents the count or frequency within the bin</a:t>
            </a:r>
            <a:endParaRPr sz="3000" dirty="0"/>
          </a:p>
        </p:txBody>
      </p:sp>
      <p:sp>
        <p:nvSpPr>
          <p:cNvPr id="242" name="Google Shape;242;g35766d32465_2_2">
            <a:extLst>
              <a:ext uri="{FF2B5EF4-FFF2-40B4-BE49-F238E27FC236}">
                <a16:creationId xmlns:a16="http://schemas.microsoft.com/office/drawing/2014/main" id="{B0E6735D-D4F3-2E2D-CF4A-D0DEA0C17DFA}"/>
              </a:ext>
            </a:extLst>
          </p:cNvPr>
          <p:cNvSpPr txBox="1">
            <a:spLocks noGrp="1"/>
          </p:cNvSpPr>
          <p:nvPr>
            <p:ph type="title"/>
          </p:nvPr>
        </p:nvSpPr>
        <p:spPr>
          <a:xfrm>
            <a:off x="838200" y="365126"/>
            <a:ext cx="10515600" cy="867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B01F24"/>
              </a:buClr>
              <a:buSzPct val="100000"/>
              <a:buFont typeface="Arial"/>
              <a:buNone/>
            </a:pPr>
            <a:r>
              <a:rPr lang="en-US" dirty="0"/>
              <a:t>Histograms provide insight into distribution</a:t>
            </a:r>
            <a:endParaRPr dirty="0"/>
          </a:p>
        </p:txBody>
      </p:sp>
      <p:sp>
        <p:nvSpPr>
          <p:cNvPr id="243" name="Google Shape;243;g35766d32465_2_2">
            <a:extLst>
              <a:ext uri="{FF2B5EF4-FFF2-40B4-BE49-F238E27FC236}">
                <a16:creationId xmlns:a16="http://schemas.microsoft.com/office/drawing/2014/main" id="{8BD582F9-B98B-9DEB-6004-822CD85FDF8A}"/>
              </a:ext>
            </a:extLst>
          </p:cNvPr>
          <p:cNvSpPr txBox="1">
            <a:spLocks noGrp="1"/>
          </p:cNvSpPr>
          <p:nvPr>
            <p:ph type="ftr" idx="11"/>
          </p:nvPr>
        </p:nvSpPr>
        <p:spPr>
          <a:xfrm>
            <a:off x="984211" y="6122795"/>
            <a:ext cx="2247600" cy="365100"/>
          </a:xfrm>
          <a:prstGeom prst="rect">
            <a:avLst/>
          </a:prstGeom>
          <a:noFill/>
          <a:ln>
            <a:noFill/>
          </a:ln>
        </p:spPr>
        <p:txBody>
          <a:bodyPr spcFirstLastPara="1" wrap="square" lIns="91425" tIns="45700" rIns="91425" bIns="45700" anchor="ctr" anchorCtr="0">
            <a:noAutofit/>
          </a:bodyPr>
          <a:lstStyle/>
          <a:p>
            <a:pPr marL="0" marR="0" lvl="0" indent="0" algn="l" defTabSz="457200" rtl="0" eaLnBrk="1" fontAlgn="auto" latinLnBrk="0" hangingPunct="1">
              <a:lnSpc>
                <a:spcPct val="100000"/>
              </a:lnSpc>
              <a:spcBef>
                <a:spcPts val="0"/>
              </a:spcBef>
              <a:spcAft>
                <a:spcPts val="0"/>
              </a:spcAft>
              <a:buClrTx/>
              <a:buSzPts val="1400"/>
              <a:buFontTx/>
              <a:buNone/>
              <a:tabLst/>
              <a:defRPr/>
            </a:pPr>
            <a:r>
              <a:rPr kumimoji="0" lang="en-US" sz="1000" b="0" i="0" u="none" strike="noStrike" kern="1200" cap="all" spc="0" normalizeH="0" baseline="0" noProof="0">
                <a:ln>
                  <a:noFill/>
                </a:ln>
                <a:solidFill>
                  <a:srgbClr val="58595B"/>
                </a:solidFill>
                <a:effectLst/>
                <a:uLnTx/>
                <a:uFillTx/>
                <a:latin typeface="Arial"/>
                <a:cs typeface="Arial"/>
                <a:sym typeface="Arial"/>
              </a:rPr>
              <a:t>Footer Text</a:t>
            </a:r>
            <a:endParaRPr kumimoji="0" sz="1000" b="0" i="0" u="none" strike="noStrike" kern="1200" cap="all" spc="0" normalizeH="0" baseline="0" noProof="0">
              <a:ln>
                <a:noFill/>
              </a:ln>
              <a:solidFill>
                <a:srgbClr val="58595B"/>
              </a:solidFill>
              <a:effectLst/>
              <a:uLnTx/>
              <a:uFillTx/>
              <a:latin typeface="Arial"/>
              <a:cs typeface="Arial"/>
              <a:sym typeface="Arial"/>
            </a:endParaRPr>
          </a:p>
        </p:txBody>
      </p:sp>
      <p:sp>
        <p:nvSpPr>
          <p:cNvPr id="244" name="Google Shape;244;g35766d32465_2_2">
            <a:extLst>
              <a:ext uri="{FF2B5EF4-FFF2-40B4-BE49-F238E27FC236}">
                <a16:creationId xmlns:a16="http://schemas.microsoft.com/office/drawing/2014/main" id="{B0478E13-3863-9481-6098-005B6A16B924}"/>
              </a:ext>
            </a:extLst>
          </p:cNvPr>
          <p:cNvSpPr txBox="1">
            <a:spLocks noGrp="1"/>
          </p:cNvSpPr>
          <p:nvPr>
            <p:ph type="sldNum" idx="12"/>
          </p:nvPr>
        </p:nvSpPr>
        <p:spPr>
          <a:xfrm>
            <a:off x="254193" y="6122796"/>
            <a:ext cx="638100" cy="365100"/>
          </a:xfrm>
          <a:prstGeom prst="rect">
            <a:avLst/>
          </a:prstGeom>
          <a:noFill/>
          <a:ln>
            <a:noFill/>
          </a:ln>
        </p:spPr>
        <p:txBody>
          <a:bodyPr spcFirstLastPara="1" wrap="square" lIns="91425" tIns="45700" rIns="91425" bIns="45700" anchor="ctr" anchorCtr="0">
            <a:noAutofit/>
          </a:bodyPr>
          <a:lstStyle/>
          <a:p>
            <a:pPr marL="0" marR="0" lvl="0" indent="0" algn="r" defTabSz="457200" rtl="0" eaLnBrk="1" fontAlgn="auto" latinLnBrk="0" hangingPunct="1">
              <a:lnSpc>
                <a:spcPct val="100000"/>
              </a:lnSpc>
              <a:spcBef>
                <a:spcPts val="0"/>
              </a:spcBef>
              <a:spcAft>
                <a:spcPts val="0"/>
              </a:spcAft>
              <a:buClr>
                <a:srgbClr val="000000"/>
              </a:buClr>
              <a:buSzPts val="1000"/>
              <a:buFont typeface="Arial"/>
              <a:buNone/>
              <a:tabLst/>
              <a:defRPr/>
            </a:pPr>
            <a:fld id="{00000000-1234-1234-1234-123412341234}" type="slidenum">
              <a:rPr kumimoji="0" lang="en-US" sz="1000" b="0" i="0" u="none" strike="noStrike" kern="1200" cap="none" spc="0" normalizeH="0" baseline="0" noProof="0">
                <a:ln>
                  <a:noFill/>
                </a:ln>
                <a:solidFill>
                  <a:srgbClr val="58595B"/>
                </a:solidFill>
                <a:effectLst/>
                <a:uLnTx/>
                <a:uFillTx/>
                <a:latin typeface="Arial"/>
                <a:cs typeface="Arial"/>
                <a:sym typeface="Arial"/>
              </a:rPr>
              <a:pPr marL="0" marR="0" lvl="0" indent="0" algn="r" defTabSz="457200" rtl="0" eaLnBrk="1" fontAlgn="auto" latinLnBrk="0" hangingPunct="1">
                <a:lnSpc>
                  <a:spcPct val="100000"/>
                </a:lnSpc>
                <a:spcBef>
                  <a:spcPts val="0"/>
                </a:spcBef>
                <a:spcAft>
                  <a:spcPts val="0"/>
                </a:spcAft>
                <a:buClr>
                  <a:srgbClr val="000000"/>
                </a:buClr>
                <a:buSzPts val="1000"/>
                <a:buFont typeface="Arial"/>
                <a:buNone/>
                <a:tabLst/>
                <a:defRPr/>
              </a:pPr>
              <a:t>9</a:t>
            </a:fld>
            <a:endParaRPr kumimoji="0" sz="1000" b="0" i="0" u="none" strike="noStrike" kern="1200" cap="none" spc="0" normalizeH="0" baseline="0" noProof="0">
              <a:ln>
                <a:noFill/>
              </a:ln>
              <a:solidFill>
                <a:srgbClr val="58595B"/>
              </a:solidFill>
              <a:effectLst/>
              <a:uLnTx/>
              <a:uFillTx/>
              <a:latin typeface="Arial"/>
              <a:cs typeface="Arial"/>
              <a:sym typeface="Arial"/>
            </a:endParaRPr>
          </a:p>
        </p:txBody>
      </p:sp>
      <p:pic>
        <p:nvPicPr>
          <p:cNvPr id="245" name="Google Shape;245;g35766d32465_2_2">
            <a:extLst>
              <a:ext uri="{FF2B5EF4-FFF2-40B4-BE49-F238E27FC236}">
                <a16:creationId xmlns:a16="http://schemas.microsoft.com/office/drawing/2014/main" id="{A2C50971-B7DC-5377-7126-55866C55889D}"/>
              </a:ext>
            </a:extLst>
          </p:cNvPr>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637200" y="2261175"/>
            <a:ext cx="3773974" cy="2335650"/>
          </a:xfrm>
          <a:prstGeom prst="rect">
            <a:avLst/>
          </a:prstGeom>
          <a:noFill/>
          <a:ln>
            <a:noFill/>
          </a:ln>
        </p:spPr>
      </p:pic>
    </p:spTree>
    <p:extLst>
      <p:ext uri="{BB962C8B-B14F-4D97-AF65-F5344CB8AC3E}">
        <p14:creationId xmlns:p14="http://schemas.microsoft.com/office/powerpoint/2010/main" val="22886020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Shape 249">
          <a:extLst>
            <a:ext uri="{FF2B5EF4-FFF2-40B4-BE49-F238E27FC236}">
              <a16:creationId xmlns:a16="http://schemas.microsoft.com/office/drawing/2014/main" id="{1062DB4D-F94F-797C-9F15-34AD2674626E}"/>
            </a:ext>
          </a:extLst>
        </p:cNvPr>
        <p:cNvGrpSpPr/>
        <p:nvPr/>
      </p:nvGrpSpPr>
      <p:grpSpPr>
        <a:xfrm>
          <a:off x="0" y="0"/>
          <a:ext cx="0" cy="0"/>
          <a:chOff x="0" y="0"/>
          <a:chExt cx="0" cy="0"/>
        </a:xfrm>
      </p:grpSpPr>
      <p:pic>
        <p:nvPicPr>
          <p:cNvPr id="250" name="Google Shape;250;g35766d32465_2_10" descr="A graph of iron values&#10;&#10;AI-generated content may be incorrect.">
            <a:extLst>
              <a:ext uri="{FF2B5EF4-FFF2-40B4-BE49-F238E27FC236}">
                <a16:creationId xmlns:a16="http://schemas.microsoft.com/office/drawing/2014/main" id="{0230CADE-9295-B4E3-F0A5-CB95CB517176}"/>
              </a:ext>
            </a:extLst>
          </p:cNvPr>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2494405" y="1454874"/>
            <a:ext cx="7203189" cy="4445796"/>
          </a:xfrm>
          <a:prstGeom prst="rect">
            <a:avLst/>
          </a:prstGeom>
          <a:noFill/>
          <a:ln>
            <a:noFill/>
          </a:ln>
        </p:spPr>
      </p:pic>
      <p:grpSp>
        <p:nvGrpSpPr>
          <p:cNvPr id="251" name="Google Shape;251;g35766d32465_2_10">
            <a:extLst>
              <a:ext uri="{FF2B5EF4-FFF2-40B4-BE49-F238E27FC236}">
                <a16:creationId xmlns:a16="http://schemas.microsoft.com/office/drawing/2014/main" id="{AC91B41E-F417-C325-B2EB-2F4509EE5D48}"/>
              </a:ext>
            </a:extLst>
          </p:cNvPr>
          <p:cNvGrpSpPr/>
          <p:nvPr/>
        </p:nvGrpSpPr>
        <p:grpSpPr>
          <a:xfrm>
            <a:off x="5576637" y="4075077"/>
            <a:ext cx="3737400" cy="995433"/>
            <a:chOff x="5576637" y="4075077"/>
            <a:chExt cx="3737400" cy="995433"/>
          </a:xfrm>
        </p:grpSpPr>
        <p:cxnSp>
          <p:nvCxnSpPr>
            <p:cNvPr id="252" name="Google Shape;252;g35766d32465_2_10">
              <a:extLst>
                <a:ext uri="{FF2B5EF4-FFF2-40B4-BE49-F238E27FC236}">
                  <a16:creationId xmlns:a16="http://schemas.microsoft.com/office/drawing/2014/main" id="{D3BF0189-B4AB-A55B-2780-11EA723380D2}"/>
                </a:ext>
              </a:extLst>
            </p:cNvPr>
            <p:cNvCxnSpPr/>
            <p:nvPr/>
          </p:nvCxnSpPr>
          <p:spPr>
            <a:xfrm flipH="1">
              <a:off x="5576637" y="4391610"/>
              <a:ext cx="1685400" cy="678900"/>
            </a:xfrm>
            <a:prstGeom prst="straightConnector1">
              <a:avLst/>
            </a:prstGeom>
            <a:noFill/>
            <a:ln w="38100" cap="flat" cmpd="sng">
              <a:solidFill>
                <a:schemeClr val="accent1"/>
              </a:solidFill>
              <a:prstDash val="solid"/>
              <a:miter lim="800000"/>
              <a:headEnd type="none" w="sm" len="sm"/>
              <a:tailEnd type="triangle" w="med" len="med"/>
            </a:ln>
          </p:spPr>
        </p:cxnSp>
        <p:sp>
          <p:nvSpPr>
            <p:cNvPr id="253" name="Google Shape;253;g35766d32465_2_10">
              <a:extLst>
                <a:ext uri="{FF2B5EF4-FFF2-40B4-BE49-F238E27FC236}">
                  <a16:creationId xmlns:a16="http://schemas.microsoft.com/office/drawing/2014/main" id="{C87BE23F-FD50-9342-11B6-74969084FCF4}"/>
                </a:ext>
              </a:extLst>
            </p:cNvPr>
            <p:cNvSpPr txBox="1"/>
            <p:nvPr/>
          </p:nvSpPr>
          <p:spPr>
            <a:xfrm>
              <a:off x="7262037" y="4075077"/>
              <a:ext cx="2052000" cy="369300"/>
            </a:xfrm>
            <a:prstGeom prst="rect">
              <a:avLst/>
            </a:prstGeom>
            <a:noFill/>
            <a:ln>
              <a:noFill/>
            </a:ln>
          </p:spPr>
          <p:txBody>
            <a:bodyPr spcFirstLastPara="1" wrap="square" lIns="91425" tIns="45700" rIns="91425" bIns="45700" anchor="t" anchorCtr="0">
              <a:spAutoFit/>
            </a:bodyPr>
            <a:lstStyle/>
            <a:p>
              <a:pPr marL="0" marR="0" lvl="0" indent="0" algn="l" defTabSz="457200" rtl="0" eaLnBrk="1" fontAlgn="auto" latinLnBrk="0" hangingPunct="1">
                <a:lnSpc>
                  <a:spcPct val="100000"/>
                </a:lnSpc>
                <a:spcBef>
                  <a:spcPts val="0"/>
                </a:spcBef>
                <a:spcAft>
                  <a:spcPts val="0"/>
                </a:spcAft>
                <a:buClr>
                  <a:srgbClr val="000000"/>
                </a:buClr>
                <a:buSzPts val="1800"/>
                <a:buFont typeface="Arial"/>
                <a:buNone/>
                <a:tabLst/>
                <a:defRPr/>
              </a:pPr>
              <a:r>
                <a:rPr kumimoji="0" lang="en-US" sz="1800" b="0" i="0" u="none" strike="noStrike" kern="1200" cap="none" spc="0" normalizeH="0" baseline="0" noProof="0" dirty="0">
                  <a:ln>
                    <a:noFill/>
                  </a:ln>
                  <a:solidFill>
                    <a:prstClr val="black"/>
                  </a:solidFill>
                  <a:effectLst/>
                  <a:uLnTx/>
                  <a:uFillTx/>
                  <a:latin typeface="Calibri"/>
                  <a:ea typeface="Calibri"/>
                  <a:cs typeface="Calibri"/>
                  <a:sym typeface="Calibri"/>
                </a:rPr>
                <a:t>Positive skew</a:t>
              </a: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sp>
        <p:nvSpPr>
          <p:cNvPr id="254" name="Google Shape;254;g35766d32465_2_10">
            <a:extLst>
              <a:ext uri="{FF2B5EF4-FFF2-40B4-BE49-F238E27FC236}">
                <a16:creationId xmlns:a16="http://schemas.microsoft.com/office/drawing/2014/main" id="{B5160791-B133-8423-35D6-1F9310DA674A}"/>
              </a:ext>
            </a:extLst>
          </p:cNvPr>
          <p:cNvSpPr txBox="1">
            <a:spLocks noGrp="1"/>
          </p:cNvSpPr>
          <p:nvPr>
            <p:ph type="title"/>
          </p:nvPr>
        </p:nvSpPr>
        <p:spPr>
          <a:xfrm>
            <a:off x="838200" y="365126"/>
            <a:ext cx="10515600" cy="867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B01F24"/>
              </a:buClr>
              <a:buSzPts val="4400"/>
              <a:buFont typeface="Arial"/>
              <a:buNone/>
            </a:pPr>
            <a:r>
              <a:rPr lang="en-US"/>
              <a:t>Example: histogram of iron values</a:t>
            </a:r>
            <a:endParaRPr/>
          </a:p>
        </p:txBody>
      </p:sp>
      <p:sp>
        <p:nvSpPr>
          <p:cNvPr id="255" name="Google Shape;255;g35766d32465_2_10">
            <a:extLst>
              <a:ext uri="{FF2B5EF4-FFF2-40B4-BE49-F238E27FC236}">
                <a16:creationId xmlns:a16="http://schemas.microsoft.com/office/drawing/2014/main" id="{7FD790C5-E87B-5107-3AE2-D29B17CA6CB7}"/>
              </a:ext>
            </a:extLst>
          </p:cNvPr>
          <p:cNvSpPr txBox="1">
            <a:spLocks noGrp="1"/>
          </p:cNvSpPr>
          <p:nvPr>
            <p:ph type="ftr" idx="11"/>
          </p:nvPr>
        </p:nvSpPr>
        <p:spPr>
          <a:xfrm>
            <a:off x="984211" y="6122795"/>
            <a:ext cx="2247600" cy="365100"/>
          </a:xfrm>
          <a:prstGeom prst="rect">
            <a:avLst/>
          </a:prstGeom>
          <a:noFill/>
          <a:ln>
            <a:noFill/>
          </a:ln>
        </p:spPr>
        <p:txBody>
          <a:bodyPr spcFirstLastPara="1" wrap="square" lIns="91425" tIns="45700" rIns="91425" bIns="45700" anchor="ctr" anchorCtr="0">
            <a:noAutofit/>
          </a:bodyPr>
          <a:lstStyle/>
          <a:p>
            <a:pPr marL="0" marR="0" lvl="0" indent="0" algn="l" defTabSz="457200" rtl="0" eaLnBrk="1" fontAlgn="auto" latinLnBrk="0" hangingPunct="1">
              <a:lnSpc>
                <a:spcPct val="100000"/>
              </a:lnSpc>
              <a:spcBef>
                <a:spcPts val="0"/>
              </a:spcBef>
              <a:spcAft>
                <a:spcPts val="0"/>
              </a:spcAft>
              <a:buClrTx/>
              <a:buSzPts val="1400"/>
              <a:buFontTx/>
              <a:buNone/>
              <a:tabLst/>
              <a:defRPr/>
            </a:pPr>
            <a:r>
              <a:rPr kumimoji="0" lang="en-US" sz="1000" b="0" i="0" u="none" strike="noStrike" kern="1200" cap="all" spc="0" normalizeH="0" baseline="0" noProof="0">
                <a:ln>
                  <a:noFill/>
                </a:ln>
                <a:solidFill>
                  <a:srgbClr val="58595B"/>
                </a:solidFill>
                <a:effectLst/>
                <a:uLnTx/>
                <a:uFillTx/>
                <a:latin typeface="Arial"/>
                <a:cs typeface="Arial"/>
                <a:sym typeface="Arial"/>
              </a:rPr>
              <a:t>Footer Text</a:t>
            </a:r>
            <a:endParaRPr kumimoji="0" sz="1000" b="0" i="0" u="none" strike="noStrike" kern="1200" cap="all" spc="0" normalizeH="0" baseline="0" noProof="0">
              <a:ln>
                <a:noFill/>
              </a:ln>
              <a:solidFill>
                <a:srgbClr val="58595B"/>
              </a:solidFill>
              <a:effectLst/>
              <a:uLnTx/>
              <a:uFillTx/>
              <a:latin typeface="Arial"/>
              <a:cs typeface="Arial"/>
              <a:sym typeface="Arial"/>
            </a:endParaRPr>
          </a:p>
        </p:txBody>
      </p:sp>
      <p:sp>
        <p:nvSpPr>
          <p:cNvPr id="256" name="Google Shape;256;g35766d32465_2_10">
            <a:extLst>
              <a:ext uri="{FF2B5EF4-FFF2-40B4-BE49-F238E27FC236}">
                <a16:creationId xmlns:a16="http://schemas.microsoft.com/office/drawing/2014/main" id="{A5075057-ECCF-BF85-C2A5-D5D270780D94}"/>
              </a:ext>
            </a:extLst>
          </p:cNvPr>
          <p:cNvSpPr txBox="1">
            <a:spLocks noGrp="1"/>
          </p:cNvSpPr>
          <p:nvPr>
            <p:ph type="sldNum" idx="12"/>
          </p:nvPr>
        </p:nvSpPr>
        <p:spPr>
          <a:xfrm>
            <a:off x="254193" y="6122796"/>
            <a:ext cx="638100" cy="365100"/>
          </a:xfrm>
          <a:prstGeom prst="rect">
            <a:avLst/>
          </a:prstGeom>
          <a:noFill/>
          <a:ln>
            <a:noFill/>
          </a:ln>
        </p:spPr>
        <p:txBody>
          <a:bodyPr spcFirstLastPara="1" wrap="square" lIns="91425" tIns="45700" rIns="91425" bIns="45700" anchor="ctr" anchorCtr="0">
            <a:noAutofit/>
          </a:bodyPr>
          <a:lstStyle/>
          <a:p>
            <a:pPr marL="0" marR="0" lvl="0" indent="0" algn="r" defTabSz="457200" rtl="0" eaLnBrk="1" fontAlgn="auto" latinLnBrk="0" hangingPunct="1">
              <a:lnSpc>
                <a:spcPct val="100000"/>
              </a:lnSpc>
              <a:spcBef>
                <a:spcPts val="0"/>
              </a:spcBef>
              <a:spcAft>
                <a:spcPts val="0"/>
              </a:spcAft>
              <a:buClr>
                <a:srgbClr val="000000"/>
              </a:buClr>
              <a:buSzPts val="1000"/>
              <a:buFont typeface="Arial"/>
              <a:buNone/>
              <a:tabLst/>
              <a:defRPr/>
            </a:pPr>
            <a:fld id="{00000000-1234-1234-1234-123412341234}" type="slidenum">
              <a:rPr kumimoji="0" lang="en-US" sz="1000" b="0" i="0" u="none" strike="noStrike" kern="1200" cap="none" spc="0" normalizeH="0" baseline="0" noProof="0">
                <a:ln>
                  <a:noFill/>
                </a:ln>
                <a:solidFill>
                  <a:srgbClr val="58595B"/>
                </a:solidFill>
                <a:effectLst/>
                <a:uLnTx/>
                <a:uFillTx/>
                <a:latin typeface="Arial"/>
                <a:cs typeface="Arial"/>
                <a:sym typeface="Arial"/>
              </a:rPr>
              <a:pPr marL="0" marR="0" lvl="0" indent="0" algn="r" defTabSz="457200" rtl="0" eaLnBrk="1" fontAlgn="auto" latinLnBrk="0" hangingPunct="1">
                <a:lnSpc>
                  <a:spcPct val="100000"/>
                </a:lnSpc>
                <a:spcBef>
                  <a:spcPts val="0"/>
                </a:spcBef>
                <a:spcAft>
                  <a:spcPts val="0"/>
                </a:spcAft>
                <a:buClr>
                  <a:srgbClr val="000000"/>
                </a:buClr>
                <a:buSzPts val="1000"/>
                <a:buFont typeface="Arial"/>
                <a:buNone/>
                <a:tabLst/>
                <a:defRPr/>
              </a:pPr>
              <a:t>10</a:t>
            </a:fld>
            <a:endParaRPr kumimoji="0" sz="1000" b="0" i="0" u="none" strike="noStrike" kern="1200" cap="none" spc="0" normalizeH="0" baseline="0" noProof="0">
              <a:ln>
                <a:noFill/>
              </a:ln>
              <a:solidFill>
                <a:srgbClr val="58595B"/>
              </a:solidFill>
              <a:effectLst/>
              <a:uLnTx/>
              <a:uFillTx/>
              <a:latin typeface="Arial"/>
              <a:cs typeface="Arial"/>
              <a:sym typeface="Arial"/>
            </a:endParaRPr>
          </a:p>
        </p:txBody>
      </p:sp>
      <p:grpSp>
        <p:nvGrpSpPr>
          <p:cNvPr id="257" name="Google Shape;257;g35766d32465_2_10">
            <a:extLst>
              <a:ext uri="{FF2B5EF4-FFF2-40B4-BE49-F238E27FC236}">
                <a16:creationId xmlns:a16="http://schemas.microsoft.com/office/drawing/2014/main" id="{5561BC14-1AA7-9B07-37C8-4CB98D5C00B7}"/>
              </a:ext>
            </a:extLst>
          </p:cNvPr>
          <p:cNvGrpSpPr/>
          <p:nvPr/>
        </p:nvGrpSpPr>
        <p:grpSpPr>
          <a:xfrm>
            <a:off x="892352" y="3286587"/>
            <a:ext cx="1882853" cy="646500"/>
            <a:chOff x="892352" y="3286587"/>
            <a:chExt cx="1882853" cy="646500"/>
          </a:xfrm>
        </p:grpSpPr>
        <p:sp>
          <p:nvSpPr>
            <p:cNvPr id="258" name="Google Shape;258;g35766d32465_2_10">
              <a:extLst>
                <a:ext uri="{FF2B5EF4-FFF2-40B4-BE49-F238E27FC236}">
                  <a16:creationId xmlns:a16="http://schemas.microsoft.com/office/drawing/2014/main" id="{7150E1E5-DEDA-CE4B-A844-5805B483E3C6}"/>
                </a:ext>
              </a:extLst>
            </p:cNvPr>
            <p:cNvSpPr txBox="1"/>
            <p:nvPr/>
          </p:nvSpPr>
          <p:spPr>
            <a:xfrm>
              <a:off x="892352" y="3286587"/>
              <a:ext cx="1424700" cy="646500"/>
            </a:xfrm>
            <a:prstGeom prst="rect">
              <a:avLst/>
            </a:prstGeom>
            <a:noFill/>
            <a:ln>
              <a:noFill/>
            </a:ln>
          </p:spPr>
          <p:txBody>
            <a:bodyPr spcFirstLastPara="1" wrap="square" lIns="91425" tIns="45700" rIns="91425" bIns="45700" anchor="t" anchorCtr="0">
              <a:spAutoFit/>
            </a:bodyPr>
            <a:lstStyle/>
            <a:p>
              <a:pPr marL="0" marR="0" lvl="0" indent="0" algn="l" defTabSz="457200" rtl="0" eaLnBrk="1" fontAlgn="auto" latinLnBrk="0" hangingPunct="1">
                <a:lnSpc>
                  <a:spcPct val="100000"/>
                </a:lnSpc>
                <a:spcBef>
                  <a:spcPts val="0"/>
                </a:spcBef>
                <a:spcAft>
                  <a:spcPts val="0"/>
                </a:spcAft>
                <a:buClr>
                  <a:srgbClr val="000000"/>
                </a:buClr>
                <a:buSzPts val="1800"/>
                <a:buFont typeface="Arial"/>
                <a:buNone/>
                <a:tabLst/>
                <a:defRPr/>
              </a:pPr>
              <a:r>
                <a:rPr kumimoji="0" lang="en-US" sz="1800" b="0" i="0" u="none" strike="noStrike" kern="1200" cap="none" spc="0" normalizeH="0" baseline="0" noProof="0">
                  <a:ln>
                    <a:noFill/>
                  </a:ln>
                  <a:solidFill>
                    <a:prstClr val="black"/>
                  </a:solidFill>
                  <a:effectLst/>
                  <a:uLnTx/>
                  <a:uFillTx/>
                  <a:latin typeface="Calibri"/>
                  <a:ea typeface="Calibri"/>
                  <a:cs typeface="Calibri"/>
                  <a:sym typeface="Calibri"/>
                </a:rPr>
                <a:t>Number of observations</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259" name="Google Shape;259;g35766d32465_2_10">
              <a:extLst>
                <a:ext uri="{FF2B5EF4-FFF2-40B4-BE49-F238E27FC236}">
                  <a16:creationId xmlns:a16="http://schemas.microsoft.com/office/drawing/2014/main" id="{8AE78F78-A5A2-5809-24F5-B58208CA1A6F}"/>
                </a:ext>
              </a:extLst>
            </p:cNvPr>
            <p:cNvSpPr/>
            <p:nvPr/>
          </p:nvSpPr>
          <p:spPr>
            <a:xfrm>
              <a:off x="2494405" y="3317358"/>
              <a:ext cx="280800" cy="584700"/>
            </a:xfrm>
            <a:prstGeom prst="ellipse">
              <a:avLst/>
            </a:prstGeom>
            <a:noFill/>
            <a:ln w="381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prstClr val="white"/>
                </a:solidFill>
                <a:effectLst/>
                <a:uLnTx/>
                <a:uFillTx/>
                <a:latin typeface="Calibri"/>
                <a:ea typeface="Calibri"/>
                <a:cs typeface="Calibri"/>
                <a:sym typeface="Calibri"/>
              </a:endParaRPr>
            </a:p>
          </p:txBody>
        </p:sp>
      </p:grpSp>
      <p:grpSp>
        <p:nvGrpSpPr>
          <p:cNvPr id="260" name="Google Shape;260;g35766d32465_2_10">
            <a:extLst>
              <a:ext uri="{FF2B5EF4-FFF2-40B4-BE49-F238E27FC236}">
                <a16:creationId xmlns:a16="http://schemas.microsoft.com/office/drawing/2014/main" id="{09BFCE94-B788-CA94-273C-34ACD3202299}"/>
              </a:ext>
            </a:extLst>
          </p:cNvPr>
          <p:cNvGrpSpPr/>
          <p:nvPr/>
        </p:nvGrpSpPr>
        <p:grpSpPr>
          <a:xfrm>
            <a:off x="4645097" y="5592726"/>
            <a:ext cx="3415800" cy="714702"/>
            <a:chOff x="4645097" y="5592726"/>
            <a:chExt cx="3415800" cy="714702"/>
          </a:xfrm>
        </p:grpSpPr>
        <p:sp>
          <p:nvSpPr>
            <p:cNvPr id="261" name="Google Shape;261;g35766d32465_2_10">
              <a:extLst>
                <a:ext uri="{FF2B5EF4-FFF2-40B4-BE49-F238E27FC236}">
                  <a16:creationId xmlns:a16="http://schemas.microsoft.com/office/drawing/2014/main" id="{7A012756-63F3-8847-7A0C-3B35E99E2EBE}"/>
                </a:ext>
              </a:extLst>
            </p:cNvPr>
            <p:cNvSpPr/>
            <p:nvPr/>
          </p:nvSpPr>
          <p:spPr>
            <a:xfrm>
              <a:off x="5826642" y="5592726"/>
              <a:ext cx="1052700" cy="307800"/>
            </a:xfrm>
            <a:prstGeom prst="ellipse">
              <a:avLst/>
            </a:prstGeom>
            <a:noFill/>
            <a:ln w="381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prstClr val="white"/>
                </a:solidFill>
                <a:effectLst/>
                <a:uLnTx/>
                <a:uFillTx/>
                <a:latin typeface="Calibri"/>
                <a:ea typeface="Calibri"/>
                <a:cs typeface="Calibri"/>
                <a:sym typeface="Calibri"/>
              </a:endParaRPr>
            </a:p>
          </p:txBody>
        </p:sp>
        <p:sp>
          <p:nvSpPr>
            <p:cNvPr id="262" name="Google Shape;262;g35766d32465_2_10">
              <a:extLst>
                <a:ext uri="{FF2B5EF4-FFF2-40B4-BE49-F238E27FC236}">
                  <a16:creationId xmlns:a16="http://schemas.microsoft.com/office/drawing/2014/main" id="{6A0083A8-65DE-0FD7-ADAB-5050D6837B3F}"/>
                </a:ext>
              </a:extLst>
            </p:cNvPr>
            <p:cNvSpPr txBox="1"/>
            <p:nvPr/>
          </p:nvSpPr>
          <p:spPr>
            <a:xfrm>
              <a:off x="4645097" y="5938128"/>
              <a:ext cx="3415800" cy="369300"/>
            </a:xfrm>
            <a:prstGeom prst="rect">
              <a:avLst/>
            </a:prstGeom>
            <a:noFill/>
            <a:ln>
              <a:noFill/>
            </a:ln>
          </p:spPr>
          <p:txBody>
            <a:bodyPr spcFirstLastPara="1" wrap="square" lIns="91425" tIns="45700" rIns="91425" bIns="45700" anchor="t" anchorCtr="0">
              <a:spAutoFit/>
            </a:bodyPr>
            <a:lstStyle/>
            <a:p>
              <a:pPr marL="0" marR="0" lvl="0" indent="0" algn="ctr" defTabSz="457200" rtl="0" eaLnBrk="1" fontAlgn="auto" latinLnBrk="0" hangingPunct="1">
                <a:lnSpc>
                  <a:spcPct val="100000"/>
                </a:lnSpc>
                <a:spcBef>
                  <a:spcPts val="0"/>
                </a:spcBef>
                <a:spcAft>
                  <a:spcPts val="0"/>
                </a:spcAft>
                <a:buClr>
                  <a:srgbClr val="000000"/>
                </a:buClr>
                <a:buSzPts val="1800"/>
                <a:buFont typeface="Arial"/>
                <a:buNone/>
                <a:tabLst/>
                <a:defRPr/>
              </a:pPr>
              <a:r>
                <a:rPr kumimoji="0" lang="en-US" sz="1800" b="0" i="0" u="none" strike="noStrike" kern="1200" cap="none" spc="0" normalizeH="0" baseline="0" noProof="0">
                  <a:ln>
                    <a:noFill/>
                  </a:ln>
                  <a:solidFill>
                    <a:prstClr val="black"/>
                  </a:solidFill>
                  <a:effectLst/>
                  <a:uLnTx/>
                  <a:uFillTx/>
                  <a:latin typeface="Calibri"/>
                  <a:ea typeface="Calibri"/>
                  <a:cs typeface="Calibri"/>
                  <a:sym typeface="Calibri"/>
                </a:rPr>
                <a:t>Numeric variable of interest</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263" name="Google Shape;263;g35766d32465_2_10">
            <a:extLst>
              <a:ext uri="{FF2B5EF4-FFF2-40B4-BE49-F238E27FC236}">
                <a16:creationId xmlns:a16="http://schemas.microsoft.com/office/drawing/2014/main" id="{A5127E2E-FE95-0516-F5F3-0D6E7850EF33}"/>
              </a:ext>
            </a:extLst>
          </p:cNvPr>
          <p:cNvGrpSpPr/>
          <p:nvPr/>
        </p:nvGrpSpPr>
        <p:grpSpPr>
          <a:xfrm>
            <a:off x="5082349" y="2917255"/>
            <a:ext cx="3713385" cy="1527203"/>
            <a:chOff x="5082349" y="2917255"/>
            <a:chExt cx="3713385" cy="1527203"/>
          </a:xfrm>
        </p:grpSpPr>
        <p:cxnSp>
          <p:nvCxnSpPr>
            <p:cNvPr id="264" name="Google Shape;264;g35766d32465_2_10">
              <a:extLst>
                <a:ext uri="{FF2B5EF4-FFF2-40B4-BE49-F238E27FC236}">
                  <a16:creationId xmlns:a16="http://schemas.microsoft.com/office/drawing/2014/main" id="{DFB5CE76-6ACE-310D-78B7-A85A3C9F81AA}"/>
                </a:ext>
              </a:extLst>
            </p:cNvPr>
            <p:cNvCxnSpPr/>
            <p:nvPr/>
          </p:nvCxnSpPr>
          <p:spPr>
            <a:xfrm flipH="1">
              <a:off x="5082349" y="3317358"/>
              <a:ext cx="1105800" cy="1127100"/>
            </a:xfrm>
            <a:prstGeom prst="straightConnector1">
              <a:avLst/>
            </a:prstGeom>
            <a:noFill/>
            <a:ln w="38100" cap="flat" cmpd="sng">
              <a:solidFill>
                <a:schemeClr val="accent1"/>
              </a:solidFill>
              <a:prstDash val="solid"/>
              <a:miter lim="800000"/>
              <a:headEnd type="none" w="sm" len="sm"/>
              <a:tailEnd type="triangle" w="med" len="med"/>
            </a:ln>
          </p:spPr>
        </p:cxnSp>
        <p:sp>
          <p:nvSpPr>
            <p:cNvPr id="265" name="Google Shape;265;g35766d32465_2_10">
              <a:extLst>
                <a:ext uri="{FF2B5EF4-FFF2-40B4-BE49-F238E27FC236}">
                  <a16:creationId xmlns:a16="http://schemas.microsoft.com/office/drawing/2014/main" id="{4EDACE83-0D55-8B9A-DE42-3ECCAB5166F2}"/>
                </a:ext>
              </a:extLst>
            </p:cNvPr>
            <p:cNvSpPr txBox="1"/>
            <p:nvPr/>
          </p:nvSpPr>
          <p:spPr>
            <a:xfrm>
              <a:off x="6265234" y="2917255"/>
              <a:ext cx="2530500" cy="369300"/>
            </a:xfrm>
            <a:prstGeom prst="rect">
              <a:avLst/>
            </a:prstGeom>
            <a:noFill/>
            <a:ln>
              <a:noFill/>
            </a:ln>
          </p:spPr>
          <p:txBody>
            <a:bodyPr spcFirstLastPara="1" wrap="square" lIns="91425" tIns="45700" rIns="91425" bIns="45700" anchor="t" anchorCtr="0">
              <a:spAutoFit/>
            </a:bodyPr>
            <a:lstStyle/>
            <a:p>
              <a:pPr marL="0" marR="0" lvl="0" indent="0" algn="l" defTabSz="457200" rtl="0" eaLnBrk="1" fontAlgn="auto" latinLnBrk="0" hangingPunct="1">
                <a:lnSpc>
                  <a:spcPct val="100000"/>
                </a:lnSpc>
                <a:spcBef>
                  <a:spcPts val="0"/>
                </a:spcBef>
                <a:spcAft>
                  <a:spcPts val="0"/>
                </a:spcAft>
                <a:buClr>
                  <a:srgbClr val="000000"/>
                </a:buClr>
                <a:buSzPts val="1800"/>
                <a:buFont typeface="Arial"/>
                <a:buNone/>
                <a:tabLst/>
                <a:defRPr/>
              </a:pPr>
              <a:r>
                <a:rPr kumimoji="0" lang="en-US" sz="1800" b="0" i="0" u="none" strike="noStrike" kern="1200" cap="none" spc="0" normalizeH="0" baseline="0" noProof="0">
                  <a:ln>
                    <a:noFill/>
                  </a:ln>
                  <a:solidFill>
                    <a:prstClr val="black"/>
                  </a:solidFill>
                  <a:effectLst/>
                  <a:uLnTx/>
                  <a:uFillTx/>
                  <a:latin typeface="Calibri"/>
                  <a:ea typeface="Calibri"/>
                  <a:cs typeface="Calibri"/>
                  <a:sym typeface="Calibri"/>
                </a:rPr>
                <a:t>Bins 10 mcg/dL wide</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3" name="Google Shape;251;g35766d32465_2_10">
            <a:extLst>
              <a:ext uri="{FF2B5EF4-FFF2-40B4-BE49-F238E27FC236}">
                <a16:creationId xmlns:a16="http://schemas.microsoft.com/office/drawing/2014/main" id="{B5285E08-7EE8-2562-AB45-162BE817BCD7}"/>
              </a:ext>
            </a:extLst>
          </p:cNvPr>
          <p:cNvGrpSpPr/>
          <p:nvPr/>
        </p:nvGrpSpPr>
        <p:grpSpPr>
          <a:xfrm>
            <a:off x="4645097" y="1287537"/>
            <a:ext cx="3737400" cy="995433"/>
            <a:chOff x="5576637" y="4075077"/>
            <a:chExt cx="3737400" cy="995433"/>
          </a:xfrm>
        </p:grpSpPr>
        <p:cxnSp>
          <p:nvCxnSpPr>
            <p:cNvPr id="4" name="Google Shape;252;g35766d32465_2_10">
              <a:extLst>
                <a:ext uri="{FF2B5EF4-FFF2-40B4-BE49-F238E27FC236}">
                  <a16:creationId xmlns:a16="http://schemas.microsoft.com/office/drawing/2014/main" id="{415EF949-4BB6-F731-7A4A-D07D10318055}"/>
                </a:ext>
              </a:extLst>
            </p:cNvPr>
            <p:cNvCxnSpPr/>
            <p:nvPr/>
          </p:nvCxnSpPr>
          <p:spPr>
            <a:xfrm flipH="1">
              <a:off x="5576637" y="4391610"/>
              <a:ext cx="1685400" cy="678900"/>
            </a:xfrm>
            <a:prstGeom prst="straightConnector1">
              <a:avLst/>
            </a:prstGeom>
            <a:noFill/>
            <a:ln w="38100" cap="flat" cmpd="sng">
              <a:solidFill>
                <a:schemeClr val="accent1"/>
              </a:solidFill>
              <a:prstDash val="solid"/>
              <a:miter lim="800000"/>
              <a:headEnd type="none" w="sm" len="sm"/>
              <a:tailEnd type="triangle" w="med" len="med"/>
            </a:ln>
          </p:spPr>
        </p:cxnSp>
        <p:sp>
          <p:nvSpPr>
            <p:cNvPr id="5" name="Google Shape;253;g35766d32465_2_10">
              <a:extLst>
                <a:ext uri="{FF2B5EF4-FFF2-40B4-BE49-F238E27FC236}">
                  <a16:creationId xmlns:a16="http://schemas.microsoft.com/office/drawing/2014/main" id="{167ADF0E-97F9-54DE-8F00-33C940CE37FD}"/>
                </a:ext>
              </a:extLst>
            </p:cNvPr>
            <p:cNvSpPr txBox="1"/>
            <p:nvPr/>
          </p:nvSpPr>
          <p:spPr>
            <a:xfrm>
              <a:off x="7262037" y="4075077"/>
              <a:ext cx="2052000" cy="369300"/>
            </a:xfrm>
            <a:prstGeom prst="rect">
              <a:avLst/>
            </a:prstGeom>
            <a:noFill/>
            <a:ln>
              <a:noFill/>
            </a:ln>
          </p:spPr>
          <p:txBody>
            <a:bodyPr spcFirstLastPara="1" wrap="square" lIns="91425" tIns="45700" rIns="91425" bIns="45700" anchor="t" anchorCtr="0">
              <a:spAutoFit/>
            </a:bodyPr>
            <a:lstStyle/>
            <a:p>
              <a:pPr marL="0" marR="0" lvl="0" indent="0" algn="l" defTabSz="457200" rtl="0" eaLnBrk="1" fontAlgn="auto" latinLnBrk="0" hangingPunct="1">
                <a:lnSpc>
                  <a:spcPct val="100000"/>
                </a:lnSpc>
                <a:spcBef>
                  <a:spcPts val="0"/>
                </a:spcBef>
                <a:spcAft>
                  <a:spcPts val="0"/>
                </a:spcAft>
                <a:buClr>
                  <a:srgbClr val="000000"/>
                </a:buClr>
                <a:buSzPts val="1800"/>
                <a:buFont typeface="Arial"/>
                <a:buNone/>
                <a:tabLst/>
                <a:defRPr/>
              </a:pPr>
              <a:r>
                <a:rPr kumimoji="0" lang="en-US" sz="1800" b="0" i="0" u="none" strike="noStrike" kern="1200" cap="none" spc="0" normalizeH="0" baseline="0" noProof="0" dirty="0">
                  <a:ln>
                    <a:noFill/>
                  </a:ln>
                  <a:solidFill>
                    <a:prstClr val="black"/>
                  </a:solidFill>
                  <a:effectLst/>
                  <a:uLnTx/>
                  <a:uFillTx/>
                  <a:latin typeface="Calibri"/>
                  <a:ea typeface="Calibri"/>
                  <a:cs typeface="Calibri"/>
                  <a:sym typeface="Calibri"/>
                </a:rPr>
                <a:t>Positive </a:t>
              </a:r>
              <a:r>
                <a:rPr lang="en-US" dirty="0">
                  <a:solidFill>
                    <a:prstClr val="black"/>
                  </a:solidFill>
                  <a:latin typeface="Calibri"/>
                  <a:ea typeface="Calibri"/>
                  <a:cs typeface="Calibri"/>
                  <a:sym typeface="Calibri"/>
                </a:rPr>
                <a:t>kurtosis</a:t>
              </a: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spTree>
    <p:extLst>
      <p:ext uri="{BB962C8B-B14F-4D97-AF65-F5344CB8AC3E}">
        <p14:creationId xmlns:p14="http://schemas.microsoft.com/office/powerpoint/2010/main" val="1352344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6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5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A1B0CC6-3C13-2811-EF1A-F3DDE6471D4F}"/>
              </a:ext>
            </a:extLst>
          </p:cNvPr>
          <p:cNvSpPr>
            <a:spLocks noGrp="1"/>
          </p:cNvSpPr>
          <p:nvPr>
            <p:ph type="title"/>
          </p:nvPr>
        </p:nvSpPr>
        <p:spPr>
          <a:xfrm>
            <a:off x="1024127" y="585216"/>
            <a:ext cx="10429935" cy="1499616"/>
          </a:xfrm>
        </p:spPr>
        <p:txBody>
          <a:bodyPr/>
          <a:lstStyle/>
          <a:p>
            <a:r>
              <a:rPr lang="en-US" dirty="0"/>
              <a:t>Strip plots show every point in a distribution</a:t>
            </a:r>
          </a:p>
        </p:txBody>
      </p:sp>
      <p:pic>
        <p:nvPicPr>
          <p:cNvPr id="6" name="Picture 5">
            <a:extLst>
              <a:ext uri="{FF2B5EF4-FFF2-40B4-BE49-F238E27FC236}">
                <a16:creationId xmlns:a16="http://schemas.microsoft.com/office/drawing/2014/main" id="{05FCE104-8457-1B24-2537-C93312C2F1DF}"/>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245894" y="1840265"/>
            <a:ext cx="7122695" cy="4405313"/>
          </a:xfrm>
          <a:prstGeom prst="rect">
            <a:avLst/>
          </a:prstGeom>
        </p:spPr>
      </p:pic>
      <p:grpSp>
        <p:nvGrpSpPr>
          <p:cNvPr id="7" name="Google Shape;341;g35766d32465_2_86">
            <a:extLst>
              <a:ext uri="{FF2B5EF4-FFF2-40B4-BE49-F238E27FC236}">
                <a16:creationId xmlns:a16="http://schemas.microsoft.com/office/drawing/2014/main" id="{AF2859C8-5529-6296-45AD-93C32E8C1F6F}"/>
              </a:ext>
            </a:extLst>
          </p:cNvPr>
          <p:cNvGrpSpPr/>
          <p:nvPr/>
        </p:nvGrpSpPr>
        <p:grpSpPr>
          <a:xfrm>
            <a:off x="9078211" y="2973856"/>
            <a:ext cx="2495376" cy="1010132"/>
            <a:chOff x="6933394" y="2739236"/>
            <a:chExt cx="2495376" cy="1010132"/>
          </a:xfrm>
        </p:grpSpPr>
        <p:cxnSp>
          <p:nvCxnSpPr>
            <p:cNvPr id="8" name="Google Shape;342;g35766d32465_2_86">
              <a:extLst>
                <a:ext uri="{FF2B5EF4-FFF2-40B4-BE49-F238E27FC236}">
                  <a16:creationId xmlns:a16="http://schemas.microsoft.com/office/drawing/2014/main" id="{A045A291-3A93-0CB6-4D93-D6F61DBF7914}"/>
                </a:ext>
              </a:extLst>
            </p:cNvPr>
            <p:cNvCxnSpPr/>
            <p:nvPr/>
          </p:nvCxnSpPr>
          <p:spPr>
            <a:xfrm flipH="1">
              <a:off x="6933394" y="3108568"/>
              <a:ext cx="516600" cy="640800"/>
            </a:xfrm>
            <a:prstGeom prst="straightConnector1">
              <a:avLst/>
            </a:prstGeom>
            <a:noFill/>
            <a:ln w="38100" cap="flat" cmpd="sng">
              <a:solidFill>
                <a:schemeClr val="tx1">
                  <a:lumMod val="75000"/>
                  <a:lumOff val="25000"/>
                </a:schemeClr>
              </a:solidFill>
              <a:prstDash val="solid"/>
              <a:miter lim="800000"/>
              <a:headEnd type="none" w="sm" len="sm"/>
              <a:tailEnd type="triangle" w="med" len="med"/>
            </a:ln>
          </p:spPr>
        </p:cxnSp>
        <p:sp>
          <p:nvSpPr>
            <p:cNvPr id="9" name="Google Shape;343;g35766d32465_2_86">
              <a:extLst>
                <a:ext uri="{FF2B5EF4-FFF2-40B4-BE49-F238E27FC236}">
                  <a16:creationId xmlns:a16="http://schemas.microsoft.com/office/drawing/2014/main" id="{F54D99B5-A3D6-4051-6A5E-CD1A57AE5E77}"/>
                </a:ext>
              </a:extLst>
            </p:cNvPr>
            <p:cNvSpPr txBox="1"/>
            <p:nvPr/>
          </p:nvSpPr>
          <p:spPr>
            <a:xfrm>
              <a:off x="7487770" y="2739236"/>
              <a:ext cx="19410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Single observation</a:t>
              </a:r>
              <a:endParaRPr sz="1400" b="0" i="0" u="none" strike="noStrike" cap="none">
                <a:solidFill>
                  <a:srgbClr val="000000"/>
                </a:solidFill>
                <a:latin typeface="Arial"/>
                <a:ea typeface="Arial"/>
                <a:cs typeface="Arial"/>
                <a:sym typeface="Arial"/>
              </a:endParaRPr>
            </a:p>
          </p:txBody>
        </p:sp>
      </p:grpSp>
      <p:grpSp>
        <p:nvGrpSpPr>
          <p:cNvPr id="10" name="Google Shape;344;g35766d32465_2_86">
            <a:extLst>
              <a:ext uri="{FF2B5EF4-FFF2-40B4-BE49-F238E27FC236}">
                <a16:creationId xmlns:a16="http://schemas.microsoft.com/office/drawing/2014/main" id="{FFE8A8A5-CD1D-82CC-EDD4-F8CBA14B0218}"/>
              </a:ext>
            </a:extLst>
          </p:cNvPr>
          <p:cNvGrpSpPr/>
          <p:nvPr/>
        </p:nvGrpSpPr>
        <p:grpSpPr>
          <a:xfrm>
            <a:off x="586329" y="2889289"/>
            <a:ext cx="2260349" cy="1126885"/>
            <a:chOff x="3580930" y="2866150"/>
            <a:chExt cx="2260349" cy="1126885"/>
          </a:xfrm>
        </p:grpSpPr>
        <p:cxnSp>
          <p:nvCxnSpPr>
            <p:cNvPr id="11" name="Google Shape;345;g35766d32465_2_86">
              <a:extLst>
                <a:ext uri="{FF2B5EF4-FFF2-40B4-BE49-F238E27FC236}">
                  <a16:creationId xmlns:a16="http://schemas.microsoft.com/office/drawing/2014/main" id="{4B5C766D-638F-800F-827A-F8E993012313}"/>
                </a:ext>
              </a:extLst>
            </p:cNvPr>
            <p:cNvCxnSpPr>
              <a:cxnSpLocks/>
            </p:cNvCxnSpPr>
            <p:nvPr/>
          </p:nvCxnSpPr>
          <p:spPr>
            <a:xfrm>
              <a:off x="4996645" y="3661522"/>
              <a:ext cx="844634" cy="331513"/>
            </a:xfrm>
            <a:prstGeom prst="straightConnector1">
              <a:avLst/>
            </a:prstGeom>
            <a:noFill/>
            <a:ln w="38100" cap="flat" cmpd="sng">
              <a:solidFill>
                <a:schemeClr val="tx1">
                  <a:lumMod val="75000"/>
                  <a:lumOff val="25000"/>
                </a:schemeClr>
              </a:solidFill>
              <a:prstDash val="solid"/>
              <a:miter lim="800000"/>
              <a:headEnd type="none" w="sm" len="sm"/>
              <a:tailEnd type="triangle" w="med" len="med"/>
            </a:ln>
          </p:spPr>
        </p:cxnSp>
        <p:sp>
          <p:nvSpPr>
            <p:cNvPr id="12" name="Google Shape;346;g35766d32465_2_86">
              <a:extLst>
                <a:ext uri="{FF2B5EF4-FFF2-40B4-BE49-F238E27FC236}">
                  <a16:creationId xmlns:a16="http://schemas.microsoft.com/office/drawing/2014/main" id="{64D50ACA-8030-8275-B1FB-5C44CE06D1F7}"/>
                </a:ext>
              </a:extLst>
            </p:cNvPr>
            <p:cNvSpPr txBox="1"/>
            <p:nvPr/>
          </p:nvSpPr>
          <p:spPr>
            <a:xfrm>
              <a:off x="3580930" y="2866150"/>
              <a:ext cx="2057400" cy="923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Calibri"/>
                  <a:ea typeface="Calibri"/>
                  <a:cs typeface="Calibri"/>
                  <a:sym typeface="Calibri"/>
                </a:rPr>
                <a:t>High density may obscure number of observations</a:t>
              </a:r>
              <a:endParaRPr sz="1400" b="0" i="0" u="none" strike="noStrike" cap="none" dirty="0">
                <a:solidFill>
                  <a:srgbClr val="000000"/>
                </a:solidFill>
                <a:latin typeface="Arial"/>
                <a:ea typeface="Arial"/>
                <a:cs typeface="Arial"/>
                <a:sym typeface="Arial"/>
              </a:endParaRPr>
            </a:p>
          </p:txBody>
        </p:sp>
      </p:grpSp>
      <p:grpSp>
        <p:nvGrpSpPr>
          <p:cNvPr id="15" name="Google Shape;260;g35766d32465_2_10">
            <a:extLst>
              <a:ext uri="{FF2B5EF4-FFF2-40B4-BE49-F238E27FC236}">
                <a16:creationId xmlns:a16="http://schemas.microsoft.com/office/drawing/2014/main" id="{E05B8115-4804-FBD5-5417-F9E3F79F3504}"/>
              </a:ext>
            </a:extLst>
          </p:cNvPr>
          <p:cNvGrpSpPr/>
          <p:nvPr/>
        </p:nvGrpSpPr>
        <p:grpSpPr>
          <a:xfrm>
            <a:off x="4211960" y="5947517"/>
            <a:ext cx="3415800" cy="714702"/>
            <a:chOff x="4645097" y="5592726"/>
            <a:chExt cx="3415800" cy="714702"/>
          </a:xfrm>
        </p:grpSpPr>
        <p:sp>
          <p:nvSpPr>
            <p:cNvPr id="16" name="Google Shape;261;g35766d32465_2_10">
              <a:extLst>
                <a:ext uri="{FF2B5EF4-FFF2-40B4-BE49-F238E27FC236}">
                  <a16:creationId xmlns:a16="http://schemas.microsoft.com/office/drawing/2014/main" id="{0CFF3B40-A823-3C44-882B-DBDAD7A41050}"/>
                </a:ext>
              </a:extLst>
            </p:cNvPr>
            <p:cNvSpPr/>
            <p:nvPr/>
          </p:nvSpPr>
          <p:spPr>
            <a:xfrm>
              <a:off x="5826642" y="5592726"/>
              <a:ext cx="1052700" cy="307800"/>
            </a:xfrm>
            <a:prstGeom prst="ellipse">
              <a:avLst/>
            </a:prstGeom>
            <a:noFill/>
            <a:ln w="381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prstClr val="white"/>
                </a:solidFill>
                <a:effectLst/>
                <a:uLnTx/>
                <a:uFillTx/>
                <a:latin typeface="Calibri"/>
                <a:ea typeface="Calibri"/>
                <a:cs typeface="Calibri"/>
                <a:sym typeface="Calibri"/>
              </a:endParaRPr>
            </a:p>
          </p:txBody>
        </p:sp>
        <p:sp>
          <p:nvSpPr>
            <p:cNvPr id="17" name="Google Shape;262;g35766d32465_2_10">
              <a:extLst>
                <a:ext uri="{FF2B5EF4-FFF2-40B4-BE49-F238E27FC236}">
                  <a16:creationId xmlns:a16="http://schemas.microsoft.com/office/drawing/2014/main" id="{4C0F19DF-9FE8-804F-5473-F454241F76A1}"/>
                </a:ext>
              </a:extLst>
            </p:cNvPr>
            <p:cNvSpPr txBox="1"/>
            <p:nvPr/>
          </p:nvSpPr>
          <p:spPr>
            <a:xfrm>
              <a:off x="4645097" y="5938128"/>
              <a:ext cx="3415800" cy="369300"/>
            </a:xfrm>
            <a:prstGeom prst="rect">
              <a:avLst/>
            </a:prstGeom>
            <a:noFill/>
            <a:ln>
              <a:noFill/>
            </a:ln>
          </p:spPr>
          <p:txBody>
            <a:bodyPr spcFirstLastPara="1" wrap="square" lIns="91425" tIns="45700" rIns="91425" bIns="45700" anchor="t" anchorCtr="0">
              <a:spAutoFit/>
            </a:bodyPr>
            <a:lstStyle/>
            <a:p>
              <a:pPr marL="0" marR="0" lvl="0" indent="0" algn="ctr" defTabSz="457200" rtl="0" eaLnBrk="1" fontAlgn="auto" latinLnBrk="0" hangingPunct="1">
                <a:lnSpc>
                  <a:spcPct val="100000"/>
                </a:lnSpc>
                <a:spcBef>
                  <a:spcPts val="0"/>
                </a:spcBef>
                <a:spcAft>
                  <a:spcPts val="0"/>
                </a:spcAft>
                <a:buClr>
                  <a:srgbClr val="000000"/>
                </a:buClr>
                <a:buSzPts val="1800"/>
                <a:buFont typeface="Arial"/>
                <a:buNone/>
                <a:tabLst/>
                <a:defRPr/>
              </a:pPr>
              <a:r>
                <a:rPr kumimoji="0" lang="en-US" sz="1800" b="0" i="0" u="none" strike="noStrike" kern="1200" cap="none" spc="0" normalizeH="0" baseline="0" noProof="0" dirty="0">
                  <a:ln>
                    <a:noFill/>
                  </a:ln>
                  <a:solidFill>
                    <a:prstClr val="black"/>
                  </a:solidFill>
                  <a:effectLst/>
                  <a:uLnTx/>
                  <a:uFillTx/>
                  <a:latin typeface="Calibri"/>
                  <a:ea typeface="Calibri"/>
                  <a:cs typeface="Calibri"/>
                  <a:sym typeface="Calibri"/>
                </a:rPr>
                <a:t>Numeric variable of interest</a:t>
              </a: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spTree>
    <p:extLst>
      <p:ext uri="{BB962C8B-B14F-4D97-AF65-F5344CB8AC3E}">
        <p14:creationId xmlns:p14="http://schemas.microsoft.com/office/powerpoint/2010/main" val="36625675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Shape 269">
          <a:extLst>
            <a:ext uri="{FF2B5EF4-FFF2-40B4-BE49-F238E27FC236}">
              <a16:creationId xmlns:a16="http://schemas.microsoft.com/office/drawing/2014/main" id="{ABC10996-F679-7F88-1F1C-491F2C7FD54F}"/>
            </a:ext>
          </a:extLst>
        </p:cNvPr>
        <p:cNvGrpSpPr/>
        <p:nvPr/>
      </p:nvGrpSpPr>
      <p:grpSpPr>
        <a:xfrm>
          <a:off x="0" y="0"/>
          <a:ext cx="0" cy="0"/>
          <a:chOff x="0" y="0"/>
          <a:chExt cx="0" cy="0"/>
        </a:xfrm>
      </p:grpSpPr>
      <p:sp>
        <p:nvSpPr>
          <p:cNvPr id="270" name="Google Shape;270;g35766d32465_2_29">
            <a:extLst>
              <a:ext uri="{FF2B5EF4-FFF2-40B4-BE49-F238E27FC236}">
                <a16:creationId xmlns:a16="http://schemas.microsoft.com/office/drawing/2014/main" id="{74A47435-FAF7-5E9F-B1FE-CAF448DFFEDD}"/>
              </a:ext>
            </a:extLst>
          </p:cNvPr>
          <p:cNvSpPr txBox="1">
            <a:spLocks noGrp="1"/>
          </p:cNvSpPr>
          <p:nvPr>
            <p:ph type="body" idx="1"/>
          </p:nvPr>
        </p:nvSpPr>
        <p:spPr>
          <a:xfrm>
            <a:off x="4717825" y="1825625"/>
            <a:ext cx="6976500" cy="4216500"/>
          </a:xfrm>
          <a:prstGeom prst="rect">
            <a:avLst/>
          </a:prstGeom>
          <a:noFill/>
          <a:ln>
            <a:noFill/>
          </a:ln>
        </p:spPr>
        <p:txBody>
          <a:bodyPr spcFirstLastPara="1" wrap="square" lIns="91425" tIns="45700" rIns="91425" bIns="45700" anchor="t" anchorCtr="0">
            <a:normAutofit/>
          </a:bodyPr>
          <a:lstStyle/>
          <a:p>
            <a:pPr marL="349250" lvl="0" indent="-349250" algn="l" rtl="0">
              <a:lnSpc>
                <a:spcPct val="100000"/>
              </a:lnSpc>
              <a:spcBef>
                <a:spcPts val="0"/>
              </a:spcBef>
              <a:spcAft>
                <a:spcPts val="0"/>
              </a:spcAft>
              <a:buClr>
                <a:schemeClr val="accent1"/>
              </a:buClr>
              <a:buSzPts val="4200"/>
              <a:buChar char="•"/>
            </a:pPr>
            <a:r>
              <a:rPr lang="en-US" sz="3000" dirty="0"/>
              <a:t>Subset a continuous (numeric) variable by a qualitative variable</a:t>
            </a:r>
            <a:endParaRPr sz="3000" dirty="0"/>
          </a:p>
          <a:p>
            <a:pPr marL="349250" lvl="0" indent="-349250" algn="l" rtl="0">
              <a:lnSpc>
                <a:spcPct val="100000"/>
              </a:lnSpc>
              <a:spcBef>
                <a:spcPts val="1000"/>
              </a:spcBef>
              <a:spcAft>
                <a:spcPts val="0"/>
              </a:spcAft>
              <a:buClr>
                <a:schemeClr val="accent1"/>
              </a:buClr>
              <a:buSzPts val="4200"/>
              <a:buChar char="•"/>
            </a:pPr>
            <a:r>
              <a:rPr lang="en-US" sz="3000" dirty="0"/>
              <a:t>Incorporates a statistical summary of data, though distribution may be “abstracted” by box plot</a:t>
            </a:r>
          </a:p>
          <a:p>
            <a:pPr marL="349250" lvl="0" indent="-349250" algn="l" rtl="0">
              <a:lnSpc>
                <a:spcPct val="100000"/>
              </a:lnSpc>
              <a:spcBef>
                <a:spcPts val="1000"/>
              </a:spcBef>
              <a:spcAft>
                <a:spcPts val="0"/>
              </a:spcAft>
              <a:buClr>
                <a:schemeClr val="accent1"/>
              </a:buClr>
              <a:buSzPts val="4200"/>
              <a:buChar char="•"/>
            </a:pPr>
            <a:r>
              <a:rPr lang="en-US" sz="3000" dirty="0"/>
              <a:t>Useful for comparing across groups</a:t>
            </a:r>
            <a:endParaRPr sz="3000" dirty="0"/>
          </a:p>
        </p:txBody>
      </p:sp>
      <p:sp>
        <p:nvSpPr>
          <p:cNvPr id="271" name="Google Shape;271;g35766d32465_2_29">
            <a:extLst>
              <a:ext uri="{FF2B5EF4-FFF2-40B4-BE49-F238E27FC236}">
                <a16:creationId xmlns:a16="http://schemas.microsoft.com/office/drawing/2014/main" id="{FC0D22FD-BFF5-09BD-5C25-1CFAB0011716}"/>
              </a:ext>
            </a:extLst>
          </p:cNvPr>
          <p:cNvSpPr txBox="1">
            <a:spLocks noGrp="1"/>
          </p:cNvSpPr>
          <p:nvPr>
            <p:ph type="title"/>
          </p:nvPr>
        </p:nvSpPr>
        <p:spPr>
          <a:xfrm>
            <a:off x="838200" y="365126"/>
            <a:ext cx="10515600" cy="867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B01F24"/>
              </a:buClr>
              <a:buSzPct val="100000"/>
              <a:buFont typeface="Arial"/>
              <a:buNone/>
            </a:pPr>
            <a:r>
              <a:rPr lang="en-US" dirty="0"/>
              <a:t>Boxplots also a way to visualize distributions</a:t>
            </a:r>
            <a:endParaRPr dirty="0"/>
          </a:p>
        </p:txBody>
      </p:sp>
      <p:sp>
        <p:nvSpPr>
          <p:cNvPr id="272" name="Google Shape;272;g35766d32465_2_29">
            <a:extLst>
              <a:ext uri="{FF2B5EF4-FFF2-40B4-BE49-F238E27FC236}">
                <a16:creationId xmlns:a16="http://schemas.microsoft.com/office/drawing/2014/main" id="{3192D185-DDEC-562A-95EC-3E71ED0B9041}"/>
              </a:ext>
            </a:extLst>
          </p:cNvPr>
          <p:cNvSpPr txBox="1">
            <a:spLocks noGrp="1"/>
          </p:cNvSpPr>
          <p:nvPr>
            <p:ph type="ftr" idx="11"/>
          </p:nvPr>
        </p:nvSpPr>
        <p:spPr>
          <a:xfrm>
            <a:off x="984211" y="6122795"/>
            <a:ext cx="2247600" cy="365100"/>
          </a:xfrm>
          <a:prstGeom prst="rect">
            <a:avLst/>
          </a:prstGeom>
          <a:noFill/>
          <a:ln>
            <a:noFill/>
          </a:ln>
        </p:spPr>
        <p:txBody>
          <a:bodyPr spcFirstLastPara="1" wrap="square" lIns="91425" tIns="45700" rIns="91425" bIns="45700" anchor="ctr" anchorCtr="0">
            <a:noAutofit/>
          </a:bodyPr>
          <a:lstStyle/>
          <a:p>
            <a:pPr marL="0" marR="0" lvl="0" indent="0" algn="l" defTabSz="457200" rtl="0" eaLnBrk="1" fontAlgn="auto" latinLnBrk="0" hangingPunct="1">
              <a:lnSpc>
                <a:spcPct val="100000"/>
              </a:lnSpc>
              <a:spcBef>
                <a:spcPts val="0"/>
              </a:spcBef>
              <a:spcAft>
                <a:spcPts val="0"/>
              </a:spcAft>
              <a:buClrTx/>
              <a:buSzPts val="1400"/>
              <a:buFontTx/>
              <a:buNone/>
              <a:tabLst/>
              <a:defRPr/>
            </a:pPr>
            <a:r>
              <a:rPr kumimoji="0" lang="en-US" sz="1000" b="0" i="0" u="none" strike="noStrike" kern="1200" cap="all" spc="0" normalizeH="0" baseline="0" noProof="0">
                <a:ln>
                  <a:noFill/>
                </a:ln>
                <a:solidFill>
                  <a:srgbClr val="58595B"/>
                </a:solidFill>
                <a:effectLst/>
                <a:uLnTx/>
                <a:uFillTx/>
                <a:latin typeface="Arial"/>
                <a:cs typeface="Arial"/>
                <a:sym typeface="Arial"/>
              </a:rPr>
              <a:t>Footer Text</a:t>
            </a:r>
            <a:endParaRPr kumimoji="0" sz="1000" b="0" i="0" u="none" strike="noStrike" kern="1200" cap="all" spc="0" normalizeH="0" baseline="0" noProof="0">
              <a:ln>
                <a:noFill/>
              </a:ln>
              <a:solidFill>
                <a:srgbClr val="58595B"/>
              </a:solidFill>
              <a:effectLst/>
              <a:uLnTx/>
              <a:uFillTx/>
              <a:latin typeface="Arial"/>
              <a:cs typeface="Arial"/>
              <a:sym typeface="Arial"/>
            </a:endParaRPr>
          </a:p>
        </p:txBody>
      </p:sp>
      <p:sp>
        <p:nvSpPr>
          <p:cNvPr id="273" name="Google Shape;273;g35766d32465_2_29">
            <a:extLst>
              <a:ext uri="{FF2B5EF4-FFF2-40B4-BE49-F238E27FC236}">
                <a16:creationId xmlns:a16="http://schemas.microsoft.com/office/drawing/2014/main" id="{D40BC932-032D-DA3A-D73B-C82BD84A039C}"/>
              </a:ext>
            </a:extLst>
          </p:cNvPr>
          <p:cNvSpPr txBox="1">
            <a:spLocks noGrp="1"/>
          </p:cNvSpPr>
          <p:nvPr>
            <p:ph type="sldNum" idx="12"/>
          </p:nvPr>
        </p:nvSpPr>
        <p:spPr>
          <a:xfrm>
            <a:off x="254193" y="6122796"/>
            <a:ext cx="638100" cy="365100"/>
          </a:xfrm>
          <a:prstGeom prst="rect">
            <a:avLst/>
          </a:prstGeom>
          <a:noFill/>
          <a:ln>
            <a:noFill/>
          </a:ln>
        </p:spPr>
        <p:txBody>
          <a:bodyPr spcFirstLastPara="1" wrap="square" lIns="91425" tIns="45700" rIns="91425" bIns="45700" anchor="ctr" anchorCtr="0">
            <a:noAutofit/>
          </a:bodyPr>
          <a:lstStyle/>
          <a:p>
            <a:pPr marL="0" marR="0" lvl="0" indent="0" algn="r" defTabSz="457200" rtl="0" eaLnBrk="1" fontAlgn="auto" latinLnBrk="0" hangingPunct="1">
              <a:lnSpc>
                <a:spcPct val="100000"/>
              </a:lnSpc>
              <a:spcBef>
                <a:spcPts val="0"/>
              </a:spcBef>
              <a:spcAft>
                <a:spcPts val="0"/>
              </a:spcAft>
              <a:buClr>
                <a:srgbClr val="000000"/>
              </a:buClr>
              <a:buSzPts val="1000"/>
              <a:buFont typeface="Arial"/>
              <a:buNone/>
              <a:tabLst/>
              <a:defRPr/>
            </a:pPr>
            <a:fld id="{00000000-1234-1234-1234-123412341234}" type="slidenum">
              <a:rPr kumimoji="0" lang="en-US" sz="1000" b="0" i="0" u="none" strike="noStrike" kern="1200" cap="none" spc="0" normalizeH="0" baseline="0" noProof="0">
                <a:ln>
                  <a:noFill/>
                </a:ln>
                <a:solidFill>
                  <a:srgbClr val="58595B"/>
                </a:solidFill>
                <a:effectLst/>
                <a:uLnTx/>
                <a:uFillTx/>
                <a:latin typeface="Arial"/>
                <a:cs typeface="Arial"/>
                <a:sym typeface="Arial"/>
              </a:rPr>
              <a:pPr marL="0" marR="0" lvl="0" indent="0" algn="r" defTabSz="457200" rtl="0" eaLnBrk="1" fontAlgn="auto" latinLnBrk="0" hangingPunct="1">
                <a:lnSpc>
                  <a:spcPct val="100000"/>
                </a:lnSpc>
                <a:spcBef>
                  <a:spcPts val="0"/>
                </a:spcBef>
                <a:spcAft>
                  <a:spcPts val="0"/>
                </a:spcAft>
                <a:buClr>
                  <a:srgbClr val="000000"/>
                </a:buClr>
                <a:buSzPts val="1000"/>
                <a:buFont typeface="Arial"/>
                <a:buNone/>
                <a:tabLst/>
                <a:defRPr/>
              </a:pPr>
              <a:t>12</a:t>
            </a:fld>
            <a:endParaRPr kumimoji="0" sz="1000" b="0" i="0" u="none" strike="noStrike" kern="1200" cap="none" spc="0" normalizeH="0" baseline="0" noProof="0">
              <a:ln>
                <a:noFill/>
              </a:ln>
              <a:solidFill>
                <a:srgbClr val="58595B"/>
              </a:solidFill>
              <a:effectLst/>
              <a:uLnTx/>
              <a:uFillTx/>
              <a:latin typeface="Arial"/>
              <a:cs typeface="Arial"/>
              <a:sym typeface="Arial"/>
            </a:endParaRPr>
          </a:p>
        </p:txBody>
      </p:sp>
      <p:pic>
        <p:nvPicPr>
          <p:cNvPr id="274" name="Google Shape;274;g35766d32465_2_29">
            <a:extLst>
              <a:ext uri="{FF2B5EF4-FFF2-40B4-BE49-F238E27FC236}">
                <a16:creationId xmlns:a16="http://schemas.microsoft.com/office/drawing/2014/main" id="{F2D3F990-88E3-632B-8231-CDF135170375}"/>
              </a:ext>
            </a:extLst>
          </p:cNvPr>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719949" y="2537200"/>
            <a:ext cx="3606325" cy="2281125"/>
          </a:xfrm>
          <a:prstGeom prst="rect">
            <a:avLst/>
          </a:prstGeom>
          <a:noFill/>
          <a:ln>
            <a:noFill/>
          </a:ln>
        </p:spPr>
      </p:pic>
    </p:spTree>
    <p:extLst>
      <p:ext uri="{BB962C8B-B14F-4D97-AF65-F5344CB8AC3E}">
        <p14:creationId xmlns:p14="http://schemas.microsoft.com/office/powerpoint/2010/main" val="24694401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Shape 278">
          <a:extLst>
            <a:ext uri="{FF2B5EF4-FFF2-40B4-BE49-F238E27FC236}">
              <a16:creationId xmlns:a16="http://schemas.microsoft.com/office/drawing/2014/main" id="{0E18333B-1A02-3F8F-162D-6ABEEF58564C}"/>
            </a:ext>
          </a:extLst>
        </p:cNvPr>
        <p:cNvGrpSpPr/>
        <p:nvPr/>
      </p:nvGrpSpPr>
      <p:grpSpPr>
        <a:xfrm>
          <a:off x="0" y="0"/>
          <a:ext cx="0" cy="0"/>
          <a:chOff x="0" y="0"/>
          <a:chExt cx="0" cy="0"/>
        </a:xfrm>
      </p:grpSpPr>
      <p:sp>
        <p:nvSpPr>
          <p:cNvPr id="279" name="Google Shape;279;g35766d32465_2_37">
            <a:extLst>
              <a:ext uri="{FF2B5EF4-FFF2-40B4-BE49-F238E27FC236}">
                <a16:creationId xmlns:a16="http://schemas.microsoft.com/office/drawing/2014/main" id="{22536ABB-C2FD-2327-AA25-9D7ED129D5AF}"/>
              </a:ext>
            </a:extLst>
          </p:cNvPr>
          <p:cNvSpPr txBox="1">
            <a:spLocks noGrp="1"/>
          </p:cNvSpPr>
          <p:nvPr>
            <p:ph type="title"/>
          </p:nvPr>
        </p:nvSpPr>
        <p:spPr>
          <a:xfrm>
            <a:off x="838200" y="365126"/>
            <a:ext cx="10515600" cy="867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B01F24"/>
              </a:buClr>
              <a:buSzPts val="4400"/>
              <a:buFont typeface="Arial"/>
              <a:buNone/>
            </a:pPr>
            <a:r>
              <a:rPr lang="en-US"/>
              <a:t>Example: sodium values by location</a:t>
            </a:r>
            <a:endParaRPr/>
          </a:p>
        </p:txBody>
      </p:sp>
      <p:sp>
        <p:nvSpPr>
          <p:cNvPr id="280" name="Google Shape;280;g35766d32465_2_37">
            <a:extLst>
              <a:ext uri="{FF2B5EF4-FFF2-40B4-BE49-F238E27FC236}">
                <a16:creationId xmlns:a16="http://schemas.microsoft.com/office/drawing/2014/main" id="{2D4B83CC-AB1A-D1F2-BA97-2C1D4418615B}"/>
              </a:ext>
            </a:extLst>
          </p:cNvPr>
          <p:cNvSpPr txBox="1">
            <a:spLocks noGrp="1"/>
          </p:cNvSpPr>
          <p:nvPr>
            <p:ph type="ftr" idx="11"/>
          </p:nvPr>
        </p:nvSpPr>
        <p:spPr>
          <a:xfrm>
            <a:off x="984211" y="6122795"/>
            <a:ext cx="2247600" cy="365100"/>
          </a:xfrm>
          <a:prstGeom prst="rect">
            <a:avLst/>
          </a:prstGeom>
          <a:noFill/>
          <a:ln>
            <a:noFill/>
          </a:ln>
        </p:spPr>
        <p:txBody>
          <a:bodyPr spcFirstLastPara="1" wrap="square" lIns="91425" tIns="45700" rIns="91425" bIns="45700" anchor="ctr" anchorCtr="0">
            <a:noAutofit/>
          </a:bodyPr>
          <a:lstStyle/>
          <a:p>
            <a:pPr marL="0" marR="0" lvl="0" indent="0" algn="l" defTabSz="457200" rtl="0" eaLnBrk="1" fontAlgn="auto" latinLnBrk="0" hangingPunct="1">
              <a:lnSpc>
                <a:spcPct val="100000"/>
              </a:lnSpc>
              <a:spcBef>
                <a:spcPts val="0"/>
              </a:spcBef>
              <a:spcAft>
                <a:spcPts val="0"/>
              </a:spcAft>
              <a:buClrTx/>
              <a:buSzPts val="1400"/>
              <a:buFontTx/>
              <a:buNone/>
              <a:tabLst/>
              <a:defRPr/>
            </a:pPr>
            <a:r>
              <a:rPr kumimoji="0" lang="en-US" sz="1000" b="0" i="0" u="none" strike="noStrike" kern="1200" cap="all" spc="0" normalizeH="0" baseline="0" noProof="0">
                <a:ln>
                  <a:noFill/>
                </a:ln>
                <a:solidFill>
                  <a:srgbClr val="58595B"/>
                </a:solidFill>
                <a:effectLst/>
                <a:uLnTx/>
                <a:uFillTx/>
                <a:latin typeface="Arial"/>
                <a:cs typeface="Arial"/>
                <a:sym typeface="Arial"/>
              </a:rPr>
              <a:t>Footer Text</a:t>
            </a:r>
            <a:endParaRPr kumimoji="0" sz="1000" b="0" i="0" u="none" strike="noStrike" kern="1200" cap="all" spc="0" normalizeH="0" baseline="0" noProof="0">
              <a:ln>
                <a:noFill/>
              </a:ln>
              <a:solidFill>
                <a:srgbClr val="58595B"/>
              </a:solidFill>
              <a:effectLst/>
              <a:uLnTx/>
              <a:uFillTx/>
              <a:latin typeface="Arial"/>
              <a:cs typeface="Arial"/>
              <a:sym typeface="Arial"/>
            </a:endParaRPr>
          </a:p>
        </p:txBody>
      </p:sp>
      <p:sp>
        <p:nvSpPr>
          <p:cNvPr id="281" name="Google Shape;281;g35766d32465_2_37">
            <a:extLst>
              <a:ext uri="{FF2B5EF4-FFF2-40B4-BE49-F238E27FC236}">
                <a16:creationId xmlns:a16="http://schemas.microsoft.com/office/drawing/2014/main" id="{C0CBFB68-C167-99B7-0666-FEA6B4866835}"/>
              </a:ext>
            </a:extLst>
          </p:cNvPr>
          <p:cNvSpPr txBox="1">
            <a:spLocks noGrp="1"/>
          </p:cNvSpPr>
          <p:nvPr>
            <p:ph type="sldNum" idx="12"/>
          </p:nvPr>
        </p:nvSpPr>
        <p:spPr>
          <a:xfrm>
            <a:off x="254193" y="6122796"/>
            <a:ext cx="638100" cy="365100"/>
          </a:xfrm>
          <a:prstGeom prst="rect">
            <a:avLst/>
          </a:prstGeom>
          <a:noFill/>
          <a:ln>
            <a:noFill/>
          </a:ln>
        </p:spPr>
        <p:txBody>
          <a:bodyPr spcFirstLastPara="1" wrap="square" lIns="91425" tIns="45700" rIns="91425" bIns="45700" anchor="ctr" anchorCtr="0">
            <a:noAutofit/>
          </a:bodyPr>
          <a:lstStyle/>
          <a:p>
            <a:pPr marL="0" marR="0" lvl="0" indent="0" algn="r" defTabSz="457200" rtl="0" eaLnBrk="1" fontAlgn="auto" latinLnBrk="0" hangingPunct="1">
              <a:lnSpc>
                <a:spcPct val="100000"/>
              </a:lnSpc>
              <a:spcBef>
                <a:spcPts val="0"/>
              </a:spcBef>
              <a:spcAft>
                <a:spcPts val="0"/>
              </a:spcAft>
              <a:buClr>
                <a:srgbClr val="000000"/>
              </a:buClr>
              <a:buSzPts val="1000"/>
              <a:buFont typeface="Arial"/>
              <a:buNone/>
              <a:tabLst/>
              <a:defRPr/>
            </a:pPr>
            <a:fld id="{00000000-1234-1234-1234-123412341234}" type="slidenum">
              <a:rPr kumimoji="0" lang="en-US" sz="1000" b="0" i="0" u="none" strike="noStrike" kern="1200" cap="none" spc="0" normalizeH="0" baseline="0" noProof="0">
                <a:ln>
                  <a:noFill/>
                </a:ln>
                <a:solidFill>
                  <a:srgbClr val="58595B"/>
                </a:solidFill>
                <a:effectLst/>
                <a:uLnTx/>
                <a:uFillTx/>
                <a:latin typeface="Arial"/>
                <a:cs typeface="Arial"/>
                <a:sym typeface="Arial"/>
              </a:rPr>
              <a:pPr marL="0" marR="0" lvl="0" indent="0" algn="r" defTabSz="457200" rtl="0" eaLnBrk="1" fontAlgn="auto" latinLnBrk="0" hangingPunct="1">
                <a:lnSpc>
                  <a:spcPct val="100000"/>
                </a:lnSpc>
                <a:spcBef>
                  <a:spcPts val="0"/>
                </a:spcBef>
                <a:spcAft>
                  <a:spcPts val="0"/>
                </a:spcAft>
                <a:buClr>
                  <a:srgbClr val="000000"/>
                </a:buClr>
                <a:buSzPts val="1000"/>
                <a:buFont typeface="Arial"/>
                <a:buNone/>
                <a:tabLst/>
                <a:defRPr/>
              </a:pPr>
              <a:t>13</a:t>
            </a:fld>
            <a:endParaRPr kumimoji="0" sz="1000" b="0" i="0" u="none" strike="noStrike" kern="1200" cap="none" spc="0" normalizeH="0" baseline="0" noProof="0">
              <a:ln>
                <a:noFill/>
              </a:ln>
              <a:solidFill>
                <a:srgbClr val="58595B"/>
              </a:solidFill>
              <a:effectLst/>
              <a:uLnTx/>
              <a:uFillTx/>
              <a:latin typeface="Arial"/>
              <a:cs typeface="Arial"/>
              <a:sym typeface="Arial"/>
            </a:endParaRPr>
          </a:p>
        </p:txBody>
      </p:sp>
      <p:pic>
        <p:nvPicPr>
          <p:cNvPr id="282" name="Google Shape;282;g35766d32465_2_37" descr="A graph with black and white lines&#10;&#10;AI-generated content may be incorrect.">
            <a:extLst>
              <a:ext uri="{FF2B5EF4-FFF2-40B4-BE49-F238E27FC236}">
                <a16:creationId xmlns:a16="http://schemas.microsoft.com/office/drawing/2014/main" id="{E4C30738-C4A3-0425-99B6-D34CECEC5AAF}"/>
              </a:ext>
            </a:extLst>
          </p:cNvPr>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486847" y="1519131"/>
            <a:ext cx="7772398" cy="4797113"/>
          </a:xfrm>
          <a:prstGeom prst="rect">
            <a:avLst/>
          </a:prstGeom>
          <a:noFill/>
          <a:ln>
            <a:noFill/>
          </a:ln>
        </p:spPr>
      </p:pic>
      <p:grpSp>
        <p:nvGrpSpPr>
          <p:cNvPr id="283" name="Google Shape;283;g35766d32465_2_37">
            <a:extLst>
              <a:ext uri="{FF2B5EF4-FFF2-40B4-BE49-F238E27FC236}">
                <a16:creationId xmlns:a16="http://schemas.microsoft.com/office/drawing/2014/main" id="{9403F570-3A08-96EF-B23C-CDE181FFBCEC}"/>
              </a:ext>
            </a:extLst>
          </p:cNvPr>
          <p:cNvGrpSpPr/>
          <p:nvPr/>
        </p:nvGrpSpPr>
        <p:grpSpPr>
          <a:xfrm>
            <a:off x="2825790" y="5951118"/>
            <a:ext cx="5595300" cy="656950"/>
            <a:chOff x="2825790" y="5951118"/>
            <a:chExt cx="5595300" cy="656950"/>
          </a:xfrm>
        </p:grpSpPr>
        <p:sp>
          <p:nvSpPr>
            <p:cNvPr id="284" name="Google Shape;284;g35766d32465_2_37">
              <a:extLst>
                <a:ext uri="{FF2B5EF4-FFF2-40B4-BE49-F238E27FC236}">
                  <a16:creationId xmlns:a16="http://schemas.microsoft.com/office/drawing/2014/main" id="{13375047-54C7-7A6E-1597-A948076C6A72}"/>
                </a:ext>
              </a:extLst>
            </p:cNvPr>
            <p:cNvSpPr/>
            <p:nvPr/>
          </p:nvSpPr>
          <p:spPr>
            <a:xfrm>
              <a:off x="4981161" y="5951118"/>
              <a:ext cx="1284600" cy="365100"/>
            </a:xfrm>
            <a:prstGeom prst="ellipse">
              <a:avLst/>
            </a:prstGeom>
            <a:noFill/>
            <a:ln w="381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prstClr val="white"/>
                </a:solidFill>
                <a:effectLst/>
                <a:uLnTx/>
                <a:uFillTx/>
                <a:latin typeface="Calibri"/>
                <a:ea typeface="Calibri"/>
                <a:cs typeface="Calibri"/>
                <a:sym typeface="Calibri"/>
              </a:endParaRPr>
            </a:p>
          </p:txBody>
        </p:sp>
        <p:sp>
          <p:nvSpPr>
            <p:cNvPr id="285" name="Google Shape;285;g35766d32465_2_37">
              <a:extLst>
                <a:ext uri="{FF2B5EF4-FFF2-40B4-BE49-F238E27FC236}">
                  <a16:creationId xmlns:a16="http://schemas.microsoft.com/office/drawing/2014/main" id="{D540F02F-02B5-E820-8827-5DE25510532D}"/>
                </a:ext>
              </a:extLst>
            </p:cNvPr>
            <p:cNvSpPr txBox="1"/>
            <p:nvPr/>
          </p:nvSpPr>
          <p:spPr>
            <a:xfrm>
              <a:off x="2825790" y="6238768"/>
              <a:ext cx="5595300" cy="369300"/>
            </a:xfrm>
            <a:prstGeom prst="rect">
              <a:avLst/>
            </a:prstGeom>
            <a:noFill/>
            <a:ln>
              <a:noFill/>
            </a:ln>
          </p:spPr>
          <p:txBody>
            <a:bodyPr spcFirstLastPara="1" wrap="square" lIns="91425" tIns="45700" rIns="91425" bIns="45700" anchor="t" anchorCtr="0">
              <a:spAutoFit/>
            </a:bodyPr>
            <a:lstStyle/>
            <a:p>
              <a:pPr marL="0" marR="0" lvl="0" indent="0" algn="ctr" defTabSz="457200" rtl="0" eaLnBrk="1" fontAlgn="auto" latinLnBrk="0" hangingPunct="1">
                <a:lnSpc>
                  <a:spcPct val="100000"/>
                </a:lnSpc>
                <a:spcBef>
                  <a:spcPts val="0"/>
                </a:spcBef>
                <a:spcAft>
                  <a:spcPts val="0"/>
                </a:spcAft>
                <a:buClr>
                  <a:srgbClr val="000000"/>
                </a:buClr>
                <a:buSzPts val="1800"/>
                <a:buFont typeface="Arial"/>
                <a:buNone/>
                <a:tabLst/>
                <a:defRPr/>
              </a:pPr>
              <a:r>
                <a:rPr kumimoji="0" lang="en-US" sz="1800" b="0" i="0" u="none" strike="noStrike" kern="1200" cap="none" spc="0" normalizeH="0" baseline="0" noProof="0">
                  <a:ln>
                    <a:noFill/>
                  </a:ln>
                  <a:solidFill>
                    <a:prstClr val="black"/>
                  </a:solidFill>
                  <a:effectLst/>
                  <a:uLnTx/>
                  <a:uFillTx/>
                  <a:latin typeface="Calibri"/>
                  <a:ea typeface="Calibri"/>
                  <a:cs typeface="Calibri"/>
                  <a:sym typeface="Calibri"/>
                </a:rPr>
                <a:t>Qualitative variable</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286" name="Google Shape;286;g35766d32465_2_37">
            <a:extLst>
              <a:ext uri="{FF2B5EF4-FFF2-40B4-BE49-F238E27FC236}">
                <a16:creationId xmlns:a16="http://schemas.microsoft.com/office/drawing/2014/main" id="{A972E905-280B-C54E-0D01-B52BCCCA0CB2}"/>
              </a:ext>
            </a:extLst>
          </p:cNvPr>
          <p:cNvGrpSpPr/>
          <p:nvPr/>
        </p:nvGrpSpPr>
        <p:grpSpPr>
          <a:xfrm>
            <a:off x="115247" y="2830286"/>
            <a:ext cx="1763614" cy="2013900"/>
            <a:chOff x="115247" y="2830286"/>
            <a:chExt cx="1763614" cy="2013900"/>
          </a:xfrm>
        </p:grpSpPr>
        <p:sp>
          <p:nvSpPr>
            <p:cNvPr id="287" name="Google Shape;287;g35766d32465_2_37">
              <a:extLst>
                <a:ext uri="{FF2B5EF4-FFF2-40B4-BE49-F238E27FC236}">
                  <a16:creationId xmlns:a16="http://schemas.microsoft.com/office/drawing/2014/main" id="{EED898B1-8BAB-622D-80B4-A67C75E62117}"/>
                </a:ext>
              </a:extLst>
            </p:cNvPr>
            <p:cNvSpPr/>
            <p:nvPr/>
          </p:nvSpPr>
          <p:spPr>
            <a:xfrm>
              <a:off x="1399761" y="2830286"/>
              <a:ext cx="479100" cy="2013900"/>
            </a:xfrm>
            <a:prstGeom prst="ellipse">
              <a:avLst/>
            </a:prstGeom>
            <a:noFill/>
            <a:ln w="381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prstClr val="white"/>
                </a:solidFill>
                <a:effectLst/>
                <a:uLnTx/>
                <a:uFillTx/>
                <a:latin typeface="Calibri"/>
                <a:ea typeface="Calibri"/>
                <a:cs typeface="Calibri"/>
                <a:sym typeface="Calibri"/>
              </a:endParaRPr>
            </a:p>
          </p:txBody>
        </p:sp>
        <p:sp>
          <p:nvSpPr>
            <p:cNvPr id="288" name="Google Shape;288;g35766d32465_2_37">
              <a:extLst>
                <a:ext uri="{FF2B5EF4-FFF2-40B4-BE49-F238E27FC236}">
                  <a16:creationId xmlns:a16="http://schemas.microsoft.com/office/drawing/2014/main" id="{B5282512-A780-2D54-20C0-EFD424304808}"/>
                </a:ext>
              </a:extLst>
            </p:cNvPr>
            <p:cNvSpPr txBox="1"/>
            <p:nvPr/>
          </p:nvSpPr>
          <p:spPr>
            <a:xfrm>
              <a:off x="115247" y="3364741"/>
              <a:ext cx="1230000" cy="923400"/>
            </a:xfrm>
            <a:prstGeom prst="rect">
              <a:avLst/>
            </a:prstGeom>
            <a:noFill/>
            <a:ln>
              <a:noFill/>
            </a:ln>
          </p:spPr>
          <p:txBody>
            <a:bodyPr spcFirstLastPara="1" wrap="square" lIns="91425" tIns="45700" rIns="91425" bIns="45700" anchor="t" anchorCtr="0">
              <a:spAutoFit/>
            </a:bodyPr>
            <a:lstStyle/>
            <a:p>
              <a:pPr marL="0" marR="0" lvl="0" indent="0" algn="l" defTabSz="457200" rtl="0" eaLnBrk="1" fontAlgn="auto" latinLnBrk="0" hangingPunct="1">
                <a:lnSpc>
                  <a:spcPct val="100000"/>
                </a:lnSpc>
                <a:spcBef>
                  <a:spcPts val="0"/>
                </a:spcBef>
                <a:spcAft>
                  <a:spcPts val="0"/>
                </a:spcAft>
                <a:buClr>
                  <a:srgbClr val="000000"/>
                </a:buClr>
                <a:buSzPts val="1800"/>
                <a:buFont typeface="Arial"/>
                <a:buNone/>
                <a:tabLst/>
                <a:defRPr/>
              </a:pPr>
              <a:r>
                <a:rPr kumimoji="0" lang="en-US" sz="1800" b="0" i="0" u="none" strike="noStrike" kern="1200" cap="none" spc="0" normalizeH="0" baseline="0" noProof="0">
                  <a:ln>
                    <a:noFill/>
                  </a:ln>
                  <a:solidFill>
                    <a:prstClr val="black"/>
                  </a:solidFill>
                  <a:effectLst/>
                  <a:uLnTx/>
                  <a:uFillTx/>
                  <a:latin typeface="Calibri"/>
                  <a:ea typeface="Calibri"/>
                  <a:cs typeface="Calibri"/>
                  <a:sym typeface="Calibri"/>
                </a:rPr>
                <a:t>Numeric variable of interest</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289" name="Google Shape;289;g35766d32465_2_37">
            <a:extLst>
              <a:ext uri="{FF2B5EF4-FFF2-40B4-BE49-F238E27FC236}">
                <a16:creationId xmlns:a16="http://schemas.microsoft.com/office/drawing/2014/main" id="{A0837FA7-50F5-74E4-1012-24BFF51A113E}"/>
              </a:ext>
            </a:extLst>
          </p:cNvPr>
          <p:cNvGrpSpPr/>
          <p:nvPr/>
        </p:nvGrpSpPr>
        <p:grpSpPr>
          <a:xfrm>
            <a:off x="8997904" y="3733021"/>
            <a:ext cx="1600200" cy="369300"/>
            <a:chOff x="8997904" y="3733021"/>
            <a:chExt cx="1600200" cy="369300"/>
          </a:xfrm>
        </p:grpSpPr>
        <p:cxnSp>
          <p:nvCxnSpPr>
            <p:cNvPr id="290" name="Google Shape;290;g35766d32465_2_37">
              <a:extLst>
                <a:ext uri="{FF2B5EF4-FFF2-40B4-BE49-F238E27FC236}">
                  <a16:creationId xmlns:a16="http://schemas.microsoft.com/office/drawing/2014/main" id="{F68EA61B-ED1C-29D0-0042-C49961F21735}"/>
                </a:ext>
              </a:extLst>
            </p:cNvPr>
            <p:cNvCxnSpPr/>
            <p:nvPr/>
          </p:nvCxnSpPr>
          <p:spPr>
            <a:xfrm rot="10800000">
              <a:off x="8997904" y="3917687"/>
              <a:ext cx="598800" cy="0"/>
            </a:xfrm>
            <a:prstGeom prst="straightConnector1">
              <a:avLst/>
            </a:prstGeom>
            <a:noFill/>
            <a:ln w="38100" cap="flat" cmpd="sng">
              <a:solidFill>
                <a:schemeClr val="accent1"/>
              </a:solidFill>
              <a:prstDash val="solid"/>
              <a:miter lim="800000"/>
              <a:headEnd type="none" w="sm" len="sm"/>
              <a:tailEnd type="triangle" w="med" len="med"/>
            </a:ln>
          </p:spPr>
        </p:cxnSp>
        <p:sp>
          <p:nvSpPr>
            <p:cNvPr id="291" name="Google Shape;291;g35766d32465_2_37">
              <a:extLst>
                <a:ext uri="{FF2B5EF4-FFF2-40B4-BE49-F238E27FC236}">
                  <a16:creationId xmlns:a16="http://schemas.microsoft.com/office/drawing/2014/main" id="{7E4B737A-E294-2068-386F-35F7C9285282}"/>
                </a:ext>
              </a:extLst>
            </p:cNvPr>
            <p:cNvSpPr txBox="1"/>
            <p:nvPr/>
          </p:nvSpPr>
          <p:spPr>
            <a:xfrm>
              <a:off x="9596704" y="3733021"/>
              <a:ext cx="1001400" cy="369300"/>
            </a:xfrm>
            <a:prstGeom prst="rect">
              <a:avLst/>
            </a:prstGeom>
            <a:noFill/>
            <a:ln>
              <a:noFill/>
            </a:ln>
          </p:spPr>
          <p:txBody>
            <a:bodyPr spcFirstLastPara="1" wrap="square" lIns="91425" tIns="45700" rIns="91425" bIns="45700" anchor="t" anchorCtr="0">
              <a:spAutoFit/>
            </a:bodyPr>
            <a:lstStyle/>
            <a:p>
              <a:pPr marL="0" marR="0" lvl="0" indent="0" algn="l" defTabSz="457200" rtl="0" eaLnBrk="1" fontAlgn="auto" latinLnBrk="0" hangingPunct="1">
                <a:lnSpc>
                  <a:spcPct val="100000"/>
                </a:lnSpc>
                <a:spcBef>
                  <a:spcPts val="0"/>
                </a:spcBef>
                <a:spcAft>
                  <a:spcPts val="0"/>
                </a:spcAft>
                <a:buClr>
                  <a:srgbClr val="000000"/>
                </a:buClr>
                <a:buSzPts val="1800"/>
                <a:buFont typeface="Arial"/>
                <a:buNone/>
                <a:tabLst/>
                <a:defRPr/>
              </a:pPr>
              <a:r>
                <a:rPr kumimoji="0" lang="en-US" sz="1800" b="0" i="0" u="none" strike="noStrike" kern="1200" cap="none" spc="0" normalizeH="0" baseline="0" noProof="0">
                  <a:ln>
                    <a:noFill/>
                  </a:ln>
                  <a:solidFill>
                    <a:prstClr val="black"/>
                  </a:solidFill>
                  <a:effectLst/>
                  <a:uLnTx/>
                  <a:uFillTx/>
                  <a:latin typeface="Calibri"/>
                  <a:ea typeface="Calibri"/>
                  <a:cs typeface="Calibri"/>
                  <a:sym typeface="Calibri"/>
                </a:rPr>
                <a:t>Median</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292" name="Google Shape;292;g35766d32465_2_37">
            <a:extLst>
              <a:ext uri="{FF2B5EF4-FFF2-40B4-BE49-F238E27FC236}">
                <a16:creationId xmlns:a16="http://schemas.microsoft.com/office/drawing/2014/main" id="{6DAF1092-90D3-D568-ADA9-880DBF68884D}"/>
              </a:ext>
            </a:extLst>
          </p:cNvPr>
          <p:cNvGrpSpPr/>
          <p:nvPr/>
        </p:nvGrpSpPr>
        <p:grpSpPr>
          <a:xfrm>
            <a:off x="8997904" y="4102415"/>
            <a:ext cx="2133600" cy="511924"/>
            <a:chOff x="8997904" y="4102415"/>
            <a:chExt cx="2133600" cy="511924"/>
          </a:xfrm>
        </p:grpSpPr>
        <p:cxnSp>
          <p:nvCxnSpPr>
            <p:cNvPr id="293" name="Google Shape;293;g35766d32465_2_37">
              <a:extLst>
                <a:ext uri="{FF2B5EF4-FFF2-40B4-BE49-F238E27FC236}">
                  <a16:creationId xmlns:a16="http://schemas.microsoft.com/office/drawing/2014/main" id="{B345E671-DDCE-3981-7F93-C7718C189009}"/>
                </a:ext>
              </a:extLst>
            </p:cNvPr>
            <p:cNvCxnSpPr/>
            <p:nvPr/>
          </p:nvCxnSpPr>
          <p:spPr>
            <a:xfrm rot="10800000">
              <a:off x="8997904" y="4102415"/>
              <a:ext cx="598800" cy="306300"/>
            </a:xfrm>
            <a:prstGeom prst="straightConnector1">
              <a:avLst/>
            </a:prstGeom>
            <a:noFill/>
            <a:ln w="38100" cap="flat" cmpd="sng">
              <a:solidFill>
                <a:schemeClr val="accent1"/>
              </a:solidFill>
              <a:prstDash val="solid"/>
              <a:miter lim="800000"/>
              <a:headEnd type="none" w="sm" len="sm"/>
              <a:tailEnd type="triangle" w="med" len="med"/>
            </a:ln>
          </p:spPr>
        </p:cxnSp>
        <p:sp>
          <p:nvSpPr>
            <p:cNvPr id="294" name="Google Shape;294;g35766d32465_2_37">
              <a:extLst>
                <a:ext uri="{FF2B5EF4-FFF2-40B4-BE49-F238E27FC236}">
                  <a16:creationId xmlns:a16="http://schemas.microsoft.com/office/drawing/2014/main" id="{E05D8E6F-85E7-355D-739A-1938E33F8E11}"/>
                </a:ext>
              </a:extLst>
            </p:cNvPr>
            <p:cNvSpPr txBox="1"/>
            <p:nvPr/>
          </p:nvSpPr>
          <p:spPr>
            <a:xfrm>
              <a:off x="9596704" y="4245039"/>
              <a:ext cx="1534800" cy="369300"/>
            </a:xfrm>
            <a:prstGeom prst="rect">
              <a:avLst/>
            </a:prstGeom>
            <a:noFill/>
            <a:ln>
              <a:noFill/>
            </a:ln>
          </p:spPr>
          <p:txBody>
            <a:bodyPr spcFirstLastPara="1" wrap="square" lIns="91425" tIns="45700" rIns="91425" bIns="45700" anchor="t" anchorCtr="0">
              <a:spAutoFit/>
            </a:bodyPr>
            <a:lstStyle/>
            <a:p>
              <a:pPr marL="0" marR="0" lvl="0" indent="0" algn="l" defTabSz="457200" rtl="0" eaLnBrk="1" fontAlgn="auto" latinLnBrk="0" hangingPunct="1">
                <a:lnSpc>
                  <a:spcPct val="100000"/>
                </a:lnSpc>
                <a:spcBef>
                  <a:spcPts val="0"/>
                </a:spcBef>
                <a:spcAft>
                  <a:spcPts val="0"/>
                </a:spcAft>
                <a:buClr>
                  <a:srgbClr val="000000"/>
                </a:buClr>
                <a:buSzPts val="1800"/>
                <a:buFont typeface="Arial"/>
                <a:buNone/>
                <a:tabLst/>
                <a:defRPr/>
              </a:pPr>
              <a:r>
                <a:rPr kumimoji="0" lang="en-US" sz="1800" b="0" i="0" u="none" strike="noStrike" kern="1200" cap="none" spc="0" normalizeH="0" baseline="0" noProof="0">
                  <a:ln>
                    <a:noFill/>
                  </a:ln>
                  <a:solidFill>
                    <a:prstClr val="black"/>
                  </a:solidFill>
                  <a:effectLst/>
                  <a:uLnTx/>
                  <a:uFillTx/>
                  <a:latin typeface="Calibri"/>
                  <a:ea typeface="Calibri"/>
                  <a:cs typeface="Calibri"/>
                  <a:sym typeface="Calibri"/>
                </a:rPr>
                <a:t>First quartile</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sp>
        <p:nvSpPr>
          <p:cNvPr id="295" name="Google Shape;295;g35766d32465_2_37">
            <a:extLst>
              <a:ext uri="{FF2B5EF4-FFF2-40B4-BE49-F238E27FC236}">
                <a16:creationId xmlns:a16="http://schemas.microsoft.com/office/drawing/2014/main" id="{681A91C8-8061-018E-594B-29022C116BEE}"/>
              </a:ext>
            </a:extLst>
          </p:cNvPr>
          <p:cNvSpPr txBox="1"/>
          <p:nvPr/>
        </p:nvSpPr>
        <p:spPr>
          <a:xfrm>
            <a:off x="9596703" y="2229634"/>
            <a:ext cx="1534800" cy="923400"/>
          </a:xfrm>
          <a:prstGeom prst="rect">
            <a:avLst/>
          </a:prstGeom>
          <a:noFill/>
          <a:ln>
            <a:noFill/>
          </a:ln>
        </p:spPr>
        <p:txBody>
          <a:bodyPr spcFirstLastPara="1" wrap="square" lIns="91425" tIns="45700" rIns="91425" bIns="45700" anchor="t" anchorCtr="0">
            <a:spAutoFit/>
          </a:bodyPr>
          <a:lstStyle/>
          <a:p>
            <a:pPr marL="0" marR="0" lvl="0" indent="0" algn="l" defTabSz="457200" rtl="0" eaLnBrk="1" fontAlgn="auto" latinLnBrk="0" hangingPunct="1">
              <a:lnSpc>
                <a:spcPct val="100000"/>
              </a:lnSpc>
              <a:spcBef>
                <a:spcPts val="0"/>
              </a:spcBef>
              <a:spcAft>
                <a:spcPts val="0"/>
              </a:spcAft>
              <a:buClr>
                <a:srgbClr val="000000"/>
              </a:buClr>
              <a:buSzPts val="1800"/>
              <a:buFont typeface="Arial"/>
              <a:buNone/>
              <a:tabLst/>
              <a:defRPr/>
            </a:pPr>
            <a:r>
              <a:rPr kumimoji="0" lang="en-US" sz="1800" b="0" i="0" u="none" strike="noStrike" kern="1200" cap="none" spc="0" normalizeH="0" baseline="0" noProof="0">
                <a:ln>
                  <a:noFill/>
                </a:ln>
                <a:solidFill>
                  <a:prstClr val="black"/>
                </a:solidFill>
                <a:effectLst/>
                <a:uLnTx/>
                <a:uFillTx/>
                <a:latin typeface="Calibri"/>
                <a:ea typeface="Calibri"/>
                <a:cs typeface="Calibri"/>
                <a:sym typeface="Calibri"/>
              </a:rPr>
              <a:t>(25% of data points above this value)</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nvGrpSpPr>
          <p:cNvPr id="296" name="Google Shape;296;g35766d32465_2_37">
            <a:extLst>
              <a:ext uri="{FF2B5EF4-FFF2-40B4-BE49-F238E27FC236}">
                <a16:creationId xmlns:a16="http://schemas.microsoft.com/office/drawing/2014/main" id="{8EB1EDD1-2628-0AA1-BB3B-AD7937B5FDF3}"/>
              </a:ext>
            </a:extLst>
          </p:cNvPr>
          <p:cNvGrpSpPr/>
          <p:nvPr/>
        </p:nvGrpSpPr>
        <p:grpSpPr>
          <a:xfrm>
            <a:off x="8997904" y="3155261"/>
            <a:ext cx="2133599" cy="577880"/>
            <a:chOff x="8997904" y="3155261"/>
            <a:chExt cx="2133599" cy="577880"/>
          </a:xfrm>
        </p:grpSpPr>
        <p:cxnSp>
          <p:nvCxnSpPr>
            <p:cNvPr id="297" name="Google Shape;297;g35766d32465_2_37">
              <a:extLst>
                <a:ext uri="{FF2B5EF4-FFF2-40B4-BE49-F238E27FC236}">
                  <a16:creationId xmlns:a16="http://schemas.microsoft.com/office/drawing/2014/main" id="{BD6A4F69-A89B-BFA2-72D5-4FE52F7E5270}"/>
                </a:ext>
              </a:extLst>
            </p:cNvPr>
            <p:cNvCxnSpPr/>
            <p:nvPr/>
          </p:nvCxnSpPr>
          <p:spPr>
            <a:xfrm flipH="1">
              <a:off x="8997904" y="3364741"/>
              <a:ext cx="598800" cy="368400"/>
            </a:xfrm>
            <a:prstGeom prst="straightConnector1">
              <a:avLst/>
            </a:prstGeom>
            <a:noFill/>
            <a:ln w="38100" cap="flat" cmpd="sng">
              <a:solidFill>
                <a:schemeClr val="accent1"/>
              </a:solidFill>
              <a:prstDash val="solid"/>
              <a:miter lim="800000"/>
              <a:headEnd type="none" w="sm" len="sm"/>
              <a:tailEnd type="triangle" w="med" len="med"/>
            </a:ln>
          </p:spPr>
        </p:cxnSp>
        <p:sp>
          <p:nvSpPr>
            <p:cNvPr id="298" name="Google Shape;298;g35766d32465_2_37">
              <a:extLst>
                <a:ext uri="{FF2B5EF4-FFF2-40B4-BE49-F238E27FC236}">
                  <a16:creationId xmlns:a16="http://schemas.microsoft.com/office/drawing/2014/main" id="{2105E852-AED4-C4D7-BB2F-BC1796D19F57}"/>
                </a:ext>
              </a:extLst>
            </p:cNvPr>
            <p:cNvSpPr txBox="1"/>
            <p:nvPr/>
          </p:nvSpPr>
          <p:spPr>
            <a:xfrm>
              <a:off x="9596703" y="3155261"/>
              <a:ext cx="1534800" cy="369300"/>
            </a:xfrm>
            <a:prstGeom prst="rect">
              <a:avLst/>
            </a:prstGeom>
            <a:noFill/>
            <a:ln>
              <a:noFill/>
            </a:ln>
          </p:spPr>
          <p:txBody>
            <a:bodyPr spcFirstLastPara="1" wrap="square" lIns="91425" tIns="45700" rIns="91425" bIns="45700" anchor="t" anchorCtr="0">
              <a:spAutoFit/>
            </a:bodyPr>
            <a:lstStyle/>
            <a:p>
              <a:pPr marL="0" marR="0" lvl="0" indent="0" algn="l" defTabSz="457200" rtl="0" eaLnBrk="1" fontAlgn="auto" latinLnBrk="0" hangingPunct="1">
                <a:lnSpc>
                  <a:spcPct val="100000"/>
                </a:lnSpc>
                <a:spcBef>
                  <a:spcPts val="0"/>
                </a:spcBef>
                <a:spcAft>
                  <a:spcPts val="0"/>
                </a:spcAft>
                <a:buClr>
                  <a:srgbClr val="000000"/>
                </a:buClr>
                <a:buSzPts val="1800"/>
                <a:buFont typeface="Arial"/>
                <a:buNone/>
                <a:tabLst/>
                <a:defRPr/>
              </a:pPr>
              <a:r>
                <a:rPr kumimoji="0" lang="en-US" sz="1800" b="0" i="0" u="none" strike="noStrike" kern="1200" cap="none" spc="0" normalizeH="0" baseline="0" noProof="0">
                  <a:ln>
                    <a:noFill/>
                  </a:ln>
                  <a:solidFill>
                    <a:prstClr val="black"/>
                  </a:solidFill>
                  <a:effectLst/>
                  <a:uLnTx/>
                  <a:uFillTx/>
                  <a:latin typeface="Calibri"/>
                  <a:ea typeface="Calibri"/>
                  <a:cs typeface="Calibri"/>
                  <a:sym typeface="Calibri"/>
                </a:rPr>
                <a:t>Third quartile</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sp>
        <p:nvSpPr>
          <p:cNvPr id="299" name="Google Shape;299;g35766d32465_2_37">
            <a:extLst>
              <a:ext uri="{FF2B5EF4-FFF2-40B4-BE49-F238E27FC236}">
                <a16:creationId xmlns:a16="http://schemas.microsoft.com/office/drawing/2014/main" id="{D507F9DE-A444-A128-273B-CFC6B126C468}"/>
              </a:ext>
            </a:extLst>
          </p:cNvPr>
          <p:cNvSpPr txBox="1"/>
          <p:nvPr/>
        </p:nvSpPr>
        <p:spPr>
          <a:xfrm>
            <a:off x="9596703" y="4614371"/>
            <a:ext cx="1611000" cy="923400"/>
          </a:xfrm>
          <a:prstGeom prst="rect">
            <a:avLst/>
          </a:prstGeom>
          <a:noFill/>
          <a:ln>
            <a:noFill/>
          </a:ln>
        </p:spPr>
        <p:txBody>
          <a:bodyPr spcFirstLastPara="1" wrap="square" lIns="91425" tIns="45700" rIns="91425" bIns="45700" anchor="t" anchorCtr="0">
            <a:spAutoFit/>
          </a:bodyPr>
          <a:lstStyle/>
          <a:p>
            <a:pPr marL="0" marR="0" lvl="0" indent="0" algn="l" defTabSz="457200" rtl="0" eaLnBrk="1" fontAlgn="auto" latinLnBrk="0" hangingPunct="1">
              <a:lnSpc>
                <a:spcPct val="100000"/>
              </a:lnSpc>
              <a:spcBef>
                <a:spcPts val="0"/>
              </a:spcBef>
              <a:spcAft>
                <a:spcPts val="0"/>
              </a:spcAft>
              <a:buClr>
                <a:srgbClr val="000000"/>
              </a:buClr>
              <a:buSzPts val="1800"/>
              <a:buFont typeface="Arial"/>
              <a:buNone/>
              <a:tabLst/>
              <a:defRPr/>
            </a:pPr>
            <a:r>
              <a:rPr kumimoji="0" lang="en-US" sz="1800" b="0" i="0" u="none" strike="noStrike" kern="1200" cap="none" spc="0" normalizeH="0" baseline="0" noProof="0">
                <a:ln>
                  <a:noFill/>
                </a:ln>
                <a:solidFill>
                  <a:prstClr val="black"/>
                </a:solidFill>
                <a:effectLst/>
                <a:uLnTx/>
                <a:uFillTx/>
                <a:latin typeface="Calibri"/>
                <a:ea typeface="Calibri"/>
                <a:cs typeface="Calibri"/>
                <a:sym typeface="Calibri"/>
              </a:rPr>
              <a:t>(25% of data points below this value)</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nvGrpSpPr>
          <p:cNvPr id="300" name="Google Shape;300;g35766d32465_2_37">
            <a:extLst>
              <a:ext uri="{FF2B5EF4-FFF2-40B4-BE49-F238E27FC236}">
                <a16:creationId xmlns:a16="http://schemas.microsoft.com/office/drawing/2014/main" id="{CCF5473B-D483-16B1-CCDF-ACF84CDE0238}"/>
              </a:ext>
            </a:extLst>
          </p:cNvPr>
          <p:cNvGrpSpPr/>
          <p:nvPr/>
        </p:nvGrpSpPr>
        <p:grpSpPr>
          <a:xfrm>
            <a:off x="10702668" y="3514098"/>
            <a:ext cx="1593559" cy="741300"/>
            <a:chOff x="10702668" y="3514098"/>
            <a:chExt cx="1593559" cy="741300"/>
          </a:xfrm>
        </p:grpSpPr>
        <p:sp>
          <p:nvSpPr>
            <p:cNvPr id="301" name="Google Shape;301;g35766d32465_2_37">
              <a:extLst>
                <a:ext uri="{FF2B5EF4-FFF2-40B4-BE49-F238E27FC236}">
                  <a16:creationId xmlns:a16="http://schemas.microsoft.com/office/drawing/2014/main" id="{CCE0E399-01E0-6509-4C28-CB528953C019}"/>
                </a:ext>
              </a:extLst>
            </p:cNvPr>
            <p:cNvSpPr/>
            <p:nvPr/>
          </p:nvSpPr>
          <p:spPr>
            <a:xfrm flipH="1">
              <a:off x="10702668" y="3514098"/>
              <a:ext cx="45600" cy="741300"/>
            </a:xfrm>
            <a:prstGeom prst="upDownArrow">
              <a:avLst>
                <a:gd name="adj1" fmla="val 50000"/>
                <a:gd name="adj2" fmla="val 50000"/>
              </a:avLst>
            </a:prstGeom>
            <a:solidFill>
              <a:schemeClr val="accent1"/>
            </a:solidFill>
            <a:ln w="381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prstClr val="white"/>
                </a:solidFill>
                <a:effectLst/>
                <a:uLnTx/>
                <a:uFillTx/>
                <a:latin typeface="Calibri"/>
                <a:ea typeface="Calibri"/>
                <a:cs typeface="Calibri"/>
                <a:sym typeface="Calibri"/>
              </a:endParaRPr>
            </a:p>
          </p:txBody>
        </p:sp>
        <p:sp>
          <p:nvSpPr>
            <p:cNvPr id="302" name="Google Shape;302;g35766d32465_2_37">
              <a:extLst>
                <a:ext uri="{FF2B5EF4-FFF2-40B4-BE49-F238E27FC236}">
                  <a16:creationId xmlns:a16="http://schemas.microsoft.com/office/drawing/2014/main" id="{0300DF1E-D807-2A47-9505-6E3211B089A0}"/>
                </a:ext>
              </a:extLst>
            </p:cNvPr>
            <p:cNvSpPr txBox="1"/>
            <p:nvPr/>
          </p:nvSpPr>
          <p:spPr>
            <a:xfrm>
              <a:off x="10852627" y="3570759"/>
              <a:ext cx="1443600" cy="646500"/>
            </a:xfrm>
            <a:prstGeom prst="rect">
              <a:avLst/>
            </a:prstGeom>
            <a:noFill/>
            <a:ln>
              <a:noFill/>
            </a:ln>
          </p:spPr>
          <p:txBody>
            <a:bodyPr spcFirstLastPara="1" wrap="square" lIns="91425" tIns="45700" rIns="91425" bIns="45700" anchor="t" anchorCtr="0">
              <a:spAutoFit/>
            </a:bodyPr>
            <a:lstStyle/>
            <a:p>
              <a:pPr marL="0" marR="0" lvl="0" indent="0" algn="l" defTabSz="457200" rtl="0" eaLnBrk="1" fontAlgn="auto" latinLnBrk="0" hangingPunct="1">
                <a:lnSpc>
                  <a:spcPct val="100000"/>
                </a:lnSpc>
                <a:spcBef>
                  <a:spcPts val="0"/>
                </a:spcBef>
                <a:spcAft>
                  <a:spcPts val="0"/>
                </a:spcAft>
                <a:buClr>
                  <a:srgbClr val="000000"/>
                </a:buClr>
                <a:buSzPts val="1800"/>
                <a:buFont typeface="Arial"/>
                <a:buNone/>
                <a:tabLst/>
                <a:defRPr/>
              </a:pPr>
              <a:r>
                <a:rPr kumimoji="0" lang="en-US" sz="1800" b="0" i="0" u="none" strike="noStrike" kern="1200" cap="none" spc="0" normalizeH="0" baseline="0" noProof="0">
                  <a:ln>
                    <a:noFill/>
                  </a:ln>
                  <a:solidFill>
                    <a:prstClr val="black"/>
                  </a:solidFill>
                  <a:effectLst/>
                  <a:uLnTx/>
                  <a:uFillTx/>
                  <a:latin typeface="Calibri"/>
                  <a:ea typeface="Calibri"/>
                  <a:cs typeface="Calibri"/>
                  <a:sym typeface="Calibri"/>
                </a:rPr>
                <a:t>Interquartile range (IQR)</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303" name="Google Shape;303;g35766d32465_2_37">
            <a:extLst>
              <a:ext uri="{FF2B5EF4-FFF2-40B4-BE49-F238E27FC236}">
                <a16:creationId xmlns:a16="http://schemas.microsoft.com/office/drawing/2014/main" id="{1FB5327F-345D-6BFE-5791-936818433CC1}"/>
              </a:ext>
            </a:extLst>
          </p:cNvPr>
          <p:cNvGrpSpPr/>
          <p:nvPr/>
        </p:nvGrpSpPr>
        <p:grpSpPr>
          <a:xfrm>
            <a:off x="6265591" y="2133600"/>
            <a:ext cx="2628080" cy="2061015"/>
            <a:chOff x="6265591" y="2133600"/>
            <a:chExt cx="2628080" cy="2061015"/>
          </a:xfrm>
        </p:grpSpPr>
        <p:cxnSp>
          <p:nvCxnSpPr>
            <p:cNvPr id="304" name="Google Shape;304;g35766d32465_2_37">
              <a:extLst>
                <a:ext uri="{FF2B5EF4-FFF2-40B4-BE49-F238E27FC236}">
                  <a16:creationId xmlns:a16="http://schemas.microsoft.com/office/drawing/2014/main" id="{0483C7E4-6D8A-A658-578D-38FC5C839E98}"/>
                </a:ext>
              </a:extLst>
            </p:cNvPr>
            <p:cNvCxnSpPr/>
            <p:nvPr/>
          </p:nvCxnSpPr>
          <p:spPr>
            <a:xfrm flipH="1">
              <a:off x="6265591" y="2537427"/>
              <a:ext cx="598800" cy="368400"/>
            </a:xfrm>
            <a:prstGeom prst="straightConnector1">
              <a:avLst/>
            </a:prstGeom>
            <a:noFill/>
            <a:ln w="38100" cap="flat" cmpd="sng">
              <a:solidFill>
                <a:schemeClr val="accent1"/>
              </a:solidFill>
              <a:prstDash val="solid"/>
              <a:miter lim="800000"/>
              <a:headEnd type="none" w="sm" len="sm"/>
              <a:tailEnd type="triangle" w="med" len="med"/>
            </a:ln>
          </p:spPr>
        </p:cxnSp>
        <p:cxnSp>
          <p:nvCxnSpPr>
            <p:cNvPr id="305" name="Google Shape;305;g35766d32465_2_37">
              <a:extLst>
                <a:ext uri="{FF2B5EF4-FFF2-40B4-BE49-F238E27FC236}">
                  <a16:creationId xmlns:a16="http://schemas.microsoft.com/office/drawing/2014/main" id="{E776640D-8457-32BF-38E4-6A6ECD24863F}"/>
                </a:ext>
              </a:extLst>
            </p:cNvPr>
            <p:cNvCxnSpPr/>
            <p:nvPr/>
          </p:nvCxnSpPr>
          <p:spPr>
            <a:xfrm flipH="1">
              <a:off x="6265671" y="2571315"/>
              <a:ext cx="690300" cy="1623300"/>
            </a:xfrm>
            <a:prstGeom prst="straightConnector1">
              <a:avLst/>
            </a:prstGeom>
            <a:noFill/>
            <a:ln w="38100" cap="flat" cmpd="sng">
              <a:solidFill>
                <a:schemeClr val="accent1"/>
              </a:solidFill>
              <a:prstDash val="solid"/>
              <a:miter lim="800000"/>
              <a:headEnd type="none" w="sm" len="sm"/>
              <a:tailEnd type="triangle" w="med" len="med"/>
            </a:ln>
          </p:spPr>
        </p:cxnSp>
        <p:sp>
          <p:nvSpPr>
            <p:cNvPr id="306" name="Google Shape;306;g35766d32465_2_37">
              <a:extLst>
                <a:ext uri="{FF2B5EF4-FFF2-40B4-BE49-F238E27FC236}">
                  <a16:creationId xmlns:a16="http://schemas.microsoft.com/office/drawing/2014/main" id="{4A6C942E-B0DE-50DE-DDDD-EEE261550630}"/>
                </a:ext>
              </a:extLst>
            </p:cNvPr>
            <p:cNvSpPr txBox="1"/>
            <p:nvPr/>
          </p:nvSpPr>
          <p:spPr>
            <a:xfrm>
              <a:off x="6955971" y="2133600"/>
              <a:ext cx="1937700" cy="646500"/>
            </a:xfrm>
            <a:prstGeom prst="rect">
              <a:avLst/>
            </a:prstGeom>
            <a:noFill/>
            <a:ln>
              <a:noFill/>
            </a:ln>
          </p:spPr>
          <p:txBody>
            <a:bodyPr spcFirstLastPara="1" wrap="square" lIns="91425" tIns="45700" rIns="91425" bIns="45700" anchor="t" anchorCtr="0">
              <a:spAutoFit/>
            </a:bodyPr>
            <a:lstStyle/>
            <a:p>
              <a:pPr marL="0" marR="0" lvl="0" indent="0" algn="l" defTabSz="457200" rtl="0" eaLnBrk="1" fontAlgn="auto" latinLnBrk="0" hangingPunct="1">
                <a:lnSpc>
                  <a:spcPct val="100000"/>
                </a:lnSpc>
                <a:spcBef>
                  <a:spcPts val="0"/>
                </a:spcBef>
                <a:spcAft>
                  <a:spcPts val="0"/>
                </a:spcAft>
                <a:buClr>
                  <a:srgbClr val="000000"/>
                </a:buClr>
                <a:buSzPts val="1800"/>
                <a:buFont typeface="Arial"/>
                <a:buNone/>
                <a:tabLst/>
                <a:defRPr/>
              </a:pPr>
              <a:r>
                <a:rPr kumimoji="0" lang="en-US" sz="1800" b="0" i="0" u="none" strike="noStrike" kern="1200" cap="none" spc="0" normalizeH="0" baseline="0" noProof="0">
                  <a:ln>
                    <a:noFill/>
                  </a:ln>
                  <a:solidFill>
                    <a:prstClr val="black"/>
                  </a:solidFill>
                  <a:effectLst/>
                  <a:uLnTx/>
                  <a:uFillTx/>
                  <a:latin typeface="Calibri"/>
                  <a:ea typeface="Calibri"/>
                  <a:cs typeface="Calibri"/>
                  <a:sym typeface="Calibri"/>
                </a:rPr>
                <a:t>Whisker length of 1.5 IQR (default)</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307" name="Google Shape;307;g35766d32465_2_37">
            <a:extLst>
              <a:ext uri="{FF2B5EF4-FFF2-40B4-BE49-F238E27FC236}">
                <a16:creationId xmlns:a16="http://schemas.microsoft.com/office/drawing/2014/main" id="{92149A70-0DE8-AB82-E90C-3B028F140F42}"/>
              </a:ext>
            </a:extLst>
          </p:cNvPr>
          <p:cNvGrpSpPr/>
          <p:nvPr/>
        </p:nvGrpSpPr>
        <p:grpSpPr>
          <a:xfrm>
            <a:off x="5087747" y="2124521"/>
            <a:ext cx="1731151" cy="934944"/>
            <a:chOff x="5087747" y="2124521"/>
            <a:chExt cx="1731151" cy="934944"/>
          </a:xfrm>
        </p:grpSpPr>
        <p:cxnSp>
          <p:nvCxnSpPr>
            <p:cNvPr id="308" name="Google Shape;308;g35766d32465_2_37">
              <a:extLst>
                <a:ext uri="{FF2B5EF4-FFF2-40B4-BE49-F238E27FC236}">
                  <a16:creationId xmlns:a16="http://schemas.microsoft.com/office/drawing/2014/main" id="{C86A5B9F-4B68-84FC-6851-1830FBE16DB4}"/>
                </a:ext>
              </a:extLst>
            </p:cNvPr>
            <p:cNvCxnSpPr/>
            <p:nvPr/>
          </p:nvCxnSpPr>
          <p:spPr>
            <a:xfrm flipH="1">
              <a:off x="5087747" y="2456765"/>
              <a:ext cx="285300" cy="602700"/>
            </a:xfrm>
            <a:prstGeom prst="straightConnector1">
              <a:avLst/>
            </a:prstGeom>
            <a:noFill/>
            <a:ln w="38100" cap="flat" cmpd="sng">
              <a:solidFill>
                <a:schemeClr val="accent1"/>
              </a:solidFill>
              <a:prstDash val="solid"/>
              <a:miter lim="800000"/>
              <a:headEnd type="none" w="sm" len="sm"/>
              <a:tailEnd type="triangle" w="med" len="med"/>
            </a:ln>
          </p:spPr>
        </p:cxnSp>
        <p:sp>
          <p:nvSpPr>
            <p:cNvPr id="309" name="Google Shape;309;g35766d32465_2_37">
              <a:extLst>
                <a:ext uri="{FF2B5EF4-FFF2-40B4-BE49-F238E27FC236}">
                  <a16:creationId xmlns:a16="http://schemas.microsoft.com/office/drawing/2014/main" id="{A8731A46-A026-83B9-9572-605A937E07EF}"/>
                </a:ext>
              </a:extLst>
            </p:cNvPr>
            <p:cNvSpPr txBox="1"/>
            <p:nvPr/>
          </p:nvSpPr>
          <p:spPr>
            <a:xfrm>
              <a:off x="5284098" y="2124521"/>
              <a:ext cx="1534800" cy="369300"/>
            </a:xfrm>
            <a:prstGeom prst="rect">
              <a:avLst/>
            </a:prstGeom>
            <a:noFill/>
            <a:ln>
              <a:noFill/>
            </a:ln>
          </p:spPr>
          <p:txBody>
            <a:bodyPr spcFirstLastPara="1" wrap="square" lIns="91425" tIns="45700" rIns="91425" bIns="45700" anchor="t" anchorCtr="0">
              <a:spAutoFit/>
            </a:bodyPr>
            <a:lstStyle/>
            <a:p>
              <a:pPr marL="0" marR="0" lvl="0" indent="0" algn="l" defTabSz="457200" rtl="0" eaLnBrk="1" fontAlgn="auto" latinLnBrk="0" hangingPunct="1">
                <a:lnSpc>
                  <a:spcPct val="100000"/>
                </a:lnSpc>
                <a:spcBef>
                  <a:spcPts val="0"/>
                </a:spcBef>
                <a:spcAft>
                  <a:spcPts val="0"/>
                </a:spcAft>
                <a:buClr>
                  <a:srgbClr val="000000"/>
                </a:buClr>
                <a:buSzPts val="1800"/>
                <a:buFont typeface="Arial"/>
                <a:buNone/>
                <a:tabLst/>
                <a:defRPr/>
              </a:pPr>
              <a:r>
                <a:rPr kumimoji="0" lang="en-US" sz="1800" b="0" i="0" u="none" strike="noStrike" kern="1200" cap="none" spc="0" normalizeH="0" baseline="0" noProof="0">
                  <a:ln>
                    <a:noFill/>
                  </a:ln>
                  <a:solidFill>
                    <a:prstClr val="black"/>
                  </a:solidFill>
                  <a:effectLst/>
                  <a:uLnTx/>
                  <a:uFillTx/>
                  <a:latin typeface="Calibri"/>
                  <a:ea typeface="Calibri"/>
                  <a:cs typeface="Calibri"/>
                  <a:sym typeface="Calibri"/>
                </a:rPr>
                <a:t>Outlier</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spTree>
    <p:extLst>
      <p:ext uri="{BB962C8B-B14F-4D97-AF65-F5344CB8AC3E}">
        <p14:creationId xmlns:p14="http://schemas.microsoft.com/office/powerpoint/2010/main" val="3784217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9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9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9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9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0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0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Shape 313">
          <a:extLst>
            <a:ext uri="{FF2B5EF4-FFF2-40B4-BE49-F238E27FC236}">
              <a16:creationId xmlns:a16="http://schemas.microsoft.com/office/drawing/2014/main" id="{DCF959EB-E3A3-40DD-3D34-6D71A94BB424}"/>
            </a:ext>
          </a:extLst>
        </p:cNvPr>
        <p:cNvGrpSpPr/>
        <p:nvPr/>
      </p:nvGrpSpPr>
      <p:grpSpPr>
        <a:xfrm>
          <a:off x="0" y="0"/>
          <a:ext cx="0" cy="0"/>
          <a:chOff x="0" y="0"/>
          <a:chExt cx="0" cy="0"/>
        </a:xfrm>
      </p:grpSpPr>
      <p:sp>
        <p:nvSpPr>
          <p:cNvPr id="314" name="Google Shape;314;g35766d32465_2_71">
            <a:extLst>
              <a:ext uri="{FF2B5EF4-FFF2-40B4-BE49-F238E27FC236}">
                <a16:creationId xmlns:a16="http://schemas.microsoft.com/office/drawing/2014/main" id="{B83879C6-B940-9D93-46A0-5DB7EEA556E0}"/>
              </a:ext>
            </a:extLst>
          </p:cNvPr>
          <p:cNvSpPr txBox="1">
            <a:spLocks noGrp="1"/>
          </p:cNvSpPr>
          <p:nvPr>
            <p:ph type="title"/>
          </p:nvPr>
        </p:nvSpPr>
        <p:spPr>
          <a:xfrm>
            <a:off x="838200" y="365126"/>
            <a:ext cx="10515600" cy="8676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rgbClr val="B01F24"/>
              </a:buClr>
              <a:buSzPct val="100000"/>
              <a:buFont typeface="Arial"/>
              <a:buNone/>
            </a:pPr>
            <a:r>
              <a:rPr lang="en-US"/>
              <a:t>Violin plots better represent the underlying density distribution</a:t>
            </a:r>
            <a:endParaRPr/>
          </a:p>
        </p:txBody>
      </p:sp>
      <p:sp>
        <p:nvSpPr>
          <p:cNvPr id="315" name="Google Shape;315;g35766d32465_2_71">
            <a:extLst>
              <a:ext uri="{FF2B5EF4-FFF2-40B4-BE49-F238E27FC236}">
                <a16:creationId xmlns:a16="http://schemas.microsoft.com/office/drawing/2014/main" id="{F5164EA3-DF54-DEFB-C6FA-A12D91B046C1}"/>
              </a:ext>
            </a:extLst>
          </p:cNvPr>
          <p:cNvSpPr txBox="1">
            <a:spLocks noGrp="1"/>
          </p:cNvSpPr>
          <p:nvPr>
            <p:ph type="ftr" idx="11"/>
          </p:nvPr>
        </p:nvSpPr>
        <p:spPr>
          <a:xfrm>
            <a:off x="984211" y="6122795"/>
            <a:ext cx="2247600" cy="365100"/>
          </a:xfrm>
          <a:prstGeom prst="rect">
            <a:avLst/>
          </a:prstGeom>
          <a:noFill/>
          <a:ln>
            <a:noFill/>
          </a:ln>
        </p:spPr>
        <p:txBody>
          <a:bodyPr spcFirstLastPara="1" wrap="square" lIns="91425" tIns="45700" rIns="91425" bIns="45700" anchor="ctr" anchorCtr="0">
            <a:noAutofit/>
          </a:bodyPr>
          <a:lstStyle/>
          <a:p>
            <a:pPr marL="0" marR="0" lvl="0" indent="0" algn="l" defTabSz="457200" rtl="0" eaLnBrk="1" fontAlgn="auto" latinLnBrk="0" hangingPunct="1">
              <a:lnSpc>
                <a:spcPct val="100000"/>
              </a:lnSpc>
              <a:spcBef>
                <a:spcPts val="0"/>
              </a:spcBef>
              <a:spcAft>
                <a:spcPts val="0"/>
              </a:spcAft>
              <a:buClrTx/>
              <a:buSzPts val="1400"/>
              <a:buFontTx/>
              <a:buNone/>
              <a:tabLst/>
              <a:defRPr/>
            </a:pPr>
            <a:r>
              <a:rPr kumimoji="0" lang="en-US" sz="1000" b="0" i="0" u="none" strike="noStrike" kern="1200" cap="all" spc="0" normalizeH="0" baseline="0" noProof="0">
                <a:ln>
                  <a:noFill/>
                </a:ln>
                <a:solidFill>
                  <a:srgbClr val="58595B"/>
                </a:solidFill>
                <a:effectLst/>
                <a:uLnTx/>
                <a:uFillTx/>
                <a:latin typeface="Arial"/>
                <a:cs typeface="Arial"/>
                <a:sym typeface="Arial"/>
              </a:rPr>
              <a:t>Footer Text</a:t>
            </a:r>
            <a:endParaRPr kumimoji="0" sz="1000" b="0" i="0" u="none" strike="noStrike" kern="1200" cap="all" spc="0" normalizeH="0" baseline="0" noProof="0">
              <a:ln>
                <a:noFill/>
              </a:ln>
              <a:solidFill>
                <a:srgbClr val="58595B"/>
              </a:solidFill>
              <a:effectLst/>
              <a:uLnTx/>
              <a:uFillTx/>
              <a:latin typeface="Arial"/>
              <a:cs typeface="Arial"/>
              <a:sym typeface="Arial"/>
            </a:endParaRPr>
          </a:p>
        </p:txBody>
      </p:sp>
      <p:sp>
        <p:nvSpPr>
          <p:cNvPr id="316" name="Google Shape;316;g35766d32465_2_71">
            <a:extLst>
              <a:ext uri="{FF2B5EF4-FFF2-40B4-BE49-F238E27FC236}">
                <a16:creationId xmlns:a16="http://schemas.microsoft.com/office/drawing/2014/main" id="{D64B5D67-6738-2CE1-F749-D9CA5D2704CA}"/>
              </a:ext>
            </a:extLst>
          </p:cNvPr>
          <p:cNvSpPr txBox="1">
            <a:spLocks noGrp="1"/>
          </p:cNvSpPr>
          <p:nvPr>
            <p:ph type="sldNum" idx="12"/>
          </p:nvPr>
        </p:nvSpPr>
        <p:spPr>
          <a:xfrm>
            <a:off x="254193" y="6122796"/>
            <a:ext cx="638100" cy="365100"/>
          </a:xfrm>
          <a:prstGeom prst="rect">
            <a:avLst/>
          </a:prstGeom>
          <a:noFill/>
          <a:ln>
            <a:noFill/>
          </a:ln>
        </p:spPr>
        <p:txBody>
          <a:bodyPr spcFirstLastPara="1" wrap="square" lIns="91425" tIns="45700" rIns="91425" bIns="45700" anchor="ctr" anchorCtr="0">
            <a:noAutofit/>
          </a:bodyPr>
          <a:lstStyle/>
          <a:p>
            <a:pPr marL="0" marR="0" lvl="0" indent="0" algn="r" defTabSz="457200" rtl="0" eaLnBrk="1" fontAlgn="auto" latinLnBrk="0" hangingPunct="1">
              <a:lnSpc>
                <a:spcPct val="100000"/>
              </a:lnSpc>
              <a:spcBef>
                <a:spcPts val="0"/>
              </a:spcBef>
              <a:spcAft>
                <a:spcPts val="0"/>
              </a:spcAft>
              <a:buClr>
                <a:srgbClr val="000000"/>
              </a:buClr>
              <a:buSzPts val="1000"/>
              <a:buFont typeface="Arial"/>
              <a:buNone/>
              <a:tabLst/>
              <a:defRPr/>
            </a:pPr>
            <a:fld id="{00000000-1234-1234-1234-123412341234}" type="slidenum">
              <a:rPr kumimoji="0" lang="en-US" sz="1000" b="0" i="0" u="none" strike="noStrike" kern="1200" cap="none" spc="0" normalizeH="0" baseline="0" noProof="0">
                <a:ln>
                  <a:noFill/>
                </a:ln>
                <a:solidFill>
                  <a:srgbClr val="58595B"/>
                </a:solidFill>
                <a:effectLst/>
                <a:uLnTx/>
                <a:uFillTx/>
                <a:latin typeface="Arial"/>
                <a:cs typeface="Arial"/>
                <a:sym typeface="Arial"/>
              </a:rPr>
              <a:pPr marL="0" marR="0" lvl="0" indent="0" algn="r" defTabSz="457200" rtl="0" eaLnBrk="1" fontAlgn="auto" latinLnBrk="0" hangingPunct="1">
                <a:lnSpc>
                  <a:spcPct val="100000"/>
                </a:lnSpc>
                <a:spcBef>
                  <a:spcPts val="0"/>
                </a:spcBef>
                <a:spcAft>
                  <a:spcPts val="0"/>
                </a:spcAft>
                <a:buClr>
                  <a:srgbClr val="000000"/>
                </a:buClr>
                <a:buSzPts val="1000"/>
                <a:buFont typeface="Arial"/>
                <a:buNone/>
                <a:tabLst/>
                <a:defRPr/>
              </a:pPr>
              <a:t>14</a:t>
            </a:fld>
            <a:endParaRPr kumimoji="0" sz="1000" b="0" i="0" u="none" strike="noStrike" kern="1200" cap="none" spc="0" normalizeH="0" baseline="0" noProof="0">
              <a:ln>
                <a:noFill/>
              </a:ln>
              <a:solidFill>
                <a:srgbClr val="58595B"/>
              </a:solidFill>
              <a:effectLst/>
              <a:uLnTx/>
              <a:uFillTx/>
              <a:latin typeface="Arial"/>
              <a:cs typeface="Arial"/>
              <a:sym typeface="Arial"/>
            </a:endParaRPr>
          </a:p>
        </p:txBody>
      </p:sp>
      <p:pic>
        <p:nvPicPr>
          <p:cNvPr id="317" name="Google Shape;317;g35766d32465_2_71" descr="A graph showing different values&#10;&#10;AI-generated content may be incorrect.">
            <a:extLst>
              <a:ext uri="{FF2B5EF4-FFF2-40B4-BE49-F238E27FC236}">
                <a16:creationId xmlns:a16="http://schemas.microsoft.com/office/drawing/2014/main" id="{D37C98B3-D3B7-A812-C8E7-B84003215B6B}"/>
              </a:ext>
            </a:extLst>
          </p:cNvPr>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945353" y="1508245"/>
            <a:ext cx="7772398" cy="4797113"/>
          </a:xfrm>
          <a:prstGeom prst="rect">
            <a:avLst/>
          </a:prstGeom>
          <a:noFill/>
          <a:ln>
            <a:noFill/>
          </a:ln>
        </p:spPr>
      </p:pic>
    </p:spTree>
    <p:extLst>
      <p:ext uri="{BB962C8B-B14F-4D97-AF65-F5344CB8AC3E}">
        <p14:creationId xmlns:p14="http://schemas.microsoft.com/office/powerpoint/2010/main" val="39394283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Shape 379"/>
        <p:cNvGrpSpPr/>
        <p:nvPr/>
      </p:nvGrpSpPr>
      <p:grpSpPr>
        <a:xfrm>
          <a:off x="0" y="0"/>
          <a:ext cx="0" cy="0"/>
          <a:chOff x="0" y="0"/>
          <a:chExt cx="0" cy="0"/>
        </a:xfrm>
      </p:grpSpPr>
      <p:sp>
        <p:nvSpPr>
          <p:cNvPr id="380" name="Google Shape;380;g35766d32465_2_129"/>
          <p:cNvSpPr txBox="1">
            <a:spLocks noGrp="1"/>
          </p:cNvSpPr>
          <p:nvPr>
            <p:ph type="title"/>
          </p:nvPr>
        </p:nvSpPr>
        <p:spPr>
          <a:xfrm>
            <a:off x="838200" y="365126"/>
            <a:ext cx="10515600" cy="8676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rgbClr val="B01F24"/>
              </a:buClr>
              <a:buSzPct val="100000"/>
              <a:buFont typeface="Arial"/>
              <a:buNone/>
            </a:pPr>
            <a:r>
              <a:rPr lang="en-US"/>
              <a:t>A small multiple can be invaluable in exploratory data analysis</a:t>
            </a:r>
            <a:endParaRPr/>
          </a:p>
        </p:txBody>
      </p:sp>
      <p:sp>
        <p:nvSpPr>
          <p:cNvPr id="381" name="Google Shape;381;g35766d32465_2_129"/>
          <p:cNvSpPr txBox="1">
            <a:spLocks noGrp="1"/>
          </p:cNvSpPr>
          <p:nvPr>
            <p:ph type="ftr" idx="11"/>
          </p:nvPr>
        </p:nvSpPr>
        <p:spPr>
          <a:xfrm>
            <a:off x="984211" y="6122795"/>
            <a:ext cx="2247600" cy="3651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Footer Text</a:t>
            </a:r>
            <a:endParaRPr/>
          </a:p>
        </p:txBody>
      </p:sp>
      <p:sp>
        <p:nvSpPr>
          <p:cNvPr id="382" name="Google Shape;382;g35766d32465_2_129"/>
          <p:cNvSpPr txBox="1">
            <a:spLocks noGrp="1"/>
          </p:cNvSpPr>
          <p:nvPr>
            <p:ph type="sldNum" idx="12"/>
          </p:nvPr>
        </p:nvSpPr>
        <p:spPr>
          <a:xfrm>
            <a:off x="254193" y="6122796"/>
            <a:ext cx="6381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en-US"/>
              <a:t>15</a:t>
            </a:fld>
            <a:endParaRPr/>
          </a:p>
        </p:txBody>
      </p:sp>
      <p:pic>
        <p:nvPicPr>
          <p:cNvPr id="383" name="Google Shape;383;g35766d32465_2_129" descr="A graph of positive positivity&#10;&#10;AI-generated content may be incorrect."/>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983921" y="1688928"/>
            <a:ext cx="7772401" cy="4798993"/>
          </a:xfrm>
          <a:prstGeom prst="rect">
            <a:avLst/>
          </a:prstGeom>
          <a:noFill/>
          <a:ln>
            <a:noFill/>
          </a:ln>
        </p:spPr>
      </p:pic>
    </p:spTree>
    <p:extLst>
      <p:ext uri="{BB962C8B-B14F-4D97-AF65-F5344CB8AC3E}">
        <p14:creationId xmlns:p14="http://schemas.microsoft.com/office/powerpoint/2010/main" val="487855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2EDF1-1F99-03CE-6D51-BDB33B2026BC}"/>
              </a:ext>
            </a:extLst>
          </p:cNvPr>
          <p:cNvSpPr>
            <a:spLocks noGrp="1"/>
          </p:cNvSpPr>
          <p:nvPr>
            <p:ph type="title"/>
          </p:nvPr>
        </p:nvSpPr>
        <p:spPr/>
        <p:txBody>
          <a:bodyPr/>
          <a:lstStyle/>
          <a:p>
            <a:r>
              <a:rPr lang="en-US" dirty="0"/>
              <a:t>Compare &amp; relate</a:t>
            </a:r>
          </a:p>
        </p:txBody>
      </p:sp>
      <p:sp>
        <p:nvSpPr>
          <p:cNvPr id="3" name="Content Placeholder 2">
            <a:extLst>
              <a:ext uri="{FF2B5EF4-FFF2-40B4-BE49-F238E27FC236}">
                <a16:creationId xmlns:a16="http://schemas.microsoft.com/office/drawing/2014/main" id="{19934077-E679-02DC-8355-6D90CC986C07}"/>
              </a:ext>
            </a:extLst>
          </p:cNvPr>
          <p:cNvSpPr>
            <a:spLocks noGrp="1"/>
          </p:cNvSpPr>
          <p:nvPr>
            <p:ph idx="1"/>
          </p:nvPr>
        </p:nvSpPr>
        <p:spPr/>
        <p:txBody>
          <a:bodyPr/>
          <a:lstStyle/>
          <a:p>
            <a:pPr marL="0" indent="0">
              <a:buNone/>
            </a:pPr>
            <a:r>
              <a:rPr lang="en-US" dirty="0">
                <a:solidFill>
                  <a:schemeClr val="accent1"/>
                </a:solidFill>
              </a:rPr>
              <a:t>Goal is to show differences, trends over time, relationships between variables, and uncertainty, identify patterns</a:t>
            </a:r>
          </a:p>
          <a:p>
            <a:pPr marL="0" indent="0">
              <a:buNone/>
            </a:pPr>
            <a:endParaRPr lang="en-US" dirty="0"/>
          </a:p>
          <a:p>
            <a:pPr marL="239713" indent="-239713"/>
            <a:r>
              <a:rPr lang="en-US" dirty="0"/>
              <a:t>Consider different data types and their relationships</a:t>
            </a:r>
          </a:p>
          <a:p>
            <a:pPr marL="239713" indent="-239713"/>
            <a:r>
              <a:rPr lang="en-US" dirty="0"/>
              <a:t>Choose visualization that most effectively displays the desired comparison or pattern</a:t>
            </a:r>
          </a:p>
        </p:txBody>
      </p:sp>
    </p:spTree>
    <p:extLst>
      <p:ext uri="{BB962C8B-B14F-4D97-AF65-F5344CB8AC3E}">
        <p14:creationId xmlns:p14="http://schemas.microsoft.com/office/powerpoint/2010/main" val="9138937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082B8-0A98-1E6B-2C9F-E4A10E79BC43}"/>
              </a:ext>
            </a:extLst>
          </p:cNvPr>
          <p:cNvSpPr>
            <a:spLocks noGrp="1"/>
          </p:cNvSpPr>
          <p:nvPr>
            <p:ph type="title"/>
          </p:nvPr>
        </p:nvSpPr>
        <p:spPr>
          <a:xfrm>
            <a:off x="5951728" y="585216"/>
            <a:ext cx="5740739" cy="1499616"/>
          </a:xfrm>
        </p:spPr>
        <p:txBody>
          <a:bodyPr>
            <a:normAutofit/>
          </a:bodyPr>
          <a:lstStyle/>
          <a:p>
            <a:r>
              <a:rPr lang="en-US" dirty="0"/>
              <a:t>consider types of data</a:t>
            </a:r>
          </a:p>
        </p:txBody>
      </p:sp>
      <p:pic>
        <p:nvPicPr>
          <p:cNvPr id="9" name="Picture 8" descr="Close-up of assorted color chalk">
            <a:extLst>
              <a:ext uri="{FF2B5EF4-FFF2-40B4-BE49-F238E27FC236}">
                <a16:creationId xmlns:a16="http://schemas.microsoft.com/office/drawing/2014/main" id="{08C1938A-3233-7E76-0A72-327C2C17F29D}"/>
              </a:ext>
            </a:extLst>
          </p:cNvPr>
          <p:cNvPicPr>
            <a:picLocks noChangeAspect="1"/>
          </p:cNvPicPr>
          <p:nvPr/>
        </p:nvPicPr>
        <p:blipFill>
          <a:blip r:embed="rId3" cstate="screen">
            <a:extLst>
              <a:ext uri="{28A0092B-C50C-407E-A947-70E740481C1C}">
                <a14:useLocalDpi xmlns:a14="http://schemas.microsoft.com/office/drawing/2010/main"/>
              </a:ext>
            </a:extLst>
          </a:blip>
          <a:srcRect b="-4"/>
          <a:stretch>
            <a:fillRect/>
          </a:stretch>
        </p:blipFill>
        <p:spPr>
          <a:xfrm>
            <a:off x="484635" y="484632"/>
            <a:ext cx="3248521" cy="3511948"/>
          </a:xfrm>
          <a:prstGeom prst="rect">
            <a:avLst/>
          </a:prstGeom>
        </p:spPr>
      </p:pic>
      <p:sp>
        <p:nvSpPr>
          <p:cNvPr id="14" name="Rectangle 13">
            <a:extLst>
              <a:ext uri="{FF2B5EF4-FFF2-40B4-BE49-F238E27FC236}">
                <a16:creationId xmlns:a16="http://schemas.microsoft.com/office/drawing/2014/main" id="{50F78CF7-743D-4F97-AEAF-6D872AEF4A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97745" y="484632"/>
            <a:ext cx="1082693" cy="3511948"/>
          </a:xfrm>
          <a:prstGeom prst="rect">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Connector 15">
            <a:extLst>
              <a:ext uri="{FF2B5EF4-FFF2-40B4-BE49-F238E27FC236}">
                <a16:creationId xmlns:a16="http://schemas.microsoft.com/office/drawing/2014/main" id="{A7DCBFCC-8C5F-4A93-997F-0A2BB3F0DF7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56896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5" name="Picture 4" descr="A pile of 3D yellow numbers">
            <a:extLst>
              <a:ext uri="{FF2B5EF4-FFF2-40B4-BE49-F238E27FC236}">
                <a16:creationId xmlns:a16="http://schemas.microsoft.com/office/drawing/2014/main" id="{0E9A07E4-B110-E276-E455-13D9A2F08509}"/>
              </a:ext>
            </a:extLst>
          </p:cNvPr>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a:xfrm>
            <a:off x="484633" y="4150596"/>
            <a:ext cx="4495802" cy="2231808"/>
          </a:xfrm>
          <a:prstGeom prst="rect">
            <a:avLst/>
          </a:prstGeom>
        </p:spPr>
      </p:pic>
      <p:sp>
        <p:nvSpPr>
          <p:cNvPr id="3" name="Content Placeholder 2">
            <a:extLst>
              <a:ext uri="{FF2B5EF4-FFF2-40B4-BE49-F238E27FC236}">
                <a16:creationId xmlns:a16="http://schemas.microsoft.com/office/drawing/2014/main" id="{70169298-EC27-5B43-1672-1BE666DD556F}"/>
              </a:ext>
            </a:extLst>
          </p:cNvPr>
          <p:cNvSpPr>
            <a:spLocks noGrp="1"/>
          </p:cNvSpPr>
          <p:nvPr>
            <p:ph idx="1"/>
          </p:nvPr>
        </p:nvSpPr>
        <p:spPr>
          <a:xfrm>
            <a:off x="5951728" y="2286000"/>
            <a:ext cx="5740739" cy="4023360"/>
          </a:xfrm>
        </p:spPr>
        <p:txBody>
          <a:bodyPr>
            <a:normAutofit/>
          </a:bodyPr>
          <a:lstStyle/>
          <a:p>
            <a:r>
              <a:rPr lang="en-US" dirty="0"/>
              <a:t> Quantitative (numeric)</a:t>
            </a:r>
          </a:p>
          <a:p>
            <a:r>
              <a:rPr lang="en-US" dirty="0"/>
              <a:t> Qualitative (categorical)</a:t>
            </a:r>
          </a:p>
          <a:p>
            <a:pPr marL="310896" lvl="2" indent="0">
              <a:buNone/>
            </a:pPr>
            <a:r>
              <a:rPr lang="en-US" dirty="0"/>
              <a:t>- Ordered vs not</a:t>
            </a:r>
          </a:p>
        </p:txBody>
      </p:sp>
    </p:spTree>
    <p:extLst>
      <p:ext uri="{BB962C8B-B14F-4D97-AF65-F5344CB8AC3E}">
        <p14:creationId xmlns:p14="http://schemas.microsoft.com/office/powerpoint/2010/main" val="21950641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dirty="0"/>
              <a:t>quantitative relationships</a:t>
            </a:r>
            <a:endParaRPr dirty="0"/>
          </a:p>
        </p:txBody>
      </p:sp>
      <p:sp>
        <p:nvSpPr>
          <p:cNvPr id="189" name="Google Shape;189;p2"/>
          <p:cNvSpPr txBox="1">
            <a:spLocks noGrp="1"/>
          </p:cNvSpPr>
          <p:nvPr>
            <p:ph idx="1"/>
          </p:nvPr>
        </p:nvSpPr>
        <p:spPr>
          <a:xfrm>
            <a:off x="1024128" y="2286000"/>
            <a:ext cx="10253472" cy="4023360"/>
          </a:xfrm>
          <a:prstGeom prst="rect">
            <a:avLst/>
          </a:prstGeom>
          <a:noFill/>
          <a:ln>
            <a:noFill/>
          </a:ln>
        </p:spPr>
        <p:txBody>
          <a:bodyPr spcFirstLastPara="1" wrap="square" lIns="91425" tIns="45700" rIns="91425" bIns="45700" anchor="t" anchorCtr="0">
            <a:noAutofit/>
          </a:bodyPr>
          <a:lstStyle/>
          <a:p>
            <a:pPr marL="22860" indent="0">
              <a:spcBef>
                <a:spcPts val="500"/>
              </a:spcBef>
              <a:buSzPts val="1800"/>
              <a:buNone/>
            </a:pPr>
            <a:r>
              <a:rPr lang="en-US" sz="2800" dirty="0"/>
              <a:t>Create 2 graphs from available data sets using any tool you prefer</a:t>
            </a:r>
          </a:p>
          <a:p>
            <a:pPr marL="379476" lvl="2" indent="0">
              <a:spcBef>
                <a:spcPts val="500"/>
              </a:spcBef>
              <a:buSzPts val="1800"/>
              <a:buNone/>
            </a:pPr>
            <a:r>
              <a:rPr lang="en-US" sz="2800" dirty="0"/>
              <a:t>1. Quantitative values and qualitative items</a:t>
            </a:r>
          </a:p>
          <a:p>
            <a:pPr marL="379476" lvl="2" indent="0">
              <a:spcBef>
                <a:spcPts val="500"/>
              </a:spcBef>
              <a:buSzPts val="1800"/>
              <a:buNone/>
            </a:pPr>
            <a:r>
              <a:rPr lang="en-US" sz="2800" dirty="0"/>
              <a:t>2. Multiple quantitative values</a:t>
            </a:r>
          </a:p>
          <a:p>
            <a:pPr marL="22860" indent="0">
              <a:spcBef>
                <a:spcPts val="500"/>
              </a:spcBef>
              <a:buSzPts val="1800"/>
              <a:buNone/>
            </a:pPr>
            <a:endParaRPr lang="en-US" sz="2800" dirty="0"/>
          </a:p>
          <a:p>
            <a:pPr marL="22860" indent="0">
              <a:spcBef>
                <a:spcPts val="500"/>
              </a:spcBef>
              <a:buSzPts val="1800"/>
              <a:buNone/>
            </a:pPr>
            <a:r>
              <a:rPr lang="en-US" sz="1800" dirty="0"/>
              <a:t>Available data sets:</a:t>
            </a:r>
          </a:p>
          <a:p>
            <a:pPr marL="238125" indent="-215900">
              <a:spcBef>
                <a:spcPts val="500"/>
              </a:spcBef>
              <a:buClr>
                <a:schemeClr val="tx1"/>
              </a:buClr>
              <a:buSzPts val="1800"/>
            </a:pPr>
            <a:r>
              <a:rPr lang="en-US" sz="1800" dirty="0" err="1"/>
              <a:t>batch_data.csv</a:t>
            </a:r>
            <a:r>
              <a:rPr lang="en-US" sz="1800" dirty="0"/>
              <a:t> </a:t>
            </a:r>
          </a:p>
          <a:p>
            <a:pPr marL="238125" indent="-215900">
              <a:spcBef>
                <a:spcPts val="500"/>
              </a:spcBef>
              <a:buClr>
                <a:schemeClr val="tx1"/>
              </a:buClr>
              <a:buSzPts val="1800"/>
            </a:pPr>
            <a:r>
              <a:rPr lang="en-US" sz="1800" dirty="0" err="1"/>
              <a:t>batch_data_wide.csv</a:t>
            </a:r>
            <a:endParaRPr lang="en-US" sz="1800" dirty="0"/>
          </a:p>
          <a:p>
            <a:pPr marL="238125" indent="-215900">
              <a:spcBef>
                <a:spcPts val="500"/>
              </a:spcBef>
              <a:buClr>
                <a:schemeClr val="tx1"/>
              </a:buClr>
              <a:buSzPts val="1800"/>
            </a:pPr>
            <a:r>
              <a:rPr lang="en-US" sz="1800" dirty="0" err="1"/>
              <a:t>chem_data.csv</a:t>
            </a:r>
            <a:endParaRPr lang="en-US" sz="1800" dirty="0"/>
          </a:p>
          <a:p>
            <a:pPr marL="238125" indent="-215900">
              <a:spcBef>
                <a:spcPts val="500"/>
              </a:spcBef>
              <a:buClr>
                <a:schemeClr val="tx1"/>
              </a:buClr>
              <a:buSzPts val="1800"/>
            </a:pPr>
            <a:r>
              <a:rPr lang="en-US" sz="1800" dirty="0" err="1"/>
              <a:t>chem_data_wide.csv</a:t>
            </a:r>
            <a:endParaRPr lang="en-US" sz="1800" dirty="0"/>
          </a:p>
          <a:p>
            <a:pPr marL="238125" indent="-215900">
              <a:spcBef>
                <a:spcPts val="500"/>
              </a:spcBef>
              <a:buClr>
                <a:schemeClr val="tx1"/>
              </a:buClr>
              <a:buSzPts val="1800"/>
            </a:pPr>
            <a:r>
              <a:rPr lang="en-US" sz="1800" dirty="0" err="1"/>
              <a:t>lab_exp.csv</a:t>
            </a:r>
            <a:endParaRPr sz="1800" dirty="0"/>
          </a:p>
        </p:txBody>
      </p:sp>
      <p:sp>
        <p:nvSpPr>
          <p:cNvPr id="190" name="Google Shape;190;p2"/>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18</a:t>
            </a:fld>
            <a:endParaRPr/>
          </a:p>
        </p:txBody>
      </p:sp>
      <p:sp>
        <p:nvSpPr>
          <p:cNvPr id="6" name="TextBox 5">
            <a:extLst>
              <a:ext uri="{FF2B5EF4-FFF2-40B4-BE49-F238E27FC236}">
                <a16:creationId xmlns:a16="http://schemas.microsoft.com/office/drawing/2014/main" id="{6DA78A3A-7D11-ACA6-2F8A-7FD2772C8190}"/>
              </a:ext>
            </a:extLst>
          </p:cNvPr>
          <p:cNvSpPr txBox="1"/>
          <p:nvPr/>
        </p:nvSpPr>
        <p:spPr>
          <a:xfrm>
            <a:off x="8368328" y="264622"/>
            <a:ext cx="3299301" cy="1200329"/>
          </a:xfrm>
          <a:prstGeom prst="rect">
            <a:avLst/>
          </a:prstGeom>
          <a:noFill/>
        </p:spPr>
        <p:txBody>
          <a:bodyPr wrap="none" rtlCol="0">
            <a:spAutoFit/>
          </a:bodyPr>
          <a:lstStyle/>
          <a:p>
            <a:r>
              <a:rPr lang="en-US" sz="7200" b="1" dirty="0">
                <a:solidFill>
                  <a:schemeClr val="accent1"/>
                </a:solidFill>
              </a:rPr>
              <a:t>Exercise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EEE8F87-05FB-5749-1A21-624493EDE74D}"/>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DADAE507-5429-2F8A-090E-66492640C1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12" name="Oval 5">
            <a:extLst>
              <a:ext uri="{FF2B5EF4-FFF2-40B4-BE49-F238E27FC236}">
                <a16:creationId xmlns:a16="http://schemas.microsoft.com/office/drawing/2014/main" id="{C2A8D4A5-330C-CF29-7079-5FC7B33418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cxnSp>
        <p:nvCxnSpPr>
          <p:cNvPr id="14" name="Straight Connector 13">
            <a:extLst>
              <a:ext uri="{FF2B5EF4-FFF2-40B4-BE49-F238E27FC236}">
                <a16:creationId xmlns:a16="http://schemas.microsoft.com/office/drawing/2014/main" id="{967544B6-1663-459D-6B44-4DE26D043E2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useBgFill="1">
        <p:nvSpPr>
          <p:cNvPr id="16" name="Rectangle 15">
            <a:extLst>
              <a:ext uri="{FF2B5EF4-FFF2-40B4-BE49-F238E27FC236}">
                <a16:creationId xmlns:a16="http://schemas.microsoft.com/office/drawing/2014/main" id="{9BADD2F7-25BB-77A3-A4FB-9E62A7A74B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188726" cy="68589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18" name="Freeform 16">
            <a:extLst>
              <a:ext uri="{FF2B5EF4-FFF2-40B4-BE49-F238E27FC236}">
                <a16:creationId xmlns:a16="http://schemas.microsoft.com/office/drawing/2014/main" id="{DB2F8497-8B9F-DA4A-B618-14CA969C9F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0396" y="1276539"/>
            <a:ext cx="5570417" cy="4304276"/>
          </a:xfrm>
          <a:custGeom>
            <a:avLst/>
            <a:gdLst>
              <a:gd name="connsiteX0" fmla="*/ 4985599 w 5593163"/>
              <a:gd name="connsiteY0" fmla="*/ 636203 h 4305008"/>
              <a:gd name="connsiteX1" fmla="*/ 5528908 w 5593163"/>
              <a:gd name="connsiteY1" fmla="*/ 1181049 h 4305008"/>
              <a:gd name="connsiteX2" fmla="*/ 4985599 w 5593163"/>
              <a:gd name="connsiteY2" fmla="*/ 636203 h 4305008"/>
              <a:gd name="connsiteX3" fmla="*/ 4985599 w 5593163"/>
              <a:gd name="connsiteY3" fmla="*/ 2333028 h 4305008"/>
              <a:gd name="connsiteX4" fmla="*/ 5528908 w 5593163"/>
              <a:gd name="connsiteY4" fmla="*/ 2877874 h 4305008"/>
              <a:gd name="connsiteX5" fmla="*/ 4985599 w 5593163"/>
              <a:gd name="connsiteY5" fmla="*/ 2333028 h 4305008"/>
              <a:gd name="connsiteX6" fmla="*/ 4985597 w 5593163"/>
              <a:gd name="connsiteY6" fmla="*/ 2034258 h 4305008"/>
              <a:gd name="connsiteX7" fmla="*/ 5528906 w 5593163"/>
              <a:gd name="connsiteY7" fmla="*/ 1493690 h 4305008"/>
              <a:gd name="connsiteX8" fmla="*/ 4985597 w 5593163"/>
              <a:gd name="connsiteY8" fmla="*/ 2034258 h 4305008"/>
              <a:gd name="connsiteX9" fmla="*/ 4985597 w 5593163"/>
              <a:gd name="connsiteY9" fmla="*/ 3731083 h 4305008"/>
              <a:gd name="connsiteX10" fmla="*/ 5528906 w 5593163"/>
              <a:gd name="connsiteY10" fmla="*/ 3190516 h 4305008"/>
              <a:gd name="connsiteX11" fmla="*/ 4985597 w 5593163"/>
              <a:gd name="connsiteY11" fmla="*/ 3731083 h 4305008"/>
              <a:gd name="connsiteX12" fmla="*/ 4842232 w 5593163"/>
              <a:gd name="connsiteY12" fmla="*/ 503273 h 4305008"/>
              <a:gd name="connsiteX13" fmla="*/ 4842826 w 5593163"/>
              <a:gd name="connsiteY13" fmla="*/ 491833 h 4305008"/>
              <a:gd name="connsiteX14" fmla="*/ 4843324 w 5593163"/>
              <a:gd name="connsiteY14" fmla="*/ 491866 h 4305008"/>
              <a:gd name="connsiteX15" fmla="*/ 4843350 w 5593163"/>
              <a:gd name="connsiteY15" fmla="*/ 491372 h 4305008"/>
              <a:gd name="connsiteX16" fmla="*/ 4860437 w 5593163"/>
              <a:gd name="connsiteY16" fmla="*/ 492995 h 4305008"/>
              <a:gd name="connsiteX17" fmla="*/ 4955899 w 5593163"/>
              <a:gd name="connsiteY17" fmla="*/ 502060 h 4305008"/>
              <a:gd name="connsiteX18" fmla="*/ 4972112 w 5593163"/>
              <a:gd name="connsiteY18" fmla="*/ 503599 h 4305008"/>
              <a:gd name="connsiteX19" fmla="*/ 4972229 w 5593163"/>
              <a:gd name="connsiteY19" fmla="*/ 504747 h 4305008"/>
              <a:gd name="connsiteX20" fmla="*/ 5583809 w 5593163"/>
              <a:gd name="connsiteY20" fmla="*/ 948988 h 4305008"/>
              <a:gd name="connsiteX21" fmla="*/ 5593163 w 5593163"/>
              <a:gd name="connsiteY21" fmla="*/ 971822 h 4305008"/>
              <a:gd name="connsiteX22" fmla="*/ 5593163 w 5593163"/>
              <a:gd name="connsiteY22" fmla="*/ 1318474 h 4305008"/>
              <a:gd name="connsiteX23" fmla="*/ 5558612 w 5593163"/>
              <a:gd name="connsiteY23" fmla="*/ 1315193 h 4305008"/>
              <a:gd name="connsiteX24" fmla="*/ 5542395 w 5593163"/>
              <a:gd name="connsiteY24" fmla="*/ 1313653 h 4305008"/>
              <a:gd name="connsiteX25" fmla="*/ 5542279 w 5593163"/>
              <a:gd name="connsiteY25" fmla="*/ 1312505 h 4305008"/>
              <a:gd name="connsiteX26" fmla="*/ 4852114 w 5593163"/>
              <a:gd name="connsiteY26" fmla="*/ 619464 h 4305008"/>
              <a:gd name="connsiteX27" fmla="*/ 4851608 w 5593163"/>
              <a:gd name="connsiteY27" fmla="*/ 619401 h 4305008"/>
              <a:gd name="connsiteX28" fmla="*/ 4851070 w 5593163"/>
              <a:gd name="connsiteY28" fmla="*/ 612725 h 4305008"/>
              <a:gd name="connsiteX29" fmla="*/ 4843603 w 5593163"/>
              <a:gd name="connsiteY29" fmla="*/ 520249 h 4305008"/>
              <a:gd name="connsiteX30" fmla="*/ 4842232 w 5593163"/>
              <a:gd name="connsiteY30" fmla="*/ 503273 h 4305008"/>
              <a:gd name="connsiteX31" fmla="*/ 4842232 w 5593163"/>
              <a:gd name="connsiteY31" fmla="*/ 2200098 h 4305008"/>
              <a:gd name="connsiteX32" fmla="*/ 4842826 w 5593163"/>
              <a:gd name="connsiteY32" fmla="*/ 2188658 h 4305008"/>
              <a:gd name="connsiteX33" fmla="*/ 4843324 w 5593163"/>
              <a:gd name="connsiteY33" fmla="*/ 2188691 h 4305008"/>
              <a:gd name="connsiteX34" fmla="*/ 4843350 w 5593163"/>
              <a:gd name="connsiteY34" fmla="*/ 2188197 h 4305008"/>
              <a:gd name="connsiteX35" fmla="*/ 4860437 w 5593163"/>
              <a:gd name="connsiteY35" fmla="*/ 2189820 h 4305008"/>
              <a:gd name="connsiteX36" fmla="*/ 4955899 w 5593163"/>
              <a:gd name="connsiteY36" fmla="*/ 2198885 h 4305008"/>
              <a:gd name="connsiteX37" fmla="*/ 4972112 w 5593163"/>
              <a:gd name="connsiteY37" fmla="*/ 2200424 h 4305008"/>
              <a:gd name="connsiteX38" fmla="*/ 4972229 w 5593163"/>
              <a:gd name="connsiteY38" fmla="*/ 2201572 h 4305008"/>
              <a:gd name="connsiteX39" fmla="*/ 5583809 w 5593163"/>
              <a:gd name="connsiteY39" fmla="*/ 2645813 h 4305008"/>
              <a:gd name="connsiteX40" fmla="*/ 5593163 w 5593163"/>
              <a:gd name="connsiteY40" fmla="*/ 2668647 h 4305008"/>
              <a:gd name="connsiteX41" fmla="*/ 5593163 w 5593163"/>
              <a:gd name="connsiteY41" fmla="*/ 3015299 h 4305008"/>
              <a:gd name="connsiteX42" fmla="*/ 5558612 w 5593163"/>
              <a:gd name="connsiteY42" fmla="*/ 3012018 h 4305008"/>
              <a:gd name="connsiteX43" fmla="*/ 5542395 w 5593163"/>
              <a:gd name="connsiteY43" fmla="*/ 3010478 h 4305008"/>
              <a:gd name="connsiteX44" fmla="*/ 5542279 w 5593163"/>
              <a:gd name="connsiteY44" fmla="*/ 3009330 h 4305008"/>
              <a:gd name="connsiteX45" fmla="*/ 4852114 w 5593163"/>
              <a:gd name="connsiteY45" fmla="*/ 2316289 h 4305008"/>
              <a:gd name="connsiteX46" fmla="*/ 4851608 w 5593163"/>
              <a:gd name="connsiteY46" fmla="*/ 2316226 h 4305008"/>
              <a:gd name="connsiteX47" fmla="*/ 4851070 w 5593163"/>
              <a:gd name="connsiteY47" fmla="*/ 2309550 h 4305008"/>
              <a:gd name="connsiteX48" fmla="*/ 4843603 w 5593163"/>
              <a:gd name="connsiteY48" fmla="*/ 2217074 h 4305008"/>
              <a:gd name="connsiteX49" fmla="*/ 4842232 w 5593163"/>
              <a:gd name="connsiteY49" fmla="*/ 2200098 h 4305008"/>
              <a:gd name="connsiteX50" fmla="*/ 4842232 w 5593163"/>
              <a:gd name="connsiteY50" fmla="*/ 3896923 h 4305008"/>
              <a:gd name="connsiteX51" fmla="*/ 4842826 w 5593163"/>
              <a:gd name="connsiteY51" fmla="*/ 3885483 h 4305008"/>
              <a:gd name="connsiteX52" fmla="*/ 4843324 w 5593163"/>
              <a:gd name="connsiteY52" fmla="*/ 3885516 h 4305008"/>
              <a:gd name="connsiteX53" fmla="*/ 4843350 w 5593163"/>
              <a:gd name="connsiteY53" fmla="*/ 3885022 h 4305008"/>
              <a:gd name="connsiteX54" fmla="*/ 4860437 w 5593163"/>
              <a:gd name="connsiteY54" fmla="*/ 3886645 h 4305008"/>
              <a:gd name="connsiteX55" fmla="*/ 4955899 w 5593163"/>
              <a:gd name="connsiteY55" fmla="*/ 3895710 h 4305008"/>
              <a:gd name="connsiteX56" fmla="*/ 4972112 w 5593163"/>
              <a:gd name="connsiteY56" fmla="*/ 3897249 h 4305008"/>
              <a:gd name="connsiteX57" fmla="*/ 4972229 w 5593163"/>
              <a:gd name="connsiteY57" fmla="*/ 3898397 h 4305008"/>
              <a:gd name="connsiteX58" fmla="*/ 5532481 w 5593163"/>
              <a:gd name="connsiteY58" fmla="*/ 4255797 h 4305008"/>
              <a:gd name="connsiteX59" fmla="*/ 5560926 w 5593163"/>
              <a:gd name="connsiteY59" fmla="*/ 4305008 h 4305008"/>
              <a:gd name="connsiteX60" fmla="*/ 5409877 w 5593163"/>
              <a:gd name="connsiteY60" fmla="*/ 4305008 h 4305008"/>
              <a:gd name="connsiteX61" fmla="*/ 5357754 w 5593163"/>
              <a:gd name="connsiteY61" fmla="*/ 4241205 h 4305008"/>
              <a:gd name="connsiteX62" fmla="*/ 4985599 w 5593163"/>
              <a:gd name="connsiteY62" fmla="*/ 4029853 h 4305008"/>
              <a:gd name="connsiteX63" fmla="*/ 5084780 w 5593163"/>
              <a:gd name="connsiteY63" fmla="*/ 4271827 h 4305008"/>
              <a:gd name="connsiteX64" fmla="*/ 5111462 w 5593163"/>
              <a:gd name="connsiteY64" fmla="*/ 4305008 h 4305008"/>
              <a:gd name="connsiteX65" fmla="*/ 4957353 w 5593163"/>
              <a:gd name="connsiteY65" fmla="*/ 4305008 h 4305008"/>
              <a:gd name="connsiteX66" fmla="*/ 4927231 w 5593163"/>
              <a:gd name="connsiteY66" fmla="*/ 4254710 h 4305008"/>
              <a:gd name="connsiteX67" fmla="*/ 4852114 w 5593163"/>
              <a:gd name="connsiteY67" fmla="*/ 4013114 h 4305008"/>
              <a:gd name="connsiteX68" fmla="*/ 4851608 w 5593163"/>
              <a:gd name="connsiteY68" fmla="*/ 4013051 h 4305008"/>
              <a:gd name="connsiteX69" fmla="*/ 4851070 w 5593163"/>
              <a:gd name="connsiteY69" fmla="*/ 4006375 h 4305008"/>
              <a:gd name="connsiteX70" fmla="*/ 4843603 w 5593163"/>
              <a:gd name="connsiteY70" fmla="*/ 3913899 h 4305008"/>
              <a:gd name="connsiteX71" fmla="*/ 4842232 w 5593163"/>
              <a:gd name="connsiteY71" fmla="*/ 3896923 h 4305008"/>
              <a:gd name="connsiteX72" fmla="*/ 4842230 w 5593163"/>
              <a:gd name="connsiteY72" fmla="*/ 469318 h 4305008"/>
              <a:gd name="connsiteX73" fmla="*/ 4843601 w 5593163"/>
              <a:gd name="connsiteY73" fmla="*/ 452471 h 4305008"/>
              <a:gd name="connsiteX74" fmla="*/ 4851065 w 5593163"/>
              <a:gd name="connsiteY74" fmla="*/ 360740 h 4305008"/>
              <a:gd name="connsiteX75" fmla="*/ 4851605 w 5593163"/>
              <a:gd name="connsiteY75" fmla="*/ 354103 h 4305008"/>
              <a:gd name="connsiteX76" fmla="*/ 4852110 w 5593163"/>
              <a:gd name="connsiteY76" fmla="*/ 354040 h 4305008"/>
              <a:gd name="connsiteX77" fmla="*/ 4936323 w 5593163"/>
              <a:gd name="connsiteY77" fmla="*/ 96778 h 4305008"/>
              <a:gd name="connsiteX78" fmla="*/ 4998957 w 5593163"/>
              <a:gd name="connsiteY78" fmla="*/ 0 h 4305008"/>
              <a:gd name="connsiteX79" fmla="*/ 5167333 w 5593163"/>
              <a:gd name="connsiteY79" fmla="*/ 0 h 4305008"/>
              <a:gd name="connsiteX80" fmla="*/ 5099105 w 5593163"/>
              <a:gd name="connsiteY80" fmla="*/ 76659 h 4305008"/>
              <a:gd name="connsiteX81" fmla="*/ 4985597 w 5593163"/>
              <a:gd name="connsiteY81" fmla="*/ 337433 h 4305008"/>
              <a:gd name="connsiteX82" fmla="*/ 5424571 w 5593163"/>
              <a:gd name="connsiteY82" fmla="*/ 44350 h 4305008"/>
              <a:gd name="connsiteX83" fmla="*/ 5446799 w 5593163"/>
              <a:gd name="connsiteY83" fmla="*/ 0 h 4305008"/>
              <a:gd name="connsiteX84" fmla="*/ 5593163 w 5593163"/>
              <a:gd name="connsiteY84" fmla="*/ 0 h 4305008"/>
              <a:gd name="connsiteX85" fmla="*/ 5593163 w 5593163"/>
              <a:gd name="connsiteY85" fmla="*/ 4197 h 4305008"/>
              <a:gd name="connsiteX86" fmla="*/ 5543598 w 5593163"/>
              <a:gd name="connsiteY86" fmla="*/ 95636 h 4305008"/>
              <a:gd name="connsiteX87" fmla="*/ 4972226 w 5593163"/>
              <a:gd name="connsiteY87" fmla="*/ 467856 h 4305008"/>
              <a:gd name="connsiteX88" fmla="*/ 4972110 w 5593163"/>
              <a:gd name="connsiteY88" fmla="*/ 468995 h 4305008"/>
              <a:gd name="connsiteX89" fmla="*/ 4955893 w 5593163"/>
              <a:gd name="connsiteY89" fmla="*/ 470523 h 4305008"/>
              <a:gd name="connsiteX90" fmla="*/ 4860466 w 5593163"/>
              <a:gd name="connsiteY90" fmla="*/ 479514 h 4305008"/>
              <a:gd name="connsiteX91" fmla="*/ 4843348 w 5593163"/>
              <a:gd name="connsiteY91" fmla="*/ 481127 h 4305008"/>
              <a:gd name="connsiteX92" fmla="*/ 4843322 w 5593163"/>
              <a:gd name="connsiteY92" fmla="*/ 480636 h 4305008"/>
              <a:gd name="connsiteX93" fmla="*/ 4842823 w 5593163"/>
              <a:gd name="connsiteY93" fmla="*/ 480669 h 4305008"/>
              <a:gd name="connsiteX94" fmla="*/ 4842230 w 5593163"/>
              <a:gd name="connsiteY94" fmla="*/ 469318 h 4305008"/>
              <a:gd name="connsiteX95" fmla="*/ 4842230 w 5593163"/>
              <a:gd name="connsiteY95" fmla="*/ 2166144 h 4305008"/>
              <a:gd name="connsiteX96" fmla="*/ 4843601 w 5593163"/>
              <a:gd name="connsiteY96" fmla="*/ 2149296 h 4305008"/>
              <a:gd name="connsiteX97" fmla="*/ 4851065 w 5593163"/>
              <a:gd name="connsiteY97" fmla="*/ 2057565 h 4305008"/>
              <a:gd name="connsiteX98" fmla="*/ 4851605 w 5593163"/>
              <a:gd name="connsiteY98" fmla="*/ 2050928 h 4305008"/>
              <a:gd name="connsiteX99" fmla="*/ 4852110 w 5593163"/>
              <a:gd name="connsiteY99" fmla="*/ 2050865 h 4305008"/>
              <a:gd name="connsiteX100" fmla="*/ 5542276 w 5593163"/>
              <a:gd name="connsiteY100" fmla="*/ 1363267 h 4305008"/>
              <a:gd name="connsiteX101" fmla="*/ 5542393 w 5593163"/>
              <a:gd name="connsiteY101" fmla="*/ 1362128 h 4305008"/>
              <a:gd name="connsiteX102" fmla="*/ 5558606 w 5593163"/>
              <a:gd name="connsiteY102" fmla="*/ 1360601 h 4305008"/>
              <a:gd name="connsiteX103" fmla="*/ 5593163 w 5593163"/>
              <a:gd name="connsiteY103" fmla="*/ 1357345 h 4305008"/>
              <a:gd name="connsiteX104" fmla="*/ 5593163 w 5593163"/>
              <a:gd name="connsiteY104" fmla="*/ 1701268 h 4305008"/>
              <a:gd name="connsiteX105" fmla="*/ 5583807 w 5593163"/>
              <a:gd name="connsiteY105" fmla="*/ 1723929 h 4305008"/>
              <a:gd name="connsiteX106" fmla="*/ 4972226 w 5593163"/>
              <a:gd name="connsiteY106" fmla="*/ 2164681 h 4305008"/>
              <a:gd name="connsiteX107" fmla="*/ 4972110 w 5593163"/>
              <a:gd name="connsiteY107" fmla="*/ 2165820 h 4305008"/>
              <a:gd name="connsiteX108" fmla="*/ 4955893 w 5593163"/>
              <a:gd name="connsiteY108" fmla="*/ 2167348 h 4305008"/>
              <a:gd name="connsiteX109" fmla="*/ 4860466 w 5593163"/>
              <a:gd name="connsiteY109" fmla="*/ 2176339 h 4305008"/>
              <a:gd name="connsiteX110" fmla="*/ 4843348 w 5593163"/>
              <a:gd name="connsiteY110" fmla="*/ 2177952 h 4305008"/>
              <a:gd name="connsiteX111" fmla="*/ 4843322 w 5593163"/>
              <a:gd name="connsiteY111" fmla="*/ 2177461 h 4305008"/>
              <a:gd name="connsiteX112" fmla="*/ 4842823 w 5593163"/>
              <a:gd name="connsiteY112" fmla="*/ 2177494 h 4305008"/>
              <a:gd name="connsiteX113" fmla="*/ 4842230 w 5593163"/>
              <a:gd name="connsiteY113" fmla="*/ 2166144 h 4305008"/>
              <a:gd name="connsiteX114" fmla="*/ 4842230 w 5593163"/>
              <a:gd name="connsiteY114" fmla="*/ 3862969 h 4305008"/>
              <a:gd name="connsiteX115" fmla="*/ 4843601 w 5593163"/>
              <a:gd name="connsiteY115" fmla="*/ 3846121 h 4305008"/>
              <a:gd name="connsiteX116" fmla="*/ 4851065 w 5593163"/>
              <a:gd name="connsiteY116" fmla="*/ 3754390 h 4305008"/>
              <a:gd name="connsiteX117" fmla="*/ 4851605 w 5593163"/>
              <a:gd name="connsiteY117" fmla="*/ 3747753 h 4305008"/>
              <a:gd name="connsiteX118" fmla="*/ 4852110 w 5593163"/>
              <a:gd name="connsiteY118" fmla="*/ 3747690 h 4305008"/>
              <a:gd name="connsiteX119" fmla="*/ 5542276 w 5593163"/>
              <a:gd name="connsiteY119" fmla="*/ 3060092 h 4305008"/>
              <a:gd name="connsiteX120" fmla="*/ 5542393 w 5593163"/>
              <a:gd name="connsiteY120" fmla="*/ 3058953 h 4305008"/>
              <a:gd name="connsiteX121" fmla="*/ 5558606 w 5593163"/>
              <a:gd name="connsiteY121" fmla="*/ 3057426 h 4305008"/>
              <a:gd name="connsiteX122" fmla="*/ 5593163 w 5593163"/>
              <a:gd name="connsiteY122" fmla="*/ 3054170 h 4305008"/>
              <a:gd name="connsiteX123" fmla="*/ 5593163 w 5593163"/>
              <a:gd name="connsiteY123" fmla="*/ 3398093 h 4305008"/>
              <a:gd name="connsiteX124" fmla="*/ 5583807 w 5593163"/>
              <a:gd name="connsiteY124" fmla="*/ 3420754 h 4305008"/>
              <a:gd name="connsiteX125" fmla="*/ 4972226 w 5593163"/>
              <a:gd name="connsiteY125" fmla="*/ 3861506 h 4305008"/>
              <a:gd name="connsiteX126" fmla="*/ 4972110 w 5593163"/>
              <a:gd name="connsiteY126" fmla="*/ 3862645 h 4305008"/>
              <a:gd name="connsiteX127" fmla="*/ 4955893 w 5593163"/>
              <a:gd name="connsiteY127" fmla="*/ 3864173 h 4305008"/>
              <a:gd name="connsiteX128" fmla="*/ 4860466 w 5593163"/>
              <a:gd name="connsiteY128" fmla="*/ 3873164 h 4305008"/>
              <a:gd name="connsiteX129" fmla="*/ 4843348 w 5593163"/>
              <a:gd name="connsiteY129" fmla="*/ 3874777 h 4305008"/>
              <a:gd name="connsiteX130" fmla="*/ 4843322 w 5593163"/>
              <a:gd name="connsiteY130" fmla="*/ 3874286 h 4305008"/>
              <a:gd name="connsiteX131" fmla="*/ 4842823 w 5593163"/>
              <a:gd name="connsiteY131" fmla="*/ 3874319 h 4305008"/>
              <a:gd name="connsiteX132" fmla="*/ 4842230 w 5593163"/>
              <a:gd name="connsiteY132" fmla="*/ 3862969 h 4305008"/>
              <a:gd name="connsiteX133" fmla="*/ 4135041 w 5593163"/>
              <a:gd name="connsiteY133" fmla="*/ 1181049 h 4305008"/>
              <a:gd name="connsiteX134" fmla="*/ 4678350 w 5593163"/>
              <a:gd name="connsiteY134" fmla="*/ 636203 h 4305008"/>
              <a:gd name="connsiteX135" fmla="*/ 4135041 w 5593163"/>
              <a:gd name="connsiteY135" fmla="*/ 1181049 h 4305008"/>
              <a:gd name="connsiteX136" fmla="*/ 4135041 w 5593163"/>
              <a:gd name="connsiteY136" fmla="*/ 1493690 h 4305008"/>
              <a:gd name="connsiteX137" fmla="*/ 4678350 w 5593163"/>
              <a:gd name="connsiteY137" fmla="*/ 2034258 h 4305008"/>
              <a:gd name="connsiteX138" fmla="*/ 4135041 w 5593163"/>
              <a:gd name="connsiteY138" fmla="*/ 1493690 h 4305008"/>
              <a:gd name="connsiteX139" fmla="*/ 4135041 w 5593163"/>
              <a:gd name="connsiteY139" fmla="*/ 2877874 h 4305008"/>
              <a:gd name="connsiteX140" fmla="*/ 4678350 w 5593163"/>
              <a:gd name="connsiteY140" fmla="*/ 2333028 h 4305008"/>
              <a:gd name="connsiteX141" fmla="*/ 4135041 w 5593163"/>
              <a:gd name="connsiteY141" fmla="*/ 2877874 h 4305008"/>
              <a:gd name="connsiteX142" fmla="*/ 4135041 w 5593163"/>
              <a:gd name="connsiteY142" fmla="*/ 3190516 h 4305008"/>
              <a:gd name="connsiteX143" fmla="*/ 4678350 w 5593163"/>
              <a:gd name="connsiteY143" fmla="*/ 3731083 h 4305008"/>
              <a:gd name="connsiteX144" fmla="*/ 4135041 w 5593163"/>
              <a:gd name="connsiteY144" fmla="*/ 3190516 h 4305008"/>
              <a:gd name="connsiteX145" fmla="*/ 4103022 w 5593163"/>
              <a:gd name="connsiteY145" fmla="*/ 4305008 h 4305008"/>
              <a:gd name="connsiteX146" fmla="*/ 4131467 w 5593163"/>
              <a:gd name="connsiteY146" fmla="*/ 4255797 h 4305008"/>
              <a:gd name="connsiteX147" fmla="*/ 4691720 w 5593163"/>
              <a:gd name="connsiteY147" fmla="*/ 3898397 h 4305008"/>
              <a:gd name="connsiteX148" fmla="*/ 4691837 w 5593163"/>
              <a:gd name="connsiteY148" fmla="*/ 3897249 h 4305008"/>
              <a:gd name="connsiteX149" fmla="*/ 4708050 w 5593163"/>
              <a:gd name="connsiteY149" fmla="*/ 3895710 h 4305008"/>
              <a:gd name="connsiteX150" fmla="*/ 4803512 w 5593163"/>
              <a:gd name="connsiteY150" fmla="*/ 3886645 h 4305008"/>
              <a:gd name="connsiteX151" fmla="*/ 4820599 w 5593163"/>
              <a:gd name="connsiteY151" fmla="*/ 3885022 h 4305008"/>
              <a:gd name="connsiteX152" fmla="*/ 4820625 w 5593163"/>
              <a:gd name="connsiteY152" fmla="*/ 3885516 h 4305008"/>
              <a:gd name="connsiteX153" fmla="*/ 4821123 w 5593163"/>
              <a:gd name="connsiteY153" fmla="*/ 3885483 h 4305008"/>
              <a:gd name="connsiteX154" fmla="*/ 4821717 w 5593163"/>
              <a:gd name="connsiteY154" fmla="*/ 3896923 h 4305008"/>
              <a:gd name="connsiteX155" fmla="*/ 4820346 w 5593163"/>
              <a:gd name="connsiteY155" fmla="*/ 3913899 h 4305008"/>
              <a:gd name="connsiteX156" fmla="*/ 4812879 w 5593163"/>
              <a:gd name="connsiteY156" fmla="*/ 4006375 h 4305008"/>
              <a:gd name="connsiteX157" fmla="*/ 4812341 w 5593163"/>
              <a:gd name="connsiteY157" fmla="*/ 4013051 h 4305008"/>
              <a:gd name="connsiteX158" fmla="*/ 4811835 w 5593163"/>
              <a:gd name="connsiteY158" fmla="*/ 4013114 h 4305008"/>
              <a:gd name="connsiteX159" fmla="*/ 4736718 w 5593163"/>
              <a:gd name="connsiteY159" fmla="*/ 4254710 h 4305008"/>
              <a:gd name="connsiteX160" fmla="*/ 4706597 w 5593163"/>
              <a:gd name="connsiteY160" fmla="*/ 4305008 h 4305008"/>
              <a:gd name="connsiteX161" fmla="*/ 4552487 w 5593163"/>
              <a:gd name="connsiteY161" fmla="*/ 4305008 h 4305008"/>
              <a:gd name="connsiteX162" fmla="*/ 4579169 w 5593163"/>
              <a:gd name="connsiteY162" fmla="*/ 4271827 h 4305008"/>
              <a:gd name="connsiteX163" fmla="*/ 4678350 w 5593163"/>
              <a:gd name="connsiteY163" fmla="*/ 4029853 h 4305008"/>
              <a:gd name="connsiteX164" fmla="*/ 4306196 w 5593163"/>
              <a:gd name="connsiteY164" fmla="*/ 4241205 h 4305008"/>
              <a:gd name="connsiteX165" fmla="*/ 4254073 w 5593163"/>
              <a:gd name="connsiteY165" fmla="*/ 4305008 h 4305008"/>
              <a:gd name="connsiteX166" fmla="*/ 4068511 w 5593163"/>
              <a:gd name="connsiteY166" fmla="*/ 0 h 4305008"/>
              <a:gd name="connsiteX167" fmla="*/ 4217148 w 5593163"/>
              <a:gd name="connsiteY167" fmla="*/ 0 h 4305008"/>
              <a:gd name="connsiteX168" fmla="*/ 4239376 w 5593163"/>
              <a:gd name="connsiteY168" fmla="*/ 44350 h 4305008"/>
              <a:gd name="connsiteX169" fmla="*/ 4678350 w 5593163"/>
              <a:gd name="connsiteY169" fmla="*/ 337433 h 4305008"/>
              <a:gd name="connsiteX170" fmla="*/ 4564842 w 5593163"/>
              <a:gd name="connsiteY170" fmla="*/ 76659 h 4305008"/>
              <a:gd name="connsiteX171" fmla="*/ 4496615 w 5593163"/>
              <a:gd name="connsiteY171" fmla="*/ 0 h 4305008"/>
              <a:gd name="connsiteX172" fmla="*/ 4664989 w 5593163"/>
              <a:gd name="connsiteY172" fmla="*/ 0 h 4305008"/>
              <a:gd name="connsiteX173" fmla="*/ 4727623 w 5593163"/>
              <a:gd name="connsiteY173" fmla="*/ 96778 h 4305008"/>
              <a:gd name="connsiteX174" fmla="*/ 4811836 w 5593163"/>
              <a:gd name="connsiteY174" fmla="*/ 354040 h 4305008"/>
              <a:gd name="connsiteX175" fmla="*/ 4812342 w 5593163"/>
              <a:gd name="connsiteY175" fmla="*/ 354103 h 4305008"/>
              <a:gd name="connsiteX176" fmla="*/ 4812882 w 5593163"/>
              <a:gd name="connsiteY176" fmla="*/ 360740 h 4305008"/>
              <a:gd name="connsiteX177" fmla="*/ 4820346 w 5593163"/>
              <a:gd name="connsiteY177" fmla="*/ 452471 h 4305008"/>
              <a:gd name="connsiteX178" fmla="*/ 4821717 w 5593163"/>
              <a:gd name="connsiteY178" fmla="*/ 469318 h 4305008"/>
              <a:gd name="connsiteX179" fmla="*/ 4821124 w 5593163"/>
              <a:gd name="connsiteY179" fmla="*/ 480669 h 4305008"/>
              <a:gd name="connsiteX180" fmla="*/ 4820625 w 5593163"/>
              <a:gd name="connsiteY180" fmla="*/ 480636 h 4305008"/>
              <a:gd name="connsiteX181" fmla="*/ 4820599 w 5593163"/>
              <a:gd name="connsiteY181" fmla="*/ 481127 h 4305008"/>
              <a:gd name="connsiteX182" fmla="*/ 4803481 w 5593163"/>
              <a:gd name="connsiteY182" fmla="*/ 479514 h 4305008"/>
              <a:gd name="connsiteX183" fmla="*/ 4708054 w 5593163"/>
              <a:gd name="connsiteY183" fmla="*/ 470523 h 4305008"/>
              <a:gd name="connsiteX184" fmla="*/ 4691837 w 5593163"/>
              <a:gd name="connsiteY184" fmla="*/ 468995 h 4305008"/>
              <a:gd name="connsiteX185" fmla="*/ 4691721 w 5593163"/>
              <a:gd name="connsiteY185" fmla="*/ 467856 h 4305008"/>
              <a:gd name="connsiteX186" fmla="*/ 4120350 w 5593163"/>
              <a:gd name="connsiteY186" fmla="*/ 95636 h 4305008"/>
              <a:gd name="connsiteX187" fmla="*/ 3991674 w 5593163"/>
              <a:gd name="connsiteY187" fmla="*/ 1313979 h 4305008"/>
              <a:gd name="connsiteX188" fmla="*/ 3993045 w 5593163"/>
              <a:gd name="connsiteY188" fmla="*/ 1296998 h 4305008"/>
              <a:gd name="connsiteX189" fmla="*/ 4000509 w 5593163"/>
              <a:gd name="connsiteY189" fmla="*/ 1204541 h 4305008"/>
              <a:gd name="connsiteX190" fmla="*/ 4001049 w 5593163"/>
              <a:gd name="connsiteY190" fmla="*/ 1197851 h 4305008"/>
              <a:gd name="connsiteX191" fmla="*/ 4001555 w 5593163"/>
              <a:gd name="connsiteY191" fmla="*/ 1197788 h 4305008"/>
              <a:gd name="connsiteX192" fmla="*/ 4691720 w 5593163"/>
              <a:gd name="connsiteY192" fmla="*/ 504747 h 4305008"/>
              <a:gd name="connsiteX193" fmla="*/ 4691837 w 5593163"/>
              <a:gd name="connsiteY193" fmla="*/ 503599 h 4305008"/>
              <a:gd name="connsiteX194" fmla="*/ 4708050 w 5593163"/>
              <a:gd name="connsiteY194" fmla="*/ 502060 h 4305008"/>
              <a:gd name="connsiteX195" fmla="*/ 4803512 w 5593163"/>
              <a:gd name="connsiteY195" fmla="*/ 492995 h 4305008"/>
              <a:gd name="connsiteX196" fmla="*/ 4820599 w 5593163"/>
              <a:gd name="connsiteY196" fmla="*/ 491372 h 4305008"/>
              <a:gd name="connsiteX197" fmla="*/ 4820625 w 5593163"/>
              <a:gd name="connsiteY197" fmla="*/ 491866 h 4305008"/>
              <a:gd name="connsiteX198" fmla="*/ 4821123 w 5593163"/>
              <a:gd name="connsiteY198" fmla="*/ 491833 h 4305008"/>
              <a:gd name="connsiteX199" fmla="*/ 4821717 w 5593163"/>
              <a:gd name="connsiteY199" fmla="*/ 503273 h 4305008"/>
              <a:gd name="connsiteX200" fmla="*/ 4820346 w 5593163"/>
              <a:gd name="connsiteY200" fmla="*/ 520249 h 4305008"/>
              <a:gd name="connsiteX201" fmla="*/ 4812879 w 5593163"/>
              <a:gd name="connsiteY201" fmla="*/ 612725 h 4305008"/>
              <a:gd name="connsiteX202" fmla="*/ 4812341 w 5593163"/>
              <a:gd name="connsiteY202" fmla="*/ 619401 h 4305008"/>
              <a:gd name="connsiteX203" fmla="*/ 4811835 w 5593163"/>
              <a:gd name="connsiteY203" fmla="*/ 619464 h 4305008"/>
              <a:gd name="connsiteX204" fmla="*/ 4121670 w 5593163"/>
              <a:gd name="connsiteY204" fmla="*/ 1312505 h 4305008"/>
              <a:gd name="connsiteX205" fmla="*/ 4121554 w 5593163"/>
              <a:gd name="connsiteY205" fmla="*/ 1313653 h 4305008"/>
              <a:gd name="connsiteX206" fmla="*/ 4105337 w 5593163"/>
              <a:gd name="connsiteY206" fmla="*/ 1315193 h 4305008"/>
              <a:gd name="connsiteX207" fmla="*/ 4009911 w 5593163"/>
              <a:gd name="connsiteY207" fmla="*/ 1324255 h 4305008"/>
              <a:gd name="connsiteX208" fmla="*/ 3992792 w 5593163"/>
              <a:gd name="connsiteY208" fmla="*/ 1325881 h 4305008"/>
              <a:gd name="connsiteX209" fmla="*/ 3992766 w 5593163"/>
              <a:gd name="connsiteY209" fmla="*/ 1325386 h 4305008"/>
              <a:gd name="connsiteX210" fmla="*/ 3992267 w 5593163"/>
              <a:gd name="connsiteY210" fmla="*/ 1325419 h 4305008"/>
              <a:gd name="connsiteX211" fmla="*/ 3991674 w 5593163"/>
              <a:gd name="connsiteY211" fmla="*/ 1313979 h 4305008"/>
              <a:gd name="connsiteX212" fmla="*/ 3991674 w 5593163"/>
              <a:gd name="connsiteY212" fmla="*/ 1361805 h 4305008"/>
              <a:gd name="connsiteX213" fmla="*/ 3992268 w 5593163"/>
              <a:gd name="connsiteY213" fmla="*/ 1350455 h 4305008"/>
              <a:gd name="connsiteX214" fmla="*/ 3992766 w 5593163"/>
              <a:gd name="connsiteY214" fmla="*/ 1350487 h 4305008"/>
              <a:gd name="connsiteX215" fmla="*/ 3992792 w 5593163"/>
              <a:gd name="connsiteY215" fmla="*/ 1349997 h 4305008"/>
              <a:gd name="connsiteX216" fmla="*/ 4009880 w 5593163"/>
              <a:gd name="connsiteY216" fmla="*/ 1351607 h 4305008"/>
              <a:gd name="connsiteX217" fmla="*/ 4105341 w 5593163"/>
              <a:gd name="connsiteY217" fmla="*/ 1360601 h 4305008"/>
              <a:gd name="connsiteX218" fmla="*/ 4121554 w 5593163"/>
              <a:gd name="connsiteY218" fmla="*/ 1362128 h 4305008"/>
              <a:gd name="connsiteX219" fmla="*/ 4121671 w 5593163"/>
              <a:gd name="connsiteY219" fmla="*/ 1363267 h 4305008"/>
              <a:gd name="connsiteX220" fmla="*/ 4811836 w 5593163"/>
              <a:gd name="connsiteY220" fmla="*/ 2050865 h 4305008"/>
              <a:gd name="connsiteX221" fmla="*/ 4812342 w 5593163"/>
              <a:gd name="connsiteY221" fmla="*/ 2050928 h 4305008"/>
              <a:gd name="connsiteX222" fmla="*/ 4812882 w 5593163"/>
              <a:gd name="connsiteY222" fmla="*/ 2057565 h 4305008"/>
              <a:gd name="connsiteX223" fmla="*/ 4820346 w 5593163"/>
              <a:gd name="connsiteY223" fmla="*/ 2149296 h 4305008"/>
              <a:gd name="connsiteX224" fmla="*/ 4821717 w 5593163"/>
              <a:gd name="connsiteY224" fmla="*/ 2166144 h 4305008"/>
              <a:gd name="connsiteX225" fmla="*/ 4821124 w 5593163"/>
              <a:gd name="connsiteY225" fmla="*/ 2177494 h 4305008"/>
              <a:gd name="connsiteX226" fmla="*/ 4820625 w 5593163"/>
              <a:gd name="connsiteY226" fmla="*/ 2177461 h 4305008"/>
              <a:gd name="connsiteX227" fmla="*/ 4820599 w 5593163"/>
              <a:gd name="connsiteY227" fmla="*/ 2177952 h 4305008"/>
              <a:gd name="connsiteX228" fmla="*/ 4803481 w 5593163"/>
              <a:gd name="connsiteY228" fmla="*/ 2176339 h 4305008"/>
              <a:gd name="connsiteX229" fmla="*/ 4708054 w 5593163"/>
              <a:gd name="connsiteY229" fmla="*/ 2167348 h 4305008"/>
              <a:gd name="connsiteX230" fmla="*/ 4691837 w 5593163"/>
              <a:gd name="connsiteY230" fmla="*/ 2165820 h 4305008"/>
              <a:gd name="connsiteX231" fmla="*/ 4691721 w 5593163"/>
              <a:gd name="connsiteY231" fmla="*/ 2164681 h 4305008"/>
              <a:gd name="connsiteX232" fmla="*/ 4001556 w 5593163"/>
              <a:gd name="connsiteY232" fmla="*/ 1477083 h 4305008"/>
              <a:gd name="connsiteX233" fmla="*/ 4001050 w 5593163"/>
              <a:gd name="connsiteY233" fmla="*/ 1477021 h 4305008"/>
              <a:gd name="connsiteX234" fmla="*/ 4000512 w 5593163"/>
              <a:gd name="connsiteY234" fmla="*/ 1470397 h 4305008"/>
              <a:gd name="connsiteX235" fmla="*/ 3993045 w 5593163"/>
              <a:gd name="connsiteY235" fmla="*/ 1378647 h 4305008"/>
              <a:gd name="connsiteX236" fmla="*/ 3991674 w 5593163"/>
              <a:gd name="connsiteY236" fmla="*/ 1361805 h 4305008"/>
              <a:gd name="connsiteX237" fmla="*/ 3991674 w 5593163"/>
              <a:gd name="connsiteY237" fmla="*/ 3010804 h 4305008"/>
              <a:gd name="connsiteX238" fmla="*/ 3993045 w 5593163"/>
              <a:gd name="connsiteY238" fmla="*/ 2993823 h 4305008"/>
              <a:gd name="connsiteX239" fmla="*/ 4000509 w 5593163"/>
              <a:gd name="connsiteY239" fmla="*/ 2901366 h 4305008"/>
              <a:gd name="connsiteX240" fmla="*/ 4001049 w 5593163"/>
              <a:gd name="connsiteY240" fmla="*/ 2894676 h 4305008"/>
              <a:gd name="connsiteX241" fmla="*/ 4001555 w 5593163"/>
              <a:gd name="connsiteY241" fmla="*/ 2894613 h 4305008"/>
              <a:gd name="connsiteX242" fmla="*/ 4691720 w 5593163"/>
              <a:gd name="connsiteY242" fmla="*/ 2201572 h 4305008"/>
              <a:gd name="connsiteX243" fmla="*/ 4691837 w 5593163"/>
              <a:gd name="connsiteY243" fmla="*/ 2200424 h 4305008"/>
              <a:gd name="connsiteX244" fmla="*/ 4708050 w 5593163"/>
              <a:gd name="connsiteY244" fmla="*/ 2198885 h 4305008"/>
              <a:gd name="connsiteX245" fmla="*/ 4803512 w 5593163"/>
              <a:gd name="connsiteY245" fmla="*/ 2189820 h 4305008"/>
              <a:gd name="connsiteX246" fmla="*/ 4820599 w 5593163"/>
              <a:gd name="connsiteY246" fmla="*/ 2188197 h 4305008"/>
              <a:gd name="connsiteX247" fmla="*/ 4820625 w 5593163"/>
              <a:gd name="connsiteY247" fmla="*/ 2188691 h 4305008"/>
              <a:gd name="connsiteX248" fmla="*/ 4821123 w 5593163"/>
              <a:gd name="connsiteY248" fmla="*/ 2188658 h 4305008"/>
              <a:gd name="connsiteX249" fmla="*/ 4821717 w 5593163"/>
              <a:gd name="connsiteY249" fmla="*/ 2200098 h 4305008"/>
              <a:gd name="connsiteX250" fmla="*/ 4820346 w 5593163"/>
              <a:gd name="connsiteY250" fmla="*/ 2217074 h 4305008"/>
              <a:gd name="connsiteX251" fmla="*/ 4812879 w 5593163"/>
              <a:gd name="connsiteY251" fmla="*/ 2309550 h 4305008"/>
              <a:gd name="connsiteX252" fmla="*/ 4812341 w 5593163"/>
              <a:gd name="connsiteY252" fmla="*/ 2316226 h 4305008"/>
              <a:gd name="connsiteX253" fmla="*/ 4811835 w 5593163"/>
              <a:gd name="connsiteY253" fmla="*/ 2316289 h 4305008"/>
              <a:gd name="connsiteX254" fmla="*/ 4121670 w 5593163"/>
              <a:gd name="connsiteY254" fmla="*/ 3009330 h 4305008"/>
              <a:gd name="connsiteX255" fmla="*/ 4121554 w 5593163"/>
              <a:gd name="connsiteY255" fmla="*/ 3010478 h 4305008"/>
              <a:gd name="connsiteX256" fmla="*/ 4105337 w 5593163"/>
              <a:gd name="connsiteY256" fmla="*/ 3012018 h 4305008"/>
              <a:gd name="connsiteX257" fmla="*/ 4009911 w 5593163"/>
              <a:gd name="connsiteY257" fmla="*/ 3021080 h 4305008"/>
              <a:gd name="connsiteX258" fmla="*/ 3992792 w 5593163"/>
              <a:gd name="connsiteY258" fmla="*/ 3022706 h 4305008"/>
              <a:gd name="connsiteX259" fmla="*/ 3992766 w 5593163"/>
              <a:gd name="connsiteY259" fmla="*/ 3022211 h 4305008"/>
              <a:gd name="connsiteX260" fmla="*/ 3992267 w 5593163"/>
              <a:gd name="connsiteY260" fmla="*/ 3022244 h 4305008"/>
              <a:gd name="connsiteX261" fmla="*/ 3991674 w 5593163"/>
              <a:gd name="connsiteY261" fmla="*/ 3010804 h 4305008"/>
              <a:gd name="connsiteX262" fmla="*/ 3991674 w 5593163"/>
              <a:gd name="connsiteY262" fmla="*/ 3058630 h 4305008"/>
              <a:gd name="connsiteX263" fmla="*/ 3992268 w 5593163"/>
              <a:gd name="connsiteY263" fmla="*/ 3047280 h 4305008"/>
              <a:gd name="connsiteX264" fmla="*/ 3992766 w 5593163"/>
              <a:gd name="connsiteY264" fmla="*/ 3047312 h 4305008"/>
              <a:gd name="connsiteX265" fmla="*/ 3992792 w 5593163"/>
              <a:gd name="connsiteY265" fmla="*/ 3046822 h 4305008"/>
              <a:gd name="connsiteX266" fmla="*/ 4009880 w 5593163"/>
              <a:gd name="connsiteY266" fmla="*/ 3048432 h 4305008"/>
              <a:gd name="connsiteX267" fmla="*/ 4105341 w 5593163"/>
              <a:gd name="connsiteY267" fmla="*/ 3057426 h 4305008"/>
              <a:gd name="connsiteX268" fmla="*/ 4121554 w 5593163"/>
              <a:gd name="connsiteY268" fmla="*/ 3058953 h 4305008"/>
              <a:gd name="connsiteX269" fmla="*/ 4121671 w 5593163"/>
              <a:gd name="connsiteY269" fmla="*/ 3060092 h 4305008"/>
              <a:gd name="connsiteX270" fmla="*/ 4811836 w 5593163"/>
              <a:gd name="connsiteY270" fmla="*/ 3747690 h 4305008"/>
              <a:gd name="connsiteX271" fmla="*/ 4812342 w 5593163"/>
              <a:gd name="connsiteY271" fmla="*/ 3747753 h 4305008"/>
              <a:gd name="connsiteX272" fmla="*/ 4812882 w 5593163"/>
              <a:gd name="connsiteY272" fmla="*/ 3754390 h 4305008"/>
              <a:gd name="connsiteX273" fmla="*/ 4820346 w 5593163"/>
              <a:gd name="connsiteY273" fmla="*/ 3846121 h 4305008"/>
              <a:gd name="connsiteX274" fmla="*/ 4821717 w 5593163"/>
              <a:gd name="connsiteY274" fmla="*/ 3862969 h 4305008"/>
              <a:gd name="connsiteX275" fmla="*/ 4821124 w 5593163"/>
              <a:gd name="connsiteY275" fmla="*/ 3874319 h 4305008"/>
              <a:gd name="connsiteX276" fmla="*/ 4820625 w 5593163"/>
              <a:gd name="connsiteY276" fmla="*/ 3874286 h 4305008"/>
              <a:gd name="connsiteX277" fmla="*/ 4820599 w 5593163"/>
              <a:gd name="connsiteY277" fmla="*/ 3874777 h 4305008"/>
              <a:gd name="connsiteX278" fmla="*/ 4803481 w 5593163"/>
              <a:gd name="connsiteY278" fmla="*/ 3873164 h 4305008"/>
              <a:gd name="connsiteX279" fmla="*/ 4708054 w 5593163"/>
              <a:gd name="connsiteY279" fmla="*/ 3864173 h 4305008"/>
              <a:gd name="connsiteX280" fmla="*/ 4691837 w 5593163"/>
              <a:gd name="connsiteY280" fmla="*/ 3862645 h 4305008"/>
              <a:gd name="connsiteX281" fmla="*/ 4691721 w 5593163"/>
              <a:gd name="connsiteY281" fmla="*/ 3861506 h 4305008"/>
              <a:gd name="connsiteX282" fmla="*/ 4001556 w 5593163"/>
              <a:gd name="connsiteY282" fmla="*/ 3173908 h 4305008"/>
              <a:gd name="connsiteX283" fmla="*/ 4001050 w 5593163"/>
              <a:gd name="connsiteY283" fmla="*/ 3173846 h 4305008"/>
              <a:gd name="connsiteX284" fmla="*/ 4000512 w 5593163"/>
              <a:gd name="connsiteY284" fmla="*/ 3167222 h 4305008"/>
              <a:gd name="connsiteX285" fmla="*/ 3993045 w 5593163"/>
              <a:gd name="connsiteY285" fmla="*/ 3075472 h 4305008"/>
              <a:gd name="connsiteX286" fmla="*/ 3991674 w 5593163"/>
              <a:gd name="connsiteY286" fmla="*/ 3058630 h 4305008"/>
              <a:gd name="connsiteX287" fmla="*/ 3293448 w 5593163"/>
              <a:gd name="connsiteY287" fmla="*/ 636203 h 4305008"/>
              <a:gd name="connsiteX288" fmla="*/ 3836757 w 5593163"/>
              <a:gd name="connsiteY288" fmla="*/ 1181049 h 4305008"/>
              <a:gd name="connsiteX289" fmla="*/ 3293448 w 5593163"/>
              <a:gd name="connsiteY289" fmla="*/ 636203 h 4305008"/>
              <a:gd name="connsiteX290" fmla="*/ 3293448 w 5593163"/>
              <a:gd name="connsiteY290" fmla="*/ 2333028 h 4305008"/>
              <a:gd name="connsiteX291" fmla="*/ 3836757 w 5593163"/>
              <a:gd name="connsiteY291" fmla="*/ 2877874 h 4305008"/>
              <a:gd name="connsiteX292" fmla="*/ 3293448 w 5593163"/>
              <a:gd name="connsiteY292" fmla="*/ 2333028 h 4305008"/>
              <a:gd name="connsiteX293" fmla="*/ 3293446 w 5593163"/>
              <a:gd name="connsiteY293" fmla="*/ 2034258 h 4305008"/>
              <a:gd name="connsiteX294" fmla="*/ 3836755 w 5593163"/>
              <a:gd name="connsiteY294" fmla="*/ 1493690 h 4305008"/>
              <a:gd name="connsiteX295" fmla="*/ 3293446 w 5593163"/>
              <a:gd name="connsiteY295" fmla="*/ 2034258 h 4305008"/>
              <a:gd name="connsiteX296" fmla="*/ 3293446 w 5593163"/>
              <a:gd name="connsiteY296" fmla="*/ 3731083 h 4305008"/>
              <a:gd name="connsiteX297" fmla="*/ 3836755 w 5593163"/>
              <a:gd name="connsiteY297" fmla="*/ 3190516 h 4305008"/>
              <a:gd name="connsiteX298" fmla="*/ 3293446 w 5593163"/>
              <a:gd name="connsiteY298" fmla="*/ 3731083 h 4305008"/>
              <a:gd name="connsiteX299" fmla="*/ 3150081 w 5593163"/>
              <a:gd name="connsiteY299" fmla="*/ 503273 h 4305008"/>
              <a:gd name="connsiteX300" fmla="*/ 3150675 w 5593163"/>
              <a:gd name="connsiteY300" fmla="*/ 491833 h 4305008"/>
              <a:gd name="connsiteX301" fmla="*/ 3151173 w 5593163"/>
              <a:gd name="connsiteY301" fmla="*/ 491866 h 4305008"/>
              <a:gd name="connsiteX302" fmla="*/ 3151199 w 5593163"/>
              <a:gd name="connsiteY302" fmla="*/ 491372 h 4305008"/>
              <a:gd name="connsiteX303" fmla="*/ 3168287 w 5593163"/>
              <a:gd name="connsiteY303" fmla="*/ 492995 h 4305008"/>
              <a:gd name="connsiteX304" fmla="*/ 3263748 w 5593163"/>
              <a:gd name="connsiteY304" fmla="*/ 502060 h 4305008"/>
              <a:gd name="connsiteX305" fmla="*/ 3279961 w 5593163"/>
              <a:gd name="connsiteY305" fmla="*/ 503599 h 4305008"/>
              <a:gd name="connsiteX306" fmla="*/ 3280078 w 5593163"/>
              <a:gd name="connsiteY306" fmla="*/ 504747 h 4305008"/>
              <a:gd name="connsiteX307" fmla="*/ 3970244 w 5593163"/>
              <a:gd name="connsiteY307" fmla="*/ 1197788 h 4305008"/>
              <a:gd name="connsiteX308" fmla="*/ 3970749 w 5593163"/>
              <a:gd name="connsiteY308" fmla="*/ 1197851 h 4305008"/>
              <a:gd name="connsiteX309" fmla="*/ 3971290 w 5593163"/>
              <a:gd name="connsiteY309" fmla="*/ 1204541 h 4305008"/>
              <a:gd name="connsiteX310" fmla="*/ 3978754 w 5593163"/>
              <a:gd name="connsiteY310" fmla="*/ 1296998 h 4305008"/>
              <a:gd name="connsiteX311" fmla="*/ 3980124 w 5593163"/>
              <a:gd name="connsiteY311" fmla="*/ 1313979 h 4305008"/>
              <a:gd name="connsiteX312" fmla="*/ 3979531 w 5593163"/>
              <a:gd name="connsiteY312" fmla="*/ 1325419 h 4305008"/>
              <a:gd name="connsiteX313" fmla="*/ 3979032 w 5593163"/>
              <a:gd name="connsiteY313" fmla="*/ 1325386 h 4305008"/>
              <a:gd name="connsiteX314" fmla="*/ 3979006 w 5593163"/>
              <a:gd name="connsiteY314" fmla="*/ 1325881 h 4305008"/>
              <a:gd name="connsiteX315" fmla="*/ 3961888 w 5593163"/>
              <a:gd name="connsiteY315" fmla="*/ 1324255 h 4305008"/>
              <a:gd name="connsiteX316" fmla="*/ 3866461 w 5593163"/>
              <a:gd name="connsiteY316" fmla="*/ 1315193 h 4305008"/>
              <a:gd name="connsiteX317" fmla="*/ 3850245 w 5593163"/>
              <a:gd name="connsiteY317" fmla="*/ 1313653 h 4305008"/>
              <a:gd name="connsiteX318" fmla="*/ 3850129 w 5593163"/>
              <a:gd name="connsiteY318" fmla="*/ 1312505 h 4305008"/>
              <a:gd name="connsiteX319" fmla="*/ 3159963 w 5593163"/>
              <a:gd name="connsiteY319" fmla="*/ 619464 h 4305008"/>
              <a:gd name="connsiteX320" fmla="*/ 3159457 w 5593163"/>
              <a:gd name="connsiteY320" fmla="*/ 619401 h 4305008"/>
              <a:gd name="connsiteX321" fmla="*/ 3158919 w 5593163"/>
              <a:gd name="connsiteY321" fmla="*/ 612725 h 4305008"/>
              <a:gd name="connsiteX322" fmla="*/ 3151452 w 5593163"/>
              <a:gd name="connsiteY322" fmla="*/ 520249 h 4305008"/>
              <a:gd name="connsiteX323" fmla="*/ 3150081 w 5593163"/>
              <a:gd name="connsiteY323" fmla="*/ 503273 h 4305008"/>
              <a:gd name="connsiteX324" fmla="*/ 3150081 w 5593163"/>
              <a:gd name="connsiteY324" fmla="*/ 2200098 h 4305008"/>
              <a:gd name="connsiteX325" fmla="*/ 3150675 w 5593163"/>
              <a:gd name="connsiteY325" fmla="*/ 2188658 h 4305008"/>
              <a:gd name="connsiteX326" fmla="*/ 3151173 w 5593163"/>
              <a:gd name="connsiteY326" fmla="*/ 2188691 h 4305008"/>
              <a:gd name="connsiteX327" fmla="*/ 3151199 w 5593163"/>
              <a:gd name="connsiteY327" fmla="*/ 2188197 h 4305008"/>
              <a:gd name="connsiteX328" fmla="*/ 3168287 w 5593163"/>
              <a:gd name="connsiteY328" fmla="*/ 2189820 h 4305008"/>
              <a:gd name="connsiteX329" fmla="*/ 3263748 w 5593163"/>
              <a:gd name="connsiteY329" fmla="*/ 2198885 h 4305008"/>
              <a:gd name="connsiteX330" fmla="*/ 3279961 w 5593163"/>
              <a:gd name="connsiteY330" fmla="*/ 2200424 h 4305008"/>
              <a:gd name="connsiteX331" fmla="*/ 3280078 w 5593163"/>
              <a:gd name="connsiteY331" fmla="*/ 2201572 h 4305008"/>
              <a:gd name="connsiteX332" fmla="*/ 3970244 w 5593163"/>
              <a:gd name="connsiteY332" fmla="*/ 2894613 h 4305008"/>
              <a:gd name="connsiteX333" fmla="*/ 3970749 w 5593163"/>
              <a:gd name="connsiteY333" fmla="*/ 2894676 h 4305008"/>
              <a:gd name="connsiteX334" fmla="*/ 3971290 w 5593163"/>
              <a:gd name="connsiteY334" fmla="*/ 2901366 h 4305008"/>
              <a:gd name="connsiteX335" fmla="*/ 3978754 w 5593163"/>
              <a:gd name="connsiteY335" fmla="*/ 2993823 h 4305008"/>
              <a:gd name="connsiteX336" fmla="*/ 3980124 w 5593163"/>
              <a:gd name="connsiteY336" fmla="*/ 3010804 h 4305008"/>
              <a:gd name="connsiteX337" fmla="*/ 3979531 w 5593163"/>
              <a:gd name="connsiteY337" fmla="*/ 3022244 h 4305008"/>
              <a:gd name="connsiteX338" fmla="*/ 3979032 w 5593163"/>
              <a:gd name="connsiteY338" fmla="*/ 3022211 h 4305008"/>
              <a:gd name="connsiteX339" fmla="*/ 3979006 w 5593163"/>
              <a:gd name="connsiteY339" fmla="*/ 3022706 h 4305008"/>
              <a:gd name="connsiteX340" fmla="*/ 3961888 w 5593163"/>
              <a:gd name="connsiteY340" fmla="*/ 3021080 h 4305008"/>
              <a:gd name="connsiteX341" fmla="*/ 3866461 w 5593163"/>
              <a:gd name="connsiteY341" fmla="*/ 3012018 h 4305008"/>
              <a:gd name="connsiteX342" fmla="*/ 3850245 w 5593163"/>
              <a:gd name="connsiteY342" fmla="*/ 3010478 h 4305008"/>
              <a:gd name="connsiteX343" fmla="*/ 3850129 w 5593163"/>
              <a:gd name="connsiteY343" fmla="*/ 3009330 h 4305008"/>
              <a:gd name="connsiteX344" fmla="*/ 3159963 w 5593163"/>
              <a:gd name="connsiteY344" fmla="*/ 2316289 h 4305008"/>
              <a:gd name="connsiteX345" fmla="*/ 3159457 w 5593163"/>
              <a:gd name="connsiteY345" fmla="*/ 2316226 h 4305008"/>
              <a:gd name="connsiteX346" fmla="*/ 3158919 w 5593163"/>
              <a:gd name="connsiteY346" fmla="*/ 2309550 h 4305008"/>
              <a:gd name="connsiteX347" fmla="*/ 3151452 w 5593163"/>
              <a:gd name="connsiteY347" fmla="*/ 2217074 h 4305008"/>
              <a:gd name="connsiteX348" fmla="*/ 3150081 w 5593163"/>
              <a:gd name="connsiteY348" fmla="*/ 2200098 h 4305008"/>
              <a:gd name="connsiteX349" fmla="*/ 3150081 w 5593163"/>
              <a:gd name="connsiteY349" fmla="*/ 3896923 h 4305008"/>
              <a:gd name="connsiteX350" fmla="*/ 3150675 w 5593163"/>
              <a:gd name="connsiteY350" fmla="*/ 3885483 h 4305008"/>
              <a:gd name="connsiteX351" fmla="*/ 3151173 w 5593163"/>
              <a:gd name="connsiteY351" fmla="*/ 3885516 h 4305008"/>
              <a:gd name="connsiteX352" fmla="*/ 3151199 w 5593163"/>
              <a:gd name="connsiteY352" fmla="*/ 3885022 h 4305008"/>
              <a:gd name="connsiteX353" fmla="*/ 3168287 w 5593163"/>
              <a:gd name="connsiteY353" fmla="*/ 3886645 h 4305008"/>
              <a:gd name="connsiteX354" fmla="*/ 3263748 w 5593163"/>
              <a:gd name="connsiteY354" fmla="*/ 3895710 h 4305008"/>
              <a:gd name="connsiteX355" fmla="*/ 3279961 w 5593163"/>
              <a:gd name="connsiteY355" fmla="*/ 3897249 h 4305008"/>
              <a:gd name="connsiteX356" fmla="*/ 3280078 w 5593163"/>
              <a:gd name="connsiteY356" fmla="*/ 3898397 h 4305008"/>
              <a:gd name="connsiteX357" fmla="*/ 3840331 w 5593163"/>
              <a:gd name="connsiteY357" fmla="*/ 4255797 h 4305008"/>
              <a:gd name="connsiteX358" fmla="*/ 3868775 w 5593163"/>
              <a:gd name="connsiteY358" fmla="*/ 4305008 h 4305008"/>
              <a:gd name="connsiteX359" fmla="*/ 3717725 w 5593163"/>
              <a:gd name="connsiteY359" fmla="*/ 4305008 h 4305008"/>
              <a:gd name="connsiteX360" fmla="*/ 3665602 w 5593163"/>
              <a:gd name="connsiteY360" fmla="*/ 4241205 h 4305008"/>
              <a:gd name="connsiteX361" fmla="*/ 3293448 w 5593163"/>
              <a:gd name="connsiteY361" fmla="*/ 4029853 h 4305008"/>
              <a:gd name="connsiteX362" fmla="*/ 3392629 w 5593163"/>
              <a:gd name="connsiteY362" fmla="*/ 4271827 h 4305008"/>
              <a:gd name="connsiteX363" fmla="*/ 3419311 w 5593163"/>
              <a:gd name="connsiteY363" fmla="*/ 4305008 h 4305008"/>
              <a:gd name="connsiteX364" fmla="*/ 3265201 w 5593163"/>
              <a:gd name="connsiteY364" fmla="*/ 4305008 h 4305008"/>
              <a:gd name="connsiteX365" fmla="*/ 3235080 w 5593163"/>
              <a:gd name="connsiteY365" fmla="*/ 4254710 h 4305008"/>
              <a:gd name="connsiteX366" fmla="*/ 3159963 w 5593163"/>
              <a:gd name="connsiteY366" fmla="*/ 4013114 h 4305008"/>
              <a:gd name="connsiteX367" fmla="*/ 3159457 w 5593163"/>
              <a:gd name="connsiteY367" fmla="*/ 4013051 h 4305008"/>
              <a:gd name="connsiteX368" fmla="*/ 3158919 w 5593163"/>
              <a:gd name="connsiteY368" fmla="*/ 4006375 h 4305008"/>
              <a:gd name="connsiteX369" fmla="*/ 3151452 w 5593163"/>
              <a:gd name="connsiteY369" fmla="*/ 3913899 h 4305008"/>
              <a:gd name="connsiteX370" fmla="*/ 3150081 w 5593163"/>
              <a:gd name="connsiteY370" fmla="*/ 3896923 h 4305008"/>
              <a:gd name="connsiteX371" fmla="*/ 3150079 w 5593163"/>
              <a:gd name="connsiteY371" fmla="*/ 469318 h 4305008"/>
              <a:gd name="connsiteX372" fmla="*/ 3151450 w 5593163"/>
              <a:gd name="connsiteY372" fmla="*/ 452471 h 4305008"/>
              <a:gd name="connsiteX373" fmla="*/ 3158914 w 5593163"/>
              <a:gd name="connsiteY373" fmla="*/ 360740 h 4305008"/>
              <a:gd name="connsiteX374" fmla="*/ 3159454 w 5593163"/>
              <a:gd name="connsiteY374" fmla="*/ 354103 h 4305008"/>
              <a:gd name="connsiteX375" fmla="*/ 3159960 w 5593163"/>
              <a:gd name="connsiteY375" fmla="*/ 354040 h 4305008"/>
              <a:gd name="connsiteX376" fmla="*/ 3244173 w 5593163"/>
              <a:gd name="connsiteY376" fmla="*/ 96778 h 4305008"/>
              <a:gd name="connsiteX377" fmla="*/ 3306807 w 5593163"/>
              <a:gd name="connsiteY377" fmla="*/ 0 h 4305008"/>
              <a:gd name="connsiteX378" fmla="*/ 3475182 w 5593163"/>
              <a:gd name="connsiteY378" fmla="*/ 0 h 4305008"/>
              <a:gd name="connsiteX379" fmla="*/ 3406954 w 5593163"/>
              <a:gd name="connsiteY379" fmla="*/ 76659 h 4305008"/>
              <a:gd name="connsiteX380" fmla="*/ 3293446 w 5593163"/>
              <a:gd name="connsiteY380" fmla="*/ 337433 h 4305008"/>
              <a:gd name="connsiteX381" fmla="*/ 3732420 w 5593163"/>
              <a:gd name="connsiteY381" fmla="*/ 44350 h 4305008"/>
              <a:gd name="connsiteX382" fmla="*/ 3754649 w 5593163"/>
              <a:gd name="connsiteY382" fmla="*/ 0 h 4305008"/>
              <a:gd name="connsiteX383" fmla="*/ 3903287 w 5593163"/>
              <a:gd name="connsiteY383" fmla="*/ 0 h 4305008"/>
              <a:gd name="connsiteX384" fmla="*/ 3851448 w 5593163"/>
              <a:gd name="connsiteY384" fmla="*/ 95636 h 4305008"/>
              <a:gd name="connsiteX385" fmla="*/ 3280075 w 5593163"/>
              <a:gd name="connsiteY385" fmla="*/ 467856 h 4305008"/>
              <a:gd name="connsiteX386" fmla="*/ 3279959 w 5593163"/>
              <a:gd name="connsiteY386" fmla="*/ 468995 h 4305008"/>
              <a:gd name="connsiteX387" fmla="*/ 3263742 w 5593163"/>
              <a:gd name="connsiteY387" fmla="*/ 470523 h 4305008"/>
              <a:gd name="connsiteX388" fmla="*/ 3168316 w 5593163"/>
              <a:gd name="connsiteY388" fmla="*/ 479514 h 4305008"/>
              <a:gd name="connsiteX389" fmla="*/ 3151197 w 5593163"/>
              <a:gd name="connsiteY389" fmla="*/ 481127 h 4305008"/>
              <a:gd name="connsiteX390" fmla="*/ 3151171 w 5593163"/>
              <a:gd name="connsiteY390" fmla="*/ 480636 h 4305008"/>
              <a:gd name="connsiteX391" fmla="*/ 3150672 w 5593163"/>
              <a:gd name="connsiteY391" fmla="*/ 480669 h 4305008"/>
              <a:gd name="connsiteX392" fmla="*/ 3150079 w 5593163"/>
              <a:gd name="connsiteY392" fmla="*/ 469318 h 4305008"/>
              <a:gd name="connsiteX393" fmla="*/ 3150079 w 5593163"/>
              <a:gd name="connsiteY393" fmla="*/ 2166144 h 4305008"/>
              <a:gd name="connsiteX394" fmla="*/ 3151450 w 5593163"/>
              <a:gd name="connsiteY394" fmla="*/ 2149296 h 4305008"/>
              <a:gd name="connsiteX395" fmla="*/ 3158914 w 5593163"/>
              <a:gd name="connsiteY395" fmla="*/ 2057565 h 4305008"/>
              <a:gd name="connsiteX396" fmla="*/ 3159454 w 5593163"/>
              <a:gd name="connsiteY396" fmla="*/ 2050928 h 4305008"/>
              <a:gd name="connsiteX397" fmla="*/ 3159960 w 5593163"/>
              <a:gd name="connsiteY397" fmla="*/ 2050865 h 4305008"/>
              <a:gd name="connsiteX398" fmla="*/ 3850126 w 5593163"/>
              <a:gd name="connsiteY398" fmla="*/ 1363267 h 4305008"/>
              <a:gd name="connsiteX399" fmla="*/ 3850243 w 5593163"/>
              <a:gd name="connsiteY399" fmla="*/ 1362128 h 4305008"/>
              <a:gd name="connsiteX400" fmla="*/ 3866455 w 5593163"/>
              <a:gd name="connsiteY400" fmla="*/ 1360601 h 4305008"/>
              <a:gd name="connsiteX401" fmla="*/ 3961917 w 5593163"/>
              <a:gd name="connsiteY401" fmla="*/ 1351607 h 4305008"/>
              <a:gd name="connsiteX402" fmla="*/ 3979004 w 5593163"/>
              <a:gd name="connsiteY402" fmla="*/ 1349997 h 4305008"/>
              <a:gd name="connsiteX403" fmla="*/ 3979030 w 5593163"/>
              <a:gd name="connsiteY403" fmla="*/ 1350487 h 4305008"/>
              <a:gd name="connsiteX404" fmla="*/ 3979528 w 5593163"/>
              <a:gd name="connsiteY404" fmla="*/ 1350455 h 4305008"/>
              <a:gd name="connsiteX405" fmla="*/ 3980122 w 5593163"/>
              <a:gd name="connsiteY405" fmla="*/ 1361805 h 4305008"/>
              <a:gd name="connsiteX406" fmla="*/ 3978752 w 5593163"/>
              <a:gd name="connsiteY406" fmla="*/ 1378647 h 4305008"/>
              <a:gd name="connsiteX407" fmla="*/ 3971285 w 5593163"/>
              <a:gd name="connsiteY407" fmla="*/ 1470397 h 4305008"/>
              <a:gd name="connsiteX408" fmla="*/ 3970746 w 5593163"/>
              <a:gd name="connsiteY408" fmla="*/ 1477021 h 4305008"/>
              <a:gd name="connsiteX409" fmla="*/ 3970241 w 5593163"/>
              <a:gd name="connsiteY409" fmla="*/ 1477083 h 4305008"/>
              <a:gd name="connsiteX410" fmla="*/ 3280075 w 5593163"/>
              <a:gd name="connsiteY410" fmla="*/ 2164681 h 4305008"/>
              <a:gd name="connsiteX411" fmla="*/ 3279959 w 5593163"/>
              <a:gd name="connsiteY411" fmla="*/ 2165820 h 4305008"/>
              <a:gd name="connsiteX412" fmla="*/ 3263742 w 5593163"/>
              <a:gd name="connsiteY412" fmla="*/ 2167348 h 4305008"/>
              <a:gd name="connsiteX413" fmla="*/ 3168316 w 5593163"/>
              <a:gd name="connsiteY413" fmla="*/ 2176339 h 4305008"/>
              <a:gd name="connsiteX414" fmla="*/ 3151197 w 5593163"/>
              <a:gd name="connsiteY414" fmla="*/ 2177952 h 4305008"/>
              <a:gd name="connsiteX415" fmla="*/ 3151171 w 5593163"/>
              <a:gd name="connsiteY415" fmla="*/ 2177461 h 4305008"/>
              <a:gd name="connsiteX416" fmla="*/ 3150672 w 5593163"/>
              <a:gd name="connsiteY416" fmla="*/ 2177494 h 4305008"/>
              <a:gd name="connsiteX417" fmla="*/ 3150079 w 5593163"/>
              <a:gd name="connsiteY417" fmla="*/ 2166144 h 4305008"/>
              <a:gd name="connsiteX418" fmla="*/ 3150079 w 5593163"/>
              <a:gd name="connsiteY418" fmla="*/ 3862969 h 4305008"/>
              <a:gd name="connsiteX419" fmla="*/ 3151450 w 5593163"/>
              <a:gd name="connsiteY419" fmla="*/ 3846121 h 4305008"/>
              <a:gd name="connsiteX420" fmla="*/ 3158914 w 5593163"/>
              <a:gd name="connsiteY420" fmla="*/ 3754390 h 4305008"/>
              <a:gd name="connsiteX421" fmla="*/ 3159454 w 5593163"/>
              <a:gd name="connsiteY421" fmla="*/ 3747753 h 4305008"/>
              <a:gd name="connsiteX422" fmla="*/ 3159960 w 5593163"/>
              <a:gd name="connsiteY422" fmla="*/ 3747690 h 4305008"/>
              <a:gd name="connsiteX423" fmla="*/ 3850126 w 5593163"/>
              <a:gd name="connsiteY423" fmla="*/ 3060092 h 4305008"/>
              <a:gd name="connsiteX424" fmla="*/ 3850243 w 5593163"/>
              <a:gd name="connsiteY424" fmla="*/ 3058953 h 4305008"/>
              <a:gd name="connsiteX425" fmla="*/ 3866455 w 5593163"/>
              <a:gd name="connsiteY425" fmla="*/ 3057426 h 4305008"/>
              <a:gd name="connsiteX426" fmla="*/ 3961917 w 5593163"/>
              <a:gd name="connsiteY426" fmla="*/ 3048432 h 4305008"/>
              <a:gd name="connsiteX427" fmla="*/ 3979004 w 5593163"/>
              <a:gd name="connsiteY427" fmla="*/ 3046822 h 4305008"/>
              <a:gd name="connsiteX428" fmla="*/ 3979030 w 5593163"/>
              <a:gd name="connsiteY428" fmla="*/ 3047312 h 4305008"/>
              <a:gd name="connsiteX429" fmla="*/ 3979528 w 5593163"/>
              <a:gd name="connsiteY429" fmla="*/ 3047280 h 4305008"/>
              <a:gd name="connsiteX430" fmla="*/ 3980122 w 5593163"/>
              <a:gd name="connsiteY430" fmla="*/ 3058630 h 4305008"/>
              <a:gd name="connsiteX431" fmla="*/ 3978752 w 5593163"/>
              <a:gd name="connsiteY431" fmla="*/ 3075472 h 4305008"/>
              <a:gd name="connsiteX432" fmla="*/ 3971285 w 5593163"/>
              <a:gd name="connsiteY432" fmla="*/ 3167222 h 4305008"/>
              <a:gd name="connsiteX433" fmla="*/ 3970746 w 5593163"/>
              <a:gd name="connsiteY433" fmla="*/ 3173846 h 4305008"/>
              <a:gd name="connsiteX434" fmla="*/ 3970241 w 5593163"/>
              <a:gd name="connsiteY434" fmla="*/ 3173908 h 4305008"/>
              <a:gd name="connsiteX435" fmla="*/ 3280075 w 5593163"/>
              <a:gd name="connsiteY435" fmla="*/ 3861506 h 4305008"/>
              <a:gd name="connsiteX436" fmla="*/ 3279959 w 5593163"/>
              <a:gd name="connsiteY436" fmla="*/ 3862645 h 4305008"/>
              <a:gd name="connsiteX437" fmla="*/ 3263742 w 5593163"/>
              <a:gd name="connsiteY437" fmla="*/ 3864173 h 4305008"/>
              <a:gd name="connsiteX438" fmla="*/ 3168316 w 5593163"/>
              <a:gd name="connsiteY438" fmla="*/ 3873164 h 4305008"/>
              <a:gd name="connsiteX439" fmla="*/ 3151197 w 5593163"/>
              <a:gd name="connsiteY439" fmla="*/ 3874777 h 4305008"/>
              <a:gd name="connsiteX440" fmla="*/ 3151171 w 5593163"/>
              <a:gd name="connsiteY440" fmla="*/ 3874286 h 4305008"/>
              <a:gd name="connsiteX441" fmla="*/ 3150672 w 5593163"/>
              <a:gd name="connsiteY441" fmla="*/ 3874319 h 4305008"/>
              <a:gd name="connsiteX442" fmla="*/ 3150079 w 5593163"/>
              <a:gd name="connsiteY442" fmla="*/ 3862969 h 4305008"/>
              <a:gd name="connsiteX443" fmla="*/ 2442890 w 5593163"/>
              <a:gd name="connsiteY443" fmla="*/ 1181049 h 4305008"/>
              <a:gd name="connsiteX444" fmla="*/ 2986199 w 5593163"/>
              <a:gd name="connsiteY444" fmla="*/ 636203 h 4305008"/>
              <a:gd name="connsiteX445" fmla="*/ 2442890 w 5593163"/>
              <a:gd name="connsiteY445" fmla="*/ 1181049 h 4305008"/>
              <a:gd name="connsiteX446" fmla="*/ 2442890 w 5593163"/>
              <a:gd name="connsiteY446" fmla="*/ 1493690 h 4305008"/>
              <a:gd name="connsiteX447" fmla="*/ 2986199 w 5593163"/>
              <a:gd name="connsiteY447" fmla="*/ 2034258 h 4305008"/>
              <a:gd name="connsiteX448" fmla="*/ 2442890 w 5593163"/>
              <a:gd name="connsiteY448" fmla="*/ 1493690 h 4305008"/>
              <a:gd name="connsiteX449" fmla="*/ 2442890 w 5593163"/>
              <a:gd name="connsiteY449" fmla="*/ 2877874 h 4305008"/>
              <a:gd name="connsiteX450" fmla="*/ 2986199 w 5593163"/>
              <a:gd name="connsiteY450" fmla="*/ 2333028 h 4305008"/>
              <a:gd name="connsiteX451" fmla="*/ 2442890 w 5593163"/>
              <a:gd name="connsiteY451" fmla="*/ 2877874 h 4305008"/>
              <a:gd name="connsiteX452" fmla="*/ 2442890 w 5593163"/>
              <a:gd name="connsiteY452" fmla="*/ 3190516 h 4305008"/>
              <a:gd name="connsiteX453" fmla="*/ 2986199 w 5593163"/>
              <a:gd name="connsiteY453" fmla="*/ 3731083 h 4305008"/>
              <a:gd name="connsiteX454" fmla="*/ 2442890 w 5593163"/>
              <a:gd name="connsiteY454" fmla="*/ 3190516 h 4305008"/>
              <a:gd name="connsiteX455" fmla="*/ 2410871 w 5593163"/>
              <a:gd name="connsiteY455" fmla="*/ 4305008 h 4305008"/>
              <a:gd name="connsiteX456" fmla="*/ 2439316 w 5593163"/>
              <a:gd name="connsiteY456" fmla="*/ 4255797 h 4305008"/>
              <a:gd name="connsiteX457" fmla="*/ 2999569 w 5593163"/>
              <a:gd name="connsiteY457" fmla="*/ 3898397 h 4305008"/>
              <a:gd name="connsiteX458" fmla="*/ 2999686 w 5593163"/>
              <a:gd name="connsiteY458" fmla="*/ 3897249 h 4305008"/>
              <a:gd name="connsiteX459" fmla="*/ 3015899 w 5593163"/>
              <a:gd name="connsiteY459" fmla="*/ 3895710 h 4305008"/>
              <a:gd name="connsiteX460" fmla="*/ 3111360 w 5593163"/>
              <a:gd name="connsiteY460" fmla="*/ 3886645 h 4305008"/>
              <a:gd name="connsiteX461" fmla="*/ 3128448 w 5593163"/>
              <a:gd name="connsiteY461" fmla="*/ 3885022 h 4305008"/>
              <a:gd name="connsiteX462" fmla="*/ 3128474 w 5593163"/>
              <a:gd name="connsiteY462" fmla="*/ 3885516 h 4305008"/>
              <a:gd name="connsiteX463" fmla="*/ 3128972 w 5593163"/>
              <a:gd name="connsiteY463" fmla="*/ 3885483 h 4305008"/>
              <a:gd name="connsiteX464" fmla="*/ 3129566 w 5593163"/>
              <a:gd name="connsiteY464" fmla="*/ 3896923 h 4305008"/>
              <a:gd name="connsiteX465" fmla="*/ 3128195 w 5593163"/>
              <a:gd name="connsiteY465" fmla="*/ 3913899 h 4305008"/>
              <a:gd name="connsiteX466" fmla="*/ 3120728 w 5593163"/>
              <a:gd name="connsiteY466" fmla="*/ 4006375 h 4305008"/>
              <a:gd name="connsiteX467" fmla="*/ 3120190 w 5593163"/>
              <a:gd name="connsiteY467" fmla="*/ 4013051 h 4305008"/>
              <a:gd name="connsiteX468" fmla="*/ 3119684 w 5593163"/>
              <a:gd name="connsiteY468" fmla="*/ 4013114 h 4305008"/>
              <a:gd name="connsiteX469" fmla="*/ 3044567 w 5593163"/>
              <a:gd name="connsiteY469" fmla="*/ 4254710 h 4305008"/>
              <a:gd name="connsiteX470" fmla="*/ 3014445 w 5593163"/>
              <a:gd name="connsiteY470" fmla="*/ 4305008 h 4305008"/>
              <a:gd name="connsiteX471" fmla="*/ 2860336 w 5593163"/>
              <a:gd name="connsiteY471" fmla="*/ 4305008 h 4305008"/>
              <a:gd name="connsiteX472" fmla="*/ 2887018 w 5593163"/>
              <a:gd name="connsiteY472" fmla="*/ 4271827 h 4305008"/>
              <a:gd name="connsiteX473" fmla="*/ 2986199 w 5593163"/>
              <a:gd name="connsiteY473" fmla="*/ 4029853 h 4305008"/>
              <a:gd name="connsiteX474" fmla="*/ 2614045 w 5593163"/>
              <a:gd name="connsiteY474" fmla="*/ 4241205 h 4305008"/>
              <a:gd name="connsiteX475" fmla="*/ 2561922 w 5593163"/>
              <a:gd name="connsiteY475" fmla="*/ 4305008 h 4305008"/>
              <a:gd name="connsiteX476" fmla="*/ 2376360 w 5593163"/>
              <a:gd name="connsiteY476" fmla="*/ 0 h 4305008"/>
              <a:gd name="connsiteX477" fmla="*/ 2524998 w 5593163"/>
              <a:gd name="connsiteY477" fmla="*/ 0 h 4305008"/>
              <a:gd name="connsiteX478" fmla="*/ 2547226 w 5593163"/>
              <a:gd name="connsiteY478" fmla="*/ 44350 h 4305008"/>
              <a:gd name="connsiteX479" fmla="*/ 2986199 w 5593163"/>
              <a:gd name="connsiteY479" fmla="*/ 337433 h 4305008"/>
              <a:gd name="connsiteX480" fmla="*/ 2872691 w 5593163"/>
              <a:gd name="connsiteY480" fmla="*/ 76659 h 4305008"/>
              <a:gd name="connsiteX481" fmla="*/ 2804464 w 5593163"/>
              <a:gd name="connsiteY481" fmla="*/ 0 h 4305008"/>
              <a:gd name="connsiteX482" fmla="*/ 2972839 w 5593163"/>
              <a:gd name="connsiteY482" fmla="*/ 0 h 4305008"/>
              <a:gd name="connsiteX483" fmla="*/ 3035473 w 5593163"/>
              <a:gd name="connsiteY483" fmla="*/ 96778 h 4305008"/>
              <a:gd name="connsiteX484" fmla="*/ 3119686 w 5593163"/>
              <a:gd name="connsiteY484" fmla="*/ 354040 h 4305008"/>
              <a:gd name="connsiteX485" fmla="*/ 3120191 w 5593163"/>
              <a:gd name="connsiteY485" fmla="*/ 354103 h 4305008"/>
              <a:gd name="connsiteX486" fmla="*/ 3120732 w 5593163"/>
              <a:gd name="connsiteY486" fmla="*/ 360740 h 4305008"/>
              <a:gd name="connsiteX487" fmla="*/ 3128196 w 5593163"/>
              <a:gd name="connsiteY487" fmla="*/ 452471 h 4305008"/>
              <a:gd name="connsiteX488" fmla="*/ 3129566 w 5593163"/>
              <a:gd name="connsiteY488" fmla="*/ 469318 h 4305008"/>
              <a:gd name="connsiteX489" fmla="*/ 3128973 w 5593163"/>
              <a:gd name="connsiteY489" fmla="*/ 480669 h 4305008"/>
              <a:gd name="connsiteX490" fmla="*/ 3128474 w 5593163"/>
              <a:gd name="connsiteY490" fmla="*/ 480636 h 4305008"/>
              <a:gd name="connsiteX491" fmla="*/ 3128448 w 5593163"/>
              <a:gd name="connsiteY491" fmla="*/ 481127 h 4305008"/>
              <a:gd name="connsiteX492" fmla="*/ 3111330 w 5593163"/>
              <a:gd name="connsiteY492" fmla="*/ 479514 h 4305008"/>
              <a:gd name="connsiteX493" fmla="*/ 3015903 w 5593163"/>
              <a:gd name="connsiteY493" fmla="*/ 470523 h 4305008"/>
              <a:gd name="connsiteX494" fmla="*/ 2999687 w 5593163"/>
              <a:gd name="connsiteY494" fmla="*/ 468995 h 4305008"/>
              <a:gd name="connsiteX495" fmla="*/ 2999571 w 5593163"/>
              <a:gd name="connsiteY495" fmla="*/ 467856 h 4305008"/>
              <a:gd name="connsiteX496" fmla="*/ 2428199 w 5593163"/>
              <a:gd name="connsiteY496" fmla="*/ 95636 h 4305008"/>
              <a:gd name="connsiteX497" fmla="*/ 2299523 w 5593163"/>
              <a:gd name="connsiteY497" fmla="*/ 1313979 h 4305008"/>
              <a:gd name="connsiteX498" fmla="*/ 2300894 w 5593163"/>
              <a:gd name="connsiteY498" fmla="*/ 1296998 h 4305008"/>
              <a:gd name="connsiteX499" fmla="*/ 2308358 w 5593163"/>
              <a:gd name="connsiteY499" fmla="*/ 1204541 h 4305008"/>
              <a:gd name="connsiteX500" fmla="*/ 2308898 w 5593163"/>
              <a:gd name="connsiteY500" fmla="*/ 1197851 h 4305008"/>
              <a:gd name="connsiteX501" fmla="*/ 2309404 w 5593163"/>
              <a:gd name="connsiteY501" fmla="*/ 1197788 h 4305008"/>
              <a:gd name="connsiteX502" fmla="*/ 2999570 w 5593163"/>
              <a:gd name="connsiteY502" fmla="*/ 504747 h 4305008"/>
              <a:gd name="connsiteX503" fmla="*/ 2999687 w 5593163"/>
              <a:gd name="connsiteY503" fmla="*/ 503599 h 4305008"/>
              <a:gd name="connsiteX504" fmla="*/ 3015899 w 5593163"/>
              <a:gd name="connsiteY504" fmla="*/ 502060 h 4305008"/>
              <a:gd name="connsiteX505" fmla="*/ 3111361 w 5593163"/>
              <a:gd name="connsiteY505" fmla="*/ 492995 h 4305008"/>
              <a:gd name="connsiteX506" fmla="*/ 3128448 w 5593163"/>
              <a:gd name="connsiteY506" fmla="*/ 491372 h 4305008"/>
              <a:gd name="connsiteX507" fmla="*/ 3128474 w 5593163"/>
              <a:gd name="connsiteY507" fmla="*/ 491866 h 4305008"/>
              <a:gd name="connsiteX508" fmla="*/ 3128972 w 5593163"/>
              <a:gd name="connsiteY508" fmla="*/ 491833 h 4305008"/>
              <a:gd name="connsiteX509" fmla="*/ 3129566 w 5593163"/>
              <a:gd name="connsiteY509" fmla="*/ 503273 h 4305008"/>
              <a:gd name="connsiteX510" fmla="*/ 3128196 w 5593163"/>
              <a:gd name="connsiteY510" fmla="*/ 520249 h 4305008"/>
              <a:gd name="connsiteX511" fmla="*/ 3120729 w 5593163"/>
              <a:gd name="connsiteY511" fmla="*/ 612725 h 4305008"/>
              <a:gd name="connsiteX512" fmla="*/ 3120190 w 5593163"/>
              <a:gd name="connsiteY512" fmla="*/ 619401 h 4305008"/>
              <a:gd name="connsiteX513" fmla="*/ 3119685 w 5593163"/>
              <a:gd name="connsiteY513" fmla="*/ 619464 h 4305008"/>
              <a:gd name="connsiteX514" fmla="*/ 2429519 w 5593163"/>
              <a:gd name="connsiteY514" fmla="*/ 1312505 h 4305008"/>
              <a:gd name="connsiteX515" fmla="*/ 2429403 w 5593163"/>
              <a:gd name="connsiteY515" fmla="*/ 1313653 h 4305008"/>
              <a:gd name="connsiteX516" fmla="*/ 2413186 w 5593163"/>
              <a:gd name="connsiteY516" fmla="*/ 1315193 h 4305008"/>
              <a:gd name="connsiteX517" fmla="*/ 2317760 w 5593163"/>
              <a:gd name="connsiteY517" fmla="*/ 1324255 h 4305008"/>
              <a:gd name="connsiteX518" fmla="*/ 2300641 w 5593163"/>
              <a:gd name="connsiteY518" fmla="*/ 1325881 h 4305008"/>
              <a:gd name="connsiteX519" fmla="*/ 2300615 w 5593163"/>
              <a:gd name="connsiteY519" fmla="*/ 1325386 h 4305008"/>
              <a:gd name="connsiteX520" fmla="*/ 2300116 w 5593163"/>
              <a:gd name="connsiteY520" fmla="*/ 1325419 h 4305008"/>
              <a:gd name="connsiteX521" fmla="*/ 2299523 w 5593163"/>
              <a:gd name="connsiteY521" fmla="*/ 1313979 h 4305008"/>
              <a:gd name="connsiteX522" fmla="*/ 2299523 w 5593163"/>
              <a:gd name="connsiteY522" fmla="*/ 1361805 h 4305008"/>
              <a:gd name="connsiteX523" fmla="*/ 2300117 w 5593163"/>
              <a:gd name="connsiteY523" fmla="*/ 1350455 h 4305008"/>
              <a:gd name="connsiteX524" fmla="*/ 2300615 w 5593163"/>
              <a:gd name="connsiteY524" fmla="*/ 1350487 h 4305008"/>
              <a:gd name="connsiteX525" fmla="*/ 2300641 w 5593163"/>
              <a:gd name="connsiteY525" fmla="*/ 1349997 h 4305008"/>
              <a:gd name="connsiteX526" fmla="*/ 2317729 w 5593163"/>
              <a:gd name="connsiteY526" fmla="*/ 1351607 h 4305008"/>
              <a:gd name="connsiteX527" fmla="*/ 2413190 w 5593163"/>
              <a:gd name="connsiteY527" fmla="*/ 1360601 h 4305008"/>
              <a:gd name="connsiteX528" fmla="*/ 2429403 w 5593163"/>
              <a:gd name="connsiteY528" fmla="*/ 1362128 h 4305008"/>
              <a:gd name="connsiteX529" fmla="*/ 2429520 w 5593163"/>
              <a:gd name="connsiteY529" fmla="*/ 1363267 h 4305008"/>
              <a:gd name="connsiteX530" fmla="*/ 3119686 w 5593163"/>
              <a:gd name="connsiteY530" fmla="*/ 2050865 h 4305008"/>
              <a:gd name="connsiteX531" fmla="*/ 3120191 w 5593163"/>
              <a:gd name="connsiteY531" fmla="*/ 2050928 h 4305008"/>
              <a:gd name="connsiteX532" fmla="*/ 3120732 w 5593163"/>
              <a:gd name="connsiteY532" fmla="*/ 2057565 h 4305008"/>
              <a:gd name="connsiteX533" fmla="*/ 3128196 w 5593163"/>
              <a:gd name="connsiteY533" fmla="*/ 2149296 h 4305008"/>
              <a:gd name="connsiteX534" fmla="*/ 3129566 w 5593163"/>
              <a:gd name="connsiteY534" fmla="*/ 2166144 h 4305008"/>
              <a:gd name="connsiteX535" fmla="*/ 3128973 w 5593163"/>
              <a:gd name="connsiteY535" fmla="*/ 2177494 h 4305008"/>
              <a:gd name="connsiteX536" fmla="*/ 3128474 w 5593163"/>
              <a:gd name="connsiteY536" fmla="*/ 2177461 h 4305008"/>
              <a:gd name="connsiteX537" fmla="*/ 3128448 w 5593163"/>
              <a:gd name="connsiteY537" fmla="*/ 2177952 h 4305008"/>
              <a:gd name="connsiteX538" fmla="*/ 3111330 w 5593163"/>
              <a:gd name="connsiteY538" fmla="*/ 2176339 h 4305008"/>
              <a:gd name="connsiteX539" fmla="*/ 3015903 w 5593163"/>
              <a:gd name="connsiteY539" fmla="*/ 2167348 h 4305008"/>
              <a:gd name="connsiteX540" fmla="*/ 2999687 w 5593163"/>
              <a:gd name="connsiteY540" fmla="*/ 2165820 h 4305008"/>
              <a:gd name="connsiteX541" fmla="*/ 2999571 w 5593163"/>
              <a:gd name="connsiteY541" fmla="*/ 2164681 h 4305008"/>
              <a:gd name="connsiteX542" fmla="*/ 2309405 w 5593163"/>
              <a:gd name="connsiteY542" fmla="*/ 1477083 h 4305008"/>
              <a:gd name="connsiteX543" fmla="*/ 2308899 w 5593163"/>
              <a:gd name="connsiteY543" fmla="*/ 1477021 h 4305008"/>
              <a:gd name="connsiteX544" fmla="*/ 2308361 w 5593163"/>
              <a:gd name="connsiteY544" fmla="*/ 1470397 h 4305008"/>
              <a:gd name="connsiteX545" fmla="*/ 2300894 w 5593163"/>
              <a:gd name="connsiteY545" fmla="*/ 1378647 h 4305008"/>
              <a:gd name="connsiteX546" fmla="*/ 2299523 w 5593163"/>
              <a:gd name="connsiteY546" fmla="*/ 1361805 h 4305008"/>
              <a:gd name="connsiteX547" fmla="*/ 2299523 w 5593163"/>
              <a:gd name="connsiteY547" fmla="*/ 3010804 h 4305008"/>
              <a:gd name="connsiteX548" fmla="*/ 2300894 w 5593163"/>
              <a:gd name="connsiteY548" fmla="*/ 2993823 h 4305008"/>
              <a:gd name="connsiteX549" fmla="*/ 2308358 w 5593163"/>
              <a:gd name="connsiteY549" fmla="*/ 2901366 h 4305008"/>
              <a:gd name="connsiteX550" fmla="*/ 2308898 w 5593163"/>
              <a:gd name="connsiteY550" fmla="*/ 2894676 h 4305008"/>
              <a:gd name="connsiteX551" fmla="*/ 2309404 w 5593163"/>
              <a:gd name="connsiteY551" fmla="*/ 2894613 h 4305008"/>
              <a:gd name="connsiteX552" fmla="*/ 2999570 w 5593163"/>
              <a:gd name="connsiteY552" fmla="*/ 2201572 h 4305008"/>
              <a:gd name="connsiteX553" fmla="*/ 2999687 w 5593163"/>
              <a:gd name="connsiteY553" fmla="*/ 2200424 h 4305008"/>
              <a:gd name="connsiteX554" fmla="*/ 3015899 w 5593163"/>
              <a:gd name="connsiteY554" fmla="*/ 2198885 h 4305008"/>
              <a:gd name="connsiteX555" fmla="*/ 3111361 w 5593163"/>
              <a:gd name="connsiteY555" fmla="*/ 2189820 h 4305008"/>
              <a:gd name="connsiteX556" fmla="*/ 3128448 w 5593163"/>
              <a:gd name="connsiteY556" fmla="*/ 2188197 h 4305008"/>
              <a:gd name="connsiteX557" fmla="*/ 3128474 w 5593163"/>
              <a:gd name="connsiteY557" fmla="*/ 2188691 h 4305008"/>
              <a:gd name="connsiteX558" fmla="*/ 3128972 w 5593163"/>
              <a:gd name="connsiteY558" fmla="*/ 2188658 h 4305008"/>
              <a:gd name="connsiteX559" fmla="*/ 3129566 w 5593163"/>
              <a:gd name="connsiteY559" fmla="*/ 2200098 h 4305008"/>
              <a:gd name="connsiteX560" fmla="*/ 3128196 w 5593163"/>
              <a:gd name="connsiteY560" fmla="*/ 2217074 h 4305008"/>
              <a:gd name="connsiteX561" fmla="*/ 3120729 w 5593163"/>
              <a:gd name="connsiteY561" fmla="*/ 2309550 h 4305008"/>
              <a:gd name="connsiteX562" fmla="*/ 3120190 w 5593163"/>
              <a:gd name="connsiteY562" fmla="*/ 2316226 h 4305008"/>
              <a:gd name="connsiteX563" fmla="*/ 3119685 w 5593163"/>
              <a:gd name="connsiteY563" fmla="*/ 2316289 h 4305008"/>
              <a:gd name="connsiteX564" fmla="*/ 2429519 w 5593163"/>
              <a:gd name="connsiteY564" fmla="*/ 3009330 h 4305008"/>
              <a:gd name="connsiteX565" fmla="*/ 2429403 w 5593163"/>
              <a:gd name="connsiteY565" fmla="*/ 3010478 h 4305008"/>
              <a:gd name="connsiteX566" fmla="*/ 2413186 w 5593163"/>
              <a:gd name="connsiteY566" fmla="*/ 3012018 h 4305008"/>
              <a:gd name="connsiteX567" fmla="*/ 2317760 w 5593163"/>
              <a:gd name="connsiteY567" fmla="*/ 3021080 h 4305008"/>
              <a:gd name="connsiteX568" fmla="*/ 2300641 w 5593163"/>
              <a:gd name="connsiteY568" fmla="*/ 3022706 h 4305008"/>
              <a:gd name="connsiteX569" fmla="*/ 2300615 w 5593163"/>
              <a:gd name="connsiteY569" fmla="*/ 3022211 h 4305008"/>
              <a:gd name="connsiteX570" fmla="*/ 2300116 w 5593163"/>
              <a:gd name="connsiteY570" fmla="*/ 3022244 h 4305008"/>
              <a:gd name="connsiteX571" fmla="*/ 2299523 w 5593163"/>
              <a:gd name="connsiteY571" fmla="*/ 3010804 h 4305008"/>
              <a:gd name="connsiteX572" fmla="*/ 2299523 w 5593163"/>
              <a:gd name="connsiteY572" fmla="*/ 3058630 h 4305008"/>
              <a:gd name="connsiteX573" fmla="*/ 2300117 w 5593163"/>
              <a:gd name="connsiteY573" fmla="*/ 3047280 h 4305008"/>
              <a:gd name="connsiteX574" fmla="*/ 2300615 w 5593163"/>
              <a:gd name="connsiteY574" fmla="*/ 3047312 h 4305008"/>
              <a:gd name="connsiteX575" fmla="*/ 2300641 w 5593163"/>
              <a:gd name="connsiteY575" fmla="*/ 3046822 h 4305008"/>
              <a:gd name="connsiteX576" fmla="*/ 2317729 w 5593163"/>
              <a:gd name="connsiteY576" fmla="*/ 3048432 h 4305008"/>
              <a:gd name="connsiteX577" fmla="*/ 2413190 w 5593163"/>
              <a:gd name="connsiteY577" fmla="*/ 3057426 h 4305008"/>
              <a:gd name="connsiteX578" fmla="*/ 2429403 w 5593163"/>
              <a:gd name="connsiteY578" fmla="*/ 3058953 h 4305008"/>
              <a:gd name="connsiteX579" fmla="*/ 2429520 w 5593163"/>
              <a:gd name="connsiteY579" fmla="*/ 3060092 h 4305008"/>
              <a:gd name="connsiteX580" fmla="*/ 3119686 w 5593163"/>
              <a:gd name="connsiteY580" fmla="*/ 3747690 h 4305008"/>
              <a:gd name="connsiteX581" fmla="*/ 3120191 w 5593163"/>
              <a:gd name="connsiteY581" fmla="*/ 3747753 h 4305008"/>
              <a:gd name="connsiteX582" fmla="*/ 3120732 w 5593163"/>
              <a:gd name="connsiteY582" fmla="*/ 3754390 h 4305008"/>
              <a:gd name="connsiteX583" fmla="*/ 3128196 w 5593163"/>
              <a:gd name="connsiteY583" fmla="*/ 3846121 h 4305008"/>
              <a:gd name="connsiteX584" fmla="*/ 3129566 w 5593163"/>
              <a:gd name="connsiteY584" fmla="*/ 3862969 h 4305008"/>
              <a:gd name="connsiteX585" fmla="*/ 3128973 w 5593163"/>
              <a:gd name="connsiteY585" fmla="*/ 3874319 h 4305008"/>
              <a:gd name="connsiteX586" fmla="*/ 3128474 w 5593163"/>
              <a:gd name="connsiteY586" fmla="*/ 3874286 h 4305008"/>
              <a:gd name="connsiteX587" fmla="*/ 3128448 w 5593163"/>
              <a:gd name="connsiteY587" fmla="*/ 3874777 h 4305008"/>
              <a:gd name="connsiteX588" fmla="*/ 3111330 w 5593163"/>
              <a:gd name="connsiteY588" fmla="*/ 3873164 h 4305008"/>
              <a:gd name="connsiteX589" fmla="*/ 3015903 w 5593163"/>
              <a:gd name="connsiteY589" fmla="*/ 3864173 h 4305008"/>
              <a:gd name="connsiteX590" fmla="*/ 2999687 w 5593163"/>
              <a:gd name="connsiteY590" fmla="*/ 3862645 h 4305008"/>
              <a:gd name="connsiteX591" fmla="*/ 2999571 w 5593163"/>
              <a:gd name="connsiteY591" fmla="*/ 3861506 h 4305008"/>
              <a:gd name="connsiteX592" fmla="*/ 2309405 w 5593163"/>
              <a:gd name="connsiteY592" fmla="*/ 3173908 h 4305008"/>
              <a:gd name="connsiteX593" fmla="*/ 2308899 w 5593163"/>
              <a:gd name="connsiteY593" fmla="*/ 3173846 h 4305008"/>
              <a:gd name="connsiteX594" fmla="*/ 2308361 w 5593163"/>
              <a:gd name="connsiteY594" fmla="*/ 3167222 h 4305008"/>
              <a:gd name="connsiteX595" fmla="*/ 2300894 w 5593163"/>
              <a:gd name="connsiteY595" fmla="*/ 3075472 h 4305008"/>
              <a:gd name="connsiteX596" fmla="*/ 2299523 w 5593163"/>
              <a:gd name="connsiteY596" fmla="*/ 3058630 h 4305008"/>
              <a:gd name="connsiteX597" fmla="*/ 1601297 w 5593163"/>
              <a:gd name="connsiteY597" fmla="*/ 636203 h 4305008"/>
              <a:gd name="connsiteX598" fmla="*/ 2144606 w 5593163"/>
              <a:gd name="connsiteY598" fmla="*/ 1181049 h 4305008"/>
              <a:gd name="connsiteX599" fmla="*/ 1601297 w 5593163"/>
              <a:gd name="connsiteY599" fmla="*/ 636203 h 4305008"/>
              <a:gd name="connsiteX600" fmla="*/ 1601297 w 5593163"/>
              <a:gd name="connsiteY600" fmla="*/ 2333028 h 4305008"/>
              <a:gd name="connsiteX601" fmla="*/ 2144606 w 5593163"/>
              <a:gd name="connsiteY601" fmla="*/ 2877874 h 4305008"/>
              <a:gd name="connsiteX602" fmla="*/ 1601297 w 5593163"/>
              <a:gd name="connsiteY602" fmla="*/ 2333028 h 4305008"/>
              <a:gd name="connsiteX603" fmla="*/ 1601295 w 5593163"/>
              <a:gd name="connsiteY603" fmla="*/ 2034258 h 4305008"/>
              <a:gd name="connsiteX604" fmla="*/ 2144604 w 5593163"/>
              <a:gd name="connsiteY604" fmla="*/ 1493690 h 4305008"/>
              <a:gd name="connsiteX605" fmla="*/ 1601295 w 5593163"/>
              <a:gd name="connsiteY605" fmla="*/ 2034258 h 4305008"/>
              <a:gd name="connsiteX606" fmla="*/ 1601295 w 5593163"/>
              <a:gd name="connsiteY606" fmla="*/ 3731083 h 4305008"/>
              <a:gd name="connsiteX607" fmla="*/ 2144604 w 5593163"/>
              <a:gd name="connsiteY607" fmla="*/ 3190516 h 4305008"/>
              <a:gd name="connsiteX608" fmla="*/ 1601295 w 5593163"/>
              <a:gd name="connsiteY608" fmla="*/ 3731083 h 4305008"/>
              <a:gd name="connsiteX609" fmla="*/ 1457930 w 5593163"/>
              <a:gd name="connsiteY609" fmla="*/ 503273 h 4305008"/>
              <a:gd name="connsiteX610" fmla="*/ 1458524 w 5593163"/>
              <a:gd name="connsiteY610" fmla="*/ 491833 h 4305008"/>
              <a:gd name="connsiteX611" fmla="*/ 1459022 w 5593163"/>
              <a:gd name="connsiteY611" fmla="*/ 491866 h 4305008"/>
              <a:gd name="connsiteX612" fmla="*/ 1459048 w 5593163"/>
              <a:gd name="connsiteY612" fmla="*/ 491372 h 4305008"/>
              <a:gd name="connsiteX613" fmla="*/ 1476135 w 5593163"/>
              <a:gd name="connsiteY613" fmla="*/ 492995 h 4305008"/>
              <a:gd name="connsiteX614" fmla="*/ 1571597 w 5593163"/>
              <a:gd name="connsiteY614" fmla="*/ 502060 h 4305008"/>
              <a:gd name="connsiteX615" fmla="*/ 1587809 w 5593163"/>
              <a:gd name="connsiteY615" fmla="*/ 503599 h 4305008"/>
              <a:gd name="connsiteX616" fmla="*/ 1587926 w 5593163"/>
              <a:gd name="connsiteY616" fmla="*/ 504747 h 4305008"/>
              <a:gd name="connsiteX617" fmla="*/ 2278092 w 5593163"/>
              <a:gd name="connsiteY617" fmla="*/ 1197788 h 4305008"/>
              <a:gd name="connsiteX618" fmla="*/ 2278598 w 5593163"/>
              <a:gd name="connsiteY618" fmla="*/ 1197851 h 4305008"/>
              <a:gd name="connsiteX619" fmla="*/ 2279138 w 5593163"/>
              <a:gd name="connsiteY619" fmla="*/ 1204541 h 4305008"/>
              <a:gd name="connsiteX620" fmla="*/ 2286602 w 5593163"/>
              <a:gd name="connsiteY620" fmla="*/ 1296998 h 4305008"/>
              <a:gd name="connsiteX621" fmla="*/ 2287973 w 5593163"/>
              <a:gd name="connsiteY621" fmla="*/ 1313979 h 4305008"/>
              <a:gd name="connsiteX622" fmla="*/ 2287380 w 5593163"/>
              <a:gd name="connsiteY622" fmla="*/ 1325419 h 4305008"/>
              <a:gd name="connsiteX623" fmla="*/ 2286881 w 5593163"/>
              <a:gd name="connsiteY623" fmla="*/ 1325386 h 4305008"/>
              <a:gd name="connsiteX624" fmla="*/ 2286855 w 5593163"/>
              <a:gd name="connsiteY624" fmla="*/ 1325881 h 4305008"/>
              <a:gd name="connsiteX625" fmla="*/ 2269736 w 5593163"/>
              <a:gd name="connsiteY625" fmla="*/ 1324255 h 4305008"/>
              <a:gd name="connsiteX626" fmla="*/ 2174310 w 5593163"/>
              <a:gd name="connsiteY626" fmla="*/ 1315193 h 4305008"/>
              <a:gd name="connsiteX627" fmla="*/ 2158093 w 5593163"/>
              <a:gd name="connsiteY627" fmla="*/ 1313653 h 4305008"/>
              <a:gd name="connsiteX628" fmla="*/ 2157977 w 5593163"/>
              <a:gd name="connsiteY628" fmla="*/ 1312505 h 4305008"/>
              <a:gd name="connsiteX629" fmla="*/ 1467811 w 5593163"/>
              <a:gd name="connsiteY629" fmla="*/ 619464 h 4305008"/>
              <a:gd name="connsiteX630" fmla="*/ 1467306 w 5593163"/>
              <a:gd name="connsiteY630" fmla="*/ 619401 h 4305008"/>
              <a:gd name="connsiteX631" fmla="*/ 1466767 w 5593163"/>
              <a:gd name="connsiteY631" fmla="*/ 612725 h 4305008"/>
              <a:gd name="connsiteX632" fmla="*/ 1459300 w 5593163"/>
              <a:gd name="connsiteY632" fmla="*/ 520249 h 4305008"/>
              <a:gd name="connsiteX633" fmla="*/ 1457930 w 5593163"/>
              <a:gd name="connsiteY633" fmla="*/ 503273 h 4305008"/>
              <a:gd name="connsiteX634" fmla="*/ 1457930 w 5593163"/>
              <a:gd name="connsiteY634" fmla="*/ 2200098 h 4305008"/>
              <a:gd name="connsiteX635" fmla="*/ 1458524 w 5593163"/>
              <a:gd name="connsiteY635" fmla="*/ 2188658 h 4305008"/>
              <a:gd name="connsiteX636" fmla="*/ 1459022 w 5593163"/>
              <a:gd name="connsiteY636" fmla="*/ 2188691 h 4305008"/>
              <a:gd name="connsiteX637" fmla="*/ 1459048 w 5593163"/>
              <a:gd name="connsiteY637" fmla="*/ 2188197 h 4305008"/>
              <a:gd name="connsiteX638" fmla="*/ 1476135 w 5593163"/>
              <a:gd name="connsiteY638" fmla="*/ 2189820 h 4305008"/>
              <a:gd name="connsiteX639" fmla="*/ 1571597 w 5593163"/>
              <a:gd name="connsiteY639" fmla="*/ 2198885 h 4305008"/>
              <a:gd name="connsiteX640" fmla="*/ 1587809 w 5593163"/>
              <a:gd name="connsiteY640" fmla="*/ 2200424 h 4305008"/>
              <a:gd name="connsiteX641" fmla="*/ 1587926 w 5593163"/>
              <a:gd name="connsiteY641" fmla="*/ 2201572 h 4305008"/>
              <a:gd name="connsiteX642" fmla="*/ 2278092 w 5593163"/>
              <a:gd name="connsiteY642" fmla="*/ 2894613 h 4305008"/>
              <a:gd name="connsiteX643" fmla="*/ 2278598 w 5593163"/>
              <a:gd name="connsiteY643" fmla="*/ 2894676 h 4305008"/>
              <a:gd name="connsiteX644" fmla="*/ 2279138 w 5593163"/>
              <a:gd name="connsiteY644" fmla="*/ 2901366 h 4305008"/>
              <a:gd name="connsiteX645" fmla="*/ 2286602 w 5593163"/>
              <a:gd name="connsiteY645" fmla="*/ 2993823 h 4305008"/>
              <a:gd name="connsiteX646" fmla="*/ 2287973 w 5593163"/>
              <a:gd name="connsiteY646" fmla="*/ 3010804 h 4305008"/>
              <a:gd name="connsiteX647" fmla="*/ 2287380 w 5593163"/>
              <a:gd name="connsiteY647" fmla="*/ 3022244 h 4305008"/>
              <a:gd name="connsiteX648" fmla="*/ 2286881 w 5593163"/>
              <a:gd name="connsiteY648" fmla="*/ 3022211 h 4305008"/>
              <a:gd name="connsiteX649" fmla="*/ 2286855 w 5593163"/>
              <a:gd name="connsiteY649" fmla="*/ 3022706 h 4305008"/>
              <a:gd name="connsiteX650" fmla="*/ 2269736 w 5593163"/>
              <a:gd name="connsiteY650" fmla="*/ 3021080 h 4305008"/>
              <a:gd name="connsiteX651" fmla="*/ 2174310 w 5593163"/>
              <a:gd name="connsiteY651" fmla="*/ 3012018 h 4305008"/>
              <a:gd name="connsiteX652" fmla="*/ 2158093 w 5593163"/>
              <a:gd name="connsiteY652" fmla="*/ 3010478 h 4305008"/>
              <a:gd name="connsiteX653" fmla="*/ 2157977 w 5593163"/>
              <a:gd name="connsiteY653" fmla="*/ 3009330 h 4305008"/>
              <a:gd name="connsiteX654" fmla="*/ 1467811 w 5593163"/>
              <a:gd name="connsiteY654" fmla="*/ 2316289 h 4305008"/>
              <a:gd name="connsiteX655" fmla="*/ 1467306 w 5593163"/>
              <a:gd name="connsiteY655" fmla="*/ 2316226 h 4305008"/>
              <a:gd name="connsiteX656" fmla="*/ 1466767 w 5593163"/>
              <a:gd name="connsiteY656" fmla="*/ 2309550 h 4305008"/>
              <a:gd name="connsiteX657" fmla="*/ 1459300 w 5593163"/>
              <a:gd name="connsiteY657" fmla="*/ 2217074 h 4305008"/>
              <a:gd name="connsiteX658" fmla="*/ 1457930 w 5593163"/>
              <a:gd name="connsiteY658" fmla="*/ 2200098 h 4305008"/>
              <a:gd name="connsiteX659" fmla="*/ 1457930 w 5593163"/>
              <a:gd name="connsiteY659" fmla="*/ 3896923 h 4305008"/>
              <a:gd name="connsiteX660" fmla="*/ 1458524 w 5593163"/>
              <a:gd name="connsiteY660" fmla="*/ 3885483 h 4305008"/>
              <a:gd name="connsiteX661" fmla="*/ 1459022 w 5593163"/>
              <a:gd name="connsiteY661" fmla="*/ 3885516 h 4305008"/>
              <a:gd name="connsiteX662" fmla="*/ 1459048 w 5593163"/>
              <a:gd name="connsiteY662" fmla="*/ 3885022 h 4305008"/>
              <a:gd name="connsiteX663" fmla="*/ 1476135 w 5593163"/>
              <a:gd name="connsiteY663" fmla="*/ 3886645 h 4305008"/>
              <a:gd name="connsiteX664" fmla="*/ 1571597 w 5593163"/>
              <a:gd name="connsiteY664" fmla="*/ 3895710 h 4305008"/>
              <a:gd name="connsiteX665" fmla="*/ 1587809 w 5593163"/>
              <a:gd name="connsiteY665" fmla="*/ 3897249 h 4305008"/>
              <a:gd name="connsiteX666" fmla="*/ 1587926 w 5593163"/>
              <a:gd name="connsiteY666" fmla="*/ 3898397 h 4305008"/>
              <a:gd name="connsiteX667" fmla="*/ 2148179 w 5593163"/>
              <a:gd name="connsiteY667" fmla="*/ 4255797 h 4305008"/>
              <a:gd name="connsiteX668" fmla="*/ 2176624 w 5593163"/>
              <a:gd name="connsiteY668" fmla="*/ 4305008 h 4305008"/>
              <a:gd name="connsiteX669" fmla="*/ 2025574 w 5593163"/>
              <a:gd name="connsiteY669" fmla="*/ 4305008 h 4305008"/>
              <a:gd name="connsiteX670" fmla="*/ 1973451 w 5593163"/>
              <a:gd name="connsiteY670" fmla="*/ 4241205 h 4305008"/>
              <a:gd name="connsiteX671" fmla="*/ 1601297 w 5593163"/>
              <a:gd name="connsiteY671" fmla="*/ 4029853 h 4305008"/>
              <a:gd name="connsiteX672" fmla="*/ 1700478 w 5593163"/>
              <a:gd name="connsiteY672" fmla="*/ 4271827 h 4305008"/>
              <a:gd name="connsiteX673" fmla="*/ 1727160 w 5593163"/>
              <a:gd name="connsiteY673" fmla="*/ 4305008 h 4305008"/>
              <a:gd name="connsiteX674" fmla="*/ 1573050 w 5593163"/>
              <a:gd name="connsiteY674" fmla="*/ 4305008 h 4305008"/>
              <a:gd name="connsiteX675" fmla="*/ 1542929 w 5593163"/>
              <a:gd name="connsiteY675" fmla="*/ 4254710 h 4305008"/>
              <a:gd name="connsiteX676" fmla="*/ 1467811 w 5593163"/>
              <a:gd name="connsiteY676" fmla="*/ 4013114 h 4305008"/>
              <a:gd name="connsiteX677" fmla="*/ 1467306 w 5593163"/>
              <a:gd name="connsiteY677" fmla="*/ 4013051 h 4305008"/>
              <a:gd name="connsiteX678" fmla="*/ 1466767 w 5593163"/>
              <a:gd name="connsiteY678" fmla="*/ 4006375 h 4305008"/>
              <a:gd name="connsiteX679" fmla="*/ 1459300 w 5593163"/>
              <a:gd name="connsiteY679" fmla="*/ 3913899 h 4305008"/>
              <a:gd name="connsiteX680" fmla="*/ 1457930 w 5593163"/>
              <a:gd name="connsiteY680" fmla="*/ 3896923 h 4305008"/>
              <a:gd name="connsiteX681" fmla="*/ 1457928 w 5593163"/>
              <a:gd name="connsiteY681" fmla="*/ 469318 h 4305008"/>
              <a:gd name="connsiteX682" fmla="*/ 1459298 w 5593163"/>
              <a:gd name="connsiteY682" fmla="*/ 452471 h 4305008"/>
              <a:gd name="connsiteX683" fmla="*/ 1466762 w 5593163"/>
              <a:gd name="connsiteY683" fmla="*/ 360740 h 4305008"/>
              <a:gd name="connsiteX684" fmla="*/ 1467303 w 5593163"/>
              <a:gd name="connsiteY684" fmla="*/ 354103 h 4305008"/>
              <a:gd name="connsiteX685" fmla="*/ 1467808 w 5593163"/>
              <a:gd name="connsiteY685" fmla="*/ 354040 h 4305008"/>
              <a:gd name="connsiteX686" fmla="*/ 1552022 w 5593163"/>
              <a:gd name="connsiteY686" fmla="*/ 96778 h 4305008"/>
              <a:gd name="connsiteX687" fmla="*/ 1614656 w 5593163"/>
              <a:gd name="connsiteY687" fmla="*/ 0 h 4305008"/>
              <a:gd name="connsiteX688" fmla="*/ 1783031 w 5593163"/>
              <a:gd name="connsiteY688" fmla="*/ 0 h 4305008"/>
              <a:gd name="connsiteX689" fmla="*/ 1714803 w 5593163"/>
              <a:gd name="connsiteY689" fmla="*/ 76659 h 4305008"/>
              <a:gd name="connsiteX690" fmla="*/ 1601295 w 5593163"/>
              <a:gd name="connsiteY690" fmla="*/ 337433 h 4305008"/>
              <a:gd name="connsiteX691" fmla="*/ 2040269 w 5593163"/>
              <a:gd name="connsiteY691" fmla="*/ 44350 h 4305008"/>
              <a:gd name="connsiteX692" fmla="*/ 2062497 w 5593163"/>
              <a:gd name="connsiteY692" fmla="*/ 0 h 4305008"/>
              <a:gd name="connsiteX693" fmla="*/ 2211135 w 5593163"/>
              <a:gd name="connsiteY693" fmla="*/ 0 h 4305008"/>
              <a:gd name="connsiteX694" fmla="*/ 2159296 w 5593163"/>
              <a:gd name="connsiteY694" fmla="*/ 95636 h 4305008"/>
              <a:gd name="connsiteX695" fmla="*/ 1587923 w 5593163"/>
              <a:gd name="connsiteY695" fmla="*/ 467856 h 4305008"/>
              <a:gd name="connsiteX696" fmla="*/ 1587807 w 5593163"/>
              <a:gd name="connsiteY696" fmla="*/ 468995 h 4305008"/>
              <a:gd name="connsiteX697" fmla="*/ 1571591 w 5593163"/>
              <a:gd name="connsiteY697" fmla="*/ 470523 h 4305008"/>
              <a:gd name="connsiteX698" fmla="*/ 1476164 w 5593163"/>
              <a:gd name="connsiteY698" fmla="*/ 479514 h 4305008"/>
              <a:gd name="connsiteX699" fmla="*/ 1459046 w 5593163"/>
              <a:gd name="connsiteY699" fmla="*/ 481127 h 4305008"/>
              <a:gd name="connsiteX700" fmla="*/ 1459020 w 5593163"/>
              <a:gd name="connsiteY700" fmla="*/ 480636 h 4305008"/>
              <a:gd name="connsiteX701" fmla="*/ 1458521 w 5593163"/>
              <a:gd name="connsiteY701" fmla="*/ 480669 h 4305008"/>
              <a:gd name="connsiteX702" fmla="*/ 1457928 w 5593163"/>
              <a:gd name="connsiteY702" fmla="*/ 469318 h 4305008"/>
              <a:gd name="connsiteX703" fmla="*/ 1457928 w 5593163"/>
              <a:gd name="connsiteY703" fmla="*/ 2166144 h 4305008"/>
              <a:gd name="connsiteX704" fmla="*/ 1459298 w 5593163"/>
              <a:gd name="connsiteY704" fmla="*/ 2149296 h 4305008"/>
              <a:gd name="connsiteX705" fmla="*/ 1466762 w 5593163"/>
              <a:gd name="connsiteY705" fmla="*/ 2057565 h 4305008"/>
              <a:gd name="connsiteX706" fmla="*/ 1467303 w 5593163"/>
              <a:gd name="connsiteY706" fmla="*/ 2050928 h 4305008"/>
              <a:gd name="connsiteX707" fmla="*/ 1467808 w 5593163"/>
              <a:gd name="connsiteY707" fmla="*/ 2050865 h 4305008"/>
              <a:gd name="connsiteX708" fmla="*/ 2157974 w 5593163"/>
              <a:gd name="connsiteY708" fmla="*/ 1363267 h 4305008"/>
              <a:gd name="connsiteX709" fmla="*/ 2158091 w 5593163"/>
              <a:gd name="connsiteY709" fmla="*/ 1362128 h 4305008"/>
              <a:gd name="connsiteX710" fmla="*/ 2174304 w 5593163"/>
              <a:gd name="connsiteY710" fmla="*/ 1360601 h 4305008"/>
              <a:gd name="connsiteX711" fmla="*/ 2269765 w 5593163"/>
              <a:gd name="connsiteY711" fmla="*/ 1351607 h 4305008"/>
              <a:gd name="connsiteX712" fmla="*/ 2286853 w 5593163"/>
              <a:gd name="connsiteY712" fmla="*/ 1349997 h 4305008"/>
              <a:gd name="connsiteX713" fmla="*/ 2286879 w 5593163"/>
              <a:gd name="connsiteY713" fmla="*/ 1350487 h 4305008"/>
              <a:gd name="connsiteX714" fmla="*/ 2287377 w 5593163"/>
              <a:gd name="connsiteY714" fmla="*/ 1350455 h 4305008"/>
              <a:gd name="connsiteX715" fmla="*/ 2287971 w 5593163"/>
              <a:gd name="connsiteY715" fmla="*/ 1361805 h 4305008"/>
              <a:gd name="connsiteX716" fmla="*/ 2286600 w 5593163"/>
              <a:gd name="connsiteY716" fmla="*/ 1378647 h 4305008"/>
              <a:gd name="connsiteX717" fmla="*/ 2279133 w 5593163"/>
              <a:gd name="connsiteY717" fmla="*/ 1470397 h 4305008"/>
              <a:gd name="connsiteX718" fmla="*/ 2278595 w 5593163"/>
              <a:gd name="connsiteY718" fmla="*/ 1477021 h 4305008"/>
              <a:gd name="connsiteX719" fmla="*/ 2278089 w 5593163"/>
              <a:gd name="connsiteY719" fmla="*/ 1477083 h 4305008"/>
              <a:gd name="connsiteX720" fmla="*/ 1587923 w 5593163"/>
              <a:gd name="connsiteY720" fmla="*/ 2164681 h 4305008"/>
              <a:gd name="connsiteX721" fmla="*/ 1587807 w 5593163"/>
              <a:gd name="connsiteY721" fmla="*/ 2165820 h 4305008"/>
              <a:gd name="connsiteX722" fmla="*/ 1571591 w 5593163"/>
              <a:gd name="connsiteY722" fmla="*/ 2167348 h 4305008"/>
              <a:gd name="connsiteX723" fmla="*/ 1476164 w 5593163"/>
              <a:gd name="connsiteY723" fmla="*/ 2176339 h 4305008"/>
              <a:gd name="connsiteX724" fmla="*/ 1459046 w 5593163"/>
              <a:gd name="connsiteY724" fmla="*/ 2177952 h 4305008"/>
              <a:gd name="connsiteX725" fmla="*/ 1459020 w 5593163"/>
              <a:gd name="connsiteY725" fmla="*/ 2177461 h 4305008"/>
              <a:gd name="connsiteX726" fmla="*/ 1458521 w 5593163"/>
              <a:gd name="connsiteY726" fmla="*/ 2177494 h 4305008"/>
              <a:gd name="connsiteX727" fmla="*/ 1457928 w 5593163"/>
              <a:gd name="connsiteY727" fmla="*/ 2166144 h 4305008"/>
              <a:gd name="connsiteX728" fmla="*/ 1457928 w 5593163"/>
              <a:gd name="connsiteY728" fmla="*/ 3862969 h 4305008"/>
              <a:gd name="connsiteX729" fmla="*/ 1459298 w 5593163"/>
              <a:gd name="connsiteY729" fmla="*/ 3846121 h 4305008"/>
              <a:gd name="connsiteX730" fmla="*/ 1466762 w 5593163"/>
              <a:gd name="connsiteY730" fmla="*/ 3754390 h 4305008"/>
              <a:gd name="connsiteX731" fmla="*/ 1467303 w 5593163"/>
              <a:gd name="connsiteY731" fmla="*/ 3747753 h 4305008"/>
              <a:gd name="connsiteX732" fmla="*/ 1467808 w 5593163"/>
              <a:gd name="connsiteY732" fmla="*/ 3747690 h 4305008"/>
              <a:gd name="connsiteX733" fmla="*/ 2157974 w 5593163"/>
              <a:gd name="connsiteY733" fmla="*/ 3060092 h 4305008"/>
              <a:gd name="connsiteX734" fmla="*/ 2158091 w 5593163"/>
              <a:gd name="connsiteY734" fmla="*/ 3058953 h 4305008"/>
              <a:gd name="connsiteX735" fmla="*/ 2174304 w 5593163"/>
              <a:gd name="connsiteY735" fmla="*/ 3057426 h 4305008"/>
              <a:gd name="connsiteX736" fmla="*/ 2269765 w 5593163"/>
              <a:gd name="connsiteY736" fmla="*/ 3048432 h 4305008"/>
              <a:gd name="connsiteX737" fmla="*/ 2286853 w 5593163"/>
              <a:gd name="connsiteY737" fmla="*/ 3046822 h 4305008"/>
              <a:gd name="connsiteX738" fmla="*/ 2286879 w 5593163"/>
              <a:gd name="connsiteY738" fmla="*/ 3047312 h 4305008"/>
              <a:gd name="connsiteX739" fmla="*/ 2287377 w 5593163"/>
              <a:gd name="connsiteY739" fmla="*/ 3047280 h 4305008"/>
              <a:gd name="connsiteX740" fmla="*/ 2287971 w 5593163"/>
              <a:gd name="connsiteY740" fmla="*/ 3058630 h 4305008"/>
              <a:gd name="connsiteX741" fmla="*/ 2286600 w 5593163"/>
              <a:gd name="connsiteY741" fmla="*/ 3075472 h 4305008"/>
              <a:gd name="connsiteX742" fmla="*/ 2279133 w 5593163"/>
              <a:gd name="connsiteY742" fmla="*/ 3167222 h 4305008"/>
              <a:gd name="connsiteX743" fmla="*/ 2278595 w 5593163"/>
              <a:gd name="connsiteY743" fmla="*/ 3173846 h 4305008"/>
              <a:gd name="connsiteX744" fmla="*/ 2278089 w 5593163"/>
              <a:gd name="connsiteY744" fmla="*/ 3173908 h 4305008"/>
              <a:gd name="connsiteX745" fmla="*/ 1587923 w 5593163"/>
              <a:gd name="connsiteY745" fmla="*/ 3861506 h 4305008"/>
              <a:gd name="connsiteX746" fmla="*/ 1587807 w 5593163"/>
              <a:gd name="connsiteY746" fmla="*/ 3862645 h 4305008"/>
              <a:gd name="connsiteX747" fmla="*/ 1571591 w 5593163"/>
              <a:gd name="connsiteY747" fmla="*/ 3864173 h 4305008"/>
              <a:gd name="connsiteX748" fmla="*/ 1476164 w 5593163"/>
              <a:gd name="connsiteY748" fmla="*/ 3873164 h 4305008"/>
              <a:gd name="connsiteX749" fmla="*/ 1459046 w 5593163"/>
              <a:gd name="connsiteY749" fmla="*/ 3874777 h 4305008"/>
              <a:gd name="connsiteX750" fmla="*/ 1459020 w 5593163"/>
              <a:gd name="connsiteY750" fmla="*/ 3874286 h 4305008"/>
              <a:gd name="connsiteX751" fmla="*/ 1458521 w 5593163"/>
              <a:gd name="connsiteY751" fmla="*/ 3874319 h 4305008"/>
              <a:gd name="connsiteX752" fmla="*/ 1457928 w 5593163"/>
              <a:gd name="connsiteY752" fmla="*/ 3862969 h 4305008"/>
              <a:gd name="connsiteX753" fmla="*/ 750739 w 5593163"/>
              <a:gd name="connsiteY753" fmla="*/ 1181049 h 4305008"/>
              <a:gd name="connsiteX754" fmla="*/ 1294048 w 5593163"/>
              <a:gd name="connsiteY754" fmla="*/ 636203 h 4305008"/>
              <a:gd name="connsiteX755" fmla="*/ 750739 w 5593163"/>
              <a:gd name="connsiteY755" fmla="*/ 1181049 h 4305008"/>
              <a:gd name="connsiteX756" fmla="*/ 750739 w 5593163"/>
              <a:gd name="connsiteY756" fmla="*/ 1493690 h 4305008"/>
              <a:gd name="connsiteX757" fmla="*/ 1294048 w 5593163"/>
              <a:gd name="connsiteY757" fmla="*/ 2034258 h 4305008"/>
              <a:gd name="connsiteX758" fmla="*/ 750739 w 5593163"/>
              <a:gd name="connsiteY758" fmla="*/ 1493690 h 4305008"/>
              <a:gd name="connsiteX759" fmla="*/ 750739 w 5593163"/>
              <a:gd name="connsiteY759" fmla="*/ 2877874 h 4305008"/>
              <a:gd name="connsiteX760" fmla="*/ 1294048 w 5593163"/>
              <a:gd name="connsiteY760" fmla="*/ 2333028 h 4305008"/>
              <a:gd name="connsiteX761" fmla="*/ 750739 w 5593163"/>
              <a:gd name="connsiteY761" fmla="*/ 2877874 h 4305008"/>
              <a:gd name="connsiteX762" fmla="*/ 750739 w 5593163"/>
              <a:gd name="connsiteY762" fmla="*/ 3190516 h 4305008"/>
              <a:gd name="connsiteX763" fmla="*/ 1294048 w 5593163"/>
              <a:gd name="connsiteY763" fmla="*/ 3731083 h 4305008"/>
              <a:gd name="connsiteX764" fmla="*/ 750739 w 5593163"/>
              <a:gd name="connsiteY764" fmla="*/ 3190516 h 4305008"/>
              <a:gd name="connsiteX765" fmla="*/ 718720 w 5593163"/>
              <a:gd name="connsiteY765" fmla="*/ 4305008 h 4305008"/>
              <a:gd name="connsiteX766" fmla="*/ 747165 w 5593163"/>
              <a:gd name="connsiteY766" fmla="*/ 4255797 h 4305008"/>
              <a:gd name="connsiteX767" fmla="*/ 1307418 w 5593163"/>
              <a:gd name="connsiteY767" fmla="*/ 3898397 h 4305008"/>
              <a:gd name="connsiteX768" fmla="*/ 1307535 w 5593163"/>
              <a:gd name="connsiteY768" fmla="*/ 3897249 h 4305008"/>
              <a:gd name="connsiteX769" fmla="*/ 1323748 w 5593163"/>
              <a:gd name="connsiteY769" fmla="*/ 3895710 h 4305008"/>
              <a:gd name="connsiteX770" fmla="*/ 1419209 w 5593163"/>
              <a:gd name="connsiteY770" fmla="*/ 3886645 h 4305008"/>
              <a:gd name="connsiteX771" fmla="*/ 1436297 w 5593163"/>
              <a:gd name="connsiteY771" fmla="*/ 3885022 h 4305008"/>
              <a:gd name="connsiteX772" fmla="*/ 1436323 w 5593163"/>
              <a:gd name="connsiteY772" fmla="*/ 3885516 h 4305008"/>
              <a:gd name="connsiteX773" fmla="*/ 1436821 w 5593163"/>
              <a:gd name="connsiteY773" fmla="*/ 3885483 h 4305008"/>
              <a:gd name="connsiteX774" fmla="*/ 1437415 w 5593163"/>
              <a:gd name="connsiteY774" fmla="*/ 3896923 h 4305008"/>
              <a:gd name="connsiteX775" fmla="*/ 1436044 w 5593163"/>
              <a:gd name="connsiteY775" fmla="*/ 3913899 h 4305008"/>
              <a:gd name="connsiteX776" fmla="*/ 1428577 w 5593163"/>
              <a:gd name="connsiteY776" fmla="*/ 4006375 h 4305008"/>
              <a:gd name="connsiteX777" fmla="*/ 1428039 w 5593163"/>
              <a:gd name="connsiteY777" fmla="*/ 4013051 h 4305008"/>
              <a:gd name="connsiteX778" fmla="*/ 1427533 w 5593163"/>
              <a:gd name="connsiteY778" fmla="*/ 4013114 h 4305008"/>
              <a:gd name="connsiteX779" fmla="*/ 1352416 w 5593163"/>
              <a:gd name="connsiteY779" fmla="*/ 4254710 h 4305008"/>
              <a:gd name="connsiteX780" fmla="*/ 1322295 w 5593163"/>
              <a:gd name="connsiteY780" fmla="*/ 4305008 h 4305008"/>
              <a:gd name="connsiteX781" fmla="*/ 1168185 w 5593163"/>
              <a:gd name="connsiteY781" fmla="*/ 4305008 h 4305008"/>
              <a:gd name="connsiteX782" fmla="*/ 1194867 w 5593163"/>
              <a:gd name="connsiteY782" fmla="*/ 4271827 h 4305008"/>
              <a:gd name="connsiteX783" fmla="*/ 1294048 w 5593163"/>
              <a:gd name="connsiteY783" fmla="*/ 4029853 h 4305008"/>
              <a:gd name="connsiteX784" fmla="*/ 921894 w 5593163"/>
              <a:gd name="connsiteY784" fmla="*/ 4241205 h 4305008"/>
              <a:gd name="connsiteX785" fmla="*/ 869771 w 5593163"/>
              <a:gd name="connsiteY785" fmla="*/ 4305008 h 4305008"/>
              <a:gd name="connsiteX786" fmla="*/ 684209 w 5593163"/>
              <a:gd name="connsiteY786" fmla="*/ 0 h 4305008"/>
              <a:gd name="connsiteX787" fmla="*/ 832847 w 5593163"/>
              <a:gd name="connsiteY787" fmla="*/ 0 h 4305008"/>
              <a:gd name="connsiteX788" fmla="*/ 855075 w 5593163"/>
              <a:gd name="connsiteY788" fmla="*/ 44350 h 4305008"/>
              <a:gd name="connsiteX789" fmla="*/ 1294048 w 5593163"/>
              <a:gd name="connsiteY789" fmla="*/ 337433 h 4305008"/>
              <a:gd name="connsiteX790" fmla="*/ 1180541 w 5593163"/>
              <a:gd name="connsiteY790" fmla="*/ 76659 h 4305008"/>
              <a:gd name="connsiteX791" fmla="*/ 1112313 w 5593163"/>
              <a:gd name="connsiteY791" fmla="*/ 0 h 4305008"/>
              <a:gd name="connsiteX792" fmla="*/ 1280688 w 5593163"/>
              <a:gd name="connsiteY792" fmla="*/ 0 h 4305008"/>
              <a:gd name="connsiteX793" fmla="*/ 1343322 w 5593163"/>
              <a:gd name="connsiteY793" fmla="*/ 96778 h 4305008"/>
              <a:gd name="connsiteX794" fmla="*/ 1427534 w 5593163"/>
              <a:gd name="connsiteY794" fmla="*/ 354040 h 4305008"/>
              <a:gd name="connsiteX795" fmla="*/ 1428040 w 5593163"/>
              <a:gd name="connsiteY795" fmla="*/ 354102 h 4305008"/>
              <a:gd name="connsiteX796" fmla="*/ 1428580 w 5593163"/>
              <a:gd name="connsiteY796" fmla="*/ 360740 h 4305008"/>
              <a:gd name="connsiteX797" fmla="*/ 1436044 w 5593163"/>
              <a:gd name="connsiteY797" fmla="*/ 452471 h 4305008"/>
              <a:gd name="connsiteX798" fmla="*/ 1437415 w 5593163"/>
              <a:gd name="connsiteY798" fmla="*/ 469318 h 4305008"/>
              <a:gd name="connsiteX799" fmla="*/ 1436822 w 5593163"/>
              <a:gd name="connsiteY799" fmla="*/ 480669 h 4305008"/>
              <a:gd name="connsiteX800" fmla="*/ 1436323 w 5593163"/>
              <a:gd name="connsiteY800" fmla="*/ 480636 h 4305008"/>
              <a:gd name="connsiteX801" fmla="*/ 1436297 w 5593163"/>
              <a:gd name="connsiteY801" fmla="*/ 481127 h 4305008"/>
              <a:gd name="connsiteX802" fmla="*/ 1419178 w 5593163"/>
              <a:gd name="connsiteY802" fmla="*/ 479514 h 4305008"/>
              <a:gd name="connsiteX803" fmla="*/ 1323752 w 5593163"/>
              <a:gd name="connsiteY803" fmla="*/ 470523 h 4305008"/>
              <a:gd name="connsiteX804" fmla="*/ 1307535 w 5593163"/>
              <a:gd name="connsiteY804" fmla="*/ 468995 h 4305008"/>
              <a:gd name="connsiteX805" fmla="*/ 1307419 w 5593163"/>
              <a:gd name="connsiteY805" fmla="*/ 467856 h 4305008"/>
              <a:gd name="connsiteX806" fmla="*/ 736048 w 5593163"/>
              <a:gd name="connsiteY806" fmla="*/ 95636 h 4305008"/>
              <a:gd name="connsiteX807" fmla="*/ 607372 w 5593163"/>
              <a:gd name="connsiteY807" fmla="*/ 1313979 h 4305008"/>
              <a:gd name="connsiteX808" fmla="*/ 608742 w 5593163"/>
              <a:gd name="connsiteY808" fmla="*/ 1296998 h 4305008"/>
              <a:gd name="connsiteX809" fmla="*/ 616206 w 5593163"/>
              <a:gd name="connsiteY809" fmla="*/ 1204541 h 4305008"/>
              <a:gd name="connsiteX810" fmla="*/ 616747 w 5593163"/>
              <a:gd name="connsiteY810" fmla="*/ 1197851 h 4305008"/>
              <a:gd name="connsiteX811" fmla="*/ 617252 w 5593163"/>
              <a:gd name="connsiteY811" fmla="*/ 1197788 h 4305008"/>
              <a:gd name="connsiteX812" fmla="*/ 1307418 w 5593163"/>
              <a:gd name="connsiteY812" fmla="*/ 504747 h 4305008"/>
              <a:gd name="connsiteX813" fmla="*/ 1307535 w 5593163"/>
              <a:gd name="connsiteY813" fmla="*/ 503599 h 4305008"/>
              <a:gd name="connsiteX814" fmla="*/ 1323748 w 5593163"/>
              <a:gd name="connsiteY814" fmla="*/ 502060 h 4305008"/>
              <a:gd name="connsiteX815" fmla="*/ 1419209 w 5593163"/>
              <a:gd name="connsiteY815" fmla="*/ 492995 h 4305008"/>
              <a:gd name="connsiteX816" fmla="*/ 1436297 w 5593163"/>
              <a:gd name="connsiteY816" fmla="*/ 491372 h 4305008"/>
              <a:gd name="connsiteX817" fmla="*/ 1436323 w 5593163"/>
              <a:gd name="connsiteY817" fmla="*/ 491866 h 4305008"/>
              <a:gd name="connsiteX818" fmla="*/ 1436821 w 5593163"/>
              <a:gd name="connsiteY818" fmla="*/ 491833 h 4305008"/>
              <a:gd name="connsiteX819" fmla="*/ 1437415 w 5593163"/>
              <a:gd name="connsiteY819" fmla="*/ 503273 h 4305008"/>
              <a:gd name="connsiteX820" fmla="*/ 1436044 w 5593163"/>
              <a:gd name="connsiteY820" fmla="*/ 520249 h 4305008"/>
              <a:gd name="connsiteX821" fmla="*/ 1428577 w 5593163"/>
              <a:gd name="connsiteY821" fmla="*/ 612725 h 4305008"/>
              <a:gd name="connsiteX822" fmla="*/ 1428039 w 5593163"/>
              <a:gd name="connsiteY822" fmla="*/ 619401 h 4305008"/>
              <a:gd name="connsiteX823" fmla="*/ 1427533 w 5593163"/>
              <a:gd name="connsiteY823" fmla="*/ 619464 h 4305008"/>
              <a:gd name="connsiteX824" fmla="*/ 737367 w 5593163"/>
              <a:gd name="connsiteY824" fmla="*/ 1312505 h 4305008"/>
              <a:gd name="connsiteX825" fmla="*/ 737251 w 5593163"/>
              <a:gd name="connsiteY825" fmla="*/ 1313653 h 4305008"/>
              <a:gd name="connsiteX826" fmla="*/ 721035 w 5593163"/>
              <a:gd name="connsiteY826" fmla="*/ 1315193 h 4305008"/>
              <a:gd name="connsiteX827" fmla="*/ 625608 w 5593163"/>
              <a:gd name="connsiteY827" fmla="*/ 1324255 h 4305008"/>
              <a:gd name="connsiteX828" fmla="*/ 608490 w 5593163"/>
              <a:gd name="connsiteY828" fmla="*/ 1325881 h 4305008"/>
              <a:gd name="connsiteX829" fmla="*/ 608464 w 5593163"/>
              <a:gd name="connsiteY829" fmla="*/ 1325386 h 4305008"/>
              <a:gd name="connsiteX830" fmla="*/ 607965 w 5593163"/>
              <a:gd name="connsiteY830" fmla="*/ 1325419 h 4305008"/>
              <a:gd name="connsiteX831" fmla="*/ 607372 w 5593163"/>
              <a:gd name="connsiteY831" fmla="*/ 1313979 h 4305008"/>
              <a:gd name="connsiteX832" fmla="*/ 607372 w 5593163"/>
              <a:gd name="connsiteY832" fmla="*/ 1361805 h 4305008"/>
              <a:gd name="connsiteX833" fmla="*/ 607966 w 5593163"/>
              <a:gd name="connsiteY833" fmla="*/ 1350455 h 4305008"/>
              <a:gd name="connsiteX834" fmla="*/ 608464 w 5593163"/>
              <a:gd name="connsiteY834" fmla="*/ 1350487 h 4305008"/>
              <a:gd name="connsiteX835" fmla="*/ 608490 w 5593163"/>
              <a:gd name="connsiteY835" fmla="*/ 1349997 h 4305008"/>
              <a:gd name="connsiteX836" fmla="*/ 625577 w 5593163"/>
              <a:gd name="connsiteY836" fmla="*/ 1351607 h 4305008"/>
              <a:gd name="connsiteX837" fmla="*/ 721039 w 5593163"/>
              <a:gd name="connsiteY837" fmla="*/ 1360601 h 4305008"/>
              <a:gd name="connsiteX838" fmla="*/ 737251 w 5593163"/>
              <a:gd name="connsiteY838" fmla="*/ 1362128 h 4305008"/>
              <a:gd name="connsiteX839" fmla="*/ 737368 w 5593163"/>
              <a:gd name="connsiteY839" fmla="*/ 1363267 h 4305008"/>
              <a:gd name="connsiteX840" fmla="*/ 1427534 w 5593163"/>
              <a:gd name="connsiteY840" fmla="*/ 2050865 h 4305008"/>
              <a:gd name="connsiteX841" fmla="*/ 1428040 w 5593163"/>
              <a:gd name="connsiteY841" fmla="*/ 2050928 h 4305008"/>
              <a:gd name="connsiteX842" fmla="*/ 1428580 w 5593163"/>
              <a:gd name="connsiteY842" fmla="*/ 2057565 h 4305008"/>
              <a:gd name="connsiteX843" fmla="*/ 1436044 w 5593163"/>
              <a:gd name="connsiteY843" fmla="*/ 2149296 h 4305008"/>
              <a:gd name="connsiteX844" fmla="*/ 1437415 w 5593163"/>
              <a:gd name="connsiteY844" fmla="*/ 2166144 h 4305008"/>
              <a:gd name="connsiteX845" fmla="*/ 1436822 w 5593163"/>
              <a:gd name="connsiteY845" fmla="*/ 2177494 h 4305008"/>
              <a:gd name="connsiteX846" fmla="*/ 1436323 w 5593163"/>
              <a:gd name="connsiteY846" fmla="*/ 2177461 h 4305008"/>
              <a:gd name="connsiteX847" fmla="*/ 1436297 w 5593163"/>
              <a:gd name="connsiteY847" fmla="*/ 2177952 h 4305008"/>
              <a:gd name="connsiteX848" fmla="*/ 1419178 w 5593163"/>
              <a:gd name="connsiteY848" fmla="*/ 2176339 h 4305008"/>
              <a:gd name="connsiteX849" fmla="*/ 1323752 w 5593163"/>
              <a:gd name="connsiteY849" fmla="*/ 2167348 h 4305008"/>
              <a:gd name="connsiteX850" fmla="*/ 1307535 w 5593163"/>
              <a:gd name="connsiteY850" fmla="*/ 2165820 h 4305008"/>
              <a:gd name="connsiteX851" fmla="*/ 1307419 w 5593163"/>
              <a:gd name="connsiteY851" fmla="*/ 2164681 h 4305008"/>
              <a:gd name="connsiteX852" fmla="*/ 617253 w 5593163"/>
              <a:gd name="connsiteY852" fmla="*/ 1477083 h 4305008"/>
              <a:gd name="connsiteX853" fmla="*/ 616748 w 5593163"/>
              <a:gd name="connsiteY853" fmla="*/ 1477021 h 4305008"/>
              <a:gd name="connsiteX854" fmla="*/ 616209 w 5593163"/>
              <a:gd name="connsiteY854" fmla="*/ 1470397 h 4305008"/>
              <a:gd name="connsiteX855" fmla="*/ 608742 w 5593163"/>
              <a:gd name="connsiteY855" fmla="*/ 1378647 h 4305008"/>
              <a:gd name="connsiteX856" fmla="*/ 607372 w 5593163"/>
              <a:gd name="connsiteY856" fmla="*/ 1361805 h 4305008"/>
              <a:gd name="connsiteX857" fmla="*/ 607372 w 5593163"/>
              <a:gd name="connsiteY857" fmla="*/ 3010804 h 4305008"/>
              <a:gd name="connsiteX858" fmla="*/ 608742 w 5593163"/>
              <a:gd name="connsiteY858" fmla="*/ 2993823 h 4305008"/>
              <a:gd name="connsiteX859" fmla="*/ 616206 w 5593163"/>
              <a:gd name="connsiteY859" fmla="*/ 2901366 h 4305008"/>
              <a:gd name="connsiteX860" fmla="*/ 616747 w 5593163"/>
              <a:gd name="connsiteY860" fmla="*/ 2894676 h 4305008"/>
              <a:gd name="connsiteX861" fmla="*/ 617252 w 5593163"/>
              <a:gd name="connsiteY861" fmla="*/ 2894613 h 4305008"/>
              <a:gd name="connsiteX862" fmla="*/ 1307418 w 5593163"/>
              <a:gd name="connsiteY862" fmla="*/ 2201572 h 4305008"/>
              <a:gd name="connsiteX863" fmla="*/ 1307535 w 5593163"/>
              <a:gd name="connsiteY863" fmla="*/ 2200424 h 4305008"/>
              <a:gd name="connsiteX864" fmla="*/ 1323748 w 5593163"/>
              <a:gd name="connsiteY864" fmla="*/ 2198885 h 4305008"/>
              <a:gd name="connsiteX865" fmla="*/ 1419209 w 5593163"/>
              <a:gd name="connsiteY865" fmla="*/ 2189820 h 4305008"/>
              <a:gd name="connsiteX866" fmla="*/ 1436297 w 5593163"/>
              <a:gd name="connsiteY866" fmla="*/ 2188197 h 4305008"/>
              <a:gd name="connsiteX867" fmla="*/ 1436323 w 5593163"/>
              <a:gd name="connsiteY867" fmla="*/ 2188691 h 4305008"/>
              <a:gd name="connsiteX868" fmla="*/ 1436821 w 5593163"/>
              <a:gd name="connsiteY868" fmla="*/ 2188658 h 4305008"/>
              <a:gd name="connsiteX869" fmla="*/ 1437415 w 5593163"/>
              <a:gd name="connsiteY869" fmla="*/ 2200098 h 4305008"/>
              <a:gd name="connsiteX870" fmla="*/ 1436044 w 5593163"/>
              <a:gd name="connsiteY870" fmla="*/ 2217074 h 4305008"/>
              <a:gd name="connsiteX871" fmla="*/ 1428577 w 5593163"/>
              <a:gd name="connsiteY871" fmla="*/ 2309550 h 4305008"/>
              <a:gd name="connsiteX872" fmla="*/ 1428039 w 5593163"/>
              <a:gd name="connsiteY872" fmla="*/ 2316226 h 4305008"/>
              <a:gd name="connsiteX873" fmla="*/ 1427533 w 5593163"/>
              <a:gd name="connsiteY873" fmla="*/ 2316289 h 4305008"/>
              <a:gd name="connsiteX874" fmla="*/ 737367 w 5593163"/>
              <a:gd name="connsiteY874" fmla="*/ 3009330 h 4305008"/>
              <a:gd name="connsiteX875" fmla="*/ 737251 w 5593163"/>
              <a:gd name="connsiteY875" fmla="*/ 3010478 h 4305008"/>
              <a:gd name="connsiteX876" fmla="*/ 721035 w 5593163"/>
              <a:gd name="connsiteY876" fmla="*/ 3012018 h 4305008"/>
              <a:gd name="connsiteX877" fmla="*/ 625608 w 5593163"/>
              <a:gd name="connsiteY877" fmla="*/ 3021080 h 4305008"/>
              <a:gd name="connsiteX878" fmla="*/ 608490 w 5593163"/>
              <a:gd name="connsiteY878" fmla="*/ 3022706 h 4305008"/>
              <a:gd name="connsiteX879" fmla="*/ 608464 w 5593163"/>
              <a:gd name="connsiteY879" fmla="*/ 3022211 h 4305008"/>
              <a:gd name="connsiteX880" fmla="*/ 607965 w 5593163"/>
              <a:gd name="connsiteY880" fmla="*/ 3022244 h 4305008"/>
              <a:gd name="connsiteX881" fmla="*/ 607372 w 5593163"/>
              <a:gd name="connsiteY881" fmla="*/ 3010804 h 4305008"/>
              <a:gd name="connsiteX882" fmla="*/ 607372 w 5593163"/>
              <a:gd name="connsiteY882" fmla="*/ 3058630 h 4305008"/>
              <a:gd name="connsiteX883" fmla="*/ 607966 w 5593163"/>
              <a:gd name="connsiteY883" fmla="*/ 3047280 h 4305008"/>
              <a:gd name="connsiteX884" fmla="*/ 608464 w 5593163"/>
              <a:gd name="connsiteY884" fmla="*/ 3047312 h 4305008"/>
              <a:gd name="connsiteX885" fmla="*/ 608490 w 5593163"/>
              <a:gd name="connsiteY885" fmla="*/ 3046822 h 4305008"/>
              <a:gd name="connsiteX886" fmla="*/ 625577 w 5593163"/>
              <a:gd name="connsiteY886" fmla="*/ 3048432 h 4305008"/>
              <a:gd name="connsiteX887" fmla="*/ 721039 w 5593163"/>
              <a:gd name="connsiteY887" fmla="*/ 3057426 h 4305008"/>
              <a:gd name="connsiteX888" fmla="*/ 737251 w 5593163"/>
              <a:gd name="connsiteY888" fmla="*/ 3058953 h 4305008"/>
              <a:gd name="connsiteX889" fmla="*/ 737368 w 5593163"/>
              <a:gd name="connsiteY889" fmla="*/ 3060092 h 4305008"/>
              <a:gd name="connsiteX890" fmla="*/ 1427534 w 5593163"/>
              <a:gd name="connsiteY890" fmla="*/ 3747690 h 4305008"/>
              <a:gd name="connsiteX891" fmla="*/ 1428040 w 5593163"/>
              <a:gd name="connsiteY891" fmla="*/ 3747753 h 4305008"/>
              <a:gd name="connsiteX892" fmla="*/ 1428580 w 5593163"/>
              <a:gd name="connsiteY892" fmla="*/ 3754390 h 4305008"/>
              <a:gd name="connsiteX893" fmla="*/ 1436044 w 5593163"/>
              <a:gd name="connsiteY893" fmla="*/ 3846121 h 4305008"/>
              <a:gd name="connsiteX894" fmla="*/ 1437415 w 5593163"/>
              <a:gd name="connsiteY894" fmla="*/ 3862969 h 4305008"/>
              <a:gd name="connsiteX895" fmla="*/ 1436822 w 5593163"/>
              <a:gd name="connsiteY895" fmla="*/ 3874319 h 4305008"/>
              <a:gd name="connsiteX896" fmla="*/ 1436323 w 5593163"/>
              <a:gd name="connsiteY896" fmla="*/ 3874286 h 4305008"/>
              <a:gd name="connsiteX897" fmla="*/ 1436297 w 5593163"/>
              <a:gd name="connsiteY897" fmla="*/ 3874777 h 4305008"/>
              <a:gd name="connsiteX898" fmla="*/ 1419178 w 5593163"/>
              <a:gd name="connsiteY898" fmla="*/ 3873164 h 4305008"/>
              <a:gd name="connsiteX899" fmla="*/ 1323752 w 5593163"/>
              <a:gd name="connsiteY899" fmla="*/ 3864173 h 4305008"/>
              <a:gd name="connsiteX900" fmla="*/ 1307535 w 5593163"/>
              <a:gd name="connsiteY900" fmla="*/ 3862645 h 4305008"/>
              <a:gd name="connsiteX901" fmla="*/ 1307419 w 5593163"/>
              <a:gd name="connsiteY901" fmla="*/ 3861506 h 4305008"/>
              <a:gd name="connsiteX902" fmla="*/ 617253 w 5593163"/>
              <a:gd name="connsiteY902" fmla="*/ 3173908 h 4305008"/>
              <a:gd name="connsiteX903" fmla="*/ 616748 w 5593163"/>
              <a:gd name="connsiteY903" fmla="*/ 3173846 h 4305008"/>
              <a:gd name="connsiteX904" fmla="*/ 616209 w 5593163"/>
              <a:gd name="connsiteY904" fmla="*/ 3167222 h 4305008"/>
              <a:gd name="connsiteX905" fmla="*/ 608742 w 5593163"/>
              <a:gd name="connsiteY905" fmla="*/ 3075472 h 4305008"/>
              <a:gd name="connsiteX906" fmla="*/ 607372 w 5593163"/>
              <a:gd name="connsiteY906" fmla="*/ 3058630 h 4305008"/>
              <a:gd name="connsiteX907" fmla="*/ 0 w 5593163"/>
              <a:gd name="connsiteY907" fmla="*/ 116373 h 4305008"/>
              <a:gd name="connsiteX908" fmla="*/ 0 w 5593163"/>
              <a:gd name="connsiteY908" fmla="*/ 0 h 4305008"/>
              <a:gd name="connsiteX909" fmla="*/ 90880 w 5593163"/>
              <a:gd name="connsiteY909" fmla="*/ 0 h 4305008"/>
              <a:gd name="connsiteX910" fmla="*/ 22652 w 5593163"/>
              <a:gd name="connsiteY910" fmla="*/ 76659 h 4305008"/>
              <a:gd name="connsiteX911" fmla="*/ 0 w 5593163"/>
              <a:gd name="connsiteY911" fmla="*/ 443121 h 4305008"/>
              <a:gd name="connsiteX912" fmla="*/ 0 w 5593163"/>
              <a:gd name="connsiteY912" fmla="*/ 311637 h 4305008"/>
              <a:gd name="connsiteX913" fmla="*/ 82171 w 5593163"/>
              <a:gd name="connsiteY913" fmla="*/ 276703 h 4305008"/>
              <a:gd name="connsiteX914" fmla="*/ 348118 w 5593163"/>
              <a:gd name="connsiteY914" fmla="*/ 44350 h 4305008"/>
              <a:gd name="connsiteX915" fmla="*/ 370347 w 5593163"/>
              <a:gd name="connsiteY915" fmla="*/ 0 h 4305008"/>
              <a:gd name="connsiteX916" fmla="*/ 518984 w 5593163"/>
              <a:gd name="connsiteY916" fmla="*/ 0 h 4305008"/>
              <a:gd name="connsiteX917" fmla="*/ 467145 w 5593163"/>
              <a:gd name="connsiteY917" fmla="*/ 95636 h 4305008"/>
              <a:gd name="connsiteX918" fmla="*/ 13323 w 5593163"/>
              <a:gd name="connsiteY918" fmla="*/ 439959 h 4305008"/>
              <a:gd name="connsiteX919" fmla="*/ 0 w 5593163"/>
              <a:gd name="connsiteY919" fmla="*/ 1070142 h 4305008"/>
              <a:gd name="connsiteX920" fmla="*/ 0 w 5593163"/>
              <a:gd name="connsiteY920" fmla="*/ 862064 h 4305008"/>
              <a:gd name="connsiteX921" fmla="*/ 31905 w 5593163"/>
              <a:gd name="connsiteY921" fmla="*/ 912052 h 4305008"/>
              <a:gd name="connsiteX922" fmla="*/ 452455 w 5593163"/>
              <a:gd name="connsiteY922" fmla="*/ 1181049 h 4305008"/>
              <a:gd name="connsiteX923" fmla="*/ 9316 w 5593163"/>
              <a:gd name="connsiteY923" fmla="*/ 665484 h 4305008"/>
              <a:gd name="connsiteX924" fmla="*/ 0 w 5593163"/>
              <a:gd name="connsiteY924" fmla="*/ 662760 h 4305008"/>
              <a:gd name="connsiteX925" fmla="*/ 0 w 5593163"/>
              <a:gd name="connsiteY925" fmla="*/ 530567 h 4305008"/>
              <a:gd name="connsiteX926" fmla="*/ 26399 w 5593163"/>
              <a:gd name="connsiteY926" fmla="*/ 537107 h 4305008"/>
              <a:gd name="connsiteX927" fmla="*/ 585941 w 5593163"/>
              <a:gd name="connsiteY927" fmla="*/ 1197788 h 4305008"/>
              <a:gd name="connsiteX928" fmla="*/ 586447 w 5593163"/>
              <a:gd name="connsiteY928" fmla="*/ 1197851 h 4305008"/>
              <a:gd name="connsiteX929" fmla="*/ 586987 w 5593163"/>
              <a:gd name="connsiteY929" fmla="*/ 1204541 h 4305008"/>
              <a:gd name="connsiteX930" fmla="*/ 594451 w 5593163"/>
              <a:gd name="connsiteY930" fmla="*/ 1296998 h 4305008"/>
              <a:gd name="connsiteX931" fmla="*/ 595822 w 5593163"/>
              <a:gd name="connsiteY931" fmla="*/ 1313979 h 4305008"/>
              <a:gd name="connsiteX932" fmla="*/ 595229 w 5593163"/>
              <a:gd name="connsiteY932" fmla="*/ 1325419 h 4305008"/>
              <a:gd name="connsiteX933" fmla="*/ 594730 w 5593163"/>
              <a:gd name="connsiteY933" fmla="*/ 1325386 h 4305008"/>
              <a:gd name="connsiteX934" fmla="*/ 594704 w 5593163"/>
              <a:gd name="connsiteY934" fmla="*/ 1325881 h 4305008"/>
              <a:gd name="connsiteX935" fmla="*/ 577585 w 5593163"/>
              <a:gd name="connsiteY935" fmla="*/ 1324255 h 4305008"/>
              <a:gd name="connsiteX936" fmla="*/ 482159 w 5593163"/>
              <a:gd name="connsiteY936" fmla="*/ 1315193 h 4305008"/>
              <a:gd name="connsiteX937" fmla="*/ 465942 w 5593163"/>
              <a:gd name="connsiteY937" fmla="*/ 1313653 h 4305008"/>
              <a:gd name="connsiteX938" fmla="*/ 465826 w 5593163"/>
              <a:gd name="connsiteY938" fmla="*/ 1312505 h 4305008"/>
              <a:gd name="connsiteX939" fmla="*/ 5028 w 5593163"/>
              <a:gd name="connsiteY939" fmla="*/ 1076034 h 4305008"/>
              <a:gd name="connsiteX940" fmla="*/ 0 w 5593163"/>
              <a:gd name="connsiteY940" fmla="*/ 2139063 h 4305008"/>
              <a:gd name="connsiteX941" fmla="*/ 0 w 5593163"/>
              <a:gd name="connsiteY941" fmla="*/ 2007909 h 4305008"/>
              <a:gd name="connsiteX942" fmla="*/ 9314 w 5593163"/>
              <a:gd name="connsiteY942" fmla="*/ 2005207 h 4305008"/>
              <a:gd name="connsiteX943" fmla="*/ 452453 w 5593163"/>
              <a:gd name="connsiteY943" fmla="*/ 1493690 h 4305008"/>
              <a:gd name="connsiteX944" fmla="*/ 31903 w 5593163"/>
              <a:gd name="connsiteY944" fmla="*/ 1760575 h 4305008"/>
              <a:gd name="connsiteX945" fmla="*/ 0 w 5593163"/>
              <a:gd name="connsiteY945" fmla="*/ 1810167 h 4305008"/>
              <a:gd name="connsiteX946" fmla="*/ 0 w 5593163"/>
              <a:gd name="connsiteY946" fmla="*/ 1603724 h 4305008"/>
              <a:gd name="connsiteX947" fmla="*/ 5025 w 5593163"/>
              <a:gd name="connsiteY947" fmla="*/ 1597880 h 4305008"/>
              <a:gd name="connsiteX948" fmla="*/ 465823 w 5593163"/>
              <a:gd name="connsiteY948" fmla="*/ 1363267 h 4305008"/>
              <a:gd name="connsiteX949" fmla="*/ 465940 w 5593163"/>
              <a:gd name="connsiteY949" fmla="*/ 1362128 h 4305008"/>
              <a:gd name="connsiteX950" fmla="*/ 482153 w 5593163"/>
              <a:gd name="connsiteY950" fmla="*/ 1360601 h 4305008"/>
              <a:gd name="connsiteX951" fmla="*/ 577614 w 5593163"/>
              <a:gd name="connsiteY951" fmla="*/ 1351607 h 4305008"/>
              <a:gd name="connsiteX952" fmla="*/ 594702 w 5593163"/>
              <a:gd name="connsiteY952" fmla="*/ 1349997 h 4305008"/>
              <a:gd name="connsiteX953" fmla="*/ 594728 w 5593163"/>
              <a:gd name="connsiteY953" fmla="*/ 1350487 h 4305008"/>
              <a:gd name="connsiteX954" fmla="*/ 595226 w 5593163"/>
              <a:gd name="connsiteY954" fmla="*/ 1350455 h 4305008"/>
              <a:gd name="connsiteX955" fmla="*/ 595820 w 5593163"/>
              <a:gd name="connsiteY955" fmla="*/ 1361805 h 4305008"/>
              <a:gd name="connsiteX956" fmla="*/ 594449 w 5593163"/>
              <a:gd name="connsiteY956" fmla="*/ 1378647 h 4305008"/>
              <a:gd name="connsiteX957" fmla="*/ 586982 w 5593163"/>
              <a:gd name="connsiteY957" fmla="*/ 1470397 h 4305008"/>
              <a:gd name="connsiteX958" fmla="*/ 586444 w 5593163"/>
              <a:gd name="connsiteY958" fmla="*/ 1477021 h 4305008"/>
              <a:gd name="connsiteX959" fmla="*/ 585938 w 5593163"/>
              <a:gd name="connsiteY959" fmla="*/ 1477083 h 4305008"/>
              <a:gd name="connsiteX960" fmla="*/ 26396 w 5593163"/>
              <a:gd name="connsiteY960" fmla="*/ 2132575 h 4305008"/>
              <a:gd name="connsiteX961" fmla="*/ 0 w 5593163"/>
              <a:gd name="connsiteY961" fmla="*/ 2766967 h 4305008"/>
              <a:gd name="connsiteX962" fmla="*/ 0 w 5593163"/>
              <a:gd name="connsiteY962" fmla="*/ 2558889 h 4305008"/>
              <a:gd name="connsiteX963" fmla="*/ 31905 w 5593163"/>
              <a:gd name="connsiteY963" fmla="*/ 2608877 h 4305008"/>
              <a:gd name="connsiteX964" fmla="*/ 452455 w 5593163"/>
              <a:gd name="connsiteY964" fmla="*/ 2877874 h 4305008"/>
              <a:gd name="connsiteX965" fmla="*/ 9316 w 5593163"/>
              <a:gd name="connsiteY965" fmla="*/ 2362309 h 4305008"/>
              <a:gd name="connsiteX966" fmla="*/ 0 w 5593163"/>
              <a:gd name="connsiteY966" fmla="*/ 2359585 h 4305008"/>
              <a:gd name="connsiteX967" fmla="*/ 0 w 5593163"/>
              <a:gd name="connsiteY967" fmla="*/ 2227392 h 4305008"/>
              <a:gd name="connsiteX968" fmla="*/ 26399 w 5593163"/>
              <a:gd name="connsiteY968" fmla="*/ 2233932 h 4305008"/>
              <a:gd name="connsiteX969" fmla="*/ 585941 w 5593163"/>
              <a:gd name="connsiteY969" fmla="*/ 2894613 h 4305008"/>
              <a:gd name="connsiteX970" fmla="*/ 586447 w 5593163"/>
              <a:gd name="connsiteY970" fmla="*/ 2894676 h 4305008"/>
              <a:gd name="connsiteX971" fmla="*/ 586987 w 5593163"/>
              <a:gd name="connsiteY971" fmla="*/ 2901366 h 4305008"/>
              <a:gd name="connsiteX972" fmla="*/ 594451 w 5593163"/>
              <a:gd name="connsiteY972" fmla="*/ 2993823 h 4305008"/>
              <a:gd name="connsiteX973" fmla="*/ 595822 w 5593163"/>
              <a:gd name="connsiteY973" fmla="*/ 3010804 h 4305008"/>
              <a:gd name="connsiteX974" fmla="*/ 595229 w 5593163"/>
              <a:gd name="connsiteY974" fmla="*/ 3022244 h 4305008"/>
              <a:gd name="connsiteX975" fmla="*/ 594730 w 5593163"/>
              <a:gd name="connsiteY975" fmla="*/ 3022211 h 4305008"/>
              <a:gd name="connsiteX976" fmla="*/ 594704 w 5593163"/>
              <a:gd name="connsiteY976" fmla="*/ 3022706 h 4305008"/>
              <a:gd name="connsiteX977" fmla="*/ 577585 w 5593163"/>
              <a:gd name="connsiteY977" fmla="*/ 3021080 h 4305008"/>
              <a:gd name="connsiteX978" fmla="*/ 482159 w 5593163"/>
              <a:gd name="connsiteY978" fmla="*/ 3012018 h 4305008"/>
              <a:gd name="connsiteX979" fmla="*/ 465942 w 5593163"/>
              <a:gd name="connsiteY979" fmla="*/ 3010478 h 4305008"/>
              <a:gd name="connsiteX980" fmla="*/ 465826 w 5593163"/>
              <a:gd name="connsiteY980" fmla="*/ 3009330 h 4305008"/>
              <a:gd name="connsiteX981" fmla="*/ 5028 w 5593163"/>
              <a:gd name="connsiteY981" fmla="*/ 2772859 h 4305008"/>
              <a:gd name="connsiteX982" fmla="*/ 0 w 5593163"/>
              <a:gd name="connsiteY982" fmla="*/ 3835888 h 4305008"/>
              <a:gd name="connsiteX983" fmla="*/ 0 w 5593163"/>
              <a:gd name="connsiteY983" fmla="*/ 3704734 h 4305008"/>
              <a:gd name="connsiteX984" fmla="*/ 9314 w 5593163"/>
              <a:gd name="connsiteY984" fmla="*/ 3702032 h 4305008"/>
              <a:gd name="connsiteX985" fmla="*/ 452453 w 5593163"/>
              <a:gd name="connsiteY985" fmla="*/ 3190516 h 4305008"/>
              <a:gd name="connsiteX986" fmla="*/ 31903 w 5593163"/>
              <a:gd name="connsiteY986" fmla="*/ 3457400 h 4305008"/>
              <a:gd name="connsiteX987" fmla="*/ 0 w 5593163"/>
              <a:gd name="connsiteY987" fmla="*/ 3506992 h 4305008"/>
              <a:gd name="connsiteX988" fmla="*/ 0 w 5593163"/>
              <a:gd name="connsiteY988" fmla="*/ 3300549 h 4305008"/>
              <a:gd name="connsiteX989" fmla="*/ 5025 w 5593163"/>
              <a:gd name="connsiteY989" fmla="*/ 3294705 h 4305008"/>
              <a:gd name="connsiteX990" fmla="*/ 465823 w 5593163"/>
              <a:gd name="connsiteY990" fmla="*/ 3060092 h 4305008"/>
              <a:gd name="connsiteX991" fmla="*/ 465940 w 5593163"/>
              <a:gd name="connsiteY991" fmla="*/ 3058953 h 4305008"/>
              <a:gd name="connsiteX992" fmla="*/ 482153 w 5593163"/>
              <a:gd name="connsiteY992" fmla="*/ 3057426 h 4305008"/>
              <a:gd name="connsiteX993" fmla="*/ 577614 w 5593163"/>
              <a:gd name="connsiteY993" fmla="*/ 3048432 h 4305008"/>
              <a:gd name="connsiteX994" fmla="*/ 594702 w 5593163"/>
              <a:gd name="connsiteY994" fmla="*/ 3046822 h 4305008"/>
              <a:gd name="connsiteX995" fmla="*/ 594728 w 5593163"/>
              <a:gd name="connsiteY995" fmla="*/ 3047312 h 4305008"/>
              <a:gd name="connsiteX996" fmla="*/ 595226 w 5593163"/>
              <a:gd name="connsiteY996" fmla="*/ 3047280 h 4305008"/>
              <a:gd name="connsiteX997" fmla="*/ 595820 w 5593163"/>
              <a:gd name="connsiteY997" fmla="*/ 3058630 h 4305008"/>
              <a:gd name="connsiteX998" fmla="*/ 594449 w 5593163"/>
              <a:gd name="connsiteY998" fmla="*/ 3075472 h 4305008"/>
              <a:gd name="connsiteX999" fmla="*/ 586982 w 5593163"/>
              <a:gd name="connsiteY999" fmla="*/ 3167222 h 4305008"/>
              <a:gd name="connsiteX1000" fmla="*/ 586444 w 5593163"/>
              <a:gd name="connsiteY1000" fmla="*/ 3173846 h 4305008"/>
              <a:gd name="connsiteX1001" fmla="*/ 585938 w 5593163"/>
              <a:gd name="connsiteY1001" fmla="*/ 3173908 h 4305008"/>
              <a:gd name="connsiteX1002" fmla="*/ 26396 w 5593163"/>
              <a:gd name="connsiteY1002" fmla="*/ 3829400 h 4305008"/>
              <a:gd name="connsiteX1003" fmla="*/ 0 w 5593163"/>
              <a:gd name="connsiteY1003" fmla="*/ 4056079 h 4305008"/>
              <a:gd name="connsiteX1004" fmla="*/ 0 w 5593163"/>
              <a:gd name="connsiteY1004" fmla="*/ 3923091 h 4305008"/>
              <a:gd name="connsiteX1005" fmla="*/ 9850 w 5593163"/>
              <a:gd name="connsiteY1005" fmla="*/ 3925425 h 4305008"/>
              <a:gd name="connsiteX1006" fmla="*/ 456028 w 5593163"/>
              <a:gd name="connsiteY1006" fmla="*/ 4255797 h 4305008"/>
              <a:gd name="connsiteX1007" fmla="*/ 484473 w 5593163"/>
              <a:gd name="connsiteY1007" fmla="*/ 4305008 h 4305008"/>
              <a:gd name="connsiteX1008" fmla="*/ 333423 w 5593163"/>
              <a:gd name="connsiteY1008" fmla="*/ 4305008 h 4305008"/>
              <a:gd name="connsiteX1009" fmla="*/ 281300 w 5593163"/>
              <a:gd name="connsiteY1009" fmla="*/ 4241205 h 4305008"/>
              <a:gd name="connsiteX1010" fmla="*/ 75476 w 5593163"/>
              <a:gd name="connsiteY1010" fmla="*/ 4087725 h 4305008"/>
              <a:gd name="connsiteX1011" fmla="*/ 0 w 5593163"/>
              <a:gd name="connsiteY1011" fmla="*/ 4305008 h 4305008"/>
              <a:gd name="connsiteX1012" fmla="*/ 0 w 5593163"/>
              <a:gd name="connsiteY1012" fmla="*/ 4256099 h 4305008"/>
              <a:gd name="connsiteX1013" fmla="*/ 8327 w 5593163"/>
              <a:gd name="connsiteY1013" fmla="*/ 4271827 h 4305008"/>
              <a:gd name="connsiteX1014" fmla="*/ 35009 w 5593163"/>
              <a:gd name="connsiteY1014" fmla="*/ 4305008 h 4305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Lst>
            <a:rect l="l" t="t" r="r" b="b"/>
            <a:pathLst>
              <a:path w="5593163" h="4305008">
                <a:moveTo>
                  <a:pt x="4985599" y="636203"/>
                </a:moveTo>
                <a:cubicBezTo>
                  <a:pt x="5038875" y="907109"/>
                  <a:pt x="5253718" y="1121906"/>
                  <a:pt x="5528908" y="1181049"/>
                </a:cubicBezTo>
                <a:cubicBezTo>
                  <a:pt x="5475633" y="910143"/>
                  <a:pt x="5260789" y="695346"/>
                  <a:pt x="4985599" y="636203"/>
                </a:cubicBezTo>
                <a:close/>
                <a:moveTo>
                  <a:pt x="4985599" y="2333028"/>
                </a:moveTo>
                <a:cubicBezTo>
                  <a:pt x="5038875" y="2603934"/>
                  <a:pt x="5253718" y="2818731"/>
                  <a:pt x="5528908" y="2877874"/>
                </a:cubicBezTo>
                <a:cubicBezTo>
                  <a:pt x="5475633" y="2606968"/>
                  <a:pt x="5260789" y="2392171"/>
                  <a:pt x="4985599" y="2333028"/>
                </a:cubicBezTo>
                <a:close/>
                <a:moveTo>
                  <a:pt x="4985597" y="2034258"/>
                </a:moveTo>
                <a:cubicBezTo>
                  <a:pt x="5260787" y="1975579"/>
                  <a:pt x="5475630" y="1762469"/>
                  <a:pt x="5528906" y="1493690"/>
                </a:cubicBezTo>
                <a:cubicBezTo>
                  <a:pt x="5253716" y="1552369"/>
                  <a:pt x="5038872" y="1765479"/>
                  <a:pt x="4985597" y="2034258"/>
                </a:cubicBezTo>
                <a:close/>
                <a:moveTo>
                  <a:pt x="4985597" y="3731083"/>
                </a:moveTo>
                <a:cubicBezTo>
                  <a:pt x="5260787" y="3672404"/>
                  <a:pt x="5475630" y="3459294"/>
                  <a:pt x="5528906" y="3190516"/>
                </a:cubicBezTo>
                <a:cubicBezTo>
                  <a:pt x="5253716" y="3249194"/>
                  <a:pt x="5038872" y="3462304"/>
                  <a:pt x="4985597" y="3731083"/>
                </a:cubicBezTo>
                <a:close/>
                <a:moveTo>
                  <a:pt x="4842232" y="503273"/>
                </a:moveTo>
                <a:lnTo>
                  <a:pt x="4842826" y="491833"/>
                </a:lnTo>
                <a:lnTo>
                  <a:pt x="4843324" y="491866"/>
                </a:lnTo>
                <a:lnTo>
                  <a:pt x="4843350" y="491372"/>
                </a:lnTo>
                <a:lnTo>
                  <a:pt x="4860437" y="492995"/>
                </a:lnTo>
                <a:cubicBezTo>
                  <a:pt x="4892823" y="493522"/>
                  <a:pt x="4924716" y="496503"/>
                  <a:pt x="4955899" y="502060"/>
                </a:cubicBezTo>
                <a:cubicBezTo>
                  <a:pt x="4961475" y="501641"/>
                  <a:pt x="4966803" y="502589"/>
                  <a:pt x="4972112" y="503599"/>
                </a:cubicBezTo>
                <a:lnTo>
                  <a:pt x="4972229" y="504747"/>
                </a:lnTo>
                <a:cubicBezTo>
                  <a:pt x="5241367" y="549296"/>
                  <a:pt x="5466735" y="718370"/>
                  <a:pt x="5583809" y="948988"/>
                </a:cubicBezTo>
                <a:lnTo>
                  <a:pt x="5593163" y="971822"/>
                </a:lnTo>
                <a:lnTo>
                  <a:pt x="5593163" y="1318474"/>
                </a:lnTo>
                <a:lnTo>
                  <a:pt x="5558612" y="1315193"/>
                </a:lnTo>
                <a:cubicBezTo>
                  <a:pt x="5553035" y="1315612"/>
                  <a:pt x="5547706" y="1314664"/>
                  <a:pt x="5542395" y="1313653"/>
                </a:cubicBezTo>
                <a:lnTo>
                  <a:pt x="5542279" y="1312505"/>
                </a:lnTo>
                <a:cubicBezTo>
                  <a:pt x="5183428" y="1253106"/>
                  <a:pt x="4902389" y="972329"/>
                  <a:pt x="4852114" y="619464"/>
                </a:cubicBezTo>
                <a:cubicBezTo>
                  <a:pt x="4851946" y="619411"/>
                  <a:pt x="4851778" y="619406"/>
                  <a:pt x="4851608" y="619401"/>
                </a:cubicBezTo>
                <a:lnTo>
                  <a:pt x="4851070" y="612725"/>
                </a:lnTo>
                <a:cubicBezTo>
                  <a:pt x="4846011" y="582475"/>
                  <a:pt x="4843560" y="551584"/>
                  <a:pt x="4843603" y="520249"/>
                </a:cubicBezTo>
                <a:cubicBezTo>
                  <a:pt x="4842291" y="514621"/>
                  <a:pt x="4842232" y="508954"/>
                  <a:pt x="4842232" y="503273"/>
                </a:cubicBezTo>
                <a:close/>
                <a:moveTo>
                  <a:pt x="4842232" y="2200098"/>
                </a:moveTo>
                <a:lnTo>
                  <a:pt x="4842826" y="2188658"/>
                </a:lnTo>
                <a:lnTo>
                  <a:pt x="4843324" y="2188691"/>
                </a:lnTo>
                <a:lnTo>
                  <a:pt x="4843350" y="2188197"/>
                </a:lnTo>
                <a:lnTo>
                  <a:pt x="4860437" y="2189820"/>
                </a:lnTo>
                <a:cubicBezTo>
                  <a:pt x="4892823" y="2190347"/>
                  <a:pt x="4924716" y="2193328"/>
                  <a:pt x="4955899" y="2198885"/>
                </a:cubicBezTo>
                <a:cubicBezTo>
                  <a:pt x="4961475" y="2198466"/>
                  <a:pt x="4966803" y="2199414"/>
                  <a:pt x="4972112" y="2200424"/>
                </a:cubicBezTo>
                <a:lnTo>
                  <a:pt x="4972229" y="2201572"/>
                </a:lnTo>
                <a:cubicBezTo>
                  <a:pt x="5241367" y="2246121"/>
                  <a:pt x="5466735" y="2415195"/>
                  <a:pt x="5583809" y="2645813"/>
                </a:cubicBezTo>
                <a:lnTo>
                  <a:pt x="5593163" y="2668647"/>
                </a:lnTo>
                <a:lnTo>
                  <a:pt x="5593163" y="3015299"/>
                </a:lnTo>
                <a:lnTo>
                  <a:pt x="5558612" y="3012018"/>
                </a:lnTo>
                <a:cubicBezTo>
                  <a:pt x="5553035" y="3012437"/>
                  <a:pt x="5547706" y="3011489"/>
                  <a:pt x="5542395" y="3010478"/>
                </a:cubicBezTo>
                <a:lnTo>
                  <a:pt x="5542279" y="3009330"/>
                </a:lnTo>
                <a:cubicBezTo>
                  <a:pt x="5183428" y="2949931"/>
                  <a:pt x="4902389" y="2669154"/>
                  <a:pt x="4852114" y="2316289"/>
                </a:cubicBezTo>
                <a:cubicBezTo>
                  <a:pt x="4851946" y="2316236"/>
                  <a:pt x="4851778" y="2316231"/>
                  <a:pt x="4851608" y="2316226"/>
                </a:cubicBezTo>
                <a:lnTo>
                  <a:pt x="4851070" y="2309550"/>
                </a:lnTo>
                <a:cubicBezTo>
                  <a:pt x="4846011" y="2279300"/>
                  <a:pt x="4843560" y="2248409"/>
                  <a:pt x="4843603" y="2217074"/>
                </a:cubicBezTo>
                <a:cubicBezTo>
                  <a:pt x="4842291" y="2211446"/>
                  <a:pt x="4842232" y="2205779"/>
                  <a:pt x="4842232" y="2200098"/>
                </a:cubicBezTo>
                <a:close/>
                <a:moveTo>
                  <a:pt x="4842232" y="3896923"/>
                </a:moveTo>
                <a:lnTo>
                  <a:pt x="4842826" y="3885483"/>
                </a:lnTo>
                <a:lnTo>
                  <a:pt x="4843324" y="3885516"/>
                </a:lnTo>
                <a:lnTo>
                  <a:pt x="4843350" y="3885022"/>
                </a:lnTo>
                <a:lnTo>
                  <a:pt x="4860437" y="3886645"/>
                </a:lnTo>
                <a:cubicBezTo>
                  <a:pt x="4892823" y="3887172"/>
                  <a:pt x="4924716" y="3890153"/>
                  <a:pt x="4955899" y="3895710"/>
                </a:cubicBezTo>
                <a:cubicBezTo>
                  <a:pt x="4961475" y="3895291"/>
                  <a:pt x="4966803" y="3896239"/>
                  <a:pt x="4972112" y="3897249"/>
                </a:cubicBezTo>
                <a:lnTo>
                  <a:pt x="4972229" y="3898397"/>
                </a:lnTo>
                <a:cubicBezTo>
                  <a:pt x="5206288" y="3937139"/>
                  <a:pt x="5407245" y="4070062"/>
                  <a:pt x="5532481" y="4255797"/>
                </a:cubicBezTo>
                <a:lnTo>
                  <a:pt x="5560926" y="4305008"/>
                </a:lnTo>
                <a:lnTo>
                  <a:pt x="5409877" y="4305008"/>
                </a:lnTo>
                <a:lnTo>
                  <a:pt x="5357754" y="4241205"/>
                </a:lnTo>
                <a:cubicBezTo>
                  <a:pt x="5261058" y="4136681"/>
                  <a:pt x="5131850" y="4061285"/>
                  <a:pt x="4985599" y="4029853"/>
                </a:cubicBezTo>
                <a:cubicBezTo>
                  <a:pt x="5002846" y="4117553"/>
                  <a:pt x="5037026" y="4199373"/>
                  <a:pt x="5084780" y="4271827"/>
                </a:cubicBezTo>
                <a:lnTo>
                  <a:pt x="5111462" y="4305008"/>
                </a:lnTo>
                <a:lnTo>
                  <a:pt x="4957353" y="4305008"/>
                </a:lnTo>
                <a:lnTo>
                  <a:pt x="4927231" y="4254710"/>
                </a:lnTo>
                <a:cubicBezTo>
                  <a:pt x="4890029" y="4179889"/>
                  <a:pt x="4864297" y="4098618"/>
                  <a:pt x="4852114" y="4013114"/>
                </a:cubicBezTo>
                <a:cubicBezTo>
                  <a:pt x="4851946" y="4013061"/>
                  <a:pt x="4851778" y="4013056"/>
                  <a:pt x="4851608" y="4013051"/>
                </a:cubicBezTo>
                <a:lnTo>
                  <a:pt x="4851070" y="4006375"/>
                </a:lnTo>
                <a:cubicBezTo>
                  <a:pt x="4846011" y="3976125"/>
                  <a:pt x="4843560" y="3945234"/>
                  <a:pt x="4843603" y="3913899"/>
                </a:cubicBezTo>
                <a:cubicBezTo>
                  <a:pt x="4842291" y="3908271"/>
                  <a:pt x="4842232" y="3902604"/>
                  <a:pt x="4842232" y="3896923"/>
                </a:cubicBezTo>
                <a:close/>
                <a:moveTo>
                  <a:pt x="4842230" y="469318"/>
                </a:moveTo>
                <a:cubicBezTo>
                  <a:pt x="4842230" y="463681"/>
                  <a:pt x="4842289" y="458057"/>
                  <a:pt x="4843601" y="452471"/>
                </a:cubicBezTo>
                <a:cubicBezTo>
                  <a:pt x="4843558" y="421389"/>
                  <a:pt x="4846008" y="390746"/>
                  <a:pt x="4851065" y="360740"/>
                </a:cubicBezTo>
                <a:lnTo>
                  <a:pt x="4851605" y="354103"/>
                </a:lnTo>
                <a:cubicBezTo>
                  <a:pt x="4851774" y="354098"/>
                  <a:pt x="4851943" y="354093"/>
                  <a:pt x="4852110" y="354040"/>
                </a:cubicBezTo>
                <a:cubicBezTo>
                  <a:pt x="4865262" y="262463"/>
                  <a:pt x="4894203" y="175780"/>
                  <a:pt x="4936323" y="96778"/>
                </a:cubicBezTo>
                <a:lnTo>
                  <a:pt x="4998957" y="0"/>
                </a:lnTo>
                <a:lnTo>
                  <a:pt x="5167333" y="0"/>
                </a:lnTo>
                <a:lnTo>
                  <a:pt x="5099105" y="76659"/>
                </a:lnTo>
                <a:cubicBezTo>
                  <a:pt x="5043838" y="153496"/>
                  <a:pt x="5004523" y="241952"/>
                  <a:pt x="4985597" y="337433"/>
                </a:cubicBezTo>
                <a:cubicBezTo>
                  <a:pt x="5168636" y="298404"/>
                  <a:pt x="5324978" y="191052"/>
                  <a:pt x="5424571" y="44350"/>
                </a:cubicBezTo>
                <a:lnTo>
                  <a:pt x="5446799" y="0"/>
                </a:lnTo>
                <a:lnTo>
                  <a:pt x="5593163" y="0"/>
                </a:lnTo>
                <a:lnTo>
                  <a:pt x="5593163" y="4197"/>
                </a:lnTo>
                <a:lnTo>
                  <a:pt x="5543598" y="95636"/>
                </a:lnTo>
                <a:cubicBezTo>
                  <a:pt x="5419825" y="289169"/>
                  <a:pt x="5213633" y="428211"/>
                  <a:pt x="4972226" y="467856"/>
                </a:cubicBezTo>
                <a:lnTo>
                  <a:pt x="4972110" y="468995"/>
                </a:lnTo>
                <a:cubicBezTo>
                  <a:pt x="4966799" y="469998"/>
                  <a:pt x="4961470" y="470939"/>
                  <a:pt x="4955893" y="470523"/>
                </a:cubicBezTo>
                <a:cubicBezTo>
                  <a:pt x="4924721" y="476033"/>
                  <a:pt x="4892841" y="478991"/>
                  <a:pt x="4860466" y="479514"/>
                </a:cubicBezTo>
                <a:lnTo>
                  <a:pt x="4843348" y="481127"/>
                </a:lnTo>
                <a:lnTo>
                  <a:pt x="4843322" y="480636"/>
                </a:lnTo>
                <a:lnTo>
                  <a:pt x="4842823" y="480669"/>
                </a:lnTo>
                <a:cubicBezTo>
                  <a:pt x="4842257" y="476896"/>
                  <a:pt x="4842230" y="473110"/>
                  <a:pt x="4842230" y="469318"/>
                </a:cubicBezTo>
                <a:close/>
                <a:moveTo>
                  <a:pt x="4842230" y="2166144"/>
                </a:moveTo>
                <a:cubicBezTo>
                  <a:pt x="4842230" y="2160506"/>
                  <a:pt x="4842289" y="2154882"/>
                  <a:pt x="4843601" y="2149296"/>
                </a:cubicBezTo>
                <a:cubicBezTo>
                  <a:pt x="4843558" y="2118214"/>
                  <a:pt x="4846008" y="2087572"/>
                  <a:pt x="4851065" y="2057565"/>
                </a:cubicBezTo>
                <a:lnTo>
                  <a:pt x="4851605" y="2050928"/>
                </a:lnTo>
                <a:cubicBezTo>
                  <a:pt x="4851774" y="2050923"/>
                  <a:pt x="4851943" y="2050918"/>
                  <a:pt x="4852110" y="2050865"/>
                </a:cubicBezTo>
                <a:cubicBezTo>
                  <a:pt x="4902387" y="1700770"/>
                  <a:pt x="5183426" y="1422199"/>
                  <a:pt x="5542276" y="1363267"/>
                </a:cubicBezTo>
                <a:lnTo>
                  <a:pt x="5542393" y="1362128"/>
                </a:lnTo>
                <a:cubicBezTo>
                  <a:pt x="5547702" y="1361126"/>
                  <a:pt x="5553030" y="1360185"/>
                  <a:pt x="5558606" y="1360601"/>
                </a:cubicBezTo>
                <a:lnTo>
                  <a:pt x="5593163" y="1357345"/>
                </a:lnTo>
                <a:lnTo>
                  <a:pt x="5593163" y="1701268"/>
                </a:lnTo>
                <a:lnTo>
                  <a:pt x="5583807" y="1723929"/>
                </a:lnTo>
                <a:cubicBezTo>
                  <a:pt x="5466733" y="1952736"/>
                  <a:pt x="5241364" y="2120482"/>
                  <a:pt x="4972226" y="2164681"/>
                </a:cubicBezTo>
                <a:lnTo>
                  <a:pt x="4972110" y="2165820"/>
                </a:lnTo>
                <a:cubicBezTo>
                  <a:pt x="4966799" y="2166823"/>
                  <a:pt x="4961470" y="2167764"/>
                  <a:pt x="4955893" y="2167348"/>
                </a:cubicBezTo>
                <a:cubicBezTo>
                  <a:pt x="4924721" y="2172858"/>
                  <a:pt x="4892841" y="2175816"/>
                  <a:pt x="4860466" y="2176339"/>
                </a:cubicBezTo>
                <a:lnTo>
                  <a:pt x="4843348" y="2177952"/>
                </a:lnTo>
                <a:lnTo>
                  <a:pt x="4843322" y="2177461"/>
                </a:lnTo>
                <a:lnTo>
                  <a:pt x="4842823" y="2177494"/>
                </a:lnTo>
                <a:cubicBezTo>
                  <a:pt x="4842257" y="2173722"/>
                  <a:pt x="4842230" y="2169936"/>
                  <a:pt x="4842230" y="2166144"/>
                </a:cubicBezTo>
                <a:close/>
                <a:moveTo>
                  <a:pt x="4842230" y="3862969"/>
                </a:moveTo>
                <a:cubicBezTo>
                  <a:pt x="4842230" y="3857331"/>
                  <a:pt x="4842289" y="3851707"/>
                  <a:pt x="4843601" y="3846121"/>
                </a:cubicBezTo>
                <a:cubicBezTo>
                  <a:pt x="4843558" y="3815039"/>
                  <a:pt x="4846008" y="3784397"/>
                  <a:pt x="4851065" y="3754390"/>
                </a:cubicBezTo>
                <a:lnTo>
                  <a:pt x="4851605" y="3747753"/>
                </a:lnTo>
                <a:cubicBezTo>
                  <a:pt x="4851774" y="3747748"/>
                  <a:pt x="4851943" y="3747743"/>
                  <a:pt x="4852110" y="3747690"/>
                </a:cubicBezTo>
                <a:cubicBezTo>
                  <a:pt x="4902387" y="3397595"/>
                  <a:pt x="5183426" y="3119024"/>
                  <a:pt x="5542276" y="3060092"/>
                </a:cubicBezTo>
                <a:lnTo>
                  <a:pt x="5542393" y="3058953"/>
                </a:lnTo>
                <a:cubicBezTo>
                  <a:pt x="5547702" y="3057951"/>
                  <a:pt x="5553030" y="3057010"/>
                  <a:pt x="5558606" y="3057426"/>
                </a:cubicBezTo>
                <a:lnTo>
                  <a:pt x="5593163" y="3054170"/>
                </a:lnTo>
                <a:lnTo>
                  <a:pt x="5593163" y="3398093"/>
                </a:lnTo>
                <a:lnTo>
                  <a:pt x="5583807" y="3420754"/>
                </a:lnTo>
                <a:cubicBezTo>
                  <a:pt x="5466733" y="3649560"/>
                  <a:pt x="5241364" y="3817307"/>
                  <a:pt x="4972226" y="3861506"/>
                </a:cubicBezTo>
                <a:lnTo>
                  <a:pt x="4972110" y="3862645"/>
                </a:lnTo>
                <a:cubicBezTo>
                  <a:pt x="4966799" y="3863648"/>
                  <a:pt x="4961470" y="3864589"/>
                  <a:pt x="4955893" y="3864173"/>
                </a:cubicBezTo>
                <a:cubicBezTo>
                  <a:pt x="4924721" y="3869683"/>
                  <a:pt x="4892841" y="3872641"/>
                  <a:pt x="4860466" y="3873164"/>
                </a:cubicBezTo>
                <a:lnTo>
                  <a:pt x="4843348" y="3874777"/>
                </a:lnTo>
                <a:lnTo>
                  <a:pt x="4843322" y="3874286"/>
                </a:lnTo>
                <a:lnTo>
                  <a:pt x="4842823" y="3874319"/>
                </a:lnTo>
                <a:cubicBezTo>
                  <a:pt x="4842257" y="3870547"/>
                  <a:pt x="4842230" y="3866761"/>
                  <a:pt x="4842230" y="3862969"/>
                </a:cubicBezTo>
                <a:close/>
                <a:moveTo>
                  <a:pt x="4135041" y="1181049"/>
                </a:moveTo>
                <a:cubicBezTo>
                  <a:pt x="4410231" y="1121906"/>
                  <a:pt x="4625074" y="907109"/>
                  <a:pt x="4678350" y="636203"/>
                </a:cubicBezTo>
                <a:cubicBezTo>
                  <a:pt x="4403160" y="695346"/>
                  <a:pt x="4188316" y="910143"/>
                  <a:pt x="4135041" y="1181049"/>
                </a:cubicBezTo>
                <a:close/>
                <a:moveTo>
                  <a:pt x="4135041" y="1493690"/>
                </a:moveTo>
                <a:cubicBezTo>
                  <a:pt x="4188317" y="1762469"/>
                  <a:pt x="4403160" y="1975579"/>
                  <a:pt x="4678350" y="2034258"/>
                </a:cubicBezTo>
                <a:cubicBezTo>
                  <a:pt x="4625075" y="1765479"/>
                  <a:pt x="4410231" y="1552369"/>
                  <a:pt x="4135041" y="1493690"/>
                </a:cubicBezTo>
                <a:close/>
                <a:moveTo>
                  <a:pt x="4135041" y="2877874"/>
                </a:moveTo>
                <a:cubicBezTo>
                  <a:pt x="4410231" y="2818731"/>
                  <a:pt x="4625074" y="2603934"/>
                  <a:pt x="4678350" y="2333028"/>
                </a:cubicBezTo>
                <a:cubicBezTo>
                  <a:pt x="4403160" y="2392171"/>
                  <a:pt x="4188316" y="2606968"/>
                  <a:pt x="4135041" y="2877874"/>
                </a:cubicBezTo>
                <a:close/>
                <a:moveTo>
                  <a:pt x="4135041" y="3190516"/>
                </a:moveTo>
                <a:cubicBezTo>
                  <a:pt x="4188317" y="3459294"/>
                  <a:pt x="4403160" y="3672404"/>
                  <a:pt x="4678350" y="3731083"/>
                </a:cubicBezTo>
                <a:cubicBezTo>
                  <a:pt x="4625075" y="3462304"/>
                  <a:pt x="4410231" y="3249194"/>
                  <a:pt x="4135041" y="3190516"/>
                </a:cubicBezTo>
                <a:close/>
                <a:moveTo>
                  <a:pt x="4103022" y="4305008"/>
                </a:moveTo>
                <a:lnTo>
                  <a:pt x="4131467" y="4255797"/>
                </a:lnTo>
                <a:cubicBezTo>
                  <a:pt x="4256704" y="4070062"/>
                  <a:pt x="4457661" y="3937139"/>
                  <a:pt x="4691720" y="3898397"/>
                </a:cubicBezTo>
                <a:lnTo>
                  <a:pt x="4691837" y="3897249"/>
                </a:lnTo>
                <a:cubicBezTo>
                  <a:pt x="4697146" y="3896239"/>
                  <a:pt x="4702474" y="3895291"/>
                  <a:pt x="4708050" y="3895710"/>
                </a:cubicBezTo>
                <a:cubicBezTo>
                  <a:pt x="4739233" y="3890153"/>
                  <a:pt x="4771126" y="3887172"/>
                  <a:pt x="4803512" y="3886645"/>
                </a:cubicBezTo>
                <a:lnTo>
                  <a:pt x="4820599" y="3885022"/>
                </a:lnTo>
                <a:lnTo>
                  <a:pt x="4820625" y="3885516"/>
                </a:lnTo>
                <a:lnTo>
                  <a:pt x="4821123" y="3885483"/>
                </a:lnTo>
                <a:lnTo>
                  <a:pt x="4821717" y="3896923"/>
                </a:lnTo>
                <a:cubicBezTo>
                  <a:pt x="4821717" y="3902604"/>
                  <a:pt x="4821658" y="3908271"/>
                  <a:pt x="4820346" y="3913899"/>
                </a:cubicBezTo>
                <a:cubicBezTo>
                  <a:pt x="4820389" y="3945234"/>
                  <a:pt x="4817938" y="3976125"/>
                  <a:pt x="4812879" y="4006375"/>
                </a:cubicBezTo>
                <a:lnTo>
                  <a:pt x="4812341" y="4013051"/>
                </a:lnTo>
                <a:cubicBezTo>
                  <a:pt x="4812171" y="4013056"/>
                  <a:pt x="4812003" y="4013061"/>
                  <a:pt x="4811835" y="4013114"/>
                </a:cubicBezTo>
                <a:cubicBezTo>
                  <a:pt x="4799653" y="4098618"/>
                  <a:pt x="4773921" y="4179889"/>
                  <a:pt x="4736718" y="4254710"/>
                </a:cubicBezTo>
                <a:lnTo>
                  <a:pt x="4706597" y="4305008"/>
                </a:lnTo>
                <a:lnTo>
                  <a:pt x="4552487" y="4305008"/>
                </a:lnTo>
                <a:lnTo>
                  <a:pt x="4579169" y="4271827"/>
                </a:lnTo>
                <a:cubicBezTo>
                  <a:pt x="4626924" y="4199373"/>
                  <a:pt x="4661103" y="4117553"/>
                  <a:pt x="4678350" y="4029853"/>
                </a:cubicBezTo>
                <a:cubicBezTo>
                  <a:pt x="4532099" y="4061285"/>
                  <a:pt x="4402892" y="4136681"/>
                  <a:pt x="4306196" y="4241205"/>
                </a:cubicBezTo>
                <a:lnTo>
                  <a:pt x="4254073" y="4305008"/>
                </a:lnTo>
                <a:close/>
                <a:moveTo>
                  <a:pt x="4068511" y="0"/>
                </a:moveTo>
                <a:lnTo>
                  <a:pt x="4217148" y="0"/>
                </a:lnTo>
                <a:lnTo>
                  <a:pt x="4239376" y="44350"/>
                </a:lnTo>
                <a:cubicBezTo>
                  <a:pt x="4338970" y="191052"/>
                  <a:pt x="4495311" y="298404"/>
                  <a:pt x="4678350" y="337433"/>
                </a:cubicBezTo>
                <a:cubicBezTo>
                  <a:pt x="4659425" y="241952"/>
                  <a:pt x="4620110" y="153496"/>
                  <a:pt x="4564842" y="76659"/>
                </a:cubicBezTo>
                <a:lnTo>
                  <a:pt x="4496615" y="0"/>
                </a:lnTo>
                <a:lnTo>
                  <a:pt x="4664989" y="0"/>
                </a:lnTo>
                <a:lnTo>
                  <a:pt x="4727623" y="96778"/>
                </a:lnTo>
                <a:cubicBezTo>
                  <a:pt x="4769744" y="175780"/>
                  <a:pt x="4798685" y="262463"/>
                  <a:pt x="4811836" y="354040"/>
                </a:cubicBezTo>
                <a:cubicBezTo>
                  <a:pt x="4812004" y="354093"/>
                  <a:pt x="4812173" y="354098"/>
                  <a:pt x="4812342" y="354103"/>
                </a:cubicBezTo>
                <a:lnTo>
                  <a:pt x="4812882" y="360740"/>
                </a:lnTo>
                <a:cubicBezTo>
                  <a:pt x="4817939" y="390746"/>
                  <a:pt x="4820389" y="421389"/>
                  <a:pt x="4820346" y="452471"/>
                </a:cubicBezTo>
                <a:cubicBezTo>
                  <a:pt x="4821658" y="458057"/>
                  <a:pt x="4821717" y="463681"/>
                  <a:pt x="4821717" y="469318"/>
                </a:cubicBezTo>
                <a:cubicBezTo>
                  <a:pt x="4821717" y="473110"/>
                  <a:pt x="4821690" y="476896"/>
                  <a:pt x="4821124" y="480669"/>
                </a:cubicBezTo>
                <a:lnTo>
                  <a:pt x="4820625" y="480636"/>
                </a:lnTo>
                <a:lnTo>
                  <a:pt x="4820599" y="481127"/>
                </a:lnTo>
                <a:lnTo>
                  <a:pt x="4803481" y="479514"/>
                </a:lnTo>
                <a:cubicBezTo>
                  <a:pt x="4771106" y="478991"/>
                  <a:pt x="4739226" y="476033"/>
                  <a:pt x="4708054" y="470523"/>
                </a:cubicBezTo>
                <a:cubicBezTo>
                  <a:pt x="4702477" y="470939"/>
                  <a:pt x="4697148" y="469998"/>
                  <a:pt x="4691837" y="468995"/>
                </a:cubicBezTo>
                <a:lnTo>
                  <a:pt x="4691721" y="467856"/>
                </a:lnTo>
                <a:cubicBezTo>
                  <a:pt x="4450315" y="428211"/>
                  <a:pt x="4244123" y="289169"/>
                  <a:pt x="4120350" y="95636"/>
                </a:cubicBezTo>
                <a:close/>
                <a:moveTo>
                  <a:pt x="3991674" y="1313979"/>
                </a:moveTo>
                <a:cubicBezTo>
                  <a:pt x="3991674" y="1308297"/>
                  <a:pt x="3991733" y="1302628"/>
                  <a:pt x="3993045" y="1296998"/>
                </a:cubicBezTo>
                <a:cubicBezTo>
                  <a:pt x="3993003" y="1265670"/>
                  <a:pt x="3995452" y="1234785"/>
                  <a:pt x="4000509" y="1204541"/>
                </a:cubicBezTo>
                <a:lnTo>
                  <a:pt x="4001049" y="1197851"/>
                </a:lnTo>
                <a:cubicBezTo>
                  <a:pt x="4001218" y="1197846"/>
                  <a:pt x="4001387" y="1197841"/>
                  <a:pt x="4001555" y="1197788"/>
                </a:cubicBezTo>
                <a:cubicBezTo>
                  <a:pt x="4051831" y="844922"/>
                  <a:pt x="4332870" y="564145"/>
                  <a:pt x="4691720" y="504747"/>
                </a:cubicBezTo>
                <a:lnTo>
                  <a:pt x="4691837" y="503599"/>
                </a:lnTo>
                <a:cubicBezTo>
                  <a:pt x="4697146" y="502589"/>
                  <a:pt x="4702474" y="501641"/>
                  <a:pt x="4708050" y="502060"/>
                </a:cubicBezTo>
                <a:cubicBezTo>
                  <a:pt x="4739233" y="496503"/>
                  <a:pt x="4771126" y="493522"/>
                  <a:pt x="4803512" y="492995"/>
                </a:cubicBezTo>
                <a:lnTo>
                  <a:pt x="4820599" y="491372"/>
                </a:lnTo>
                <a:lnTo>
                  <a:pt x="4820625" y="491866"/>
                </a:lnTo>
                <a:lnTo>
                  <a:pt x="4821123" y="491833"/>
                </a:lnTo>
                <a:lnTo>
                  <a:pt x="4821717" y="503273"/>
                </a:lnTo>
                <a:cubicBezTo>
                  <a:pt x="4821717" y="508954"/>
                  <a:pt x="4821658" y="514621"/>
                  <a:pt x="4820346" y="520249"/>
                </a:cubicBezTo>
                <a:cubicBezTo>
                  <a:pt x="4820389" y="551584"/>
                  <a:pt x="4817938" y="582475"/>
                  <a:pt x="4812879" y="612725"/>
                </a:cubicBezTo>
                <a:lnTo>
                  <a:pt x="4812341" y="619401"/>
                </a:lnTo>
                <a:cubicBezTo>
                  <a:pt x="4812171" y="619406"/>
                  <a:pt x="4812003" y="619411"/>
                  <a:pt x="4811835" y="619464"/>
                </a:cubicBezTo>
                <a:cubicBezTo>
                  <a:pt x="4761560" y="972329"/>
                  <a:pt x="4480521" y="1253106"/>
                  <a:pt x="4121670" y="1312505"/>
                </a:cubicBezTo>
                <a:lnTo>
                  <a:pt x="4121554" y="1313653"/>
                </a:lnTo>
                <a:cubicBezTo>
                  <a:pt x="4116243" y="1314664"/>
                  <a:pt x="4110914" y="1315612"/>
                  <a:pt x="4105337" y="1315193"/>
                </a:cubicBezTo>
                <a:cubicBezTo>
                  <a:pt x="4074165" y="1320747"/>
                  <a:pt x="4042285" y="1323728"/>
                  <a:pt x="4009911" y="1324255"/>
                </a:cubicBezTo>
                <a:lnTo>
                  <a:pt x="3992792" y="1325881"/>
                </a:lnTo>
                <a:lnTo>
                  <a:pt x="3992766" y="1325386"/>
                </a:lnTo>
                <a:lnTo>
                  <a:pt x="3992267" y="1325419"/>
                </a:lnTo>
                <a:cubicBezTo>
                  <a:pt x="3991701" y="1321617"/>
                  <a:pt x="3991674" y="1317801"/>
                  <a:pt x="3991674" y="1313979"/>
                </a:cubicBezTo>
                <a:close/>
                <a:moveTo>
                  <a:pt x="3991674" y="1361805"/>
                </a:moveTo>
                <a:lnTo>
                  <a:pt x="3992268" y="1350455"/>
                </a:lnTo>
                <a:lnTo>
                  <a:pt x="3992766" y="1350487"/>
                </a:lnTo>
                <a:lnTo>
                  <a:pt x="3992792" y="1349997"/>
                </a:lnTo>
                <a:lnTo>
                  <a:pt x="4009880" y="1351607"/>
                </a:lnTo>
                <a:cubicBezTo>
                  <a:pt x="4042265" y="1352130"/>
                  <a:pt x="4074158" y="1355088"/>
                  <a:pt x="4105341" y="1360601"/>
                </a:cubicBezTo>
                <a:cubicBezTo>
                  <a:pt x="4110917" y="1360185"/>
                  <a:pt x="4116245" y="1361126"/>
                  <a:pt x="4121554" y="1362128"/>
                </a:cubicBezTo>
                <a:lnTo>
                  <a:pt x="4121671" y="1363267"/>
                </a:lnTo>
                <a:cubicBezTo>
                  <a:pt x="4480521" y="1422199"/>
                  <a:pt x="4761560" y="1700770"/>
                  <a:pt x="4811836" y="2050865"/>
                </a:cubicBezTo>
                <a:cubicBezTo>
                  <a:pt x="4812004" y="2050918"/>
                  <a:pt x="4812173" y="2050923"/>
                  <a:pt x="4812342" y="2050928"/>
                </a:cubicBezTo>
                <a:lnTo>
                  <a:pt x="4812882" y="2057565"/>
                </a:lnTo>
                <a:cubicBezTo>
                  <a:pt x="4817939" y="2087572"/>
                  <a:pt x="4820389" y="2118214"/>
                  <a:pt x="4820346" y="2149296"/>
                </a:cubicBezTo>
                <a:cubicBezTo>
                  <a:pt x="4821658" y="2154882"/>
                  <a:pt x="4821717" y="2160506"/>
                  <a:pt x="4821717" y="2166144"/>
                </a:cubicBezTo>
                <a:cubicBezTo>
                  <a:pt x="4821717" y="2169936"/>
                  <a:pt x="4821690" y="2173722"/>
                  <a:pt x="4821124" y="2177494"/>
                </a:cubicBezTo>
                <a:lnTo>
                  <a:pt x="4820625" y="2177461"/>
                </a:lnTo>
                <a:lnTo>
                  <a:pt x="4820599" y="2177952"/>
                </a:lnTo>
                <a:lnTo>
                  <a:pt x="4803481" y="2176339"/>
                </a:lnTo>
                <a:cubicBezTo>
                  <a:pt x="4771106" y="2175816"/>
                  <a:pt x="4739226" y="2172858"/>
                  <a:pt x="4708054" y="2167348"/>
                </a:cubicBezTo>
                <a:cubicBezTo>
                  <a:pt x="4702477" y="2167764"/>
                  <a:pt x="4697148" y="2166823"/>
                  <a:pt x="4691837" y="2165820"/>
                </a:cubicBezTo>
                <a:lnTo>
                  <a:pt x="4691721" y="2164681"/>
                </a:lnTo>
                <a:cubicBezTo>
                  <a:pt x="4332870" y="2105749"/>
                  <a:pt x="4051831" y="1827177"/>
                  <a:pt x="4001556" y="1477083"/>
                </a:cubicBezTo>
                <a:cubicBezTo>
                  <a:pt x="4001388" y="1477030"/>
                  <a:pt x="4001220" y="1477026"/>
                  <a:pt x="4001050" y="1477021"/>
                </a:cubicBezTo>
                <a:lnTo>
                  <a:pt x="4000512" y="1470397"/>
                </a:lnTo>
                <a:cubicBezTo>
                  <a:pt x="3995453" y="1440385"/>
                  <a:pt x="3993003" y="1409736"/>
                  <a:pt x="3993045" y="1378647"/>
                </a:cubicBezTo>
                <a:cubicBezTo>
                  <a:pt x="3991733" y="1373063"/>
                  <a:pt x="3991674" y="1367441"/>
                  <a:pt x="3991674" y="1361805"/>
                </a:cubicBezTo>
                <a:close/>
                <a:moveTo>
                  <a:pt x="3991674" y="3010804"/>
                </a:moveTo>
                <a:cubicBezTo>
                  <a:pt x="3991674" y="3005122"/>
                  <a:pt x="3991733" y="2999453"/>
                  <a:pt x="3993045" y="2993823"/>
                </a:cubicBezTo>
                <a:cubicBezTo>
                  <a:pt x="3993003" y="2962495"/>
                  <a:pt x="3995452" y="2931610"/>
                  <a:pt x="4000509" y="2901366"/>
                </a:cubicBezTo>
                <a:lnTo>
                  <a:pt x="4001049" y="2894676"/>
                </a:lnTo>
                <a:cubicBezTo>
                  <a:pt x="4001218" y="2894671"/>
                  <a:pt x="4001387" y="2894666"/>
                  <a:pt x="4001555" y="2894613"/>
                </a:cubicBezTo>
                <a:cubicBezTo>
                  <a:pt x="4051831" y="2541747"/>
                  <a:pt x="4332870" y="2260970"/>
                  <a:pt x="4691720" y="2201572"/>
                </a:cubicBezTo>
                <a:lnTo>
                  <a:pt x="4691837" y="2200424"/>
                </a:lnTo>
                <a:cubicBezTo>
                  <a:pt x="4697146" y="2199414"/>
                  <a:pt x="4702474" y="2198466"/>
                  <a:pt x="4708050" y="2198885"/>
                </a:cubicBezTo>
                <a:cubicBezTo>
                  <a:pt x="4739233" y="2193328"/>
                  <a:pt x="4771126" y="2190347"/>
                  <a:pt x="4803512" y="2189820"/>
                </a:cubicBezTo>
                <a:lnTo>
                  <a:pt x="4820599" y="2188197"/>
                </a:lnTo>
                <a:lnTo>
                  <a:pt x="4820625" y="2188691"/>
                </a:lnTo>
                <a:lnTo>
                  <a:pt x="4821123" y="2188658"/>
                </a:lnTo>
                <a:lnTo>
                  <a:pt x="4821717" y="2200098"/>
                </a:lnTo>
                <a:cubicBezTo>
                  <a:pt x="4821717" y="2205779"/>
                  <a:pt x="4821658" y="2211446"/>
                  <a:pt x="4820346" y="2217074"/>
                </a:cubicBezTo>
                <a:cubicBezTo>
                  <a:pt x="4820389" y="2248409"/>
                  <a:pt x="4817938" y="2279300"/>
                  <a:pt x="4812879" y="2309550"/>
                </a:cubicBezTo>
                <a:lnTo>
                  <a:pt x="4812341" y="2316226"/>
                </a:lnTo>
                <a:cubicBezTo>
                  <a:pt x="4812171" y="2316231"/>
                  <a:pt x="4812003" y="2316236"/>
                  <a:pt x="4811835" y="2316289"/>
                </a:cubicBezTo>
                <a:cubicBezTo>
                  <a:pt x="4761560" y="2669154"/>
                  <a:pt x="4480521" y="2949931"/>
                  <a:pt x="4121670" y="3009330"/>
                </a:cubicBezTo>
                <a:lnTo>
                  <a:pt x="4121554" y="3010478"/>
                </a:lnTo>
                <a:cubicBezTo>
                  <a:pt x="4116243" y="3011489"/>
                  <a:pt x="4110914" y="3012437"/>
                  <a:pt x="4105337" y="3012018"/>
                </a:cubicBezTo>
                <a:cubicBezTo>
                  <a:pt x="4074165" y="3017572"/>
                  <a:pt x="4042285" y="3020553"/>
                  <a:pt x="4009911" y="3021080"/>
                </a:cubicBezTo>
                <a:lnTo>
                  <a:pt x="3992792" y="3022706"/>
                </a:lnTo>
                <a:lnTo>
                  <a:pt x="3992766" y="3022211"/>
                </a:lnTo>
                <a:lnTo>
                  <a:pt x="3992267" y="3022244"/>
                </a:lnTo>
                <a:cubicBezTo>
                  <a:pt x="3991701" y="3018442"/>
                  <a:pt x="3991674" y="3014626"/>
                  <a:pt x="3991674" y="3010804"/>
                </a:cubicBezTo>
                <a:close/>
                <a:moveTo>
                  <a:pt x="3991674" y="3058630"/>
                </a:moveTo>
                <a:lnTo>
                  <a:pt x="3992268" y="3047280"/>
                </a:lnTo>
                <a:lnTo>
                  <a:pt x="3992766" y="3047312"/>
                </a:lnTo>
                <a:lnTo>
                  <a:pt x="3992792" y="3046822"/>
                </a:lnTo>
                <a:lnTo>
                  <a:pt x="4009880" y="3048432"/>
                </a:lnTo>
                <a:cubicBezTo>
                  <a:pt x="4042265" y="3048955"/>
                  <a:pt x="4074158" y="3051913"/>
                  <a:pt x="4105341" y="3057426"/>
                </a:cubicBezTo>
                <a:cubicBezTo>
                  <a:pt x="4110917" y="3057010"/>
                  <a:pt x="4116245" y="3057951"/>
                  <a:pt x="4121554" y="3058953"/>
                </a:cubicBezTo>
                <a:lnTo>
                  <a:pt x="4121671" y="3060092"/>
                </a:lnTo>
                <a:cubicBezTo>
                  <a:pt x="4480521" y="3119024"/>
                  <a:pt x="4761560" y="3397595"/>
                  <a:pt x="4811836" y="3747690"/>
                </a:cubicBezTo>
                <a:cubicBezTo>
                  <a:pt x="4812004" y="3747743"/>
                  <a:pt x="4812173" y="3747748"/>
                  <a:pt x="4812342" y="3747753"/>
                </a:cubicBezTo>
                <a:lnTo>
                  <a:pt x="4812882" y="3754390"/>
                </a:lnTo>
                <a:cubicBezTo>
                  <a:pt x="4817939" y="3784397"/>
                  <a:pt x="4820389" y="3815039"/>
                  <a:pt x="4820346" y="3846121"/>
                </a:cubicBezTo>
                <a:cubicBezTo>
                  <a:pt x="4821658" y="3851707"/>
                  <a:pt x="4821717" y="3857331"/>
                  <a:pt x="4821717" y="3862969"/>
                </a:cubicBezTo>
                <a:cubicBezTo>
                  <a:pt x="4821717" y="3866761"/>
                  <a:pt x="4821690" y="3870547"/>
                  <a:pt x="4821124" y="3874319"/>
                </a:cubicBezTo>
                <a:lnTo>
                  <a:pt x="4820625" y="3874286"/>
                </a:lnTo>
                <a:lnTo>
                  <a:pt x="4820599" y="3874777"/>
                </a:lnTo>
                <a:lnTo>
                  <a:pt x="4803481" y="3873164"/>
                </a:lnTo>
                <a:cubicBezTo>
                  <a:pt x="4771106" y="3872641"/>
                  <a:pt x="4739226" y="3869683"/>
                  <a:pt x="4708054" y="3864173"/>
                </a:cubicBezTo>
                <a:cubicBezTo>
                  <a:pt x="4702477" y="3864589"/>
                  <a:pt x="4697148" y="3863648"/>
                  <a:pt x="4691837" y="3862645"/>
                </a:cubicBezTo>
                <a:lnTo>
                  <a:pt x="4691721" y="3861506"/>
                </a:lnTo>
                <a:cubicBezTo>
                  <a:pt x="4332870" y="3802574"/>
                  <a:pt x="4051831" y="3524002"/>
                  <a:pt x="4001556" y="3173908"/>
                </a:cubicBezTo>
                <a:cubicBezTo>
                  <a:pt x="4001388" y="3173856"/>
                  <a:pt x="4001220" y="3173851"/>
                  <a:pt x="4001050" y="3173846"/>
                </a:cubicBezTo>
                <a:lnTo>
                  <a:pt x="4000512" y="3167222"/>
                </a:lnTo>
                <a:cubicBezTo>
                  <a:pt x="3995453" y="3137210"/>
                  <a:pt x="3993003" y="3106561"/>
                  <a:pt x="3993045" y="3075472"/>
                </a:cubicBezTo>
                <a:cubicBezTo>
                  <a:pt x="3991733" y="3069889"/>
                  <a:pt x="3991674" y="3064266"/>
                  <a:pt x="3991674" y="3058630"/>
                </a:cubicBezTo>
                <a:close/>
                <a:moveTo>
                  <a:pt x="3293448" y="636203"/>
                </a:moveTo>
                <a:cubicBezTo>
                  <a:pt x="3346724" y="907109"/>
                  <a:pt x="3561567" y="1121906"/>
                  <a:pt x="3836757" y="1181049"/>
                </a:cubicBezTo>
                <a:cubicBezTo>
                  <a:pt x="3783482" y="910143"/>
                  <a:pt x="3568638" y="695346"/>
                  <a:pt x="3293448" y="636203"/>
                </a:cubicBezTo>
                <a:close/>
                <a:moveTo>
                  <a:pt x="3293448" y="2333028"/>
                </a:moveTo>
                <a:cubicBezTo>
                  <a:pt x="3346724" y="2603934"/>
                  <a:pt x="3561567" y="2818731"/>
                  <a:pt x="3836757" y="2877874"/>
                </a:cubicBezTo>
                <a:cubicBezTo>
                  <a:pt x="3783482" y="2606968"/>
                  <a:pt x="3568638" y="2392171"/>
                  <a:pt x="3293448" y="2333028"/>
                </a:cubicBezTo>
                <a:close/>
                <a:moveTo>
                  <a:pt x="3293446" y="2034258"/>
                </a:moveTo>
                <a:cubicBezTo>
                  <a:pt x="3568636" y="1975579"/>
                  <a:pt x="3783479" y="1762469"/>
                  <a:pt x="3836755" y="1493690"/>
                </a:cubicBezTo>
                <a:cubicBezTo>
                  <a:pt x="3561565" y="1552369"/>
                  <a:pt x="3346721" y="1765479"/>
                  <a:pt x="3293446" y="2034258"/>
                </a:cubicBezTo>
                <a:close/>
                <a:moveTo>
                  <a:pt x="3293446" y="3731083"/>
                </a:moveTo>
                <a:cubicBezTo>
                  <a:pt x="3568636" y="3672404"/>
                  <a:pt x="3783479" y="3459294"/>
                  <a:pt x="3836755" y="3190516"/>
                </a:cubicBezTo>
                <a:cubicBezTo>
                  <a:pt x="3561565" y="3249194"/>
                  <a:pt x="3346721" y="3462304"/>
                  <a:pt x="3293446" y="3731083"/>
                </a:cubicBezTo>
                <a:close/>
                <a:moveTo>
                  <a:pt x="3150081" y="503273"/>
                </a:moveTo>
                <a:lnTo>
                  <a:pt x="3150675" y="491833"/>
                </a:lnTo>
                <a:lnTo>
                  <a:pt x="3151173" y="491866"/>
                </a:lnTo>
                <a:lnTo>
                  <a:pt x="3151199" y="491372"/>
                </a:lnTo>
                <a:lnTo>
                  <a:pt x="3168287" y="492995"/>
                </a:lnTo>
                <a:cubicBezTo>
                  <a:pt x="3200672" y="493522"/>
                  <a:pt x="3232565" y="496503"/>
                  <a:pt x="3263748" y="502060"/>
                </a:cubicBezTo>
                <a:cubicBezTo>
                  <a:pt x="3269324" y="501641"/>
                  <a:pt x="3274652" y="502589"/>
                  <a:pt x="3279961" y="503599"/>
                </a:cubicBezTo>
                <a:lnTo>
                  <a:pt x="3280078" y="504747"/>
                </a:lnTo>
                <a:cubicBezTo>
                  <a:pt x="3638928" y="564145"/>
                  <a:pt x="3919967" y="844922"/>
                  <a:pt x="3970244" y="1197788"/>
                </a:cubicBezTo>
                <a:cubicBezTo>
                  <a:pt x="3970411" y="1197841"/>
                  <a:pt x="3970581" y="1197846"/>
                  <a:pt x="3970749" y="1197851"/>
                </a:cubicBezTo>
                <a:lnTo>
                  <a:pt x="3971290" y="1204541"/>
                </a:lnTo>
                <a:cubicBezTo>
                  <a:pt x="3976346" y="1234785"/>
                  <a:pt x="3978796" y="1265670"/>
                  <a:pt x="3978754" y="1296998"/>
                </a:cubicBezTo>
                <a:cubicBezTo>
                  <a:pt x="3980066" y="1302628"/>
                  <a:pt x="3980124" y="1308297"/>
                  <a:pt x="3980124" y="1313979"/>
                </a:cubicBezTo>
                <a:cubicBezTo>
                  <a:pt x="3980124" y="1317801"/>
                  <a:pt x="3980097" y="1321617"/>
                  <a:pt x="3979531" y="1325419"/>
                </a:cubicBezTo>
                <a:lnTo>
                  <a:pt x="3979032" y="1325386"/>
                </a:lnTo>
                <a:lnTo>
                  <a:pt x="3979006" y="1325881"/>
                </a:lnTo>
                <a:lnTo>
                  <a:pt x="3961888" y="1324255"/>
                </a:lnTo>
                <a:cubicBezTo>
                  <a:pt x="3929514" y="1323728"/>
                  <a:pt x="3897633" y="1320747"/>
                  <a:pt x="3866461" y="1315193"/>
                </a:cubicBezTo>
                <a:cubicBezTo>
                  <a:pt x="3860884" y="1315612"/>
                  <a:pt x="3855555" y="1314664"/>
                  <a:pt x="3850245" y="1313653"/>
                </a:cubicBezTo>
                <a:lnTo>
                  <a:pt x="3850129" y="1312505"/>
                </a:lnTo>
                <a:cubicBezTo>
                  <a:pt x="3491277" y="1253106"/>
                  <a:pt x="3210238" y="972329"/>
                  <a:pt x="3159963" y="619464"/>
                </a:cubicBezTo>
                <a:cubicBezTo>
                  <a:pt x="3159795" y="619411"/>
                  <a:pt x="3159627" y="619406"/>
                  <a:pt x="3159457" y="619401"/>
                </a:cubicBezTo>
                <a:lnTo>
                  <a:pt x="3158919" y="612725"/>
                </a:lnTo>
                <a:cubicBezTo>
                  <a:pt x="3153860" y="582475"/>
                  <a:pt x="3151410" y="551584"/>
                  <a:pt x="3151452" y="520249"/>
                </a:cubicBezTo>
                <a:cubicBezTo>
                  <a:pt x="3150140" y="514621"/>
                  <a:pt x="3150081" y="508954"/>
                  <a:pt x="3150081" y="503273"/>
                </a:cubicBezTo>
                <a:close/>
                <a:moveTo>
                  <a:pt x="3150081" y="2200098"/>
                </a:moveTo>
                <a:lnTo>
                  <a:pt x="3150675" y="2188658"/>
                </a:lnTo>
                <a:lnTo>
                  <a:pt x="3151173" y="2188691"/>
                </a:lnTo>
                <a:lnTo>
                  <a:pt x="3151199" y="2188197"/>
                </a:lnTo>
                <a:lnTo>
                  <a:pt x="3168287" y="2189820"/>
                </a:lnTo>
                <a:cubicBezTo>
                  <a:pt x="3200672" y="2190347"/>
                  <a:pt x="3232565" y="2193328"/>
                  <a:pt x="3263748" y="2198885"/>
                </a:cubicBezTo>
                <a:cubicBezTo>
                  <a:pt x="3269324" y="2198466"/>
                  <a:pt x="3274652" y="2199414"/>
                  <a:pt x="3279961" y="2200424"/>
                </a:cubicBezTo>
                <a:lnTo>
                  <a:pt x="3280078" y="2201572"/>
                </a:lnTo>
                <a:cubicBezTo>
                  <a:pt x="3638928" y="2260970"/>
                  <a:pt x="3919967" y="2541747"/>
                  <a:pt x="3970244" y="2894613"/>
                </a:cubicBezTo>
                <a:cubicBezTo>
                  <a:pt x="3970411" y="2894666"/>
                  <a:pt x="3970581" y="2894671"/>
                  <a:pt x="3970749" y="2894676"/>
                </a:cubicBezTo>
                <a:lnTo>
                  <a:pt x="3971290" y="2901366"/>
                </a:lnTo>
                <a:cubicBezTo>
                  <a:pt x="3976346" y="2931610"/>
                  <a:pt x="3978796" y="2962495"/>
                  <a:pt x="3978754" y="2993823"/>
                </a:cubicBezTo>
                <a:cubicBezTo>
                  <a:pt x="3980066" y="2999453"/>
                  <a:pt x="3980124" y="3005122"/>
                  <a:pt x="3980124" y="3010804"/>
                </a:cubicBezTo>
                <a:cubicBezTo>
                  <a:pt x="3980124" y="3014626"/>
                  <a:pt x="3980097" y="3018442"/>
                  <a:pt x="3979531" y="3022244"/>
                </a:cubicBezTo>
                <a:lnTo>
                  <a:pt x="3979032" y="3022211"/>
                </a:lnTo>
                <a:lnTo>
                  <a:pt x="3979006" y="3022706"/>
                </a:lnTo>
                <a:lnTo>
                  <a:pt x="3961888" y="3021080"/>
                </a:lnTo>
                <a:cubicBezTo>
                  <a:pt x="3929514" y="3020553"/>
                  <a:pt x="3897633" y="3017572"/>
                  <a:pt x="3866461" y="3012018"/>
                </a:cubicBezTo>
                <a:cubicBezTo>
                  <a:pt x="3860884" y="3012437"/>
                  <a:pt x="3855555" y="3011489"/>
                  <a:pt x="3850245" y="3010478"/>
                </a:cubicBezTo>
                <a:lnTo>
                  <a:pt x="3850129" y="3009330"/>
                </a:lnTo>
                <a:cubicBezTo>
                  <a:pt x="3491277" y="2949931"/>
                  <a:pt x="3210238" y="2669154"/>
                  <a:pt x="3159963" y="2316289"/>
                </a:cubicBezTo>
                <a:cubicBezTo>
                  <a:pt x="3159795" y="2316236"/>
                  <a:pt x="3159627" y="2316231"/>
                  <a:pt x="3159457" y="2316226"/>
                </a:cubicBezTo>
                <a:lnTo>
                  <a:pt x="3158919" y="2309550"/>
                </a:lnTo>
                <a:cubicBezTo>
                  <a:pt x="3153860" y="2279300"/>
                  <a:pt x="3151410" y="2248409"/>
                  <a:pt x="3151452" y="2217074"/>
                </a:cubicBezTo>
                <a:cubicBezTo>
                  <a:pt x="3150140" y="2211446"/>
                  <a:pt x="3150081" y="2205779"/>
                  <a:pt x="3150081" y="2200098"/>
                </a:cubicBezTo>
                <a:close/>
                <a:moveTo>
                  <a:pt x="3150081" y="3896923"/>
                </a:moveTo>
                <a:lnTo>
                  <a:pt x="3150675" y="3885483"/>
                </a:lnTo>
                <a:lnTo>
                  <a:pt x="3151173" y="3885516"/>
                </a:lnTo>
                <a:lnTo>
                  <a:pt x="3151199" y="3885022"/>
                </a:lnTo>
                <a:lnTo>
                  <a:pt x="3168287" y="3886645"/>
                </a:lnTo>
                <a:cubicBezTo>
                  <a:pt x="3200672" y="3887172"/>
                  <a:pt x="3232565" y="3890153"/>
                  <a:pt x="3263748" y="3895710"/>
                </a:cubicBezTo>
                <a:cubicBezTo>
                  <a:pt x="3269324" y="3895291"/>
                  <a:pt x="3274652" y="3896239"/>
                  <a:pt x="3279961" y="3897249"/>
                </a:cubicBezTo>
                <a:lnTo>
                  <a:pt x="3280078" y="3898397"/>
                </a:lnTo>
                <a:cubicBezTo>
                  <a:pt x="3514137" y="3937139"/>
                  <a:pt x="3715094" y="4070062"/>
                  <a:pt x="3840331" y="4255797"/>
                </a:cubicBezTo>
                <a:lnTo>
                  <a:pt x="3868775" y="4305008"/>
                </a:lnTo>
                <a:lnTo>
                  <a:pt x="3717725" y="4305008"/>
                </a:lnTo>
                <a:lnTo>
                  <a:pt x="3665602" y="4241205"/>
                </a:lnTo>
                <a:cubicBezTo>
                  <a:pt x="3568906" y="4136681"/>
                  <a:pt x="3439699" y="4061285"/>
                  <a:pt x="3293448" y="4029853"/>
                </a:cubicBezTo>
                <a:cubicBezTo>
                  <a:pt x="3310695" y="4117553"/>
                  <a:pt x="3344874" y="4199373"/>
                  <a:pt x="3392629" y="4271827"/>
                </a:cubicBezTo>
                <a:lnTo>
                  <a:pt x="3419311" y="4305008"/>
                </a:lnTo>
                <a:lnTo>
                  <a:pt x="3265201" y="4305008"/>
                </a:lnTo>
                <a:lnTo>
                  <a:pt x="3235080" y="4254710"/>
                </a:lnTo>
                <a:cubicBezTo>
                  <a:pt x="3197877" y="4179889"/>
                  <a:pt x="3172145" y="4098618"/>
                  <a:pt x="3159963" y="4013114"/>
                </a:cubicBezTo>
                <a:cubicBezTo>
                  <a:pt x="3159795" y="4013061"/>
                  <a:pt x="3159627" y="4013056"/>
                  <a:pt x="3159457" y="4013051"/>
                </a:cubicBezTo>
                <a:lnTo>
                  <a:pt x="3158919" y="4006375"/>
                </a:lnTo>
                <a:cubicBezTo>
                  <a:pt x="3153860" y="3976125"/>
                  <a:pt x="3151410" y="3945234"/>
                  <a:pt x="3151452" y="3913899"/>
                </a:cubicBezTo>
                <a:cubicBezTo>
                  <a:pt x="3150140" y="3908271"/>
                  <a:pt x="3150081" y="3902604"/>
                  <a:pt x="3150081" y="3896923"/>
                </a:cubicBezTo>
                <a:close/>
                <a:moveTo>
                  <a:pt x="3150079" y="469318"/>
                </a:moveTo>
                <a:cubicBezTo>
                  <a:pt x="3150079" y="463681"/>
                  <a:pt x="3150138" y="458057"/>
                  <a:pt x="3151450" y="452471"/>
                </a:cubicBezTo>
                <a:cubicBezTo>
                  <a:pt x="3151408" y="421389"/>
                  <a:pt x="3153857" y="390746"/>
                  <a:pt x="3158914" y="360740"/>
                </a:cubicBezTo>
                <a:lnTo>
                  <a:pt x="3159454" y="354103"/>
                </a:lnTo>
                <a:cubicBezTo>
                  <a:pt x="3159623" y="354098"/>
                  <a:pt x="3159792" y="354093"/>
                  <a:pt x="3159960" y="354040"/>
                </a:cubicBezTo>
                <a:cubicBezTo>
                  <a:pt x="3173111" y="262463"/>
                  <a:pt x="3202052" y="175780"/>
                  <a:pt x="3244173" y="96778"/>
                </a:cubicBezTo>
                <a:lnTo>
                  <a:pt x="3306807" y="0"/>
                </a:lnTo>
                <a:lnTo>
                  <a:pt x="3475182" y="0"/>
                </a:lnTo>
                <a:lnTo>
                  <a:pt x="3406954" y="76659"/>
                </a:lnTo>
                <a:cubicBezTo>
                  <a:pt x="3351687" y="153496"/>
                  <a:pt x="3312372" y="241952"/>
                  <a:pt x="3293446" y="337433"/>
                </a:cubicBezTo>
                <a:cubicBezTo>
                  <a:pt x="3476486" y="298404"/>
                  <a:pt x="3632827" y="191052"/>
                  <a:pt x="3732420" y="44350"/>
                </a:cubicBezTo>
                <a:lnTo>
                  <a:pt x="3754649" y="0"/>
                </a:lnTo>
                <a:lnTo>
                  <a:pt x="3903287" y="0"/>
                </a:lnTo>
                <a:lnTo>
                  <a:pt x="3851448" y="95636"/>
                </a:lnTo>
                <a:cubicBezTo>
                  <a:pt x="3727674" y="289169"/>
                  <a:pt x="3521481" y="428211"/>
                  <a:pt x="3280075" y="467856"/>
                </a:cubicBezTo>
                <a:lnTo>
                  <a:pt x="3279959" y="468995"/>
                </a:lnTo>
                <a:cubicBezTo>
                  <a:pt x="3274648" y="469998"/>
                  <a:pt x="3269319" y="470939"/>
                  <a:pt x="3263742" y="470523"/>
                </a:cubicBezTo>
                <a:cubicBezTo>
                  <a:pt x="3232570" y="476033"/>
                  <a:pt x="3200690" y="478991"/>
                  <a:pt x="3168316" y="479514"/>
                </a:cubicBezTo>
                <a:lnTo>
                  <a:pt x="3151197" y="481127"/>
                </a:lnTo>
                <a:lnTo>
                  <a:pt x="3151171" y="480636"/>
                </a:lnTo>
                <a:lnTo>
                  <a:pt x="3150672" y="480669"/>
                </a:lnTo>
                <a:cubicBezTo>
                  <a:pt x="3150106" y="476896"/>
                  <a:pt x="3150079" y="473110"/>
                  <a:pt x="3150079" y="469318"/>
                </a:cubicBezTo>
                <a:close/>
                <a:moveTo>
                  <a:pt x="3150079" y="2166144"/>
                </a:moveTo>
                <a:cubicBezTo>
                  <a:pt x="3150079" y="2160506"/>
                  <a:pt x="3150138" y="2154882"/>
                  <a:pt x="3151450" y="2149296"/>
                </a:cubicBezTo>
                <a:cubicBezTo>
                  <a:pt x="3151408" y="2118214"/>
                  <a:pt x="3153857" y="2087572"/>
                  <a:pt x="3158914" y="2057565"/>
                </a:cubicBezTo>
                <a:lnTo>
                  <a:pt x="3159454" y="2050928"/>
                </a:lnTo>
                <a:cubicBezTo>
                  <a:pt x="3159623" y="2050923"/>
                  <a:pt x="3159792" y="2050918"/>
                  <a:pt x="3159960" y="2050865"/>
                </a:cubicBezTo>
                <a:cubicBezTo>
                  <a:pt x="3210236" y="1700770"/>
                  <a:pt x="3491275" y="1422199"/>
                  <a:pt x="3850126" y="1363267"/>
                </a:cubicBezTo>
                <a:lnTo>
                  <a:pt x="3850243" y="1362128"/>
                </a:lnTo>
                <a:cubicBezTo>
                  <a:pt x="3855551" y="1361126"/>
                  <a:pt x="3860879" y="1360185"/>
                  <a:pt x="3866455" y="1360601"/>
                </a:cubicBezTo>
                <a:cubicBezTo>
                  <a:pt x="3897639" y="1355088"/>
                  <a:pt x="3929531" y="1352130"/>
                  <a:pt x="3961917" y="1351607"/>
                </a:cubicBezTo>
                <a:lnTo>
                  <a:pt x="3979004" y="1349997"/>
                </a:lnTo>
                <a:lnTo>
                  <a:pt x="3979030" y="1350487"/>
                </a:lnTo>
                <a:lnTo>
                  <a:pt x="3979528" y="1350455"/>
                </a:lnTo>
                <a:lnTo>
                  <a:pt x="3980122" y="1361805"/>
                </a:lnTo>
                <a:cubicBezTo>
                  <a:pt x="3980122" y="1367441"/>
                  <a:pt x="3980064" y="1373063"/>
                  <a:pt x="3978752" y="1378647"/>
                </a:cubicBezTo>
                <a:cubicBezTo>
                  <a:pt x="3978794" y="1409736"/>
                  <a:pt x="3976343" y="1440385"/>
                  <a:pt x="3971285" y="1470397"/>
                </a:cubicBezTo>
                <a:lnTo>
                  <a:pt x="3970746" y="1477021"/>
                </a:lnTo>
                <a:cubicBezTo>
                  <a:pt x="3970577" y="1477026"/>
                  <a:pt x="3970408" y="1477030"/>
                  <a:pt x="3970241" y="1477083"/>
                </a:cubicBezTo>
                <a:cubicBezTo>
                  <a:pt x="3919965" y="1827177"/>
                  <a:pt x="3638926" y="2105749"/>
                  <a:pt x="3280075" y="2164681"/>
                </a:cubicBezTo>
                <a:lnTo>
                  <a:pt x="3279959" y="2165820"/>
                </a:lnTo>
                <a:cubicBezTo>
                  <a:pt x="3274648" y="2166823"/>
                  <a:pt x="3269319" y="2167764"/>
                  <a:pt x="3263742" y="2167348"/>
                </a:cubicBezTo>
                <a:cubicBezTo>
                  <a:pt x="3232570" y="2172858"/>
                  <a:pt x="3200690" y="2175816"/>
                  <a:pt x="3168316" y="2176339"/>
                </a:cubicBezTo>
                <a:lnTo>
                  <a:pt x="3151197" y="2177952"/>
                </a:lnTo>
                <a:lnTo>
                  <a:pt x="3151171" y="2177461"/>
                </a:lnTo>
                <a:lnTo>
                  <a:pt x="3150672" y="2177494"/>
                </a:lnTo>
                <a:cubicBezTo>
                  <a:pt x="3150106" y="2173722"/>
                  <a:pt x="3150079" y="2169936"/>
                  <a:pt x="3150079" y="2166144"/>
                </a:cubicBezTo>
                <a:close/>
                <a:moveTo>
                  <a:pt x="3150079" y="3862969"/>
                </a:moveTo>
                <a:cubicBezTo>
                  <a:pt x="3150079" y="3857331"/>
                  <a:pt x="3150138" y="3851707"/>
                  <a:pt x="3151450" y="3846121"/>
                </a:cubicBezTo>
                <a:cubicBezTo>
                  <a:pt x="3151408" y="3815039"/>
                  <a:pt x="3153857" y="3784397"/>
                  <a:pt x="3158914" y="3754390"/>
                </a:cubicBezTo>
                <a:lnTo>
                  <a:pt x="3159454" y="3747753"/>
                </a:lnTo>
                <a:cubicBezTo>
                  <a:pt x="3159623" y="3747748"/>
                  <a:pt x="3159792" y="3747743"/>
                  <a:pt x="3159960" y="3747690"/>
                </a:cubicBezTo>
                <a:cubicBezTo>
                  <a:pt x="3210236" y="3397595"/>
                  <a:pt x="3491275" y="3119024"/>
                  <a:pt x="3850126" y="3060092"/>
                </a:cubicBezTo>
                <a:lnTo>
                  <a:pt x="3850243" y="3058953"/>
                </a:lnTo>
                <a:cubicBezTo>
                  <a:pt x="3855551" y="3057951"/>
                  <a:pt x="3860879" y="3057010"/>
                  <a:pt x="3866455" y="3057426"/>
                </a:cubicBezTo>
                <a:cubicBezTo>
                  <a:pt x="3897639" y="3051913"/>
                  <a:pt x="3929531" y="3048955"/>
                  <a:pt x="3961917" y="3048432"/>
                </a:cubicBezTo>
                <a:lnTo>
                  <a:pt x="3979004" y="3046822"/>
                </a:lnTo>
                <a:lnTo>
                  <a:pt x="3979030" y="3047312"/>
                </a:lnTo>
                <a:lnTo>
                  <a:pt x="3979528" y="3047280"/>
                </a:lnTo>
                <a:lnTo>
                  <a:pt x="3980122" y="3058630"/>
                </a:lnTo>
                <a:cubicBezTo>
                  <a:pt x="3980122" y="3064266"/>
                  <a:pt x="3980064" y="3069889"/>
                  <a:pt x="3978752" y="3075472"/>
                </a:cubicBezTo>
                <a:cubicBezTo>
                  <a:pt x="3978794" y="3106561"/>
                  <a:pt x="3976343" y="3137210"/>
                  <a:pt x="3971285" y="3167222"/>
                </a:cubicBezTo>
                <a:lnTo>
                  <a:pt x="3970746" y="3173846"/>
                </a:lnTo>
                <a:cubicBezTo>
                  <a:pt x="3970577" y="3173851"/>
                  <a:pt x="3970408" y="3173856"/>
                  <a:pt x="3970241" y="3173908"/>
                </a:cubicBezTo>
                <a:cubicBezTo>
                  <a:pt x="3919965" y="3524002"/>
                  <a:pt x="3638926" y="3802574"/>
                  <a:pt x="3280075" y="3861506"/>
                </a:cubicBezTo>
                <a:lnTo>
                  <a:pt x="3279959" y="3862645"/>
                </a:lnTo>
                <a:cubicBezTo>
                  <a:pt x="3274648" y="3863648"/>
                  <a:pt x="3269319" y="3864589"/>
                  <a:pt x="3263742" y="3864173"/>
                </a:cubicBezTo>
                <a:cubicBezTo>
                  <a:pt x="3232570" y="3869683"/>
                  <a:pt x="3200690" y="3872641"/>
                  <a:pt x="3168316" y="3873164"/>
                </a:cubicBezTo>
                <a:lnTo>
                  <a:pt x="3151197" y="3874777"/>
                </a:lnTo>
                <a:lnTo>
                  <a:pt x="3151171" y="3874286"/>
                </a:lnTo>
                <a:lnTo>
                  <a:pt x="3150672" y="3874319"/>
                </a:lnTo>
                <a:cubicBezTo>
                  <a:pt x="3150106" y="3870547"/>
                  <a:pt x="3150079" y="3866761"/>
                  <a:pt x="3150079" y="3862969"/>
                </a:cubicBezTo>
                <a:close/>
                <a:moveTo>
                  <a:pt x="2442890" y="1181049"/>
                </a:moveTo>
                <a:cubicBezTo>
                  <a:pt x="2718080" y="1121906"/>
                  <a:pt x="2932923" y="907109"/>
                  <a:pt x="2986199" y="636203"/>
                </a:cubicBezTo>
                <a:cubicBezTo>
                  <a:pt x="2711009" y="695346"/>
                  <a:pt x="2496165" y="910143"/>
                  <a:pt x="2442890" y="1181049"/>
                </a:cubicBezTo>
                <a:close/>
                <a:moveTo>
                  <a:pt x="2442890" y="1493690"/>
                </a:moveTo>
                <a:cubicBezTo>
                  <a:pt x="2496166" y="1762469"/>
                  <a:pt x="2711009" y="1975579"/>
                  <a:pt x="2986199" y="2034258"/>
                </a:cubicBezTo>
                <a:cubicBezTo>
                  <a:pt x="2932924" y="1765479"/>
                  <a:pt x="2718080" y="1552369"/>
                  <a:pt x="2442890" y="1493690"/>
                </a:cubicBezTo>
                <a:close/>
                <a:moveTo>
                  <a:pt x="2442890" y="2877874"/>
                </a:moveTo>
                <a:cubicBezTo>
                  <a:pt x="2718080" y="2818731"/>
                  <a:pt x="2932923" y="2603934"/>
                  <a:pt x="2986199" y="2333028"/>
                </a:cubicBezTo>
                <a:cubicBezTo>
                  <a:pt x="2711009" y="2392171"/>
                  <a:pt x="2496165" y="2606968"/>
                  <a:pt x="2442890" y="2877874"/>
                </a:cubicBezTo>
                <a:close/>
                <a:moveTo>
                  <a:pt x="2442890" y="3190516"/>
                </a:moveTo>
                <a:cubicBezTo>
                  <a:pt x="2496166" y="3459294"/>
                  <a:pt x="2711009" y="3672404"/>
                  <a:pt x="2986199" y="3731083"/>
                </a:cubicBezTo>
                <a:cubicBezTo>
                  <a:pt x="2932924" y="3462304"/>
                  <a:pt x="2718080" y="3249194"/>
                  <a:pt x="2442890" y="3190516"/>
                </a:cubicBezTo>
                <a:close/>
                <a:moveTo>
                  <a:pt x="2410871" y="4305008"/>
                </a:moveTo>
                <a:lnTo>
                  <a:pt x="2439316" y="4255797"/>
                </a:lnTo>
                <a:cubicBezTo>
                  <a:pt x="2564553" y="4070062"/>
                  <a:pt x="2765510" y="3937139"/>
                  <a:pt x="2999569" y="3898397"/>
                </a:cubicBezTo>
                <a:lnTo>
                  <a:pt x="2999686" y="3897249"/>
                </a:lnTo>
                <a:cubicBezTo>
                  <a:pt x="3004995" y="3896239"/>
                  <a:pt x="3010323" y="3895291"/>
                  <a:pt x="3015899" y="3895710"/>
                </a:cubicBezTo>
                <a:cubicBezTo>
                  <a:pt x="3047082" y="3890153"/>
                  <a:pt x="3078975" y="3887172"/>
                  <a:pt x="3111360" y="3886645"/>
                </a:cubicBezTo>
                <a:lnTo>
                  <a:pt x="3128448" y="3885022"/>
                </a:lnTo>
                <a:lnTo>
                  <a:pt x="3128474" y="3885516"/>
                </a:lnTo>
                <a:lnTo>
                  <a:pt x="3128972" y="3885483"/>
                </a:lnTo>
                <a:lnTo>
                  <a:pt x="3129566" y="3896923"/>
                </a:lnTo>
                <a:cubicBezTo>
                  <a:pt x="3129566" y="3902604"/>
                  <a:pt x="3129507" y="3908271"/>
                  <a:pt x="3128195" y="3913899"/>
                </a:cubicBezTo>
                <a:cubicBezTo>
                  <a:pt x="3128237" y="3945234"/>
                  <a:pt x="3125787" y="3976125"/>
                  <a:pt x="3120728" y="4006375"/>
                </a:cubicBezTo>
                <a:lnTo>
                  <a:pt x="3120190" y="4013051"/>
                </a:lnTo>
                <a:cubicBezTo>
                  <a:pt x="3120020" y="4013056"/>
                  <a:pt x="3119852" y="4013061"/>
                  <a:pt x="3119684" y="4013114"/>
                </a:cubicBezTo>
                <a:cubicBezTo>
                  <a:pt x="3107502" y="4098618"/>
                  <a:pt x="3081770" y="4179889"/>
                  <a:pt x="3044567" y="4254710"/>
                </a:cubicBezTo>
                <a:lnTo>
                  <a:pt x="3014445" y="4305008"/>
                </a:lnTo>
                <a:lnTo>
                  <a:pt x="2860336" y="4305008"/>
                </a:lnTo>
                <a:lnTo>
                  <a:pt x="2887018" y="4271827"/>
                </a:lnTo>
                <a:cubicBezTo>
                  <a:pt x="2934773" y="4199373"/>
                  <a:pt x="2968952" y="4117553"/>
                  <a:pt x="2986199" y="4029853"/>
                </a:cubicBezTo>
                <a:cubicBezTo>
                  <a:pt x="2839947" y="4061285"/>
                  <a:pt x="2710740" y="4136681"/>
                  <a:pt x="2614045" y="4241205"/>
                </a:cubicBezTo>
                <a:lnTo>
                  <a:pt x="2561922" y="4305008"/>
                </a:lnTo>
                <a:close/>
                <a:moveTo>
                  <a:pt x="2376360" y="0"/>
                </a:moveTo>
                <a:lnTo>
                  <a:pt x="2524998" y="0"/>
                </a:lnTo>
                <a:lnTo>
                  <a:pt x="2547226" y="44350"/>
                </a:lnTo>
                <a:cubicBezTo>
                  <a:pt x="2646819" y="191052"/>
                  <a:pt x="2803160" y="298404"/>
                  <a:pt x="2986199" y="337433"/>
                </a:cubicBezTo>
                <a:cubicBezTo>
                  <a:pt x="2967274" y="241952"/>
                  <a:pt x="2927959" y="153496"/>
                  <a:pt x="2872691" y="76659"/>
                </a:cubicBezTo>
                <a:lnTo>
                  <a:pt x="2804464" y="0"/>
                </a:lnTo>
                <a:lnTo>
                  <a:pt x="2972839" y="0"/>
                </a:lnTo>
                <a:lnTo>
                  <a:pt x="3035473" y="96778"/>
                </a:lnTo>
                <a:cubicBezTo>
                  <a:pt x="3077594" y="175780"/>
                  <a:pt x="3106535" y="262463"/>
                  <a:pt x="3119686" y="354040"/>
                </a:cubicBezTo>
                <a:cubicBezTo>
                  <a:pt x="3119853" y="354093"/>
                  <a:pt x="3120023" y="354098"/>
                  <a:pt x="3120191" y="354103"/>
                </a:cubicBezTo>
                <a:lnTo>
                  <a:pt x="3120732" y="360740"/>
                </a:lnTo>
                <a:cubicBezTo>
                  <a:pt x="3125788" y="390746"/>
                  <a:pt x="3128238" y="421389"/>
                  <a:pt x="3128196" y="452471"/>
                </a:cubicBezTo>
                <a:cubicBezTo>
                  <a:pt x="3129508" y="458057"/>
                  <a:pt x="3129566" y="463681"/>
                  <a:pt x="3129566" y="469318"/>
                </a:cubicBezTo>
                <a:cubicBezTo>
                  <a:pt x="3129566" y="473110"/>
                  <a:pt x="3129539" y="476896"/>
                  <a:pt x="3128973" y="480669"/>
                </a:cubicBezTo>
                <a:lnTo>
                  <a:pt x="3128474" y="480636"/>
                </a:lnTo>
                <a:lnTo>
                  <a:pt x="3128448" y="481127"/>
                </a:lnTo>
                <a:lnTo>
                  <a:pt x="3111330" y="479514"/>
                </a:lnTo>
                <a:cubicBezTo>
                  <a:pt x="3078956" y="478991"/>
                  <a:pt x="3047075" y="476033"/>
                  <a:pt x="3015903" y="470523"/>
                </a:cubicBezTo>
                <a:cubicBezTo>
                  <a:pt x="3010326" y="470939"/>
                  <a:pt x="3004997" y="469998"/>
                  <a:pt x="2999687" y="468995"/>
                </a:cubicBezTo>
                <a:lnTo>
                  <a:pt x="2999571" y="467856"/>
                </a:lnTo>
                <a:cubicBezTo>
                  <a:pt x="2758165" y="428211"/>
                  <a:pt x="2551973" y="289169"/>
                  <a:pt x="2428199" y="95636"/>
                </a:cubicBezTo>
                <a:close/>
                <a:moveTo>
                  <a:pt x="2299523" y="1313979"/>
                </a:moveTo>
                <a:cubicBezTo>
                  <a:pt x="2299523" y="1308297"/>
                  <a:pt x="2299582" y="1302628"/>
                  <a:pt x="2300894" y="1296998"/>
                </a:cubicBezTo>
                <a:cubicBezTo>
                  <a:pt x="2300852" y="1265670"/>
                  <a:pt x="2303301" y="1234785"/>
                  <a:pt x="2308358" y="1204541"/>
                </a:cubicBezTo>
                <a:lnTo>
                  <a:pt x="2308898" y="1197851"/>
                </a:lnTo>
                <a:cubicBezTo>
                  <a:pt x="2309067" y="1197846"/>
                  <a:pt x="2309236" y="1197841"/>
                  <a:pt x="2309404" y="1197788"/>
                </a:cubicBezTo>
                <a:cubicBezTo>
                  <a:pt x="2359680" y="844922"/>
                  <a:pt x="2640719" y="564145"/>
                  <a:pt x="2999570" y="504747"/>
                </a:cubicBezTo>
                <a:lnTo>
                  <a:pt x="2999687" y="503599"/>
                </a:lnTo>
                <a:cubicBezTo>
                  <a:pt x="3004995" y="502589"/>
                  <a:pt x="3010323" y="501641"/>
                  <a:pt x="3015899" y="502060"/>
                </a:cubicBezTo>
                <a:cubicBezTo>
                  <a:pt x="3047083" y="496503"/>
                  <a:pt x="3078975" y="493522"/>
                  <a:pt x="3111361" y="492995"/>
                </a:cubicBezTo>
                <a:lnTo>
                  <a:pt x="3128448" y="491372"/>
                </a:lnTo>
                <a:lnTo>
                  <a:pt x="3128474" y="491866"/>
                </a:lnTo>
                <a:lnTo>
                  <a:pt x="3128972" y="491833"/>
                </a:lnTo>
                <a:lnTo>
                  <a:pt x="3129566" y="503273"/>
                </a:lnTo>
                <a:cubicBezTo>
                  <a:pt x="3129566" y="508954"/>
                  <a:pt x="3129508" y="514621"/>
                  <a:pt x="3128196" y="520249"/>
                </a:cubicBezTo>
                <a:cubicBezTo>
                  <a:pt x="3128238" y="551584"/>
                  <a:pt x="3125787" y="582475"/>
                  <a:pt x="3120729" y="612725"/>
                </a:cubicBezTo>
                <a:lnTo>
                  <a:pt x="3120190" y="619401"/>
                </a:lnTo>
                <a:cubicBezTo>
                  <a:pt x="3120021" y="619406"/>
                  <a:pt x="3119852" y="619411"/>
                  <a:pt x="3119685" y="619464"/>
                </a:cubicBezTo>
                <a:cubicBezTo>
                  <a:pt x="3069409" y="972329"/>
                  <a:pt x="2788370" y="1253106"/>
                  <a:pt x="2429519" y="1312505"/>
                </a:cubicBezTo>
                <a:lnTo>
                  <a:pt x="2429403" y="1313653"/>
                </a:lnTo>
                <a:cubicBezTo>
                  <a:pt x="2424092" y="1314664"/>
                  <a:pt x="2418763" y="1315612"/>
                  <a:pt x="2413186" y="1315193"/>
                </a:cubicBezTo>
                <a:cubicBezTo>
                  <a:pt x="2382014" y="1320747"/>
                  <a:pt x="2350134" y="1323728"/>
                  <a:pt x="2317760" y="1324255"/>
                </a:cubicBezTo>
                <a:lnTo>
                  <a:pt x="2300641" y="1325881"/>
                </a:lnTo>
                <a:lnTo>
                  <a:pt x="2300615" y="1325386"/>
                </a:lnTo>
                <a:lnTo>
                  <a:pt x="2300116" y="1325419"/>
                </a:lnTo>
                <a:cubicBezTo>
                  <a:pt x="2299550" y="1321617"/>
                  <a:pt x="2299523" y="1317801"/>
                  <a:pt x="2299523" y="1313979"/>
                </a:cubicBezTo>
                <a:close/>
                <a:moveTo>
                  <a:pt x="2299523" y="1361805"/>
                </a:moveTo>
                <a:lnTo>
                  <a:pt x="2300117" y="1350455"/>
                </a:lnTo>
                <a:lnTo>
                  <a:pt x="2300615" y="1350487"/>
                </a:lnTo>
                <a:lnTo>
                  <a:pt x="2300641" y="1349997"/>
                </a:lnTo>
                <a:lnTo>
                  <a:pt x="2317729" y="1351607"/>
                </a:lnTo>
                <a:cubicBezTo>
                  <a:pt x="2350114" y="1352130"/>
                  <a:pt x="2382007" y="1355088"/>
                  <a:pt x="2413190" y="1360601"/>
                </a:cubicBezTo>
                <a:cubicBezTo>
                  <a:pt x="2418766" y="1360185"/>
                  <a:pt x="2424094" y="1361126"/>
                  <a:pt x="2429403" y="1362128"/>
                </a:cubicBezTo>
                <a:lnTo>
                  <a:pt x="2429520" y="1363267"/>
                </a:lnTo>
                <a:cubicBezTo>
                  <a:pt x="2788370" y="1422199"/>
                  <a:pt x="3069409" y="1700770"/>
                  <a:pt x="3119686" y="2050865"/>
                </a:cubicBezTo>
                <a:cubicBezTo>
                  <a:pt x="3119853" y="2050918"/>
                  <a:pt x="3120023" y="2050923"/>
                  <a:pt x="3120191" y="2050928"/>
                </a:cubicBezTo>
                <a:lnTo>
                  <a:pt x="3120732" y="2057565"/>
                </a:lnTo>
                <a:cubicBezTo>
                  <a:pt x="3125788" y="2087572"/>
                  <a:pt x="3128238" y="2118214"/>
                  <a:pt x="3128196" y="2149296"/>
                </a:cubicBezTo>
                <a:cubicBezTo>
                  <a:pt x="3129508" y="2154882"/>
                  <a:pt x="3129566" y="2160506"/>
                  <a:pt x="3129566" y="2166144"/>
                </a:cubicBezTo>
                <a:cubicBezTo>
                  <a:pt x="3129566" y="2169936"/>
                  <a:pt x="3129539" y="2173722"/>
                  <a:pt x="3128973" y="2177494"/>
                </a:cubicBezTo>
                <a:lnTo>
                  <a:pt x="3128474" y="2177461"/>
                </a:lnTo>
                <a:lnTo>
                  <a:pt x="3128448" y="2177952"/>
                </a:lnTo>
                <a:lnTo>
                  <a:pt x="3111330" y="2176339"/>
                </a:lnTo>
                <a:cubicBezTo>
                  <a:pt x="3078956" y="2175816"/>
                  <a:pt x="3047075" y="2172858"/>
                  <a:pt x="3015903" y="2167348"/>
                </a:cubicBezTo>
                <a:cubicBezTo>
                  <a:pt x="3010326" y="2167764"/>
                  <a:pt x="3004997" y="2166823"/>
                  <a:pt x="2999687" y="2165820"/>
                </a:cubicBezTo>
                <a:lnTo>
                  <a:pt x="2999571" y="2164681"/>
                </a:lnTo>
                <a:cubicBezTo>
                  <a:pt x="2640719" y="2105749"/>
                  <a:pt x="2359680" y="1827177"/>
                  <a:pt x="2309405" y="1477083"/>
                </a:cubicBezTo>
                <a:cubicBezTo>
                  <a:pt x="2309237" y="1477030"/>
                  <a:pt x="2309069" y="1477026"/>
                  <a:pt x="2308899" y="1477021"/>
                </a:cubicBezTo>
                <a:lnTo>
                  <a:pt x="2308361" y="1470397"/>
                </a:lnTo>
                <a:cubicBezTo>
                  <a:pt x="2303302" y="1440385"/>
                  <a:pt x="2300852" y="1409736"/>
                  <a:pt x="2300894" y="1378647"/>
                </a:cubicBezTo>
                <a:cubicBezTo>
                  <a:pt x="2299582" y="1373063"/>
                  <a:pt x="2299523" y="1367441"/>
                  <a:pt x="2299523" y="1361805"/>
                </a:cubicBezTo>
                <a:close/>
                <a:moveTo>
                  <a:pt x="2299523" y="3010804"/>
                </a:moveTo>
                <a:cubicBezTo>
                  <a:pt x="2299523" y="3005122"/>
                  <a:pt x="2299582" y="2999453"/>
                  <a:pt x="2300894" y="2993823"/>
                </a:cubicBezTo>
                <a:cubicBezTo>
                  <a:pt x="2300852" y="2962495"/>
                  <a:pt x="2303301" y="2931610"/>
                  <a:pt x="2308358" y="2901366"/>
                </a:cubicBezTo>
                <a:lnTo>
                  <a:pt x="2308898" y="2894676"/>
                </a:lnTo>
                <a:cubicBezTo>
                  <a:pt x="2309067" y="2894671"/>
                  <a:pt x="2309236" y="2894666"/>
                  <a:pt x="2309404" y="2894613"/>
                </a:cubicBezTo>
                <a:cubicBezTo>
                  <a:pt x="2359680" y="2541747"/>
                  <a:pt x="2640719" y="2260970"/>
                  <a:pt x="2999570" y="2201572"/>
                </a:cubicBezTo>
                <a:lnTo>
                  <a:pt x="2999687" y="2200424"/>
                </a:lnTo>
                <a:cubicBezTo>
                  <a:pt x="3004995" y="2199414"/>
                  <a:pt x="3010323" y="2198466"/>
                  <a:pt x="3015899" y="2198885"/>
                </a:cubicBezTo>
                <a:cubicBezTo>
                  <a:pt x="3047083" y="2193328"/>
                  <a:pt x="3078975" y="2190347"/>
                  <a:pt x="3111361" y="2189820"/>
                </a:cubicBezTo>
                <a:lnTo>
                  <a:pt x="3128448" y="2188197"/>
                </a:lnTo>
                <a:lnTo>
                  <a:pt x="3128474" y="2188691"/>
                </a:lnTo>
                <a:lnTo>
                  <a:pt x="3128972" y="2188658"/>
                </a:lnTo>
                <a:lnTo>
                  <a:pt x="3129566" y="2200098"/>
                </a:lnTo>
                <a:cubicBezTo>
                  <a:pt x="3129566" y="2205779"/>
                  <a:pt x="3129508" y="2211446"/>
                  <a:pt x="3128196" y="2217074"/>
                </a:cubicBezTo>
                <a:cubicBezTo>
                  <a:pt x="3128238" y="2248409"/>
                  <a:pt x="3125787" y="2279300"/>
                  <a:pt x="3120729" y="2309550"/>
                </a:cubicBezTo>
                <a:lnTo>
                  <a:pt x="3120190" y="2316226"/>
                </a:lnTo>
                <a:cubicBezTo>
                  <a:pt x="3120021" y="2316231"/>
                  <a:pt x="3119852" y="2316236"/>
                  <a:pt x="3119685" y="2316289"/>
                </a:cubicBezTo>
                <a:cubicBezTo>
                  <a:pt x="3069409" y="2669154"/>
                  <a:pt x="2788370" y="2949931"/>
                  <a:pt x="2429519" y="3009330"/>
                </a:cubicBezTo>
                <a:lnTo>
                  <a:pt x="2429403" y="3010478"/>
                </a:lnTo>
                <a:cubicBezTo>
                  <a:pt x="2424092" y="3011489"/>
                  <a:pt x="2418763" y="3012437"/>
                  <a:pt x="2413186" y="3012018"/>
                </a:cubicBezTo>
                <a:cubicBezTo>
                  <a:pt x="2382014" y="3017572"/>
                  <a:pt x="2350134" y="3020553"/>
                  <a:pt x="2317760" y="3021080"/>
                </a:cubicBezTo>
                <a:lnTo>
                  <a:pt x="2300641" y="3022706"/>
                </a:lnTo>
                <a:lnTo>
                  <a:pt x="2300615" y="3022211"/>
                </a:lnTo>
                <a:lnTo>
                  <a:pt x="2300116" y="3022244"/>
                </a:lnTo>
                <a:cubicBezTo>
                  <a:pt x="2299550" y="3018442"/>
                  <a:pt x="2299523" y="3014626"/>
                  <a:pt x="2299523" y="3010804"/>
                </a:cubicBezTo>
                <a:close/>
                <a:moveTo>
                  <a:pt x="2299523" y="3058630"/>
                </a:moveTo>
                <a:lnTo>
                  <a:pt x="2300117" y="3047280"/>
                </a:lnTo>
                <a:lnTo>
                  <a:pt x="2300615" y="3047312"/>
                </a:lnTo>
                <a:lnTo>
                  <a:pt x="2300641" y="3046822"/>
                </a:lnTo>
                <a:lnTo>
                  <a:pt x="2317729" y="3048432"/>
                </a:lnTo>
                <a:cubicBezTo>
                  <a:pt x="2350114" y="3048955"/>
                  <a:pt x="2382007" y="3051913"/>
                  <a:pt x="2413190" y="3057426"/>
                </a:cubicBezTo>
                <a:cubicBezTo>
                  <a:pt x="2418766" y="3057010"/>
                  <a:pt x="2424094" y="3057951"/>
                  <a:pt x="2429403" y="3058953"/>
                </a:cubicBezTo>
                <a:lnTo>
                  <a:pt x="2429520" y="3060092"/>
                </a:lnTo>
                <a:cubicBezTo>
                  <a:pt x="2788370" y="3119024"/>
                  <a:pt x="3069409" y="3397595"/>
                  <a:pt x="3119686" y="3747690"/>
                </a:cubicBezTo>
                <a:cubicBezTo>
                  <a:pt x="3119853" y="3747743"/>
                  <a:pt x="3120023" y="3747748"/>
                  <a:pt x="3120191" y="3747753"/>
                </a:cubicBezTo>
                <a:lnTo>
                  <a:pt x="3120732" y="3754390"/>
                </a:lnTo>
                <a:cubicBezTo>
                  <a:pt x="3125788" y="3784397"/>
                  <a:pt x="3128238" y="3815039"/>
                  <a:pt x="3128196" y="3846121"/>
                </a:cubicBezTo>
                <a:cubicBezTo>
                  <a:pt x="3129508" y="3851707"/>
                  <a:pt x="3129566" y="3857331"/>
                  <a:pt x="3129566" y="3862969"/>
                </a:cubicBezTo>
                <a:cubicBezTo>
                  <a:pt x="3129566" y="3866761"/>
                  <a:pt x="3129539" y="3870547"/>
                  <a:pt x="3128973" y="3874319"/>
                </a:cubicBezTo>
                <a:lnTo>
                  <a:pt x="3128474" y="3874286"/>
                </a:lnTo>
                <a:lnTo>
                  <a:pt x="3128448" y="3874777"/>
                </a:lnTo>
                <a:lnTo>
                  <a:pt x="3111330" y="3873164"/>
                </a:lnTo>
                <a:cubicBezTo>
                  <a:pt x="3078956" y="3872641"/>
                  <a:pt x="3047075" y="3869683"/>
                  <a:pt x="3015903" y="3864173"/>
                </a:cubicBezTo>
                <a:cubicBezTo>
                  <a:pt x="3010326" y="3864589"/>
                  <a:pt x="3004997" y="3863648"/>
                  <a:pt x="2999687" y="3862645"/>
                </a:cubicBezTo>
                <a:lnTo>
                  <a:pt x="2999571" y="3861506"/>
                </a:lnTo>
                <a:cubicBezTo>
                  <a:pt x="2640719" y="3802574"/>
                  <a:pt x="2359680" y="3524002"/>
                  <a:pt x="2309405" y="3173908"/>
                </a:cubicBezTo>
                <a:cubicBezTo>
                  <a:pt x="2309237" y="3173856"/>
                  <a:pt x="2309069" y="3173851"/>
                  <a:pt x="2308899" y="3173846"/>
                </a:cubicBezTo>
                <a:lnTo>
                  <a:pt x="2308361" y="3167222"/>
                </a:lnTo>
                <a:cubicBezTo>
                  <a:pt x="2303302" y="3137210"/>
                  <a:pt x="2300852" y="3106561"/>
                  <a:pt x="2300894" y="3075472"/>
                </a:cubicBezTo>
                <a:cubicBezTo>
                  <a:pt x="2299582" y="3069889"/>
                  <a:pt x="2299523" y="3064266"/>
                  <a:pt x="2299523" y="3058630"/>
                </a:cubicBezTo>
                <a:close/>
                <a:moveTo>
                  <a:pt x="1601297" y="636203"/>
                </a:moveTo>
                <a:cubicBezTo>
                  <a:pt x="1654573" y="907109"/>
                  <a:pt x="1869416" y="1121906"/>
                  <a:pt x="2144606" y="1181049"/>
                </a:cubicBezTo>
                <a:cubicBezTo>
                  <a:pt x="2091331" y="910143"/>
                  <a:pt x="1876487" y="695346"/>
                  <a:pt x="1601297" y="636203"/>
                </a:cubicBezTo>
                <a:close/>
                <a:moveTo>
                  <a:pt x="1601297" y="2333028"/>
                </a:moveTo>
                <a:cubicBezTo>
                  <a:pt x="1654573" y="2603934"/>
                  <a:pt x="1869416" y="2818731"/>
                  <a:pt x="2144606" y="2877874"/>
                </a:cubicBezTo>
                <a:cubicBezTo>
                  <a:pt x="2091331" y="2606968"/>
                  <a:pt x="1876487" y="2392171"/>
                  <a:pt x="1601297" y="2333028"/>
                </a:cubicBezTo>
                <a:close/>
                <a:moveTo>
                  <a:pt x="1601295" y="2034258"/>
                </a:moveTo>
                <a:cubicBezTo>
                  <a:pt x="1876485" y="1975579"/>
                  <a:pt x="2091328" y="1762469"/>
                  <a:pt x="2144604" y="1493690"/>
                </a:cubicBezTo>
                <a:cubicBezTo>
                  <a:pt x="1869414" y="1552369"/>
                  <a:pt x="1654570" y="1765479"/>
                  <a:pt x="1601295" y="2034258"/>
                </a:cubicBezTo>
                <a:close/>
                <a:moveTo>
                  <a:pt x="1601295" y="3731083"/>
                </a:moveTo>
                <a:cubicBezTo>
                  <a:pt x="1876485" y="3672404"/>
                  <a:pt x="2091328" y="3459294"/>
                  <a:pt x="2144604" y="3190516"/>
                </a:cubicBezTo>
                <a:cubicBezTo>
                  <a:pt x="1869414" y="3249194"/>
                  <a:pt x="1654570" y="3462304"/>
                  <a:pt x="1601295" y="3731083"/>
                </a:cubicBezTo>
                <a:close/>
                <a:moveTo>
                  <a:pt x="1457930" y="503273"/>
                </a:moveTo>
                <a:lnTo>
                  <a:pt x="1458524" y="491833"/>
                </a:lnTo>
                <a:lnTo>
                  <a:pt x="1459022" y="491866"/>
                </a:lnTo>
                <a:lnTo>
                  <a:pt x="1459048" y="491372"/>
                </a:lnTo>
                <a:lnTo>
                  <a:pt x="1476135" y="492995"/>
                </a:lnTo>
                <a:cubicBezTo>
                  <a:pt x="1508521" y="493522"/>
                  <a:pt x="1540413" y="496503"/>
                  <a:pt x="1571597" y="502060"/>
                </a:cubicBezTo>
                <a:cubicBezTo>
                  <a:pt x="1577173" y="501641"/>
                  <a:pt x="1582501" y="502589"/>
                  <a:pt x="1587809" y="503599"/>
                </a:cubicBezTo>
                <a:lnTo>
                  <a:pt x="1587926" y="504747"/>
                </a:lnTo>
                <a:cubicBezTo>
                  <a:pt x="1946777" y="564145"/>
                  <a:pt x="2227816" y="844922"/>
                  <a:pt x="2278092" y="1197788"/>
                </a:cubicBezTo>
                <a:cubicBezTo>
                  <a:pt x="2278260" y="1197841"/>
                  <a:pt x="2278429" y="1197846"/>
                  <a:pt x="2278598" y="1197851"/>
                </a:cubicBezTo>
                <a:lnTo>
                  <a:pt x="2279138" y="1204541"/>
                </a:lnTo>
                <a:cubicBezTo>
                  <a:pt x="2284195" y="1234785"/>
                  <a:pt x="2286644" y="1265670"/>
                  <a:pt x="2286602" y="1296998"/>
                </a:cubicBezTo>
                <a:cubicBezTo>
                  <a:pt x="2287914" y="1302628"/>
                  <a:pt x="2287973" y="1308297"/>
                  <a:pt x="2287973" y="1313979"/>
                </a:cubicBezTo>
                <a:cubicBezTo>
                  <a:pt x="2287973" y="1317801"/>
                  <a:pt x="2287946" y="1321617"/>
                  <a:pt x="2287380" y="1325419"/>
                </a:cubicBezTo>
                <a:lnTo>
                  <a:pt x="2286881" y="1325386"/>
                </a:lnTo>
                <a:lnTo>
                  <a:pt x="2286855" y="1325881"/>
                </a:lnTo>
                <a:lnTo>
                  <a:pt x="2269736" y="1324255"/>
                </a:lnTo>
                <a:cubicBezTo>
                  <a:pt x="2237362" y="1323728"/>
                  <a:pt x="2205482" y="1320747"/>
                  <a:pt x="2174310" y="1315193"/>
                </a:cubicBezTo>
                <a:cubicBezTo>
                  <a:pt x="2168733" y="1315612"/>
                  <a:pt x="2163404" y="1314664"/>
                  <a:pt x="2158093" y="1313653"/>
                </a:cubicBezTo>
                <a:lnTo>
                  <a:pt x="2157977" y="1312505"/>
                </a:lnTo>
                <a:cubicBezTo>
                  <a:pt x="1799126" y="1253106"/>
                  <a:pt x="1518087" y="972329"/>
                  <a:pt x="1467811" y="619464"/>
                </a:cubicBezTo>
                <a:cubicBezTo>
                  <a:pt x="1467644" y="619411"/>
                  <a:pt x="1467475" y="619406"/>
                  <a:pt x="1467306" y="619401"/>
                </a:cubicBezTo>
                <a:lnTo>
                  <a:pt x="1466767" y="612725"/>
                </a:lnTo>
                <a:cubicBezTo>
                  <a:pt x="1461709" y="582475"/>
                  <a:pt x="1459258" y="551584"/>
                  <a:pt x="1459300" y="520249"/>
                </a:cubicBezTo>
                <a:cubicBezTo>
                  <a:pt x="1457988" y="514621"/>
                  <a:pt x="1457930" y="508954"/>
                  <a:pt x="1457930" y="503273"/>
                </a:cubicBezTo>
                <a:close/>
                <a:moveTo>
                  <a:pt x="1457930" y="2200098"/>
                </a:moveTo>
                <a:lnTo>
                  <a:pt x="1458524" y="2188658"/>
                </a:lnTo>
                <a:lnTo>
                  <a:pt x="1459022" y="2188691"/>
                </a:lnTo>
                <a:lnTo>
                  <a:pt x="1459048" y="2188197"/>
                </a:lnTo>
                <a:lnTo>
                  <a:pt x="1476135" y="2189820"/>
                </a:lnTo>
                <a:cubicBezTo>
                  <a:pt x="1508521" y="2190347"/>
                  <a:pt x="1540413" y="2193328"/>
                  <a:pt x="1571597" y="2198885"/>
                </a:cubicBezTo>
                <a:cubicBezTo>
                  <a:pt x="1577173" y="2198466"/>
                  <a:pt x="1582501" y="2199414"/>
                  <a:pt x="1587809" y="2200424"/>
                </a:cubicBezTo>
                <a:lnTo>
                  <a:pt x="1587926" y="2201572"/>
                </a:lnTo>
                <a:cubicBezTo>
                  <a:pt x="1946777" y="2260970"/>
                  <a:pt x="2227816" y="2541747"/>
                  <a:pt x="2278092" y="2894613"/>
                </a:cubicBezTo>
                <a:cubicBezTo>
                  <a:pt x="2278260" y="2894666"/>
                  <a:pt x="2278429" y="2894671"/>
                  <a:pt x="2278598" y="2894676"/>
                </a:cubicBezTo>
                <a:lnTo>
                  <a:pt x="2279138" y="2901366"/>
                </a:lnTo>
                <a:cubicBezTo>
                  <a:pt x="2284195" y="2931610"/>
                  <a:pt x="2286644" y="2962495"/>
                  <a:pt x="2286602" y="2993823"/>
                </a:cubicBezTo>
                <a:cubicBezTo>
                  <a:pt x="2287914" y="2999453"/>
                  <a:pt x="2287973" y="3005122"/>
                  <a:pt x="2287973" y="3010804"/>
                </a:cubicBezTo>
                <a:cubicBezTo>
                  <a:pt x="2287973" y="3014626"/>
                  <a:pt x="2287946" y="3018442"/>
                  <a:pt x="2287380" y="3022244"/>
                </a:cubicBezTo>
                <a:lnTo>
                  <a:pt x="2286881" y="3022211"/>
                </a:lnTo>
                <a:lnTo>
                  <a:pt x="2286855" y="3022706"/>
                </a:lnTo>
                <a:lnTo>
                  <a:pt x="2269736" y="3021080"/>
                </a:lnTo>
                <a:cubicBezTo>
                  <a:pt x="2237362" y="3020553"/>
                  <a:pt x="2205482" y="3017572"/>
                  <a:pt x="2174310" y="3012018"/>
                </a:cubicBezTo>
                <a:cubicBezTo>
                  <a:pt x="2168733" y="3012437"/>
                  <a:pt x="2163404" y="3011489"/>
                  <a:pt x="2158093" y="3010478"/>
                </a:cubicBezTo>
                <a:lnTo>
                  <a:pt x="2157977" y="3009330"/>
                </a:lnTo>
                <a:cubicBezTo>
                  <a:pt x="1799126" y="2949931"/>
                  <a:pt x="1518087" y="2669154"/>
                  <a:pt x="1467811" y="2316289"/>
                </a:cubicBezTo>
                <a:cubicBezTo>
                  <a:pt x="1467644" y="2316236"/>
                  <a:pt x="1467475" y="2316231"/>
                  <a:pt x="1467306" y="2316226"/>
                </a:cubicBezTo>
                <a:lnTo>
                  <a:pt x="1466767" y="2309550"/>
                </a:lnTo>
                <a:cubicBezTo>
                  <a:pt x="1461709" y="2279300"/>
                  <a:pt x="1459258" y="2248409"/>
                  <a:pt x="1459300" y="2217074"/>
                </a:cubicBezTo>
                <a:cubicBezTo>
                  <a:pt x="1457988" y="2211446"/>
                  <a:pt x="1457930" y="2205779"/>
                  <a:pt x="1457930" y="2200098"/>
                </a:cubicBezTo>
                <a:close/>
                <a:moveTo>
                  <a:pt x="1457930" y="3896923"/>
                </a:moveTo>
                <a:lnTo>
                  <a:pt x="1458524" y="3885483"/>
                </a:lnTo>
                <a:lnTo>
                  <a:pt x="1459022" y="3885516"/>
                </a:lnTo>
                <a:lnTo>
                  <a:pt x="1459048" y="3885022"/>
                </a:lnTo>
                <a:lnTo>
                  <a:pt x="1476135" y="3886645"/>
                </a:lnTo>
                <a:cubicBezTo>
                  <a:pt x="1508521" y="3887172"/>
                  <a:pt x="1540413" y="3890153"/>
                  <a:pt x="1571597" y="3895710"/>
                </a:cubicBezTo>
                <a:cubicBezTo>
                  <a:pt x="1577173" y="3895291"/>
                  <a:pt x="1582501" y="3896239"/>
                  <a:pt x="1587809" y="3897249"/>
                </a:cubicBezTo>
                <a:lnTo>
                  <a:pt x="1587926" y="3898397"/>
                </a:lnTo>
                <a:cubicBezTo>
                  <a:pt x="1821986" y="3937139"/>
                  <a:pt x="2022942" y="4070062"/>
                  <a:pt x="2148179" y="4255797"/>
                </a:cubicBezTo>
                <a:lnTo>
                  <a:pt x="2176624" y="4305008"/>
                </a:lnTo>
                <a:lnTo>
                  <a:pt x="2025574" y="4305008"/>
                </a:lnTo>
                <a:lnTo>
                  <a:pt x="1973451" y="4241205"/>
                </a:lnTo>
                <a:cubicBezTo>
                  <a:pt x="1876755" y="4136681"/>
                  <a:pt x="1747549" y="4061285"/>
                  <a:pt x="1601297" y="4029853"/>
                </a:cubicBezTo>
                <a:cubicBezTo>
                  <a:pt x="1618544" y="4117553"/>
                  <a:pt x="1652724" y="4199373"/>
                  <a:pt x="1700478" y="4271827"/>
                </a:cubicBezTo>
                <a:lnTo>
                  <a:pt x="1727160" y="4305008"/>
                </a:lnTo>
                <a:lnTo>
                  <a:pt x="1573050" y="4305008"/>
                </a:lnTo>
                <a:lnTo>
                  <a:pt x="1542929" y="4254710"/>
                </a:lnTo>
                <a:cubicBezTo>
                  <a:pt x="1505726" y="4179889"/>
                  <a:pt x="1479994" y="4098618"/>
                  <a:pt x="1467811" y="4013114"/>
                </a:cubicBezTo>
                <a:cubicBezTo>
                  <a:pt x="1467644" y="4013061"/>
                  <a:pt x="1467475" y="4013056"/>
                  <a:pt x="1467306" y="4013051"/>
                </a:cubicBezTo>
                <a:lnTo>
                  <a:pt x="1466767" y="4006375"/>
                </a:lnTo>
                <a:cubicBezTo>
                  <a:pt x="1461709" y="3976125"/>
                  <a:pt x="1459258" y="3945234"/>
                  <a:pt x="1459300" y="3913899"/>
                </a:cubicBezTo>
                <a:cubicBezTo>
                  <a:pt x="1457988" y="3908271"/>
                  <a:pt x="1457930" y="3902604"/>
                  <a:pt x="1457930" y="3896923"/>
                </a:cubicBezTo>
                <a:close/>
                <a:moveTo>
                  <a:pt x="1457928" y="469318"/>
                </a:moveTo>
                <a:cubicBezTo>
                  <a:pt x="1457928" y="463681"/>
                  <a:pt x="1457986" y="458057"/>
                  <a:pt x="1459298" y="452471"/>
                </a:cubicBezTo>
                <a:cubicBezTo>
                  <a:pt x="1459256" y="421389"/>
                  <a:pt x="1461706" y="390746"/>
                  <a:pt x="1466762" y="360740"/>
                </a:cubicBezTo>
                <a:lnTo>
                  <a:pt x="1467303" y="354103"/>
                </a:lnTo>
                <a:cubicBezTo>
                  <a:pt x="1467471" y="354098"/>
                  <a:pt x="1467641" y="354093"/>
                  <a:pt x="1467808" y="354040"/>
                </a:cubicBezTo>
                <a:cubicBezTo>
                  <a:pt x="1480960" y="262463"/>
                  <a:pt x="1509901" y="175780"/>
                  <a:pt x="1552022" y="96778"/>
                </a:cubicBezTo>
                <a:lnTo>
                  <a:pt x="1614656" y="0"/>
                </a:lnTo>
                <a:lnTo>
                  <a:pt x="1783031" y="0"/>
                </a:lnTo>
                <a:lnTo>
                  <a:pt x="1714803" y="76659"/>
                </a:lnTo>
                <a:cubicBezTo>
                  <a:pt x="1659536" y="153496"/>
                  <a:pt x="1620221" y="241952"/>
                  <a:pt x="1601295" y="337433"/>
                </a:cubicBezTo>
                <a:cubicBezTo>
                  <a:pt x="1784335" y="298404"/>
                  <a:pt x="1940676" y="191052"/>
                  <a:pt x="2040269" y="44350"/>
                </a:cubicBezTo>
                <a:lnTo>
                  <a:pt x="2062497" y="0"/>
                </a:lnTo>
                <a:lnTo>
                  <a:pt x="2211135" y="0"/>
                </a:lnTo>
                <a:lnTo>
                  <a:pt x="2159296" y="95636"/>
                </a:lnTo>
                <a:cubicBezTo>
                  <a:pt x="2035522" y="289169"/>
                  <a:pt x="1829330" y="428211"/>
                  <a:pt x="1587923" y="467856"/>
                </a:cubicBezTo>
                <a:lnTo>
                  <a:pt x="1587807" y="468995"/>
                </a:lnTo>
                <a:cubicBezTo>
                  <a:pt x="1582497" y="469998"/>
                  <a:pt x="1577168" y="470939"/>
                  <a:pt x="1571591" y="470523"/>
                </a:cubicBezTo>
                <a:cubicBezTo>
                  <a:pt x="1540419" y="476033"/>
                  <a:pt x="1508538" y="478991"/>
                  <a:pt x="1476164" y="479514"/>
                </a:cubicBezTo>
                <a:lnTo>
                  <a:pt x="1459046" y="481127"/>
                </a:lnTo>
                <a:lnTo>
                  <a:pt x="1459020" y="480636"/>
                </a:lnTo>
                <a:lnTo>
                  <a:pt x="1458521" y="480669"/>
                </a:lnTo>
                <a:cubicBezTo>
                  <a:pt x="1457955" y="476896"/>
                  <a:pt x="1457928" y="473110"/>
                  <a:pt x="1457928" y="469318"/>
                </a:cubicBezTo>
                <a:close/>
                <a:moveTo>
                  <a:pt x="1457928" y="2166144"/>
                </a:moveTo>
                <a:cubicBezTo>
                  <a:pt x="1457928" y="2160506"/>
                  <a:pt x="1457986" y="2154882"/>
                  <a:pt x="1459298" y="2149296"/>
                </a:cubicBezTo>
                <a:cubicBezTo>
                  <a:pt x="1459256" y="2118214"/>
                  <a:pt x="1461706" y="2087572"/>
                  <a:pt x="1466762" y="2057565"/>
                </a:cubicBezTo>
                <a:lnTo>
                  <a:pt x="1467303" y="2050928"/>
                </a:lnTo>
                <a:cubicBezTo>
                  <a:pt x="1467471" y="2050923"/>
                  <a:pt x="1467641" y="2050918"/>
                  <a:pt x="1467808" y="2050865"/>
                </a:cubicBezTo>
                <a:cubicBezTo>
                  <a:pt x="1518085" y="1700770"/>
                  <a:pt x="1799124" y="1422199"/>
                  <a:pt x="2157974" y="1363267"/>
                </a:cubicBezTo>
                <a:lnTo>
                  <a:pt x="2158091" y="1362128"/>
                </a:lnTo>
                <a:cubicBezTo>
                  <a:pt x="2163400" y="1361126"/>
                  <a:pt x="2168728" y="1360185"/>
                  <a:pt x="2174304" y="1360601"/>
                </a:cubicBezTo>
                <a:cubicBezTo>
                  <a:pt x="2205487" y="1355088"/>
                  <a:pt x="2237380" y="1352130"/>
                  <a:pt x="2269765" y="1351607"/>
                </a:cubicBezTo>
                <a:lnTo>
                  <a:pt x="2286853" y="1349997"/>
                </a:lnTo>
                <a:lnTo>
                  <a:pt x="2286879" y="1350487"/>
                </a:lnTo>
                <a:lnTo>
                  <a:pt x="2287377" y="1350455"/>
                </a:lnTo>
                <a:lnTo>
                  <a:pt x="2287971" y="1361805"/>
                </a:lnTo>
                <a:cubicBezTo>
                  <a:pt x="2287971" y="1367441"/>
                  <a:pt x="2287912" y="1373063"/>
                  <a:pt x="2286600" y="1378647"/>
                </a:cubicBezTo>
                <a:cubicBezTo>
                  <a:pt x="2286642" y="1409736"/>
                  <a:pt x="2284192" y="1440385"/>
                  <a:pt x="2279133" y="1470397"/>
                </a:cubicBezTo>
                <a:lnTo>
                  <a:pt x="2278595" y="1477021"/>
                </a:lnTo>
                <a:cubicBezTo>
                  <a:pt x="2278425" y="1477026"/>
                  <a:pt x="2278257" y="1477030"/>
                  <a:pt x="2278089" y="1477083"/>
                </a:cubicBezTo>
                <a:cubicBezTo>
                  <a:pt x="2227814" y="1827177"/>
                  <a:pt x="1946775" y="2105749"/>
                  <a:pt x="1587923" y="2164681"/>
                </a:cubicBezTo>
                <a:lnTo>
                  <a:pt x="1587807" y="2165820"/>
                </a:lnTo>
                <a:cubicBezTo>
                  <a:pt x="1582497" y="2166823"/>
                  <a:pt x="1577168" y="2167764"/>
                  <a:pt x="1571591" y="2167348"/>
                </a:cubicBezTo>
                <a:cubicBezTo>
                  <a:pt x="1540419" y="2172858"/>
                  <a:pt x="1508538" y="2175816"/>
                  <a:pt x="1476164" y="2176339"/>
                </a:cubicBezTo>
                <a:lnTo>
                  <a:pt x="1459046" y="2177952"/>
                </a:lnTo>
                <a:lnTo>
                  <a:pt x="1459020" y="2177461"/>
                </a:lnTo>
                <a:lnTo>
                  <a:pt x="1458521" y="2177494"/>
                </a:lnTo>
                <a:cubicBezTo>
                  <a:pt x="1457955" y="2173722"/>
                  <a:pt x="1457928" y="2169936"/>
                  <a:pt x="1457928" y="2166144"/>
                </a:cubicBezTo>
                <a:close/>
                <a:moveTo>
                  <a:pt x="1457928" y="3862969"/>
                </a:moveTo>
                <a:cubicBezTo>
                  <a:pt x="1457928" y="3857331"/>
                  <a:pt x="1457986" y="3851707"/>
                  <a:pt x="1459298" y="3846121"/>
                </a:cubicBezTo>
                <a:cubicBezTo>
                  <a:pt x="1459256" y="3815039"/>
                  <a:pt x="1461706" y="3784397"/>
                  <a:pt x="1466762" y="3754390"/>
                </a:cubicBezTo>
                <a:lnTo>
                  <a:pt x="1467303" y="3747753"/>
                </a:lnTo>
                <a:cubicBezTo>
                  <a:pt x="1467471" y="3747748"/>
                  <a:pt x="1467641" y="3747743"/>
                  <a:pt x="1467808" y="3747690"/>
                </a:cubicBezTo>
                <a:cubicBezTo>
                  <a:pt x="1518085" y="3397595"/>
                  <a:pt x="1799124" y="3119024"/>
                  <a:pt x="2157974" y="3060092"/>
                </a:cubicBezTo>
                <a:lnTo>
                  <a:pt x="2158091" y="3058953"/>
                </a:lnTo>
                <a:cubicBezTo>
                  <a:pt x="2163400" y="3057951"/>
                  <a:pt x="2168728" y="3057010"/>
                  <a:pt x="2174304" y="3057426"/>
                </a:cubicBezTo>
                <a:cubicBezTo>
                  <a:pt x="2205487" y="3051913"/>
                  <a:pt x="2237380" y="3048955"/>
                  <a:pt x="2269765" y="3048432"/>
                </a:cubicBezTo>
                <a:lnTo>
                  <a:pt x="2286853" y="3046822"/>
                </a:lnTo>
                <a:lnTo>
                  <a:pt x="2286879" y="3047312"/>
                </a:lnTo>
                <a:lnTo>
                  <a:pt x="2287377" y="3047280"/>
                </a:lnTo>
                <a:lnTo>
                  <a:pt x="2287971" y="3058630"/>
                </a:lnTo>
                <a:cubicBezTo>
                  <a:pt x="2287971" y="3064266"/>
                  <a:pt x="2287912" y="3069889"/>
                  <a:pt x="2286600" y="3075472"/>
                </a:cubicBezTo>
                <a:cubicBezTo>
                  <a:pt x="2286642" y="3106561"/>
                  <a:pt x="2284192" y="3137210"/>
                  <a:pt x="2279133" y="3167222"/>
                </a:cubicBezTo>
                <a:lnTo>
                  <a:pt x="2278595" y="3173846"/>
                </a:lnTo>
                <a:cubicBezTo>
                  <a:pt x="2278425" y="3173851"/>
                  <a:pt x="2278257" y="3173856"/>
                  <a:pt x="2278089" y="3173908"/>
                </a:cubicBezTo>
                <a:cubicBezTo>
                  <a:pt x="2227814" y="3524002"/>
                  <a:pt x="1946775" y="3802574"/>
                  <a:pt x="1587923" y="3861506"/>
                </a:cubicBezTo>
                <a:lnTo>
                  <a:pt x="1587807" y="3862645"/>
                </a:lnTo>
                <a:cubicBezTo>
                  <a:pt x="1582497" y="3863648"/>
                  <a:pt x="1577168" y="3864589"/>
                  <a:pt x="1571591" y="3864173"/>
                </a:cubicBezTo>
                <a:cubicBezTo>
                  <a:pt x="1540419" y="3869683"/>
                  <a:pt x="1508538" y="3872641"/>
                  <a:pt x="1476164" y="3873164"/>
                </a:cubicBezTo>
                <a:lnTo>
                  <a:pt x="1459046" y="3874777"/>
                </a:lnTo>
                <a:lnTo>
                  <a:pt x="1459020" y="3874286"/>
                </a:lnTo>
                <a:lnTo>
                  <a:pt x="1458521" y="3874319"/>
                </a:lnTo>
                <a:cubicBezTo>
                  <a:pt x="1457955" y="3870547"/>
                  <a:pt x="1457928" y="3866761"/>
                  <a:pt x="1457928" y="3862969"/>
                </a:cubicBezTo>
                <a:close/>
                <a:moveTo>
                  <a:pt x="750739" y="1181049"/>
                </a:moveTo>
                <a:cubicBezTo>
                  <a:pt x="1025929" y="1121906"/>
                  <a:pt x="1240772" y="907109"/>
                  <a:pt x="1294048" y="636203"/>
                </a:cubicBezTo>
                <a:cubicBezTo>
                  <a:pt x="1018858" y="695346"/>
                  <a:pt x="804014" y="910143"/>
                  <a:pt x="750739" y="1181049"/>
                </a:cubicBezTo>
                <a:close/>
                <a:moveTo>
                  <a:pt x="750739" y="1493690"/>
                </a:moveTo>
                <a:cubicBezTo>
                  <a:pt x="804015" y="1762469"/>
                  <a:pt x="1018858" y="1975579"/>
                  <a:pt x="1294048" y="2034258"/>
                </a:cubicBezTo>
                <a:cubicBezTo>
                  <a:pt x="1240773" y="1765479"/>
                  <a:pt x="1025929" y="1552369"/>
                  <a:pt x="750739" y="1493690"/>
                </a:cubicBezTo>
                <a:close/>
                <a:moveTo>
                  <a:pt x="750739" y="2877874"/>
                </a:moveTo>
                <a:cubicBezTo>
                  <a:pt x="1025929" y="2818731"/>
                  <a:pt x="1240772" y="2603934"/>
                  <a:pt x="1294048" y="2333028"/>
                </a:cubicBezTo>
                <a:cubicBezTo>
                  <a:pt x="1018858" y="2392171"/>
                  <a:pt x="804014" y="2606968"/>
                  <a:pt x="750739" y="2877874"/>
                </a:cubicBezTo>
                <a:close/>
                <a:moveTo>
                  <a:pt x="750739" y="3190516"/>
                </a:moveTo>
                <a:cubicBezTo>
                  <a:pt x="804015" y="3459294"/>
                  <a:pt x="1018858" y="3672404"/>
                  <a:pt x="1294048" y="3731083"/>
                </a:cubicBezTo>
                <a:cubicBezTo>
                  <a:pt x="1240773" y="3462304"/>
                  <a:pt x="1025929" y="3249194"/>
                  <a:pt x="750739" y="3190516"/>
                </a:cubicBezTo>
                <a:close/>
                <a:moveTo>
                  <a:pt x="718720" y="4305008"/>
                </a:moveTo>
                <a:lnTo>
                  <a:pt x="747165" y="4255797"/>
                </a:lnTo>
                <a:cubicBezTo>
                  <a:pt x="872402" y="4070062"/>
                  <a:pt x="1073359" y="3937139"/>
                  <a:pt x="1307418" y="3898397"/>
                </a:cubicBezTo>
                <a:lnTo>
                  <a:pt x="1307535" y="3897249"/>
                </a:lnTo>
                <a:cubicBezTo>
                  <a:pt x="1312844" y="3896239"/>
                  <a:pt x="1318172" y="3895291"/>
                  <a:pt x="1323748" y="3895710"/>
                </a:cubicBezTo>
                <a:cubicBezTo>
                  <a:pt x="1354931" y="3890153"/>
                  <a:pt x="1386824" y="3887172"/>
                  <a:pt x="1419209" y="3886645"/>
                </a:cubicBezTo>
                <a:lnTo>
                  <a:pt x="1436297" y="3885022"/>
                </a:lnTo>
                <a:lnTo>
                  <a:pt x="1436323" y="3885516"/>
                </a:lnTo>
                <a:lnTo>
                  <a:pt x="1436821" y="3885483"/>
                </a:lnTo>
                <a:lnTo>
                  <a:pt x="1437415" y="3896923"/>
                </a:lnTo>
                <a:cubicBezTo>
                  <a:pt x="1437415" y="3902604"/>
                  <a:pt x="1437356" y="3908271"/>
                  <a:pt x="1436044" y="3913899"/>
                </a:cubicBezTo>
                <a:cubicBezTo>
                  <a:pt x="1436086" y="3945234"/>
                  <a:pt x="1433636" y="3976125"/>
                  <a:pt x="1428577" y="4006375"/>
                </a:cubicBezTo>
                <a:lnTo>
                  <a:pt x="1428039" y="4013051"/>
                </a:lnTo>
                <a:cubicBezTo>
                  <a:pt x="1427869" y="4013056"/>
                  <a:pt x="1427701" y="4013061"/>
                  <a:pt x="1427533" y="4013114"/>
                </a:cubicBezTo>
                <a:cubicBezTo>
                  <a:pt x="1415351" y="4098618"/>
                  <a:pt x="1389619" y="4179889"/>
                  <a:pt x="1352416" y="4254710"/>
                </a:cubicBezTo>
                <a:lnTo>
                  <a:pt x="1322295" y="4305008"/>
                </a:lnTo>
                <a:lnTo>
                  <a:pt x="1168185" y="4305008"/>
                </a:lnTo>
                <a:lnTo>
                  <a:pt x="1194867" y="4271827"/>
                </a:lnTo>
                <a:cubicBezTo>
                  <a:pt x="1242622" y="4199373"/>
                  <a:pt x="1276801" y="4117553"/>
                  <a:pt x="1294048" y="4029853"/>
                </a:cubicBezTo>
                <a:cubicBezTo>
                  <a:pt x="1147796" y="4061285"/>
                  <a:pt x="1018589" y="4136681"/>
                  <a:pt x="921894" y="4241205"/>
                </a:cubicBezTo>
                <a:lnTo>
                  <a:pt x="869771" y="4305008"/>
                </a:lnTo>
                <a:close/>
                <a:moveTo>
                  <a:pt x="684209" y="0"/>
                </a:moveTo>
                <a:lnTo>
                  <a:pt x="832847" y="0"/>
                </a:lnTo>
                <a:lnTo>
                  <a:pt x="855075" y="44350"/>
                </a:lnTo>
                <a:cubicBezTo>
                  <a:pt x="954668" y="191053"/>
                  <a:pt x="1111009" y="298404"/>
                  <a:pt x="1294048" y="337433"/>
                </a:cubicBezTo>
                <a:cubicBezTo>
                  <a:pt x="1275123" y="241952"/>
                  <a:pt x="1235808" y="153496"/>
                  <a:pt x="1180541" y="76659"/>
                </a:cubicBezTo>
                <a:lnTo>
                  <a:pt x="1112313" y="0"/>
                </a:lnTo>
                <a:lnTo>
                  <a:pt x="1280688" y="0"/>
                </a:lnTo>
                <a:lnTo>
                  <a:pt x="1343322" y="96778"/>
                </a:lnTo>
                <a:cubicBezTo>
                  <a:pt x="1385443" y="175780"/>
                  <a:pt x="1414383" y="262463"/>
                  <a:pt x="1427534" y="354040"/>
                </a:cubicBezTo>
                <a:cubicBezTo>
                  <a:pt x="1427702" y="354093"/>
                  <a:pt x="1427871" y="354098"/>
                  <a:pt x="1428040" y="354102"/>
                </a:cubicBezTo>
                <a:lnTo>
                  <a:pt x="1428580" y="360740"/>
                </a:lnTo>
                <a:cubicBezTo>
                  <a:pt x="1433637" y="390746"/>
                  <a:pt x="1436086" y="421389"/>
                  <a:pt x="1436044" y="452471"/>
                </a:cubicBezTo>
                <a:cubicBezTo>
                  <a:pt x="1437356" y="458057"/>
                  <a:pt x="1437415" y="463681"/>
                  <a:pt x="1437415" y="469318"/>
                </a:cubicBezTo>
                <a:cubicBezTo>
                  <a:pt x="1437415" y="473111"/>
                  <a:pt x="1437388" y="476896"/>
                  <a:pt x="1436822" y="480669"/>
                </a:cubicBezTo>
                <a:lnTo>
                  <a:pt x="1436323" y="480636"/>
                </a:lnTo>
                <a:lnTo>
                  <a:pt x="1436297" y="481127"/>
                </a:lnTo>
                <a:lnTo>
                  <a:pt x="1419178" y="479514"/>
                </a:lnTo>
                <a:cubicBezTo>
                  <a:pt x="1386804" y="478991"/>
                  <a:pt x="1354924" y="476033"/>
                  <a:pt x="1323752" y="470523"/>
                </a:cubicBezTo>
                <a:cubicBezTo>
                  <a:pt x="1318175" y="470939"/>
                  <a:pt x="1312846" y="469998"/>
                  <a:pt x="1307535" y="468995"/>
                </a:cubicBezTo>
                <a:lnTo>
                  <a:pt x="1307419" y="467856"/>
                </a:lnTo>
                <a:cubicBezTo>
                  <a:pt x="1066014" y="428211"/>
                  <a:pt x="859822" y="289169"/>
                  <a:pt x="736048" y="95636"/>
                </a:cubicBezTo>
                <a:close/>
                <a:moveTo>
                  <a:pt x="607372" y="1313979"/>
                </a:moveTo>
                <a:cubicBezTo>
                  <a:pt x="607372" y="1308297"/>
                  <a:pt x="607430" y="1302628"/>
                  <a:pt x="608742" y="1296998"/>
                </a:cubicBezTo>
                <a:cubicBezTo>
                  <a:pt x="608700" y="1265670"/>
                  <a:pt x="611150" y="1234785"/>
                  <a:pt x="616206" y="1204541"/>
                </a:cubicBezTo>
                <a:lnTo>
                  <a:pt x="616747" y="1197851"/>
                </a:lnTo>
                <a:cubicBezTo>
                  <a:pt x="616915" y="1197846"/>
                  <a:pt x="617085" y="1197841"/>
                  <a:pt x="617252" y="1197788"/>
                </a:cubicBezTo>
                <a:cubicBezTo>
                  <a:pt x="667529" y="844922"/>
                  <a:pt x="948568" y="564145"/>
                  <a:pt x="1307418" y="504747"/>
                </a:cubicBezTo>
                <a:lnTo>
                  <a:pt x="1307535" y="503599"/>
                </a:lnTo>
                <a:cubicBezTo>
                  <a:pt x="1312844" y="502589"/>
                  <a:pt x="1318172" y="501641"/>
                  <a:pt x="1323748" y="502060"/>
                </a:cubicBezTo>
                <a:cubicBezTo>
                  <a:pt x="1354931" y="496503"/>
                  <a:pt x="1386824" y="493522"/>
                  <a:pt x="1419209" y="492995"/>
                </a:cubicBezTo>
                <a:lnTo>
                  <a:pt x="1436297" y="491372"/>
                </a:lnTo>
                <a:lnTo>
                  <a:pt x="1436323" y="491866"/>
                </a:lnTo>
                <a:lnTo>
                  <a:pt x="1436821" y="491833"/>
                </a:lnTo>
                <a:lnTo>
                  <a:pt x="1437415" y="503273"/>
                </a:lnTo>
                <a:cubicBezTo>
                  <a:pt x="1437415" y="508954"/>
                  <a:pt x="1437356" y="514621"/>
                  <a:pt x="1436044" y="520249"/>
                </a:cubicBezTo>
                <a:cubicBezTo>
                  <a:pt x="1436086" y="551584"/>
                  <a:pt x="1433636" y="582475"/>
                  <a:pt x="1428577" y="612725"/>
                </a:cubicBezTo>
                <a:lnTo>
                  <a:pt x="1428039" y="619401"/>
                </a:lnTo>
                <a:cubicBezTo>
                  <a:pt x="1427869" y="619406"/>
                  <a:pt x="1427701" y="619411"/>
                  <a:pt x="1427533" y="619464"/>
                </a:cubicBezTo>
                <a:cubicBezTo>
                  <a:pt x="1377258" y="972329"/>
                  <a:pt x="1096219" y="1253106"/>
                  <a:pt x="737367" y="1312505"/>
                </a:cubicBezTo>
                <a:lnTo>
                  <a:pt x="737251" y="1313653"/>
                </a:lnTo>
                <a:cubicBezTo>
                  <a:pt x="731941" y="1314664"/>
                  <a:pt x="726612" y="1315612"/>
                  <a:pt x="721035" y="1315193"/>
                </a:cubicBezTo>
                <a:cubicBezTo>
                  <a:pt x="689863" y="1320747"/>
                  <a:pt x="657982" y="1323728"/>
                  <a:pt x="625608" y="1324255"/>
                </a:cubicBezTo>
                <a:lnTo>
                  <a:pt x="608490" y="1325881"/>
                </a:lnTo>
                <a:lnTo>
                  <a:pt x="608464" y="1325386"/>
                </a:lnTo>
                <a:lnTo>
                  <a:pt x="607965" y="1325419"/>
                </a:lnTo>
                <a:cubicBezTo>
                  <a:pt x="607399" y="1321617"/>
                  <a:pt x="607372" y="1317801"/>
                  <a:pt x="607372" y="1313979"/>
                </a:cubicBezTo>
                <a:close/>
                <a:moveTo>
                  <a:pt x="607372" y="1361805"/>
                </a:moveTo>
                <a:lnTo>
                  <a:pt x="607966" y="1350455"/>
                </a:lnTo>
                <a:lnTo>
                  <a:pt x="608464" y="1350487"/>
                </a:lnTo>
                <a:lnTo>
                  <a:pt x="608490" y="1349997"/>
                </a:lnTo>
                <a:lnTo>
                  <a:pt x="625577" y="1351607"/>
                </a:lnTo>
                <a:cubicBezTo>
                  <a:pt x="657963" y="1352130"/>
                  <a:pt x="689855" y="1355088"/>
                  <a:pt x="721039" y="1360601"/>
                </a:cubicBezTo>
                <a:cubicBezTo>
                  <a:pt x="726615" y="1360185"/>
                  <a:pt x="731943" y="1361126"/>
                  <a:pt x="737251" y="1362128"/>
                </a:cubicBezTo>
                <a:lnTo>
                  <a:pt x="737368" y="1363267"/>
                </a:lnTo>
                <a:cubicBezTo>
                  <a:pt x="1096219" y="1422199"/>
                  <a:pt x="1377258" y="1700770"/>
                  <a:pt x="1427534" y="2050865"/>
                </a:cubicBezTo>
                <a:cubicBezTo>
                  <a:pt x="1427702" y="2050918"/>
                  <a:pt x="1427871" y="2050923"/>
                  <a:pt x="1428040" y="2050928"/>
                </a:cubicBezTo>
                <a:lnTo>
                  <a:pt x="1428580" y="2057565"/>
                </a:lnTo>
                <a:cubicBezTo>
                  <a:pt x="1433637" y="2087572"/>
                  <a:pt x="1436086" y="2118214"/>
                  <a:pt x="1436044" y="2149296"/>
                </a:cubicBezTo>
                <a:cubicBezTo>
                  <a:pt x="1437356" y="2154882"/>
                  <a:pt x="1437415" y="2160506"/>
                  <a:pt x="1437415" y="2166144"/>
                </a:cubicBezTo>
                <a:cubicBezTo>
                  <a:pt x="1437415" y="2169936"/>
                  <a:pt x="1437388" y="2173722"/>
                  <a:pt x="1436822" y="2177494"/>
                </a:cubicBezTo>
                <a:lnTo>
                  <a:pt x="1436323" y="2177461"/>
                </a:lnTo>
                <a:lnTo>
                  <a:pt x="1436297" y="2177952"/>
                </a:lnTo>
                <a:lnTo>
                  <a:pt x="1419178" y="2176339"/>
                </a:lnTo>
                <a:cubicBezTo>
                  <a:pt x="1386804" y="2175816"/>
                  <a:pt x="1354924" y="2172858"/>
                  <a:pt x="1323752" y="2167348"/>
                </a:cubicBezTo>
                <a:cubicBezTo>
                  <a:pt x="1318175" y="2167764"/>
                  <a:pt x="1312846" y="2166823"/>
                  <a:pt x="1307535" y="2165820"/>
                </a:cubicBezTo>
                <a:lnTo>
                  <a:pt x="1307419" y="2164681"/>
                </a:lnTo>
                <a:cubicBezTo>
                  <a:pt x="948568" y="2105749"/>
                  <a:pt x="667529" y="1827177"/>
                  <a:pt x="617253" y="1477083"/>
                </a:cubicBezTo>
                <a:cubicBezTo>
                  <a:pt x="617086" y="1477030"/>
                  <a:pt x="616917" y="1477026"/>
                  <a:pt x="616748" y="1477021"/>
                </a:cubicBezTo>
                <a:lnTo>
                  <a:pt x="616209" y="1470397"/>
                </a:lnTo>
                <a:cubicBezTo>
                  <a:pt x="611151" y="1440385"/>
                  <a:pt x="608700" y="1409736"/>
                  <a:pt x="608742" y="1378647"/>
                </a:cubicBezTo>
                <a:cubicBezTo>
                  <a:pt x="607430" y="1373063"/>
                  <a:pt x="607372" y="1367441"/>
                  <a:pt x="607372" y="1361805"/>
                </a:cubicBezTo>
                <a:close/>
                <a:moveTo>
                  <a:pt x="607372" y="3010804"/>
                </a:moveTo>
                <a:cubicBezTo>
                  <a:pt x="607372" y="3005122"/>
                  <a:pt x="607430" y="2999453"/>
                  <a:pt x="608742" y="2993823"/>
                </a:cubicBezTo>
                <a:cubicBezTo>
                  <a:pt x="608700" y="2962495"/>
                  <a:pt x="611150" y="2931610"/>
                  <a:pt x="616206" y="2901366"/>
                </a:cubicBezTo>
                <a:lnTo>
                  <a:pt x="616747" y="2894676"/>
                </a:lnTo>
                <a:cubicBezTo>
                  <a:pt x="616915" y="2894671"/>
                  <a:pt x="617085" y="2894666"/>
                  <a:pt x="617252" y="2894613"/>
                </a:cubicBezTo>
                <a:cubicBezTo>
                  <a:pt x="667529" y="2541747"/>
                  <a:pt x="948568" y="2260970"/>
                  <a:pt x="1307418" y="2201572"/>
                </a:cubicBezTo>
                <a:lnTo>
                  <a:pt x="1307535" y="2200424"/>
                </a:lnTo>
                <a:cubicBezTo>
                  <a:pt x="1312844" y="2199414"/>
                  <a:pt x="1318172" y="2198466"/>
                  <a:pt x="1323748" y="2198885"/>
                </a:cubicBezTo>
                <a:cubicBezTo>
                  <a:pt x="1354931" y="2193328"/>
                  <a:pt x="1386824" y="2190347"/>
                  <a:pt x="1419209" y="2189820"/>
                </a:cubicBezTo>
                <a:lnTo>
                  <a:pt x="1436297" y="2188197"/>
                </a:lnTo>
                <a:lnTo>
                  <a:pt x="1436323" y="2188691"/>
                </a:lnTo>
                <a:lnTo>
                  <a:pt x="1436821" y="2188658"/>
                </a:lnTo>
                <a:lnTo>
                  <a:pt x="1437415" y="2200098"/>
                </a:lnTo>
                <a:cubicBezTo>
                  <a:pt x="1437415" y="2205779"/>
                  <a:pt x="1437356" y="2211446"/>
                  <a:pt x="1436044" y="2217074"/>
                </a:cubicBezTo>
                <a:cubicBezTo>
                  <a:pt x="1436086" y="2248409"/>
                  <a:pt x="1433636" y="2279300"/>
                  <a:pt x="1428577" y="2309550"/>
                </a:cubicBezTo>
                <a:lnTo>
                  <a:pt x="1428039" y="2316226"/>
                </a:lnTo>
                <a:cubicBezTo>
                  <a:pt x="1427869" y="2316231"/>
                  <a:pt x="1427701" y="2316236"/>
                  <a:pt x="1427533" y="2316289"/>
                </a:cubicBezTo>
                <a:cubicBezTo>
                  <a:pt x="1377258" y="2669154"/>
                  <a:pt x="1096219" y="2949931"/>
                  <a:pt x="737367" y="3009330"/>
                </a:cubicBezTo>
                <a:lnTo>
                  <a:pt x="737251" y="3010478"/>
                </a:lnTo>
                <a:cubicBezTo>
                  <a:pt x="731941" y="3011489"/>
                  <a:pt x="726612" y="3012437"/>
                  <a:pt x="721035" y="3012018"/>
                </a:cubicBezTo>
                <a:cubicBezTo>
                  <a:pt x="689863" y="3017572"/>
                  <a:pt x="657982" y="3020553"/>
                  <a:pt x="625608" y="3021080"/>
                </a:cubicBezTo>
                <a:lnTo>
                  <a:pt x="608490" y="3022706"/>
                </a:lnTo>
                <a:lnTo>
                  <a:pt x="608464" y="3022211"/>
                </a:lnTo>
                <a:lnTo>
                  <a:pt x="607965" y="3022244"/>
                </a:lnTo>
                <a:cubicBezTo>
                  <a:pt x="607399" y="3018442"/>
                  <a:pt x="607372" y="3014626"/>
                  <a:pt x="607372" y="3010804"/>
                </a:cubicBezTo>
                <a:close/>
                <a:moveTo>
                  <a:pt x="607372" y="3058630"/>
                </a:moveTo>
                <a:lnTo>
                  <a:pt x="607966" y="3047280"/>
                </a:lnTo>
                <a:lnTo>
                  <a:pt x="608464" y="3047312"/>
                </a:lnTo>
                <a:lnTo>
                  <a:pt x="608490" y="3046822"/>
                </a:lnTo>
                <a:lnTo>
                  <a:pt x="625577" y="3048432"/>
                </a:lnTo>
                <a:cubicBezTo>
                  <a:pt x="657963" y="3048955"/>
                  <a:pt x="689855" y="3051913"/>
                  <a:pt x="721039" y="3057426"/>
                </a:cubicBezTo>
                <a:cubicBezTo>
                  <a:pt x="726615" y="3057010"/>
                  <a:pt x="731943" y="3057951"/>
                  <a:pt x="737251" y="3058953"/>
                </a:cubicBezTo>
                <a:lnTo>
                  <a:pt x="737368" y="3060092"/>
                </a:lnTo>
                <a:cubicBezTo>
                  <a:pt x="1096219" y="3119024"/>
                  <a:pt x="1377258" y="3397595"/>
                  <a:pt x="1427534" y="3747690"/>
                </a:cubicBezTo>
                <a:cubicBezTo>
                  <a:pt x="1427702" y="3747743"/>
                  <a:pt x="1427871" y="3747748"/>
                  <a:pt x="1428040" y="3747753"/>
                </a:cubicBezTo>
                <a:lnTo>
                  <a:pt x="1428580" y="3754390"/>
                </a:lnTo>
                <a:cubicBezTo>
                  <a:pt x="1433637" y="3784397"/>
                  <a:pt x="1436086" y="3815039"/>
                  <a:pt x="1436044" y="3846121"/>
                </a:cubicBezTo>
                <a:cubicBezTo>
                  <a:pt x="1437356" y="3851707"/>
                  <a:pt x="1437415" y="3857331"/>
                  <a:pt x="1437415" y="3862969"/>
                </a:cubicBezTo>
                <a:cubicBezTo>
                  <a:pt x="1437415" y="3866761"/>
                  <a:pt x="1437388" y="3870547"/>
                  <a:pt x="1436822" y="3874319"/>
                </a:cubicBezTo>
                <a:lnTo>
                  <a:pt x="1436323" y="3874286"/>
                </a:lnTo>
                <a:lnTo>
                  <a:pt x="1436297" y="3874777"/>
                </a:lnTo>
                <a:lnTo>
                  <a:pt x="1419178" y="3873164"/>
                </a:lnTo>
                <a:cubicBezTo>
                  <a:pt x="1386804" y="3872641"/>
                  <a:pt x="1354924" y="3869683"/>
                  <a:pt x="1323752" y="3864173"/>
                </a:cubicBezTo>
                <a:cubicBezTo>
                  <a:pt x="1318175" y="3864589"/>
                  <a:pt x="1312846" y="3863648"/>
                  <a:pt x="1307535" y="3862645"/>
                </a:cubicBezTo>
                <a:lnTo>
                  <a:pt x="1307419" y="3861506"/>
                </a:lnTo>
                <a:cubicBezTo>
                  <a:pt x="948568" y="3802574"/>
                  <a:pt x="667529" y="3524002"/>
                  <a:pt x="617253" y="3173908"/>
                </a:cubicBezTo>
                <a:cubicBezTo>
                  <a:pt x="617086" y="3173856"/>
                  <a:pt x="616917" y="3173851"/>
                  <a:pt x="616748" y="3173846"/>
                </a:cubicBezTo>
                <a:lnTo>
                  <a:pt x="616209" y="3167222"/>
                </a:lnTo>
                <a:cubicBezTo>
                  <a:pt x="611151" y="3137210"/>
                  <a:pt x="608700" y="3106561"/>
                  <a:pt x="608742" y="3075472"/>
                </a:cubicBezTo>
                <a:cubicBezTo>
                  <a:pt x="607430" y="3069889"/>
                  <a:pt x="607372" y="3064266"/>
                  <a:pt x="607372" y="3058630"/>
                </a:cubicBezTo>
                <a:close/>
                <a:moveTo>
                  <a:pt x="0" y="116373"/>
                </a:moveTo>
                <a:lnTo>
                  <a:pt x="0" y="0"/>
                </a:lnTo>
                <a:lnTo>
                  <a:pt x="90880" y="0"/>
                </a:lnTo>
                <a:lnTo>
                  <a:pt x="22652" y="76659"/>
                </a:lnTo>
                <a:close/>
                <a:moveTo>
                  <a:pt x="0" y="443121"/>
                </a:moveTo>
                <a:lnTo>
                  <a:pt x="0" y="311637"/>
                </a:lnTo>
                <a:lnTo>
                  <a:pt x="82171" y="276703"/>
                </a:lnTo>
                <a:cubicBezTo>
                  <a:pt x="190106" y="222464"/>
                  <a:pt x="281723" y="142152"/>
                  <a:pt x="348118" y="44350"/>
                </a:cubicBezTo>
                <a:lnTo>
                  <a:pt x="370347" y="0"/>
                </a:lnTo>
                <a:lnTo>
                  <a:pt x="518984" y="0"/>
                </a:lnTo>
                <a:lnTo>
                  <a:pt x="467145" y="95636"/>
                </a:lnTo>
                <a:cubicBezTo>
                  <a:pt x="364000" y="256913"/>
                  <a:pt x="203621" y="380350"/>
                  <a:pt x="13323" y="439959"/>
                </a:cubicBezTo>
                <a:close/>
                <a:moveTo>
                  <a:pt x="0" y="1070142"/>
                </a:moveTo>
                <a:lnTo>
                  <a:pt x="0" y="862064"/>
                </a:lnTo>
                <a:lnTo>
                  <a:pt x="31905" y="912052"/>
                </a:lnTo>
                <a:cubicBezTo>
                  <a:pt x="132041" y="1046318"/>
                  <a:pt x="280461" y="1144085"/>
                  <a:pt x="452455" y="1181049"/>
                </a:cubicBezTo>
                <a:cubicBezTo>
                  <a:pt x="405840" y="944006"/>
                  <a:pt x="235523" y="749922"/>
                  <a:pt x="9316" y="665484"/>
                </a:cubicBezTo>
                <a:lnTo>
                  <a:pt x="0" y="662760"/>
                </a:lnTo>
                <a:lnTo>
                  <a:pt x="0" y="530567"/>
                </a:lnTo>
                <a:lnTo>
                  <a:pt x="26399" y="537107"/>
                </a:lnTo>
                <a:cubicBezTo>
                  <a:pt x="321280" y="635466"/>
                  <a:pt x="541950" y="889030"/>
                  <a:pt x="585941" y="1197788"/>
                </a:cubicBezTo>
                <a:cubicBezTo>
                  <a:pt x="586109" y="1197841"/>
                  <a:pt x="586278" y="1197846"/>
                  <a:pt x="586447" y="1197851"/>
                </a:cubicBezTo>
                <a:lnTo>
                  <a:pt x="586987" y="1204541"/>
                </a:lnTo>
                <a:cubicBezTo>
                  <a:pt x="592044" y="1234785"/>
                  <a:pt x="594493" y="1265670"/>
                  <a:pt x="594451" y="1296998"/>
                </a:cubicBezTo>
                <a:cubicBezTo>
                  <a:pt x="595763" y="1302628"/>
                  <a:pt x="595822" y="1308297"/>
                  <a:pt x="595822" y="1313979"/>
                </a:cubicBezTo>
                <a:cubicBezTo>
                  <a:pt x="595822" y="1317801"/>
                  <a:pt x="595795" y="1321617"/>
                  <a:pt x="595229" y="1325419"/>
                </a:cubicBezTo>
                <a:lnTo>
                  <a:pt x="594730" y="1325386"/>
                </a:lnTo>
                <a:lnTo>
                  <a:pt x="594704" y="1325881"/>
                </a:lnTo>
                <a:lnTo>
                  <a:pt x="577585" y="1324255"/>
                </a:lnTo>
                <a:cubicBezTo>
                  <a:pt x="545211" y="1323728"/>
                  <a:pt x="513331" y="1320747"/>
                  <a:pt x="482159" y="1315193"/>
                </a:cubicBezTo>
                <a:cubicBezTo>
                  <a:pt x="476582" y="1315612"/>
                  <a:pt x="471253" y="1314664"/>
                  <a:pt x="465942" y="1313653"/>
                </a:cubicBezTo>
                <a:lnTo>
                  <a:pt x="465826" y="1312505"/>
                </a:lnTo>
                <a:cubicBezTo>
                  <a:pt x="286401" y="1282806"/>
                  <a:pt x="126428" y="1197762"/>
                  <a:pt x="5028" y="1076034"/>
                </a:cubicBezTo>
                <a:close/>
                <a:moveTo>
                  <a:pt x="0" y="2139063"/>
                </a:moveTo>
                <a:lnTo>
                  <a:pt x="0" y="2007909"/>
                </a:lnTo>
                <a:lnTo>
                  <a:pt x="9314" y="2005207"/>
                </a:lnTo>
                <a:cubicBezTo>
                  <a:pt x="235521" y="1921432"/>
                  <a:pt x="405837" y="1728872"/>
                  <a:pt x="452453" y="1493690"/>
                </a:cubicBezTo>
                <a:cubicBezTo>
                  <a:pt x="280459" y="1530364"/>
                  <a:pt x="132038" y="1627363"/>
                  <a:pt x="31903" y="1760575"/>
                </a:cubicBezTo>
                <a:lnTo>
                  <a:pt x="0" y="1810167"/>
                </a:lnTo>
                <a:lnTo>
                  <a:pt x="0" y="1603724"/>
                </a:lnTo>
                <a:lnTo>
                  <a:pt x="5025" y="1597880"/>
                </a:lnTo>
                <a:cubicBezTo>
                  <a:pt x="126426" y="1477109"/>
                  <a:pt x="286398" y="1392733"/>
                  <a:pt x="465823" y="1363267"/>
                </a:cubicBezTo>
                <a:lnTo>
                  <a:pt x="465940" y="1362128"/>
                </a:lnTo>
                <a:cubicBezTo>
                  <a:pt x="471249" y="1361126"/>
                  <a:pt x="476577" y="1360185"/>
                  <a:pt x="482153" y="1360601"/>
                </a:cubicBezTo>
                <a:cubicBezTo>
                  <a:pt x="513336" y="1355088"/>
                  <a:pt x="545229" y="1352130"/>
                  <a:pt x="577614" y="1351607"/>
                </a:cubicBezTo>
                <a:lnTo>
                  <a:pt x="594702" y="1349997"/>
                </a:lnTo>
                <a:lnTo>
                  <a:pt x="594728" y="1350487"/>
                </a:lnTo>
                <a:lnTo>
                  <a:pt x="595226" y="1350455"/>
                </a:lnTo>
                <a:lnTo>
                  <a:pt x="595820" y="1361805"/>
                </a:lnTo>
                <a:cubicBezTo>
                  <a:pt x="595820" y="1367441"/>
                  <a:pt x="595761" y="1373063"/>
                  <a:pt x="594449" y="1378647"/>
                </a:cubicBezTo>
                <a:cubicBezTo>
                  <a:pt x="594491" y="1409736"/>
                  <a:pt x="592041" y="1440385"/>
                  <a:pt x="586982" y="1470397"/>
                </a:cubicBezTo>
                <a:lnTo>
                  <a:pt x="586444" y="1477021"/>
                </a:lnTo>
                <a:cubicBezTo>
                  <a:pt x="586274" y="1477026"/>
                  <a:pt x="586106" y="1477030"/>
                  <a:pt x="585938" y="1477083"/>
                </a:cubicBezTo>
                <a:cubicBezTo>
                  <a:pt x="541948" y="1783415"/>
                  <a:pt x="321278" y="2034989"/>
                  <a:pt x="26396" y="2132575"/>
                </a:cubicBezTo>
                <a:close/>
                <a:moveTo>
                  <a:pt x="0" y="2766967"/>
                </a:moveTo>
                <a:lnTo>
                  <a:pt x="0" y="2558889"/>
                </a:lnTo>
                <a:lnTo>
                  <a:pt x="31905" y="2608877"/>
                </a:lnTo>
                <a:cubicBezTo>
                  <a:pt x="132041" y="2743143"/>
                  <a:pt x="280461" y="2840910"/>
                  <a:pt x="452455" y="2877874"/>
                </a:cubicBezTo>
                <a:cubicBezTo>
                  <a:pt x="405840" y="2640831"/>
                  <a:pt x="235523" y="2446747"/>
                  <a:pt x="9316" y="2362309"/>
                </a:cubicBezTo>
                <a:lnTo>
                  <a:pt x="0" y="2359585"/>
                </a:lnTo>
                <a:lnTo>
                  <a:pt x="0" y="2227392"/>
                </a:lnTo>
                <a:lnTo>
                  <a:pt x="26399" y="2233932"/>
                </a:lnTo>
                <a:cubicBezTo>
                  <a:pt x="321280" y="2332291"/>
                  <a:pt x="541950" y="2585855"/>
                  <a:pt x="585941" y="2894613"/>
                </a:cubicBezTo>
                <a:cubicBezTo>
                  <a:pt x="586109" y="2894666"/>
                  <a:pt x="586278" y="2894671"/>
                  <a:pt x="586447" y="2894676"/>
                </a:cubicBezTo>
                <a:lnTo>
                  <a:pt x="586987" y="2901366"/>
                </a:lnTo>
                <a:cubicBezTo>
                  <a:pt x="592044" y="2931610"/>
                  <a:pt x="594493" y="2962495"/>
                  <a:pt x="594451" y="2993823"/>
                </a:cubicBezTo>
                <a:cubicBezTo>
                  <a:pt x="595763" y="2999453"/>
                  <a:pt x="595822" y="3005122"/>
                  <a:pt x="595822" y="3010804"/>
                </a:cubicBezTo>
                <a:cubicBezTo>
                  <a:pt x="595822" y="3014626"/>
                  <a:pt x="595795" y="3018442"/>
                  <a:pt x="595229" y="3022244"/>
                </a:cubicBezTo>
                <a:lnTo>
                  <a:pt x="594730" y="3022211"/>
                </a:lnTo>
                <a:lnTo>
                  <a:pt x="594704" y="3022706"/>
                </a:lnTo>
                <a:lnTo>
                  <a:pt x="577585" y="3021080"/>
                </a:lnTo>
                <a:cubicBezTo>
                  <a:pt x="545211" y="3020553"/>
                  <a:pt x="513331" y="3017572"/>
                  <a:pt x="482159" y="3012018"/>
                </a:cubicBezTo>
                <a:cubicBezTo>
                  <a:pt x="476582" y="3012437"/>
                  <a:pt x="471253" y="3011489"/>
                  <a:pt x="465942" y="3010478"/>
                </a:cubicBezTo>
                <a:lnTo>
                  <a:pt x="465826" y="3009330"/>
                </a:lnTo>
                <a:cubicBezTo>
                  <a:pt x="286401" y="2979630"/>
                  <a:pt x="126428" y="2894586"/>
                  <a:pt x="5028" y="2772859"/>
                </a:cubicBezTo>
                <a:close/>
                <a:moveTo>
                  <a:pt x="0" y="3835888"/>
                </a:moveTo>
                <a:lnTo>
                  <a:pt x="0" y="3704734"/>
                </a:lnTo>
                <a:lnTo>
                  <a:pt x="9314" y="3702032"/>
                </a:lnTo>
                <a:cubicBezTo>
                  <a:pt x="235521" y="3618257"/>
                  <a:pt x="405837" y="3425697"/>
                  <a:pt x="452453" y="3190516"/>
                </a:cubicBezTo>
                <a:cubicBezTo>
                  <a:pt x="280459" y="3227190"/>
                  <a:pt x="132038" y="3324188"/>
                  <a:pt x="31903" y="3457400"/>
                </a:cubicBezTo>
                <a:lnTo>
                  <a:pt x="0" y="3506992"/>
                </a:lnTo>
                <a:lnTo>
                  <a:pt x="0" y="3300549"/>
                </a:lnTo>
                <a:lnTo>
                  <a:pt x="5025" y="3294705"/>
                </a:lnTo>
                <a:cubicBezTo>
                  <a:pt x="126426" y="3173934"/>
                  <a:pt x="286398" y="3089558"/>
                  <a:pt x="465823" y="3060092"/>
                </a:cubicBezTo>
                <a:lnTo>
                  <a:pt x="465940" y="3058953"/>
                </a:lnTo>
                <a:cubicBezTo>
                  <a:pt x="471249" y="3057951"/>
                  <a:pt x="476577" y="3057010"/>
                  <a:pt x="482153" y="3057426"/>
                </a:cubicBezTo>
                <a:cubicBezTo>
                  <a:pt x="513336" y="3051913"/>
                  <a:pt x="545229" y="3048955"/>
                  <a:pt x="577614" y="3048432"/>
                </a:cubicBezTo>
                <a:lnTo>
                  <a:pt x="594702" y="3046822"/>
                </a:lnTo>
                <a:lnTo>
                  <a:pt x="594728" y="3047312"/>
                </a:lnTo>
                <a:lnTo>
                  <a:pt x="595226" y="3047280"/>
                </a:lnTo>
                <a:lnTo>
                  <a:pt x="595820" y="3058630"/>
                </a:lnTo>
                <a:cubicBezTo>
                  <a:pt x="595820" y="3064266"/>
                  <a:pt x="595761" y="3069889"/>
                  <a:pt x="594449" y="3075472"/>
                </a:cubicBezTo>
                <a:cubicBezTo>
                  <a:pt x="594491" y="3106561"/>
                  <a:pt x="592041" y="3137210"/>
                  <a:pt x="586982" y="3167222"/>
                </a:cubicBezTo>
                <a:lnTo>
                  <a:pt x="586444" y="3173846"/>
                </a:lnTo>
                <a:cubicBezTo>
                  <a:pt x="586274" y="3173851"/>
                  <a:pt x="586106" y="3173856"/>
                  <a:pt x="585938" y="3173908"/>
                </a:cubicBezTo>
                <a:cubicBezTo>
                  <a:pt x="541948" y="3480240"/>
                  <a:pt x="321278" y="3731813"/>
                  <a:pt x="26396" y="3829400"/>
                </a:cubicBezTo>
                <a:close/>
                <a:moveTo>
                  <a:pt x="0" y="4056079"/>
                </a:moveTo>
                <a:lnTo>
                  <a:pt x="0" y="3923091"/>
                </a:lnTo>
                <a:lnTo>
                  <a:pt x="9850" y="3925425"/>
                </a:lnTo>
                <a:cubicBezTo>
                  <a:pt x="194718" y="3982914"/>
                  <a:pt x="351664" y="4101018"/>
                  <a:pt x="456028" y="4255797"/>
                </a:cubicBezTo>
                <a:lnTo>
                  <a:pt x="484473" y="4305008"/>
                </a:lnTo>
                <a:lnTo>
                  <a:pt x="333423" y="4305008"/>
                </a:lnTo>
                <a:lnTo>
                  <a:pt x="281300" y="4241205"/>
                </a:lnTo>
                <a:cubicBezTo>
                  <a:pt x="223282" y="4178491"/>
                  <a:pt x="153561" y="4126262"/>
                  <a:pt x="75476" y="4087725"/>
                </a:cubicBezTo>
                <a:close/>
                <a:moveTo>
                  <a:pt x="0" y="4305008"/>
                </a:moveTo>
                <a:lnTo>
                  <a:pt x="0" y="4256099"/>
                </a:lnTo>
                <a:lnTo>
                  <a:pt x="8327" y="4271827"/>
                </a:lnTo>
                <a:lnTo>
                  <a:pt x="35009" y="4305008"/>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20" name="Rectangle 19">
            <a:extLst>
              <a:ext uri="{FF2B5EF4-FFF2-40B4-BE49-F238E27FC236}">
                <a16:creationId xmlns:a16="http://schemas.microsoft.com/office/drawing/2014/main" id="{82710222-7DB2-9913-500B-C032785DBE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28592" y="620720"/>
            <a:ext cx="7323231" cy="55931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4" name="Title 3">
            <a:extLst>
              <a:ext uri="{FF2B5EF4-FFF2-40B4-BE49-F238E27FC236}">
                <a16:creationId xmlns:a16="http://schemas.microsoft.com/office/drawing/2014/main" id="{0AD88C04-5D7F-45CD-6113-C007CBEC4401}"/>
              </a:ext>
            </a:extLst>
          </p:cNvPr>
          <p:cNvSpPr>
            <a:spLocks noGrp="1"/>
          </p:cNvSpPr>
          <p:nvPr>
            <p:ph type="title"/>
          </p:nvPr>
        </p:nvSpPr>
        <p:spPr>
          <a:xfrm>
            <a:off x="4713224" y="1105351"/>
            <a:ext cx="6353967" cy="3023981"/>
          </a:xfrm>
        </p:spPr>
        <p:txBody>
          <a:bodyPr vert="horz" lIns="91440" tIns="45720" rIns="91440" bIns="45720" rtlCol="0" anchor="b">
            <a:normAutofit/>
          </a:bodyPr>
          <a:lstStyle/>
          <a:p>
            <a:pPr algn="l"/>
            <a:r>
              <a:rPr lang="en-US" sz="4800">
                <a:solidFill>
                  <a:srgbClr val="FFFFFF"/>
                </a:solidFill>
              </a:rPr>
              <a:t>Time’s up!!</a:t>
            </a:r>
          </a:p>
        </p:txBody>
      </p:sp>
      <p:sp>
        <p:nvSpPr>
          <p:cNvPr id="5" name="Text Placeholder 4">
            <a:extLst>
              <a:ext uri="{FF2B5EF4-FFF2-40B4-BE49-F238E27FC236}">
                <a16:creationId xmlns:a16="http://schemas.microsoft.com/office/drawing/2014/main" id="{543D5B2F-71E5-A99D-43D1-D08617567004}"/>
              </a:ext>
            </a:extLst>
          </p:cNvPr>
          <p:cNvSpPr>
            <a:spLocks noGrp="1"/>
          </p:cNvSpPr>
          <p:nvPr>
            <p:ph type="body" idx="1"/>
          </p:nvPr>
        </p:nvSpPr>
        <p:spPr>
          <a:xfrm>
            <a:off x="4713224" y="4297556"/>
            <a:ext cx="6353968" cy="1433391"/>
          </a:xfrm>
        </p:spPr>
        <p:txBody>
          <a:bodyPr vert="horz" lIns="91440" tIns="45720" rIns="91440" bIns="45720" rtlCol="0" anchor="t">
            <a:normAutofit/>
          </a:bodyPr>
          <a:lstStyle/>
          <a:p>
            <a:endParaRPr lang="en-US">
              <a:solidFill>
                <a:srgbClr val="FFFFFF"/>
              </a:solidFill>
            </a:endParaRPr>
          </a:p>
        </p:txBody>
      </p:sp>
      <p:cxnSp>
        <p:nvCxnSpPr>
          <p:cNvPr id="22" name="Straight Connector 21">
            <a:extLst>
              <a:ext uri="{FF2B5EF4-FFF2-40B4-BE49-F238E27FC236}">
                <a16:creationId xmlns:a16="http://schemas.microsoft.com/office/drawing/2014/main" id="{8038518D-D594-C93A-3089-024E50FAD3D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42932" y="4214336"/>
            <a:ext cx="5120640" cy="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 useBgFill="1">
        <p:nvSpPr>
          <p:cNvPr id="24" name="Rectangle 23">
            <a:extLst>
              <a:ext uri="{FF2B5EF4-FFF2-40B4-BE49-F238E27FC236}">
                <a16:creationId xmlns:a16="http://schemas.microsoft.com/office/drawing/2014/main" id="{61142036-D46B-826D-2DC3-909F395FBE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4000" y="-2"/>
            <a:ext cx="164592"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Tree>
    <p:extLst>
      <p:ext uri="{BB962C8B-B14F-4D97-AF65-F5344CB8AC3E}">
        <p14:creationId xmlns:p14="http://schemas.microsoft.com/office/powerpoint/2010/main" val="22218831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33C3286B-5CA3-A0A5-393C-21860129FE7B}"/>
              </a:ext>
            </a:extLst>
          </p:cNvPr>
          <p:cNvPicPr>
            <a:picLocks noChangeAspect="1"/>
          </p:cNvPicPr>
          <p:nvPr/>
        </p:nvPicPr>
        <p:blipFill>
          <a:blip r:embed="rId2"/>
          <a:stretch>
            <a:fillRect/>
          </a:stretch>
        </p:blipFill>
        <p:spPr>
          <a:xfrm>
            <a:off x="112328" y="2812941"/>
            <a:ext cx="5669280" cy="2783334"/>
          </a:xfrm>
          <a:prstGeom prst="rect">
            <a:avLst/>
          </a:prstGeom>
        </p:spPr>
      </p:pic>
      <p:pic>
        <p:nvPicPr>
          <p:cNvPr id="9" name="Picture 8">
            <a:extLst>
              <a:ext uri="{FF2B5EF4-FFF2-40B4-BE49-F238E27FC236}">
                <a16:creationId xmlns:a16="http://schemas.microsoft.com/office/drawing/2014/main" id="{93B4849C-80F9-048A-99FC-3E8A278E292A}"/>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255410" y="2840598"/>
            <a:ext cx="5669280" cy="2728019"/>
          </a:xfrm>
          <a:prstGeom prst="rect">
            <a:avLst/>
          </a:prstGeom>
        </p:spPr>
      </p:pic>
      <p:sp>
        <p:nvSpPr>
          <p:cNvPr id="12" name="Title 11">
            <a:extLst>
              <a:ext uri="{FF2B5EF4-FFF2-40B4-BE49-F238E27FC236}">
                <a16:creationId xmlns:a16="http://schemas.microsoft.com/office/drawing/2014/main" id="{69E6B7F8-A06A-241D-96AF-E66EF0223666}"/>
              </a:ext>
            </a:extLst>
          </p:cNvPr>
          <p:cNvSpPr>
            <a:spLocks noGrp="1"/>
          </p:cNvSpPr>
          <p:nvPr>
            <p:ph type="title"/>
          </p:nvPr>
        </p:nvSpPr>
        <p:spPr/>
        <p:txBody>
          <a:bodyPr/>
          <a:lstStyle/>
          <a:p>
            <a:r>
              <a:rPr lang="en-US" dirty="0"/>
              <a:t>Quant values and Qual items</a:t>
            </a:r>
          </a:p>
        </p:txBody>
      </p:sp>
      <p:sp>
        <p:nvSpPr>
          <p:cNvPr id="13" name="TextBox 12">
            <a:extLst>
              <a:ext uri="{FF2B5EF4-FFF2-40B4-BE49-F238E27FC236}">
                <a16:creationId xmlns:a16="http://schemas.microsoft.com/office/drawing/2014/main" id="{8F038C1E-82D7-2B82-A029-1AB177ABB71F}"/>
              </a:ext>
            </a:extLst>
          </p:cNvPr>
          <p:cNvSpPr txBox="1"/>
          <p:nvPr/>
        </p:nvSpPr>
        <p:spPr>
          <a:xfrm>
            <a:off x="8368328" y="264622"/>
            <a:ext cx="3299301" cy="1200329"/>
          </a:xfrm>
          <a:prstGeom prst="rect">
            <a:avLst/>
          </a:prstGeom>
          <a:noFill/>
        </p:spPr>
        <p:txBody>
          <a:bodyPr wrap="none" rtlCol="0">
            <a:spAutoFit/>
          </a:bodyPr>
          <a:lstStyle/>
          <a:p>
            <a:r>
              <a:rPr lang="en-US" sz="7200" b="1" dirty="0">
                <a:solidFill>
                  <a:schemeClr val="accent1"/>
                </a:solidFill>
              </a:rPr>
              <a:t>Exercise</a:t>
            </a:r>
          </a:p>
        </p:txBody>
      </p:sp>
    </p:spTree>
    <p:extLst>
      <p:ext uri="{BB962C8B-B14F-4D97-AF65-F5344CB8AC3E}">
        <p14:creationId xmlns:p14="http://schemas.microsoft.com/office/powerpoint/2010/main" val="16325703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EAF71F-B857-D14B-97E9-463899993B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9E1466-98F4-01BF-C9DC-EEF8D46D7D74}"/>
              </a:ext>
            </a:extLst>
          </p:cNvPr>
          <p:cNvSpPr>
            <a:spLocks noGrp="1"/>
          </p:cNvSpPr>
          <p:nvPr>
            <p:ph type="title"/>
          </p:nvPr>
        </p:nvSpPr>
        <p:spPr/>
        <p:txBody>
          <a:bodyPr/>
          <a:lstStyle/>
          <a:p>
            <a:r>
              <a:rPr lang="en-US" dirty="0"/>
              <a:t>Multiple quant values</a:t>
            </a:r>
          </a:p>
        </p:txBody>
      </p:sp>
      <p:sp>
        <p:nvSpPr>
          <p:cNvPr id="3" name="TextBox 2">
            <a:extLst>
              <a:ext uri="{FF2B5EF4-FFF2-40B4-BE49-F238E27FC236}">
                <a16:creationId xmlns:a16="http://schemas.microsoft.com/office/drawing/2014/main" id="{EC102941-E182-DB9D-EDB0-A3413C3D96DD}"/>
              </a:ext>
            </a:extLst>
          </p:cNvPr>
          <p:cNvSpPr txBox="1"/>
          <p:nvPr/>
        </p:nvSpPr>
        <p:spPr>
          <a:xfrm>
            <a:off x="8368328" y="264622"/>
            <a:ext cx="3299301" cy="1200329"/>
          </a:xfrm>
          <a:prstGeom prst="rect">
            <a:avLst/>
          </a:prstGeom>
          <a:noFill/>
        </p:spPr>
        <p:txBody>
          <a:bodyPr wrap="none" rtlCol="0">
            <a:spAutoFit/>
          </a:bodyPr>
          <a:lstStyle/>
          <a:p>
            <a:r>
              <a:rPr lang="en-US" sz="7200" b="1" dirty="0">
                <a:solidFill>
                  <a:schemeClr val="accent1"/>
                </a:solidFill>
              </a:rPr>
              <a:t>Exercise</a:t>
            </a:r>
          </a:p>
        </p:txBody>
      </p:sp>
      <p:pic>
        <p:nvPicPr>
          <p:cNvPr id="5" name="Picture 4">
            <a:extLst>
              <a:ext uri="{FF2B5EF4-FFF2-40B4-BE49-F238E27FC236}">
                <a16:creationId xmlns:a16="http://schemas.microsoft.com/office/drawing/2014/main" id="{8E2490C4-7AAB-C0A1-A09B-14A8707F12DE}"/>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252135" y="2495407"/>
            <a:ext cx="5431536" cy="3352703"/>
          </a:xfrm>
          <a:prstGeom prst="rect">
            <a:avLst/>
          </a:prstGeom>
        </p:spPr>
      </p:pic>
      <p:pic>
        <p:nvPicPr>
          <p:cNvPr id="7" name="Picture 6">
            <a:extLst>
              <a:ext uri="{FF2B5EF4-FFF2-40B4-BE49-F238E27FC236}">
                <a16:creationId xmlns:a16="http://schemas.microsoft.com/office/drawing/2014/main" id="{0A8FC100-474B-7497-25A6-25578FB05883}"/>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49719" y="2481552"/>
            <a:ext cx="5431536" cy="3352703"/>
          </a:xfrm>
          <a:prstGeom prst="rect">
            <a:avLst/>
          </a:prstGeom>
        </p:spPr>
      </p:pic>
    </p:spTree>
    <p:extLst>
      <p:ext uri="{BB962C8B-B14F-4D97-AF65-F5344CB8AC3E}">
        <p14:creationId xmlns:p14="http://schemas.microsoft.com/office/powerpoint/2010/main" val="8655750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B821C225-5C4D-4168-90AF-3D263D72CB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useBgFill="1">
        <p:nvSpPr>
          <p:cNvPr id="20" name="Rectangle 19">
            <a:extLst>
              <a:ext uri="{FF2B5EF4-FFF2-40B4-BE49-F238E27FC236}">
                <a16:creationId xmlns:a16="http://schemas.microsoft.com/office/drawing/2014/main" id="{B0890400-BB8B-4A44-AB63-65C7CA223E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777CCFC4-58C0-4ED7-C55C-E612738C9585}"/>
              </a:ext>
            </a:extLst>
          </p:cNvPr>
          <p:cNvSpPr>
            <a:spLocks noGrp="1"/>
          </p:cNvSpPr>
          <p:nvPr>
            <p:ph type="title"/>
          </p:nvPr>
        </p:nvSpPr>
        <p:spPr>
          <a:xfrm>
            <a:off x="964788" y="804333"/>
            <a:ext cx="3391900" cy="5249334"/>
          </a:xfrm>
        </p:spPr>
        <p:txBody>
          <a:bodyPr vert="horz" lIns="91440" tIns="45720" rIns="91440" bIns="45720" rtlCol="0" anchor="ctr">
            <a:normAutofit/>
          </a:bodyPr>
          <a:lstStyle/>
          <a:p>
            <a:pPr algn="r"/>
            <a:r>
              <a:rPr lang="en-US" dirty="0"/>
              <a:t>Types of Comparisons</a:t>
            </a:r>
          </a:p>
        </p:txBody>
      </p:sp>
      <p:cxnSp>
        <p:nvCxnSpPr>
          <p:cNvPr id="22" name="Straight Connector 21">
            <a:extLst>
              <a:ext uri="{FF2B5EF4-FFF2-40B4-BE49-F238E27FC236}">
                <a16:creationId xmlns:a16="http://schemas.microsoft.com/office/drawing/2014/main" id="{4D39B797-CDC6-4529-8A36-9CBFC98163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77597" y="1600200"/>
            <a:ext cx="0" cy="36576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A5E21231-25B1-09BF-D4A8-3D14502A3B6C}"/>
              </a:ext>
            </a:extLst>
          </p:cNvPr>
          <p:cNvSpPr>
            <a:spLocks noGrp="1"/>
          </p:cNvSpPr>
          <p:nvPr>
            <p:ph sz="half" idx="1"/>
          </p:nvPr>
        </p:nvSpPr>
        <p:spPr>
          <a:xfrm>
            <a:off x="4999330" y="804332"/>
            <a:ext cx="6608468" cy="5532967"/>
          </a:xfrm>
        </p:spPr>
        <p:txBody>
          <a:bodyPr vert="horz" lIns="45720" tIns="45720" rIns="45720" bIns="45720" rtlCol="0" anchor="ctr">
            <a:noAutofit/>
          </a:bodyPr>
          <a:lstStyle/>
          <a:p>
            <a:r>
              <a:rPr lang="en-US" sz="2000" b="1" dirty="0"/>
              <a:t>Change over time (trends)</a:t>
            </a:r>
            <a:endParaRPr lang="en-US" sz="2000" dirty="0"/>
          </a:p>
          <a:p>
            <a:pPr lvl="1"/>
            <a:r>
              <a:rPr lang="en-US" dirty="0"/>
              <a:t>Point/line/run chart, ribbons for CIs, bar plot, table</a:t>
            </a:r>
          </a:p>
          <a:p>
            <a:pPr lvl="1"/>
            <a:r>
              <a:rPr lang="en-US" i="1" dirty="0"/>
              <a:t>Use when:</a:t>
            </a:r>
            <a:r>
              <a:rPr lang="en-US" dirty="0"/>
              <a:t> tracking levels, seasonality, shifts, interventions</a:t>
            </a:r>
            <a:endParaRPr lang="en-US" b="1" dirty="0"/>
          </a:p>
          <a:p>
            <a:pPr>
              <a:spcBef>
                <a:spcPts val="1800"/>
              </a:spcBef>
            </a:pPr>
            <a:r>
              <a:rPr lang="en-US" sz="2000" b="1" dirty="0"/>
              <a:t>Ranked or ordered values</a:t>
            </a:r>
            <a:endParaRPr lang="en-US" sz="2000" dirty="0"/>
          </a:p>
          <a:p>
            <a:pPr lvl="1"/>
            <a:r>
              <a:rPr lang="en-US" dirty="0"/>
              <a:t>Bar plot, lollipop/dot plots, Pareto charts, table</a:t>
            </a:r>
          </a:p>
          <a:p>
            <a:pPr lvl="1"/>
            <a:r>
              <a:rPr lang="en-US" i="1" dirty="0"/>
              <a:t>Use when:</a:t>
            </a:r>
            <a:r>
              <a:rPr lang="en-US" dirty="0"/>
              <a:t> highlighting “top/bottom” contributors and order</a:t>
            </a:r>
            <a:endParaRPr lang="en-US" b="1" dirty="0"/>
          </a:p>
          <a:p>
            <a:pPr>
              <a:spcBef>
                <a:spcPts val="1800"/>
              </a:spcBef>
            </a:pPr>
            <a:r>
              <a:rPr lang="en-US" sz="2000" b="1" dirty="0"/>
              <a:t>Comparisons across categories</a:t>
            </a:r>
            <a:endParaRPr lang="en-US" sz="2000" dirty="0"/>
          </a:p>
          <a:p>
            <a:pPr lvl="1"/>
            <a:r>
              <a:rPr lang="en-US" dirty="0"/>
              <a:t>Dot-whisker, box/violin + jitter, bar with CIs, bar plot, table</a:t>
            </a:r>
          </a:p>
          <a:p>
            <a:pPr lvl="1"/>
            <a:r>
              <a:rPr lang="en-US" i="1" dirty="0"/>
              <a:t>Use when:</a:t>
            </a:r>
            <a:r>
              <a:rPr lang="en-US" dirty="0"/>
              <a:t> displaying differences by groups</a:t>
            </a:r>
            <a:endParaRPr lang="en-US" b="1" dirty="0"/>
          </a:p>
          <a:p>
            <a:pPr>
              <a:spcBef>
                <a:spcPts val="1800"/>
              </a:spcBef>
            </a:pPr>
            <a:r>
              <a:rPr lang="en-US" sz="2000" b="1" dirty="0"/>
              <a:t>Proportions and rates (part-to-whole or success/failure)</a:t>
            </a:r>
            <a:endParaRPr lang="en-US" sz="2000" dirty="0"/>
          </a:p>
          <a:p>
            <a:pPr lvl="1"/>
            <a:r>
              <a:rPr lang="en-US" dirty="0"/>
              <a:t>100% stacked bars, bar plot, pie chart, donut chart, table</a:t>
            </a:r>
          </a:p>
          <a:p>
            <a:pPr lvl="1"/>
            <a:r>
              <a:rPr lang="en-US" i="1" dirty="0"/>
              <a:t>Use when:</a:t>
            </a:r>
            <a:r>
              <a:rPr lang="en-US" dirty="0"/>
              <a:t> evaluating contributions of each part or progress to goal</a:t>
            </a:r>
            <a:endParaRPr lang="en-US" b="1" dirty="0"/>
          </a:p>
          <a:p>
            <a:pPr>
              <a:spcBef>
                <a:spcPts val="1800"/>
              </a:spcBef>
            </a:pPr>
            <a:r>
              <a:rPr lang="en-US" sz="2000" b="1" dirty="0"/>
              <a:t>Paired/pre–post or matched observations</a:t>
            </a:r>
            <a:endParaRPr lang="en-US" sz="2000" dirty="0"/>
          </a:p>
          <a:p>
            <a:pPr lvl="1"/>
            <a:r>
              <a:rPr lang="en-US" i="1" dirty="0"/>
              <a:t>S</a:t>
            </a:r>
            <a:r>
              <a:rPr lang="en-US" dirty="0"/>
              <a:t>lope or paired estimation plot, dumbbell plot, spaghetti plot, table</a:t>
            </a:r>
          </a:p>
          <a:p>
            <a:pPr lvl="1"/>
            <a:r>
              <a:rPr lang="en-US" i="1" dirty="0"/>
              <a:t>Use when:</a:t>
            </a:r>
            <a:r>
              <a:rPr lang="en-US" dirty="0"/>
              <a:t> showing individual changes and the overall effect</a:t>
            </a:r>
          </a:p>
        </p:txBody>
      </p:sp>
    </p:spTree>
    <p:extLst>
      <p:ext uri="{BB962C8B-B14F-4D97-AF65-F5344CB8AC3E}">
        <p14:creationId xmlns:p14="http://schemas.microsoft.com/office/powerpoint/2010/main" val="32486003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C6DBC0E-5905-0C98-B310-6E2A16F59363}"/>
            </a:ext>
          </a:extLst>
        </p:cNvPr>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B821C225-5C4D-4168-90AF-3D263D72CB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B0890400-BB8B-4A44-AB63-65C7CA223E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339597DE-8E6E-BAB8-F3F2-FB376F5F3486}"/>
              </a:ext>
            </a:extLst>
          </p:cNvPr>
          <p:cNvSpPr>
            <a:spLocks noGrp="1"/>
          </p:cNvSpPr>
          <p:nvPr>
            <p:ph type="title"/>
          </p:nvPr>
        </p:nvSpPr>
        <p:spPr>
          <a:xfrm>
            <a:off x="964788" y="804333"/>
            <a:ext cx="3391900" cy="5249334"/>
          </a:xfrm>
        </p:spPr>
        <p:txBody>
          <a:bodyPr vert="horz" lIns="91440" tIns="45720" rIns="91440" bIns="45720" rtlCol="0" anchor="ctr">
            <a:normAutofit/>
          </a:bodyPr>
          <a:lstStyle/>
          <a:p>
            <a:pPr algn="r"/>
            <a:r>
              <a:rPr lang="en-US" dirty="0"/>
              <a:t>Types of Relationships</a:t>
            </a:r>
          </a:p>
        </p:txBody>
      </p:sp>
      <p:cxnSp>
        <p:nvCxnSpPr>
          <p:cNvPr id="14" name="Straight Connector 13">
            <a:extLst>
              <a:ext uri="{FF2B5EF4-FFF2-40B4-BE49-F238E27FC236}">
                <a16:creationId xmlns:a16="http://schemas.microsoft.com/office/drawing/2014/main" id="{4D39B797-CDC6-4529-8A36-9CBFC98163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77597" y="1600200"/>
            <a:ext cx="0" cy="36576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Content Placeholder 4">
            <a:extLst>
              <a:ext uri="{FF2B5EF4-FFF2-40B4-BE49-F238E27FC236}">
                <a16:creationId xmlns:a16="http://schemas.microsoft.com/office/drawing/2014/main" id="{0859779B-8FA1-912E-BC04-C411DE74468A}"/>
              </a:ext>
            </a:extLst>
          </p:cNvPr>
          <p:cNvSpPr>
            <a:spLocks noGrp="1"/>
          </p:cNvSpPr>
          <p:nvPr>
            <p:ph sz="half" idx="2"/>
          </p:nvPr>
        </p:nvSpPr>
        <p:spPr>
          <a:xfrm>
            <a:off x="4999330" y="804333"/>
            <a:ext cx="6257721" cy="5249334"/>
          </a:xfrm>
        </p:spPr>
        <p:txBody>
          <a:bodyPr vert="horz" lIns="45720" tIns="45720" rIns="45720" bIns="45720" rtlCol="0" anchor="ctr">
            <a:normAutofit/>
          </a:bodyPr>
          <a:lstStyle/>
          <a:p>
            <a:r>
              <a:rPr lang="en-US" b="1" dirty="0"/>
              <a:t>Correlation or deviation between two quantitative variables</a:t>
            </a:r>
            <a:endParaRPr lang="en-US" dirty="0"/>
          </a:p>
          <a:p>
            <a:pPr lvl="1"/>
            <a:r>
              <a:rPr lang="en-US" i="1" dirty="0"/>
              <a:t>S</a:t>
            </a:r>
            <a:r>
              <a:rPr lang="en-US" dirty="0"/>
              <a:t>catter (with fit), difference plot</a:t>
            </a:r>
          </a:p>
          <a:p>
            <a:pPr lvl="1"/>
            <a:r>
              <a:rPr lang="en-US" i="1" dirty="0"/>
              <a:t>Use when:</a:t>
            </a:r>
            <a:r>
              <a:rPr lang="en-US" dirty="0"/>
              <a:t> assessing correlation, fit function, or bias</a:t>
            </a:r>
            <a:endParaRPr lang="en-US" b="1" dirty="0"/>
          </a:p>
          <a:p>
            <a:pPr>
              <a:spcBef>
                <a:spcPts val="1800"/>
              </a:spcBef>
            </a:pPr>
            <a:r>
              <a:rPr lang="en-US" b="1" dirty="0"/>
              <a:t>Spatial relationships</a:t>
            </a:r>
            <a:endParaRPr lang="en-US" dirty="0"/>
          </a:p>
          <a:p>
            <a:pPr lvl="1"/>
            <a:r>
              <a:rPr lang="en-US" i="1" dirty="0"/>
              <a:t>C</a:t>
            </a:r>
            <a:r>
              <a:rPr lang="en-US" dirty="0"/>
              <a:t>horopleth, symbol/heat maps</a:t>
            </a:r>
          </a:p>
          <a:p>
            <a:pPr lvl="1"/>
            <a:r>
              <a:rPr lang="en-US" i="1" dirty="0"/>
              <a:t>Use when:</a:t>
            </a:r>
            <a:r>
              <a:rPr lang="en-US" dirty="0"/>
              <a:t> values are tied to locations or regions</a:t>
            </a:r>
            <a:endParaRPr lang="en-US" b="1" dirty="0"/>
          </a:p>
          <a:p>
            <a:pPr>
              <a:spcBef>
                <a:spcPts val="1800"/>
              </a:spcBef>
            </a:pPr>
            <a:r>
              <a:rPr lang="en-US" b="1" dirty="0"/>
              <a:t>Multivariate patterns</a:t>
            </a:r>
            <a:endParaRPr lang="en-US" dirty="0"/>
          </a:p>
          <a:p>
            <a:pPr lvl="1"/>
            <a:r>
              <a:rPr lang="en-US" dirty="0"/>
              <a:t>Heatmaps, correlation matrices, small multiples</a:t>
            </a:r>
          </a:p>
          <a:p>
            <a:pPr lvl="1"/>
            <a:r>
              <a:rPr lang="en-US" i="1" dirty="0"/>
              <a:t>Use when:</a:t>
            </a:r>
            <a:r>
              <a:rPr lang="en-US" dirty="0"/>
              <a:t> scanning many variables or facets at once</a:t>
            </a:r>
          </a:p>
          <a:p>
            <a:pPr>
              <a:spcBef>
                <a:spcPts val="1800"/>
              </a:spcBef>
            </a:pPr>
            <a:r>
              <a:rPr lang="en-US" b="1" dirty="0"/>
              <a:t>Hierarchies / taxonomies </a:t>
            </a:r>
            <a:endParaRPr lang="en-US" dirty="0"/>
          </a:p>
          <a:p>
            <a:pPr lvl="1"/>
            <a:r>
              <a:rPr lang="en-US" dirty="0"/>
              <a:t>Dendrogram/tree graph, radial charts, </a:t>
            </a:r>
            <a:r>
              <a:rPr lang="en-US" dirty="0" err="1"/>
              <a:t>treemaps</a:t>
            </a:r>
            <a:endParaRPr lang="en-US" dirty="0"/>
          </a:p>
          <a:p>
            <a:pPr lvl="1"/>
            <a:r>
              <a:rPr lang="en-US" i="1" dirty="0"/>
              <a:t>Use when:</a:t>
            </a:r>
            <a:r>
              <a:rPr lang="en-US" dirty="0"/>
              <a:t> representing qualitative-qualitative associations</a:t>
            </a:r>
          </a:p>
        </p:txBody>
      </p:sp>
    </p:spTree>
    <p:extLst>
      <p:ext uri="{BB962C8B-B14F-4D97-AF65-F5344CB8AC3E}">
        <p14:creationId xmlns:p14="http://schemas.microsoft.com/office/powerpoint/2010/main" val="11860377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Shape 216"/>
        <p:cNvGrpSpPr/>
        <p:nvPr/>
      </p:nvGrpSpPr>
      <p:grpSpPr>
        <a:xfrm>
          <a:off x="0" y="0"/>
          <a:ext cx="0" cy="0"/>
          <a:chOff x="0" y="0"/>
          <a:chExt cx="0" cy="0"/>
        </a:xfrm>
      </p:grpSpPr>
      <p:sp>
        <p:nvSpPr>
          <p:cNvPr id="217" name="Google Shape;217;p5"/>
          <p:cNvSpPr txBox="1">
            <a:spLocks noGrp="1"/>
          </p:cNvSpPr>
          <p:nvPr>
            <p:ph type="body" idx="1"/>
          </p:nvPr>
        </p:nvSpPr>
        <p:spPr>
          <a:xfrm>
            <a:off x="838201" y="1569720"/>
            <a:ext cx="4480560" cy="4918201"/>
          </a:xfrm>
          <a:prstGeom prst="rect">
            <a:avLst/>
          </a:prstGeom>
          <a:noFill/>
          <a:ln>
            <a:noFill/>
          </a:ln>
        </p:spPr>
        <p:txBody>
          <a:bodyPr spcFirstLastPara="1" wrap="square" lIns="91425" tIns="45700" rIns="91425" bIns="45700" anchor="t" anchorCtr="0">
            <a:normAutofit/>
          </a:bodyPr>
          <a:lstStyle/>
          <a:p>
            <a:pPr marL="114300" lvl="0" indent="0" algn="l" rtl="0">
              <a:lnSpc>
                <a:spcPct val="122222"/>
              </a:lnSpc>
              <a:spcBef>
                <a:spcPts val="1000"/>
              </a:spcBef>
              <a:spcAft>
                <a:spcPts val="0"/>
              </a:spcAft>
              <a:buClr>
                <a:srgbClr val="B01F24"/>
              </a:buClr>
              <a:buSzPts val="1800"/>
              <a:buNone/>
            </a:pPr>
            <a:r>
              <a:rPr lang="en-US" sz="2800" dirty="0"/>
              <a:t>Which lab spends least on supplies?</a:t>
            </a:r>
          </a:p>
          <a:p>
            <a:pPr marL="114300" lvl="0" indent="0" algn="l" rtl="0">
              <a:lnSpc>
                <a:spcPct val="122222"/>
              </a:lnSpc>
              <a:spcBef>
                <a:spcPts val="1000"/>
              </a:spcBef>
              <a:spcAft>
                <a:spcPts val="0"/>
              </a:spcAft>
              <a:buClr>
                <a:srgbClr val="B01F24"/>
              </a:buClr>
              <a:buSzPts val="1800"/>
              <a:buNone/>
            </a:pPr>
            <a:endParaRPr lang="en-US" sz="2800" dirty="0"/>
          </a:p>
          <a:p>
            <a:pPr marL="114300" lvl="0" indent="0">
              <a:buNone/>
            </a:pPr>
            <a:r>
              <a:rPr lang="en-US" sz="2800" dirty="0"/>
              <a:t>How much more does Micro spend on equipment than Blood Bank?</a:t>
            </a:r>
            <a:endParaRPr lang="en-US" sz="2400" dirty="0"/>
          </a:p>
        </p:txBody>
      </p:sp>
      <p:sp>
        <p:nvSpPr>
          <p:cNvPr id="218" name="Google Shape;218;p5"/>
          <p:cNvSpPr txBox="1">
            <a:spLocks noGrp="1"/>
          </p:cNvSpPr>
          <p:nvPr>
            <p:ph type="title"/>
          </p:nvPr>
        </p:nvSpPr>
        <p:spPr>
          <a:xfrm>
            <a:off x="838200" y="365126"/>
            <a:ext cx="10515600" cy="86762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B01F24"/>
              </a:buClr>
              <a:buSzPts val="1800"/>
              <a:buNone/>
            </a:pPr>
            <a:r>
              <a:rPr lang="en-US" dirty="0"/>
              <a:t>Which is better: Table vs plot?</a:t>
            </a:r>
            <a:endParaRPr dirty="0"/>
          </a:p>
        </p:txBody>
      </p:sp>
      <p:sp>
        <p:nvSpPr>
          <p:cNvPr id="219" name="Google Shape;219;p5"/>
          <p:cNvSpPr txBox="1">
            <a:spLocks noGrp="1"/>
          </p:cNvSpPr>
          <p:nvPr>
            <p:ph type="sldNum" idx="12"/>
          </p:nvPr>
        </p:nvSpPr>
        <p:spPr>
          <a:xfrm>
            <a:off x="254193" y="6122796"/>
            <a:ext cx="638159"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24</a:t>
            </a:fld>
            <a:endParaRPr/>
          </a:p>
        </p:txBody>
      </p:sp>
      <p:pic>
        <p:nvPicPr>
          <p:cNvPr id="221" name="Google Shape;221;p5" descr="A graph of a bar chart&#10;&#10;AI-generated content may be incorrect."/>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5478181" y="1569720"/>
            <a:ext cx="6713819" cy="4143757"/>
          </a:xfrm>
          <a:prstGeom prst="rect">
            <a:avLst/>
          </a:prstGeom>
          <a:noFill/>
          <a:ln>
            <a:noFill/>
          </a:ln>
        </p:spPr>
      </p:pic>
      <p:sp>
        <p:nvSpPr>
          <p:cNvPr id="2" name="TextBox 1">
            <a:extLst>
              <a:ext uri="{FF2B5EF4-FFF2-40B4-BE49-F238E27FC236}">
                <a16:creationId xmlns:a16="http://schemas.microsoft.com/office/drawing/2014/main" id="{87B38B73-1384-8CB6-8BB2-02AAD9450A72}"/>
              </a:ext>
            </a:extLst>
          </p:cNvPr>
          <p:cNvSpPr txBox="1"/>
          <p:nvPr/>
        </p:nvSpPr>
        <p:spPr>
          <a:xfrm>
            <a:off x="10105688" y="198773"/>
            <a:ext cx="1591141" cy="1200329"/>
          </a:xfrm>
          <a:prstGeom prst="rect">
            <a:avLst/>
          </a:prstGeom>
          <a:noFill/>
        </p:spPr>
        <p:txBody>
          <a:bodyPr wrap="none" rtlCol="0">
            <a:spAutoFit/>
          </a:bodyPr>
          <a:lstStyle/>
          <a:p>
            <a:r>
              <a:rPr lang="en-US" sz="7200" b="1" dirty="0">
                <a:solidFill>
                  <a:schemeClr val="accent1"/>
                </a:solidFill>
              </a:rPr>
              <a:t>Poll</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E194971-2F2D-44B0-8AE6-FF2DCCEE0A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 name="Oval 5">
            <a:extLst>
              <a:ext uri="{FF2B5EF4-FFF2-40B4-BE49-F238E27FC236}">
                <a16:creationId xmlns:a16="http://schemas.microsoft.com/office/drawing/2014/main" id="{1FF9A61E-EB11-4C46-82E1-3E00A3B4B4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14" name="Straight Connector 13">
            <a:extLst>
              <a:ext uri="{FF2B5EF4-FFF2-40B4-BE49-F238E27FC236}">
                <a16:creationId xmlns:a16="http://schemas.microsoft.com/office/drawing/2014/main" id="{5E564EB3-35F2-4EFF-87DC-642DC020526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useBgFill="1">
        <p:nvSpPr>
          <p:cNvPr id="16" name="Rectangle 15">
            <a:extLst>
              <a:ext uri="{FF2B5EF4-FFF2-40B4-BE49-F238E27FC236}">
                <a16:creationId xmlns:a16="http://schemas.microsoft.com/office/drawing/2014/main" id="{62AE8E50-35D4-4D5A-A4BB-168CBB027D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188726" cy="68589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16">
            <a:extLst>
              <a:ext uri="{FF2B5EF4-FFF2-40B4-BE49-F238E27FC236}">
                <a16:creationId xmlns:a16="http://schemas.microsoft.com/office/drawing/2014/main" id="{C37D1D6D-17D8-4296-B000-665D1892D0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0396" y="1276539"/>
            <a:ext cx="5570417" cy="4304276"/>
          </a:xfrm>
          <a:custGeom>
            <a:avLst/>
            <a:gdLst>
              <a:gd name="connsiteX0" fmla="*/ 4985599 w 5593163"/>
              <a:gd name="connsiteY0" fmla="*/ 636203 h 4305008"/>
              <a:gd name="connsiteX1" fmla="*/ 5528908 w 5593163"/>
              <a:gd name="connsiteY1" fmla="*/ 1181049 h 4305008"/>
              <a:gd name="connsiteX2" fmla="*/ 4985599 w 5593163"/>
              <a:gd name="connsiteY2" fmla="*/ 636203 h 4305008"/>
              <a:gd name="connsiteX3" fmla="*/ 4985599 w 5593163"/>
              <a:gd name="connsiteY3" fmla="*/ 2333028 h 4305008"/>
              <a:gd name="connsiteX4" fmla="*/ 5528908 w 5593163"/>
              <a:gd name="connsiteY4" fmla="*/ 2877874 h 4305008"/>
              <a:gd name="connsiteX5" fmla="*/ 4985599 w 5593163"/>
              <a:gd name="connsiteY5" fmla="*/ 2333028 h 4305008"/>
              <a:gd name="connsiteX6" fmla="*/ 4985597 w 5593163"/>
              <a:gd name="connsiteY6" fmla="*/ 2034258 h 4305008"/>
              <a:gd name="connsiteX7" fmla="*/ 5528906 w 5593163"/>
              <a:gd name="connsiteY7" fmla="*/ 1493690 h 4305008"/>
              <a:gd name="connsiteX8" fmla="*/ 4985597 w 5593163"/>
              <a:gd name="connsiteY8" fmla="*/ 2034258 h 4305008"/>
              <a:gd name="connsiteX9" fmla="*/ 4985597 w 5593163"/>
              <a:gd name="connsiteY9" fmla="*/ 3731083 h 4305008"/>
              <a:gd name="connsiteX10" fmla="*/ 5528906 w 5593163"/>
              <a:gd name="connsiteY10" fmla="*/ 3190516 h 4305008"/>
              <a:gd name="connsiteX11" fmla="*/ 4985597 w 5593163"/>
              <a:gd name="connsiteY11" fmla="*/ 3731083 h 4305008"/>
              <a:gd name="connsiteX12" fmla="*/ 4842232 w 5593163"/>
              <a:gd name="connsiteY12" fmla="*/ 503273 h 4305008"/>
              <a:gd name="connsiteX13" fmla="*/ 4842826 w 5593163"/>
              <a:gd name="connsiteY13" fmla="*/ 491833 h 4305008"/>
              <a:gd name="connsiteX14" fmla="*/ 4843324 w 5593163"/>
              <a:gd name="connsiteY14" fmla="*/ 491866 h 4305008"/>
              <a:gd name="connsiteX15" fmla="*/ 4843350 w 5593163"/>
              <a:gd name="connsiteY15" fmla="*/ 491372 h 4305008"/>
              <a:gd name="connsiteX16" fmla="*/ 4860437 w 5593163"/>
              <a:gd name="connsiteY16" fmla="*/ 492995 h 4305008"/>
              <a:gd name="connsiteX17" fmla="*/ 4955899 w 5593163"/>
              <a:gd name="connsiteY17" fmla="*/ 502060 h 4305008"/>
              <a:gd name="connsiteX18" fmla="*/ 4972112 w 5593163"/>
              <a:gd name="connsiteY18" fmla="*/ 503599 h 4305008"/>
              <a:gd name="connsiteX19" fmla="*/ 4972229 w 5593163"/>
              <a:gd name="connsiteY19" fmla="*/ 504747 h 4305008"/>
              <a:gd name="connsiteX20" fmla="*/ 5583809 w 5593163"/>
              <a:gd name="connsiteY20" fmla="*/ 948988 h 4305008"/>
              <a:gd name="connsiteX21" fmla="*/ 5593163 w 5593163"/>
              <a:gd name="connsiteY21" fmla="*/ 971822 h 4305008"/>
              <a:gd name="connsiteX22" fmla="*/ 5593163 w 5593163"/>
              <a:gd name="connsiteY22" fmla="*/ 1318474 h 4305008"/>
              <a:gd name="connsiteX23" fmla="*/ 5558612 w 5593163"/>
              <a:gd name="connsiteY23" fmla="*/ 1315193 h 4305008"/>
              <a:gd name="connsiteX24" fmla="*/ 5542395 w 5593163"/>
              <a:gd name="connsiteY24" fmla="*/ 1313653 h 4305008"/>
              <a:gd name="connsiteX25" fmla="*/ 5542279 w 5593163"/>
              <a:gd name="connsiteY25" fmla="*/ 1312505 h 4305008"/>
              <a:gd name="connsiteX26" fmla="*/ 4852114 w 5593163"/>
              <a:gd name="connsiteY26" fmla="*/ 619464 h 4305008"/>
              <a:gd name="connsiteX27" fmla="*/ 4851608 w 5593163"/>
              <a:gd name="connsiteY27" fmla="*/ 619401 h 4305008"/>
              <a:gd name="connsiteX28" fmla="*/ 4851070 w 5593163"/>
              <a:gd name="connsiteY28" fmla="*/ 612725 h 4305008"/>
              <a:gd name="connsiteX29" fmla="*/ 4843603 w 5593163"/>
              <a:gd name="connsiteY29" fmla="*/ 520249 h 4305008"/>
              <a:gd name="connsiteX30" fmla="*/ 4842232 w 5593163"/>
              <a:gd name="connsiteY30" fmla="*/ 503273 h 4305008"/>
              <a:gd name="connsiteX31" fmla="*/ 4842232 w 5593163"/>
              <a:gd name="connsiteY31" fmla="*/ 2200098 h 4305008"/>
              <a:gd name="connsiteX32" fmla="*/ 4842826 w 5593163"/>
              <a:gd name="connsiteY32" fmla="*/ 2188658 h 4305008"/>
              <a:gd name="connsiteX33" fmla="*/ 4843324 w 5593163"/>
              <a:gd name="connsiteY33" fmla="*/ 2188691 h 4305008"/>
              <a:gd name="connsiteX34" fmla="*/ 4843350 w 5593163"/>
              <a:gd name="connsiteY34" fmla="*/ 2188197 h 4305008"/>
              <a:gd name="connsiteX35" fmla="*/ 4860437 w 5593163"/>
              <a:gd name="connsiteY35" fmla="*/ 2189820 h 4305008"/>
              <a:gd name="connsiteX36" fmla="*/ 4955899 w 5593163"/>
              <a:gd name="connsiteY36" fmla="*/ 2198885 h 4305008"/>
              <a:gd name="connsiteX37" fmla="*/ 4972112 w 5593163"/>
              <a:gd name="connsiteY37" fmla="*/ 2200424 h 4305008"/>
              <a:gd name="connsiteX38" fmla="*/ 4972229 w 5593163"/>
              <a:gd name="connsiteY38" fmla="*/ 2201572 h 4305008"/>
              <a:gd name="connsiteX39" fmla="*/ 5583809 w 5593163"/>
              <a:gd name="connsiteY39" fmla="*/ 2645813 h 4305008"/>
              <a:gd name="connsiteX40" fmla="*/ 5593163 w 5593163"/>
              <a:gd name="connsiteY40" fmla="*/ 2668647 h 4305008"/>
              <a:gd name="connsiteX41" fmla="*/ 5593163 w 5593163"/>
              <a:gd name="connsiteY41" fmla="*/ 3015299 h 4305008"/>
              <a:gd name="connsiteX42" fmla="*/ 5558612 w 5593163"/>
              <a:gd name="connsiteY42" fmla="*/ 3012018 h 4305008"/>
              <a:gd name="connsiteX43" fmla="*/ 5542395 w 5593163"/>
              <a:gd name="connsiteY43" fmla="*/ 3010478 h 4305008"/>
              <a:gd name="connsiteX44" fmla="*/ 5542279 w 5593163"/>
              <a:gd name="connsiteY44" fmla="*/ 3009330 h 4305008"/>
              <a:gd name="connsiteX45" fmla="*/ 4852114 w 5593163"/>
              <a:gd name="connsiteY45" fmla="*/ 2316289 h 4305008"/>
              <a:gd name="connsiteX46" fmla="*/ 4851608 w 5593163"/>
              <a:gd name="connsiteY46" fmla="*/ 2316226 h 4305008"/>
              <a:gd name="connsiteX47" fmla="*/ 4851070 w 5593163"/>
              <a:gd name="connsiteY47" fmla="*/ 2309550 h 4305008"/>
              <a:gd name="connsiteX48" fmla="*/ 4843603 w 5593163"/>
              <a:gd name="connsiteY48" fmla="*/ 2217074 h 4305008"/>
              <a:gd name="connsiteX49" fmla="*/ 4842232 w 5593163"/>
              <a:gd name="connsiteY49" fmla="*/ 2200098 h 4305008"/>
              <a:gd name="connsiteX50" fmla="*/ 4842232 w 5593163"/>
              <a:gd name="connsiteY50" fmla="*/ 3896923 h 4305008"/>
              <a:gd name="connsiteX51" fmla="*/ 4842826 w 5593163"/>
              <a:gd name="connsiteY51" fmla="*/ 3885483 h 4305008"/>
              <a:gd name="connsiteX52" fmla="*/ 4843324 w 5593163"/>
              <a:gd name="connsiteY52" fmla="*/ 3885516 h 4305008"/>
              <a:gd name="connsiteX53" fmla="*/ 4843350 w 5593163"/>
              <a:gd name="connsiteY53" fmla="*/ 3885022 h 4305008"/>
              <a:gd name="connsiteX54" fmla="*/ 4860437 w 5593163"/>
              <a:gd name="connsiteY54" fmla="*/ 3886645 h 4305008"/>
              <a:gd name="connsiteX55" fmla="*/ 4955899 w 5593163"/>
              <a:gd name="connsiteY55" fmla="*/ 3895710 h 4305008"/>
              <a:gd name="connsiteX56" fmla="*/ 4972112 w 5593163"/>
              <a:gd name="connsiteY56" fmla="*/ 3897249 h 4305008"/>
              <a:gd name="connsiteX57" fmla="*/ 4972229 w 5593163"/>
              <a:gd name="connsiteY57" fmla="*/ 3898397 h 4305008"/>
              <a:gd name="connsiteX58" fmla="*/ 5532481 w 5593163"/>
              <a:gd name="connsiteY58" fmla="*/ 4255797 h 4305008"/>
              <a:gd name="connsiteX59" fmla="*/ 5560926 w 5593163"/>
              <a:gd name="connsiteY59" fmla="*/ 4305008 h 4305008"/>
              <a:gd name="connsiteX60" fmla="*/ 5409877 w 5593163"/>
              <a:gd name="connsiteY60" fmla="*/ 4305008 h 4305008"/>
              <a:gd name="connsiteX61" fmla="*/ 5357754 w 5593163"/>
              <a:gd name="connsiteY61" fmla="*/ 4241205 h 4305008"/>
              <a:gd name="connsiteX62" fmla="*/ 4985599 w 5593163"/>
              <a:gd name="connsiteY62" fmla="*/ 4029853 h 4305008"/>
              <a:gd name="connsiteX63" fmla="*/ 5084780 w 5593163"/>
              <a:gd name="connsiteY63" fmla="*/ 4271827 h 4305008"/>
              <a:gd name="connsiteX64" fmla="*/ 5111462 w 5593163"/>
              <a:gd name="connsiteY64" fmla="*/ 4305008 h 4305008"/>
              <a:gd name="connsiteX65" fmla="*/ 4957353 w 5593163"/>
              <a:gd name="connsiteY65" fmla="*/ 4305008 h 4305008"/>
              <a:gd name="connsiteX66" fmla="*/ 4927231 w 5593163"/>
              <a:gd name="connsiteY66" fmla="*/ 4254710 h 4305008"/>
              <a:gd name="connsiteX67" fmla="*/ 4852114 w 5593163"/>
              <a:gd name="connsiteY67" fmla="*/ 4013114 h 4305008"/>
              <a:gd name="connsiteX68" fmla="*/ 4851608 w 5593163"/>
              <a:gd name="connsiteY68" fmla="*/ 4013051 h 4305008"/>
              <a:gd name="connsiteX69" fmla="*/ 4851070 w 5593163"/>
              <a:gd name="connsiteY69" fmla="*/ 4006375 h 4305008"/>
              <a:gd name="connsiteX70" fmla="*/ 4843603 w 5593163"/>
              <a:gd name="connsiteY70" fmla="*/ 3913899 h 4305008"/>
              <a:gd name="connsiteX71" fmla="*/ 4842232 w 5593163"/>
              <a:gd name="connsiteY71" fmla="*/ 3896923 h 4305008"/>
              <a:gd name="connsiteX72" fmla="*/ 4842230 w 5593163"/>
              <a:gd name="connsiteY72" fmla="*/ 469318 h 4305008"/>
              <a:gd name="connsiteX73" fmla="*/ 4843601 w 5593163"/>
              <a:gd name="connsiteY73" fmla="*/ 452471 h 4305008"/>
              <a:gd name="connsiteX74" fmla="*/ 4851065 w 5593163"/>
              <a:gd name="connsiteY74" fmla="*/ 360740 h 4305008"/>
              <a:gd name="connsiteX75" fmla="*/ 4851605 w 5593163"/>
              <a:gd name="connsiteY75" fmla="*/ 354103 h 4305008"/>
              <a:gd name="connsiteX76" fmla="*/ 4852110 w 5593163"/>
              <a:gd name="connsiteY76" fmla="*/ 354040 h 4305008"/>
              <a:gd name="connsiteX77" fmla="*/ 4936323 w 5593163"/>
              <a:gd name="connsiteY77" fmla="*/ 96778 h 4305008"/>
              <a:gd name="connsiteX78" fmla="*/ 4998957 w 5593163"/>
              <a:gd name="connsiteY78" fmla="*/ 0 h 4305008"/>
              <a:gd name="connsiteX79" fmla="*/ 5167333 w 5593163"/>
              <a:gd name="connsiteY79" fmla="*/ 0 h 4305008"/>
              <a:gd name="connsiteX80" fmla="*/ 5099105 w 5593163"/>
              <a:gd name="connsiteY80" fmla="*/ 76659 h 4305008"/>
              <a:gd name="connsiteX81" fmla="*/ 4985597 w 5593163"/>
              <a:gd name="connsiteY81" fmla="*/ 337433 h 4305008"/>
              <a:gd name="connsiteX82" fmla="*/ 5424571 w 5593163"/>
              <a:gd name="connsiteY82" fmla="*/ 44350 h 4305008"/>
              <a:gd name="connsiteX83" fmla="*/ 5446799 w 5593163"/>
              <a:gd name="connsiteY83" fmla="*/ 0 h 4305008"/>
              <a:gd name="connsiteX84" fmla="*/ 5593163 w 5593163"/>
              <a:gd name="connsiteY84" fmla="*/ 0 h 4305008"/>
              <a:gd name="connsiteX85" fmla="*/ 5593163 w 5593163"/>
              <a:gd name="connsiteY85" fmla="*/ 4197 h 4305008"/>
              <a:gd name="connsiteX86" fmla="*/ 5543598 w 5593163"/>
              <a:gd name="connsiteY86" fmla="*/ 95636 h 4305008"/>
              <a:gd name="connsiteX87" fmla="*/ 4972226 w 5593163"/>
              <a:gd name="connsiteY87" fmla="*/ 467856 h 4305008"/>
              <a:gd name="connsiteX88" fmla="*/ 4972110 w 5593163"/>
              <a:gd name="connsiteY88" fmla="*/ 468995 h 4305008"/>
              <a:gd name="connsiteX89" fmla="*/ 4955893 w 5593163"/>
              <a:gd name="connsiteY89" fmla="*/ 470523 h 4305008"/>
              <a:gd name="connsiteX90" fmla="*/ 4860466 w 5593163"/>
              <a:gd name="connsiteY90" fmla="*/ 479514 h 4305008"/>
              <a:gd name="connsiteX91" fmla="*/ 4843348 w 5593163"/>
              <a:gd name="connsiteY91" fmla="*/ 481127 h 4305008"/>
              <a:gd name="connsiteX92" fmla="*/ 4843322 w 5593163"/>
              <a:gd name="connsiteY92" fmla="*/ 480636 h 4305008"/>
              <a:gd name="connsiteX93" fmla="*/ 4842823 w 5593163"/>
              <a:gd name="connsiteY93" fmla="*/ 480669 h 4305008"/>
              <a:gd name="connsiteX94" fmla="*/ 4842230 w 5593163"/>
              <a:gd name="connsiteY94" fmla="*/ 469318 h 4305008"/>
              <a:gd name="connsiteX95" fmla="*/ 4842230 w 5593163"/>
              <a:gd name="connsiteY95" fmla="*/ 2166144 h 4305008"/>
              <a:gd name="connsiteX96" fmla="*/ 4843601 w 5593163"/>
              <a:gd name="connsiteY96" fmla="*/ 2149296 h 4305008"/>
              <a:gd name="connsiteX97" fmla="*/ 4851065 w 5593163"/>
              <a:gd name="connsiteY97" fmla="*/ 2057565 h 4305008"/>
              <a:gd name="connsiteX98" fmla="*/ 4851605 w 5593163"/>
              <a:gd name="connsiteY98" fmla="*/ 2050928 h 4305008"/>
              <a:gd name="connsiteX99" fmla="*/ 4852110 w 5593163"/>
              <a:gd name="connsiteY99" fmla="*/ 2050865 h 4305008"/>
              <a:gd name="connsiteX100" fmla="*/ 5542276 w 5593163"/>
              <a:gd name="connsiteY100" fmla="*/ 1363267 h 4305008"/>
              <a:gd name="connsiteX101" fmla="*/ 5542393 w 5593163"/>
              <a:gd name="connsiteY101" fmla="*/ 1362128 h 4305008"/>
              <a:gd name="connsiteX102" fmla="*/ 5558606 w 5593163"/>
              <a:gd name="connsiteY102" fmla="*/ 1360601 h 4305008"/>
              <a:gd name="connsiteX103" fmla="*/ 5593163 w 5593163"/>
              <a:gd name="connsiteY103" fmla="*/ 1357345 h 4305008"/>
              <a:gd name="connsiteX104" fmla="*/ 5593163 w 5593163"/>
              <a:gd name="connsiteY104" fmla="*/ 1701268 h 4305008"/>
              <a:gd name="connsiteX105" fmla="*/ 5583807 w 5593163"/>
              <a:gd name="connsiteY105" fmla="*/ 1723929 h 4305008"/>
              <a:gd name="connsiteX106" fmla="*/ 4972226 w 5593163"/>
              <a:gd name="connsiteY106" fmla="*/ 2164681 h 4305008"/>
              <a:gd name="connsiteX107" fmla="*/ 4972110 w 5593163"/>
              <a:gd name="connsiteY107" fmla="*/ 2165820 h 4305008"/>
              <a:gd name="connsiteX108" fmla="*/ 4955893 w 5593163"/>
              <a:gd name="connsiteY108" fmla="*/ 2167348 h 4305008"/>
              <a:gd name="connsiteX109" fmla="*/ 4860466 w 5593163"/>
              <a:gd name="connsiteY109" fmla="*/ 2176339 h 4305008"/>
              <a:gd name="connsiteX110" fmla="*/ 4843348 w 5593163"/>
              <a:gd name="connsiteY110" fmla="*/ 2177952 h 4305008"/>
              <a:gd name="connsiteX111" fmla="*/ 4843322 w 5593163"/>
              <a:gd name="connsiteY111" fmla="*/ 2177461 h 4305008"/>
              <a:gd name="connsiteX112" fmla="*/ 4842823 w 5593163"/>
              <a:gd name="connsiteY112" fmla="*/ 2177494 h 4305008"/>
              <a:gd name="connsiteX113" fmla="*/ 4842230 w 5593163"/>
              <a:gd name="connsiteY113" fmla="*/ 2166144 h 4305008"/>
              <a:gd name="connsiteX114" fmla="*/ 4842230 w 5593163"/>
              <a:gd name="connsiteY114" fmla="*/ 3862969 h 4305008"/>
              <a:gd name="connsiteX115" fmla="*/ 4843601 w 5593163"/>
              <a:gd name="connsiteY115" fmla="*/ 3846121 h 4305008"/>
              <a:gd name="connsiteX116" fmla="*/ 4851065 w 5593163"/>
              <a:gd name="connsiteY116" fmla="*/ 3754390 h 4305008"/>
              <a:gd name="connsiteX117" fmla="*/ 4851605 w 5593163"/>
              <a:gd name="connsiteY117" fmla="*/ 3747753 h 4305008"/>
              <a:gd name="connsiteX118" fmla="*/ 4852110 w 5593163"/>
              <a:gd name="connsiteY118" fmla="*/ 3747690 h 4305008"/>
              <a:gd name="connsiteX119" fmla="*/ 5542276 w 5593163"/>
              <a:gd name="connsiteY119" fmla="*/ 3060092 h 4305008"/>
              <a:gd name="connsiteX120" fmla="*/ 5542393 w 5593163"/>
              <a:gd name="connsiteY120" fmla="*/ 3058953 h 4305008"/>
              <a:gd name="connsiteX121" fmla="*/ 5558606 w 5593163"/>
              <a:gd name="connsiteY121" fmla="*/ 3057426 h 4305008"/>
              <a:gd name="connsiteX122" fmla="*/ 5593163 w 5593163"/>
              <a:gd name="connsiteY122" fmla="*/ 3054170 h 4305008"/>
              <a:gd name="connsiteX123" fmla="*/ 5593163 w 5593163"/>
              <a:gd name="connsiteY123" fmla="*/ 3398093 h 4305008"/>
              <a:gd name="connsiteX124" fmla="*/ 5583807 w 5593163"/>
              <a:gd name="connsiteY124" fmla="*/ 3420754 h 4305008"/>
              <a:gd name="connsiteX125" fmla="*/ 4972226 w 5593163"/>
              <a:gd name="connsiteY125" fmla="*/ 3861506 h 4305008"/>
              <a:gd name="connsiteX126" fmla="*/ 4972110 w 5593163"/>
              <a:gd name="connsiteY126" fmla="*/ 3862645 h 4305008"/>
              <a:gd name="connsiteX127" fmla="*/ 4955893 w 5593163"/>
              <a:gd name="connsiteY127" fmla="*/ 3864173 h 4305008"/>
              <a:gd name="connsiteX128" fmla="*/ 4860466 w 5593163"/>
              <a:gd name="connsiteY128" fmla="*/ 3873164 h 4305008"/>
              <a:gd name="connsiteX129" fmla="*/ 4843348 w 5593163"/>
              <a:gd name="connsiteY129" fmla="*/ 3874777 h 4305008"/>
              <a:gd name="connsiteX130" fmla="*/ 4843322 w 5593163"/>
              <a:gd name="connsiteY130" fmla="*/ 3874286 h 4305008"/>
              <a:gd name="connsiteX131" fmla="*/ 4842823 w 5593163"/>
              <a:gd name="connsiteY131" fmla="*/ 3874319 h 4305008"/>
              <a:gd name="connsiteX132" fmla="*/ 4842230 w 5593163"/>
              <a:gd name="connsiteY132" fmla="*/ 3862969 h 4305008"/>
              <a:gd name="connsiteX133" fmla="*/ 4135041 w 5593163"/>
              <a:gd name="connsiteY133" fmla="*/ 1181049 h 4305008"/>
              <a:gd name="connsiteX134" fmla="*/ 4678350 w 5593163"/>
              <a:gd name="connsiteY134" fmla="*/ 636203 h 4305008"/>
              <a:gd name="connsiteX135" fmla="*/ 4135041 w 5593163"/>
              <a:gd name="connsiteY135" fmla="*/ 1181049 h 4305008"/>
              <a:gd name="connsiteX136" fmla="*/ 4135041 w 5593163"/>
              <a:gd name="connsiteY136" fmla="*/ 1493690 h 4305008"/>
              <a:gd name="connsiteX137" fmla="*/ 4678350 w 5593163"/>
              <a:gd name="connsiteY137" fmla="*/ 2034258 h 4305008"/>
              <a:gd name="connsiteX138" fmla="*/ 4135041 w 5593163"/>
              <a:gd name="connsiteY138" fmla="*/ 1493690 h 4305008"/>
              <a:gd name="connsiteX139" fmla="*/ 4135041 w 5593163"/>
              <a:gd name="connsiteY139" fmla="*/ 2877874 h 4305008"/>
              <a:gd name="connsiteX140" fmla="*/ 4678350 w 5593163"/>
              <a:gd name="connsiteY140" fmla="*/ 2333028 h 4305008"/>
              <a:gd name="connsiteX141" fmla="*/ 4135041 w 5593163"/>
              <a:gd name="connsiteY141" fmla="*/ 2877874 h 4305008"/>
              <a:gd name="connsiteX142" fmla="*/ 4135041 w 5593163"/>
              <a:gd name="connsiteY142" fmla="*/ 3190516 h 4305008"/>
              <a:gd name="connsiteX143" fmla="*/ 4678350 w 5593163"/>
              <a:gd name="connsiteY143" fmla="*/ 3731083 h 4305008"/>
              <a:gd name="connsiteX144" fmla="*/ 4135041 w 5593163"/>
              <a:gd name="connsiteY144" fmla="*/ 3190516 h 4305008"/>
              <a:gd name="connsiteX145" fmla="*/ 4103022 w 5593163"/>
              <a:gd name="connsiteY145" fmla="*/ 4305008 h 4305008"/>
              <a:gd name="connsiteX146" fmla="*/ 4131467 w 5593163"/>
              <a:gd name="connsiteY146" fmla="*/ 4255797 h 4305008"/>
              <a:gd name="connsiteX147" fmla="*/ 4691720 w 5593163"/>
              <a:gd name="connsiteY147" fmla="*/ 3898397 h 4305008"/>
              <a:gd name="connsiteX148" fmla="*/ 4691837 w 5593163"/>
              <a:gd name="connsiteY148" fmla="*/ 3897249 h 4305008"/>
              <a:gd name="connsiteX149" fmla="*/ 4708050 w 5593163"/>
              <a:gd name="connsiteY149" fmla="*/ 3895710 h 4305008"/>
              <a:gd name="connsiteX150" fmla="*/ 4803512 w 5593163"/>
              <a:gd name="connsiteY150" fmla="*/ 3886645 h 4305008"/>
              <a:gd name="connsiteX151" fmla="*/ 4820599 w 5593163"/>
              <a:gd name="connsiteY151" fmla="*/ 3885022 h 4305008"/>
              <a:gd name="connsiteX152" fmla="*/ 4820625 w 5593163"/>
              <a:gd name="connsiteY152" fmla="*/ 3885516 h 4305008"/>
              <a:gd name="connsiteX153" fmla="*/ 4821123 w 5593163"/>
              <a:gd name="connsiteY153" fmla="*/ 3885483 h 4305008"/>
              <a:gd name="connsiteX154" fmla="*/ 4821717 w 5593163"/>
              <a:gd name="connsiteY154" fmla="*/ 3896923 h 4305008"/>
              <a:gd name="connsiteX155" fmla="*/ 4820346 w 5593163"/>
              <a:gd name="connsiteY155" fmla="*/ 3913899 h 4305008"/>
              <a:gd name="connsiteX156" fmla="*/ 4812879 w 5593163"/>
              <a:gd name="connsiteY156" fmla="*/ 4006375 h 4305008"/>
              <a:gd name="connsiteX157" fmla="*/ 4812341 w 5593163"/>
              <a:gd name="connsiteY157" fmla="*/ 4013051 h 4305008"/>
              <a:gd name="connsiteX158" fmla="*/ 4811835 w 5593163"/>
              <a:gd name="connsiteY158" fmla="*/ 4013114 h 4305008"/>
              <a:gd name="connsiteX159" fmla="*/ 4736718 w 5593163"/>
              <a:gd name="connsiteY159" fmla="*/ 4254710 h 4305008"/>
              <a:gd name="connsiteX160" fmla="*/ 4706597 w 5593163"/>
              <a:gd name="connsiteY160" fmla="*/ 4305008 h 4305008"/>
              <a:gd name="connsiteX161" fmla="*/ 4552487 w 5593163"/>
              <a:gd name="connsiteY161" fmla="*/ 4305008 h 4305008"/>
              <a:gd name="connsiteX162" fmla="*/ 4579169 w 5593163"/>
              <a:gd name="connsiteY162" fmla="*/ 4271827 h 4305008"/>
              <a:gd name="connsiteX163" fmla="*/ 4678350 w 5593163"/>
              <a:gd name="connsiteY163" fmla="*/ 4029853 h 4305008"/>
              <a:gd name="connsiteX164" fmla="*/ 4306196 w 5593163"/>
              <a:gd name="connsiteY164" fmla="*/ 4241205 h 4305008"/>
              <a:gd name="connsiteX165" fmla="*/ 4254073 w 5593163"/>
              <a:gd name="connsiteY165" fmla="*/ 4305008 h 4305008"/>
              <a:gd name="connsiteX166" fmla="*/ 4068511 w 5593163"/>
              <a:gd name="connsiteY166" fmla="*/ 0 h 4305008"/>
              <a:gd name="connsiteX167" fmla="*/ 4217148 w 5593163"/>
              <a:gd name="connsiteY167" fmla="*/ 0 h 4305008"/>
              <a:gd name="connsiteX168" fmla="*/ 4239376 w 5593163"/>
              <a:gd name="connsiteY168" fmla="*/ 44350 h 4305008"/>
              <a:gd name="connsiteX169" fmla="*/ 4678350 w 5593163"/>
              <a:gd name="connsiteY169" fmla="*/ 337433 h 4305008"/>
              <a:gd name="connsiteX170" fmla="*/ 4564842 w 5593163"/>
              <a:gd name="connsiteY170" fmla="*/ 76659 h 4305008"/>
              <a:gd name="connsiteX171" fmla="*/ 4496615 w 5593163"/>
              <a:gd name="connsiteY171" fmla="*/ 0 h 4305008"/>
              <a:gd name="connsiteX172" fmla="*/ 4664989 w 5593163"/>
              <a:gd name="connsiteY172" fmla="*/ 0 h 4305008"/>
              <a:gd name="connsiteX173" fmla="*/ 4727623 w 5593163"/>
              <a:gd name="connsiteY173" fmla="*/ 96778 h 4305008"/>
              <a:gd name="connsiteX174" fmla="*/ 4811836 w 5593163"/>
              <a:gd name="connsiteY174" fmla="*/ 354040 h 4305008"/>
              <a:gd name="connsiteX175" fmla="*/ 4812342 w 5593163"/>
              <a:gd name="connsiteY175" fmla="*/ 354103 h 4305008"/>
              <a:gd name="connsiteX176" fmla="*/ 4812882 w 5593163"/>
              <a:gd name="connsiteY176" fmla="*/ 360740 h 4305008"/>
              <a:gd name="connsiteX177" fmla="*/ 4820346 w 5593163"/>
              <a:gd name="connsiteY177" fmla="*/ 452471 h 4305008"/>
              <a:gd name="connsiteX178" fmla="*/ 4821717 w 5593163"/>
              <a:gd name="connsiteY178" fmla="*/ 469318 h 4305008"/>
              <a:gd name="connsiteX179" fmla="*/ 4821124 w 5593163"/>
              <a:gd name="connsiteY179" fmla="*/ 480669 h 4305008"/>
              <a:gd name="connsiteX180" fmla="*/ 4820625 w 5593163"/>
              <a:gd name="connsiteY180" fmla="*/ 480636 h 4305008"/>
              <a:gd name="connsiteX181" fmla="*/ 4820599 w 5593163"/>
              <a:gd name="connsiteY181" fmla="*/ 481127 h 4305008"/>
              <a:gd name="connsiteX182" fmla="*/ 4803481 w 5593163"/>
              <a:gd name="connsiteY182" fmla="*/ 479514 h 4305008"/>
              <a:gd name="connsiteX183" fmla="*/ 4708054 w 5593163"/>
              <a:gd name="connsiteY183" fmla="*/ 470523 h 4305008"/>
              <a:gd name="connsiteX184" fmla="*/ 4691837 w 5593163"/>
              <a:gd name="connsiteY184" fmla="*/ 468995 h 4305008"/>
              <a:gd name="connsiteX185" fmla="*/ 4691721 w 5593163"/>
              <a:gd name="connsiteY185" fmla="*/ 467856 h 4305008"/>
              <a:gd name="connsiteX186" fmla="*/ 4120350 w 5593163"/>
              <a:gd name="connsiteY186" fmla="*/ 95636 h 4305008"/>
              <a:gd name="connsiteX187" fmla="*/ 3991674 w 5593163"/>
              <a:gd name="connsiteY187" fmla="*/ 1313979 h 4305008"/>
              <a:gd name="connsiteX188" fmla="*/ 3993045 w 5593163"/>
              <a:gd name="connsiteY188" fmla="*/ 1296998 h 4305008"/>
              <a:gd name="connsiteX189" fmla="*/ 4000509 w 5593163"/>
              <a:gd name="connsiteY189" fmla="*/ 1204541 h 4305008"/>
              <a:gd name="connsiteX190" fmla="*/ 4001049 w 5593163"/>
              <a:gd name="connsiteY190" fmla="*/ 1197851 h 4305008"/>
              <a:gd name="connsiteX191" fmla="*/ 4001555 w 5593163"/>
              <a:gd name="connsiteY191" fmla="*/ 1197788 h 4305008"/>
              <a:gd name="connsiteX192" fmla="*/ 4691720 w 5593163"/>
              <a:gd name="connsiteY192" fmla="*/ 504747 h 4305008"/>
              <a:gd name="connsiteX193" fmla="*/ 4691837 w 5593163"/>
              <a:gd name="connsiteY193" fmla="*/ 503599 h 4305008"/>
              <a:gd name="connsiteX194" fmla="*/ 4708050 w 5593163"/>
              <a:gd name="connsiteY194" fmla="*/ 502060 h 4305008"/>
              <a:gd name="connsiteX195" fmla="*/ 4803512 w 5593163"/>
              <a:gd name="connsiteY195" fmla="*/ 492995 h 4305008"/>
              <a:gd name="connsiteX196" fmla="*/ 4820599 w 5593163"/>
              <a:gd name="connsiteY196" fmla="*/ 491372 h 4305008"/>
              <a:gd name="connsiteX197" fmla="*/ 4820625 w 5593163"/>
              <a:gd name="connsiteY197" fmla="*/ 491866 h 4305008"/>
              <a:gd name="connsiteX198" fmla="*/ 4821123 w 5593163"/>
              <a:gd name="connsiteY198" fmla="*/ 491833 h 4305008"/>
              <a:gd name="connsiteX199" fmla="*/ 4821717 w 5593163"/>
              <a:gd name="connsiteY199" fmla="*/ 503273 h 4305008"/>
              <a:gd name="connsiteX200" fmla="*/ 4820346 w 5593163"/>
              <a:gd name="connsiteY200" fmla="*/ 520249 h 4305008"/>
              <a:gd name="connsiteX201" fmla="*/ 4812879 w 5593163"/>
              <a:gd name="connsiteY201" fmla="*/ 612725 h 4305008"/>
              <a:gd name="connsiteX202" fmla="*/ 4812341 w 5593163"/>
              <a:gd name="connsiteY202" fmla="*/ 619401 h 4305008"/>
              <a:gd name="connsiteX203" fmla="*/ 4811835 w 5593163"/>
              <a:gd name="connsiteY203" fmla="*/ 619464 h 4305008"/>
              <a:gd name="connsiteX204" fmla="*/ 4121670 w 5593163"/>
              <a:gd name="connsiteY204" fmla="*/ 1312505 h 4305008"/>
              <a:gd name="connsiteX205" fmla="*/ 4121554 w 5593163"/>
              <a:gd name="connsiteY205" fmla="*/ 1313653 h 4305008"/>
              <a:gd name="connsiteX206" fmla="*/ 4105337 w 5593163"/>
              <a:gd name="connsiteY206" fmla="*/ 1315193 h 4305008"/>
              <a:gd name="connsiteX207" fmla="*/ 4009911 w 5593163"/>
              <a:gd name="connsiteY207" fmla="*/ 1324255 h 4305008"/>
              <a:gd name="connsiteX208" fmla="*/ 3992792 w 5593163"/>
              <a:gd name="connsiteY208" fmla="*/ 1325881 h 4305008"/>
              <a:gd name="connsiteX209" fmla="*/ 3992766 w 5593163"/>
              <a:gd name="connsiteY209" fmla="*/ 1325386 h 4305008"/>
              <a:gd name="connsiteX210" fmla="*/ 3992267 w 5593163"/>
              <a:gd name="connsiteY210" fmla="*/ 1325419 h 4305008"/>
              <a:gd name="connsiteX211" fmla="*/ 3991674 w 5593163"/>
              <a:gd name="connsiteY211" fmla="*/ 1313979 h 4305008"/>
              <a:gd name="connsiteX212" fmla="*/ 3991674 w 5593163"/>
              <a:gd name="connsiteY212" fmla="*/ 1361805 h 4305008"/>
              <a:gd name="connsiteX213" fmla="*/ 3992268 w 5593163"/>
              <a:gd name="connsiteY213" fmla="*/ 1350455 h 4305008"/>
              <a:gd name="connsiteX214" fmla="*/ 3992766 w 5593163"/>
              <a:gd name="connsiteY214" fmla="*/ 1350487 h 4305008"/>
              <a:gd name="connsiteX215" fmla="*/ 3992792 w 5593163"/>
              <a:gd name="connsiteY215" fmla="*/ 1349997 h 4305008"/>
              <a:gd name="connsiteX216" fmla="*/ 4009880 w 5593163"/>
              <a:gd name="connsiteY216" fmla="*/ 1351607 h 4305008"/>
              <a:gd name="connsiteX217" fmla="*/ 4105341 w 5593163"/>
              <a:gd name="connsiteY217" fmla="*/ 1360601 h 4305008"/>
              <a:gd name="connsiteX218" fmla="*/ 4121554 w 5593163"/>
              <a:gd name="connsiteY218" fmla="*/ 1362128 h 4305008"/>
              <a:gd name="connsiteX219" fmla="*/ 4121671 w 5593163"/>
              <a:gd name="connsiteY219" fmla="*/ 1363267 h 4305008"/>
              <a:gd name="connsiteX220" fmla="*/ 4811836 w 5593163"/>
              <a:gd name="connsiteY220" fmla="*/ 2050865 h 4305008"/>
              <a:gd name="connsiteX221" fmla="*/ 4812342 w 5593163"/>
              <a:gd name="connsiteY221" fmla="*/ 2050928 h 4305008"/>
              <a:gd name="connsiteX222" fmla="*/ 4812882 w 5593163"/>
              <a:gd name="connsiteY222" fmla="*/ 2057565 h 4305008"/>
              <a:gd name="connsiteX223" fmla="*/ 4820346 w 5593163"/>
              <a:gd name="connsiteY223" fmla="*/ 2149296 h 4305008"/>
              <a:gd name="connsiteX224" fmla="*/ 4821717 w 5593163"/>
              <a:gd name="connsiteY224" fmla="*/ 2166144 h 4305008"/>
              <a:gd name="connsiteX225" fmla="*/ 4821124 w 5593163"/>
              <a:gd name="connsiteY225" fmla="*/ 2177494 h 4305008"/>
              <a:gd name="connsiteX226" fmla="*/ 4820625 w 5593163"/>
              <a:gd name="connsiteY226" fmla="*/ 2177461 h 4305008"/>
              <a:gd name="connsiteX227" fmla="*/ 4820599 w 5593163"/>
              <a:gd name="connsiteY227" fmla="*/ 2177952 h 4305008"/>
              <a:gd name="connsiteX228" fmla="*/ 4803481 w 5593163"/>
              <a:gd name="connsiteY228" fmla="*/ 2176339 h 4305008"/>
              <a:gd name="connsiteX229" fmla="*/ 4708054 w 5593163"/>
              <a:gd name="connsiteY229" fmla="*/ 2167348 h 4305008"/>
              <a:gd name="connsiteX230" fmla="*/ 4691837 w 5593163"/>
              <a:gd name="connsiteY230" fmla="*/ 2165820 h 4305008"/>
              <a:gd name="connsiteX231" fmla="*/ 4691721 w 5593163"/>
              <a:gd name="connsiteY231" fmla="*/ 2164681 h 4305008"/>
              <a:gd name="connsiteX232" fmla="*/ 4001556 w 5593163"/>
              <a:gd name="connsiteY232" fmla="*/ 1477083 h 4305008"/>
              <a:gd name="connsiteX233" fmla="*/ 4001050 w 5593163"/>
              <a:gd name="connsiteY233" fmla="*/ 1477021 h 4305008"/>
              <a:gd name="connsiteX234" fmla="*/ 4000512 w 5593163"/>
              <a:gd name="connsiteY234" fmla="*/ 1470397 h 4305008"/>
              <a:gd name="connsiteX235" fmla="*/ 3993045 w 5593163"/>
              <a:gd name="connsiteY235" fmla="*/ 1378647 h 4305008"/>
              <a:gd name="connsiteX236" fmla="*/ 3991674 w 5593163"/>
              <a:gd name="connsiteY236" fmla="*/ 1361805 h 4305008"/>
              <a:gd name="connsiteX237" fmla="*/ 3991674 w 5593163"/>
              <a:gd name="connsiteY237" fmla="*/ 3010804 h 4305008"/>
              <a:gd name="connsiteX238" fmla="*/ 3993045 w 5593163"/>
              <a:gd name="connsiteY238" fmla="*/ 2993823 h 4305008"/>
              <a:gd name="connsiteX239" fmla="*/ 4000509 w 5593163"/>
              <a:gd name="connsiteY239" fmla="*/ 2901366 h 4305008"/>
              <a:gd name="connsiteX240" fmla="*/ 4001049 w 5593163"/>
              <a:gd name="connsiteY240" fmla="*/ 2894676 h 4305008"/>
              <a:gd name="connsiteX241" fmla="*/ 4001555 w 5593163"/>
              <a:gd name="connsiteY241" fmla="*/ 2894613 h 4305008"/>
              <a:gd name="connsiteX242" fmla="*/ 4691720 w 5593163"/>
              <a:gd name="connsiteY242" fmla="*/ 2201572 h 4305008"/>
              <a:gd name="connsiteX243" fmla="*/ 4691837 w 5593163"/>
              <a:gd name="connsiteY243" fmla="*/ 2200424 h 4305008"/>
              <a:gd name="connsiteX244" fmla="*/ 4708050 w 5593163"/>
              <a:gd name="connsiteY244" fmla="*/ 2198885 h 4305008"/>
              <a:gd name="connsiteX245" fmla="*/ 4803512 w 5593163"/>
              <a:gd name="connsiteY245" fmla="*/ 2189820 h 4305008"/>
              <a:gd name="connsiteX246" fmla="*/ 4820599 w 5593163"/>
              <a:gd name="connsiteY246" fmla="*/ 2188197 h 4305008"/>
              <a:gd name="connsiteX247" fmla="*/ 4820625 w 5593163"/>
              <a:gd name="connsiteY247" fmla="*/ 2188691 h 4305008"/>
              <a:gd name="connsiteX248" fmla="*/ 4821123 w 5593163"/>
              <a:gd name="connsiteY248" fmla="*/ 2188658 h 4305008"/>
              <a:gd name="connsiteX249" fmla="*/ 4821717 w 5593163"/>
              <a:gd name="connsiteY249" fmla="*/ 2200098 h 4305008"/>
              <a:gd name="connsiteX250" fmla="*/ 4820346 w 5593163"/>
              <a:gd name="connsiteY250" fmla="*/ 2217074 h 4305008"/>
              <a:gd name="connsiteX251" fmla="*/ 4812879 w 5593163"/>
              <a:gd name="connsiteY251" fmla="*/ 2309550 h 4305008"/>
              <a:gd name="connsiteX252" fmla="*/ 4812341 w 5593163"/>
              <a:gd name="connsiteY252" fmla="*/ 2316226 h 4305008"/>
              <a:gd name="connsiteX253" fmla="*/ 4811835 w 5593163"/>
              <a:gd name="connsiteY253" fmla="*/ 2316289 h 4305008"/>
              <a:gd name="connsiteX254" fmla="*/ 4121670 w 5593163"/>
              <a:gd name="connsiteY254" fmla="*/ 3009330 h 4305008"/>
              <a:gd name="connsiteX255" fmla="*/ 4121554 w 5593163"/>
              <a:gd name="connsiteY255" fmla="*/ 3010478 h 4305008"/>
              <a:gd name="connsiteX256" fmla="*/ 4105337 w 5593163"/>
              <a:gd name="connsiteY256" fmla="*/ 3012018 h 4305008"/>
              <a:gd name="connsiteX257" fmla="*/ 4009911 w 5593163"/>
              <a:gd name="connsiteY257" fmla="*/ 3021080 h 4305008"/>
              <a:gd name="connsiteX258" fmla="*/ 3992792 w 5593163"/>
              <a:gd name="connsiteY258" fmla="*/ 3022706 h 4305008"/>
              <a:gd name="connsiteX259" fmla="*/ 3992766 w 5593163"/>
              <a:gd name="connsiteY259" fmla="*/ 3022211 h 4305008"/>
              <a:gd name="connsiteX260" fmla="*/ 3992267 w 5593163"/>
              <a:gd name="connsiteY260" fmla="*/ 3022244 h 4305008"/>
              <a:gd name="connsiteX261" fmla="*/ 3991674 w 5593163"/>
              <a:gd name="connsiteY261" fmla="*/ 3010804 h 4305008"/>
              <a:gd name="connsiteX262" fmla="*/ 3991674 w 5593163"/>
              <a:gd name="connsiteY262" fmla="*/ 3058630 h 4305008"/>
              <a:gd name="connsiteX263" fmla="*/ 3992268 w 5593163"/>
              <a:gd name="connsiteY263" fmla="*/ 3047280 h 4305008"/>
              <a:gd name="connsiteX264" fmla="*/ 3992766 w 5593163"/>
              <a:gd name="connsiteY264" fmla="*/ 3047312 h 4305008"/>
              <a:gd name="connsiteX265" fmla="*/ 3992792 w 5593163"/>
              <a:gd name="connsiteY265" fmla="*/ 3046822 h 4305008"/>
              <a:gd name="connsiteX266" fmla="*/ 4009880 w 5593163"/>
              <a:gd name="connsiteY266" fmla="*/ 3048432 h 4305008"/>
              <a:gd name="connsiteX267" fmla="*/ 4105341 w 5593163"/>
              <a:gd name="connsiteY267" fmla="*/ 3057426 h 4305008"/>
              <a:gd name="connsiteX268" fmla="*/ 4121554 w 5593163"/>
              <a:gd name="connsiteY268" fmla="*/ 3058953 h 4305008"/>
              <a:gd name="connsiteX269" fmla="*/ 4121671 w 5593163"/>
              <a:gd name="connsiteY269" fmla="*/ 3060092 h 4305008"/>
              <a:gd name="connsiteX270" fmla="*/ 4811836 w 5593163"/>
              <a:gd name="connsiteY270" fmla="*/ 3747690 h 4305008"/>
              <a:gd name="connsiteX271" fmla="*/ 4812342 w 5593163"/>
              <a:gd name="connsiteY271" fmla="*/ 3747753 h 4305008"/>
              <a:gd name="connsiteX272" fmla="*/ 4812882 w 5593163"/>
              <a:gd name="connsiteY272" fmla="*/ 3754390 h 4305008"/>
              <a:gd name="connsiteX273" fmla="*/ 4820346 w 5593163"/>
              <a:gd name="connsiteY273" fmla="*/ 3846121 h 4305008"/>
              <a:gd name="connsiteX274" fmla="*/ 4821717 w 5593163"/>
              <a:gd name="connsiteY274" fmla="*/ 3862969 h 4305008"/>
              <a:gd name="connsiteX275" fmla="*/ 4821124 w 5593163"/>
              <a:gd name="connsiteY275" fmla="*/ 3874319 h 4305008"/>
              <a:gd name="connsiteX276" fmla="*/ 4820625 w 5593163"/>
              <a:gd name="connsiteY276" fmla="*/ 3874286 h 4305008"/>
              <a:gd name="connsiteX277" fmla="*/ 4820599 w 5593163"/>
              <a:gd name="connsiteY277" fmla="*/ 3874777 h 4305008"/>
              <a:gd name="connsiteX278" fmla="*/ 4803481 w 5593163"/>
              <a:gd name="connsiteY278" fmla="*/ 3873164 h 4305008"/>
              <a:gd name="connsiteX279" fmla="*/ 4708054 w 5593163"/>
              <a:gd name="connsiteY279" fmla="*/ 3864173 h 4305008"/>
              <a:gd name="connsiteX280" fmla="*/ 4691837 w 5593163"/>
              <a:gd name="connsiteY280" fmla="*/ 3862645 h 4305008"/>
              <a:gd name="connsiteX281" fmla="*/ 4691721 w 5593163"/>
              <a:gd name="connsiteY281" fmla="*/ 3861506 h 4305008"/>
              <a:gd name="connsiteX282" fmla="*/ 4001556 w 5593163"/>
              <a:gd name="connsiteY282" fmla="*/ 3173908 h 4305008"/>
              <a:gd name="connsiteX283" fmla="*/ 4001050 w 5593163"/>
              <a:gd name="connsiteY283" fmla="*/ 3173846 h 4305008"/>
              <a:gd name="connsiteX284" fmla="*/ 4000512 w 5593163"/>
              <a:gd name="connsiteY284" fmla="*/ 3167222 h 4305008"/>
              <a:gd name="connsiteX285" fmla="*/ 3993045 w 5593163"/>
              <a:gd name="connsiteY285" fmla="*/ 3075472 h 4305008"/>
              <a:gd name="connsiteX286" fmla="*/ 3991674 w 5593163"/>
              <a:gd name="connsiteY286" fmla="*/ 3058630 h 4305008"/>
              <a:gd name="connsiteX287" fmla="*/ 3293448 w 5593163"/>
              <a:gd name="connsiteY287" fmla="*/ 636203 h 4305008"/>
              <a:gd name="connsiteX288" fmla="*/ 3836757 w 5593163"/>
              <a:gd name="connsiteY288" fmla="*/ 1181049 h 4305008"/>
              <a:gd name="connsiteX289" fmla="*/ 3293448 w 5593163"/>
              <a:gd name="connsiteY289" fmla="*/ 636203 h 4305008"/>
              <a:gd name="connsiteX290" fmla="*/ 3293448 w 5593163"/>
              <a:gd name="connsiteY290" fmla="*/ 2333028 h 4305008"/>
              <a:gd name="connsiteX291" fmla="*/ 3836757 w 5593163"/>
              <a:gd name="connsiteY291" fmla="*/ 2877874 h 4305008"/>
              <a:gd name="connsiteX292" fmla="*/ 3293448 w 5593163"/>
              <a:gd name="connsiteY292" fmla="*/ 2333028 h 4305008"/>
              <a:gd name="connsiteX293" fmla="*/ 3293446 w 5593163"/>
              <a:gd name="connsiteY293" fmla="*/ 2034258 h 4305008"/>
              <a:gd name="connsiteX294" fmla="*/ 3836755 w 5593163"/>
              <a:gd name="connsiteY294" fmla="*/ 1493690 h 4305008"/>
              <a:gd name="connsiteX295" fmla="*/ 3293446 w 5593163"/>
              <a:gd name="connsiteY295" fmla="*/ 2034258 h 4305008"/>
              <a:gd name="connsiteX296" fmla="*/ 3293446 w 5593163"/>
              <a:gd name="connsiteY296" fmla="*/ 3731083 h 4305008"/>
              <a:gd name="connsiteX297" fmla="*/ 3836755 w 5593163"/>
              <a:gd name="connsiteY297" fmla="*/ 3190516 h 4305008"/>
              <a:gd name="connsiteX298" fmla="*/ 3293446 w 5593163"/>
              <a:gd name="connsiteY298" fmla="*/ 3731083 h 4305008"/>
              <a:gd name="connsiteX299" fmla="*/ 3150081 w 5593163"/>
              <a:gd name="connsiteY299" fmla="*/ 503273 h 4305008"/>
              <a:gd name="connsiteX300" fmla="*/ 3150675 w 5593163"/>
              <a:gd name="connsiteY300" fmla="*/ 491833 h 4305008"/>
              <a:gd name="connsiteX301" fmla="*/ 3151173 w 5593163"/>
              <a:gd name="connsiteY301" fmla="*/ 491866 h 4305008"/>
              <a:gd name="connsiteX302" fmla="*/ 3151199 w 5593163"/>
              <a:gd name="connsiteY302" fmla="*/ 491372 h 4305008"/>
              <a:gd name="connsiteX303" fmla="*/ 3168287 w 5593163"/>
              <a:gd name="connsiteY303" fmla="*/ 492995 h 4305008"/>
              <a:gd name="connsiteX304" fmla="*/ 3263748 w 5593163"/>
              <a:gd name="connsiteY304" fmla="*/ 502060 h 4305008"/>
              <a:gd name="connsiteX305" fmla="*/ 3279961 w 5593163"/>
              <a:gd name="connsiteY305" fmla="*/ 503599 h 4305008"/>
              <a:gd name="connsiteX306" fmla="*/ 3280078 w 5593163"/>
              <a:gd name="connsiteY306" fmla="*/ 504747 h 4305008"/>
              <a:gd name="connsiteX307" fmla="*/ 3970244 w 5593163"/>
              <a:gd name="connsiteY307" fmla="*/ 1197788 h 4305008"/>
              <a:gd name="connsiteX308" fmla="*/ 3970749 w 5593163"/>
              <a:gd name="connsiteY308" fmla="*/ 1197851 h 4305008"/>
              <a:gd name="connsiteX309" fmla="*/ 3971290 w 5593163"/>
              <a:gd name="connsiteY309" fmla="*/ 1204541 h 4305008"/>
              <a:gd name="connsiteX310" fmla="*/ 3978754 w 5593163"/>
              <a:gd name="connsiteY310" fmla="*/ 1296998 h 4305008"/>
              <a:gd name="connsiteX311" fmla="*/ 3980124 w 5593163"/>
              <a:gd name="connsiteY311" fmla="*/ 1313979 h 4305008"/>
              <a:gd name="connsiteX312" fmla="*/ 3979531 w 5593163"/>
              <a:gd name="connsiteY312" fmla="*/ 1325419 h 4305008"/>
              <a:gd name="connsiteX313" fmla="*/ 3979032 w 5593163"/>
              <a:gd name="connsiteY313" fmla="*/ 1325386 h 4305008"/>
              <a:gd name="connsiteX314" fmla="*/ 3979006 w 5593163"/>
              <a:gd name="connsiteY314" fmla="*/ 1325881 h 4305008"/>
              <a:gd name="connsiteX315" fmla="*/ 3961888 w 5593163"/>
              <a:gd name="connsiteY315" fmla="*/ 1324255 h 4305008"/>
              <a:gd name="connsiteX316" fmla="*/ 3866461 w 5593163"/>
              <a:gd name="connsiteY316" fmla="*/ 1315193 h 4305008"/>
              <a:gd name="connsiteX317" fmla="*/ 3850245 w 5593163"/>
              <a:gd name="connsiteY317" fmla="*/ 1313653 h 4305008"/>
              <a:gd name="connsiteX318" fmla="*/ 3850129 w 5593163"/>
              <a:gd name="connsiteY318" fmla="*/ 1312505 h 4305008"/>
              <a:gd name="connsiteX319" fmla="*/ 3159963 w 5593163"/>
              <a:gd name="connsiteY319" fmla="*/ 619464 h 4305008"/>
              <a:gd name="connsiteX320" fmla="*/ 3159457 w 5593163"/>
              <a:gd name="connsiteY320" fmla="*/ 619401 h 4305008"/>
              <a:gd name="connsiteX321" fmla="*/ 3158919 w 5593163"/>
              <a:gd name="connsiteY321" fmla="*/ 612725 h 4305008"/>
              <a:gd name="connsiteX322" fmla="*/ 3151452 w 5593163"/>
              <a:gd name="connsiteY322" fmla="*/ 520249 h 4305008"/>
              <a:gd name="connsiteX323" fmla="*/ 3150081 w 5593163"/>
              <a:gd name="connsiteY323" fmla="*/ 503273 h 4305008"/>
              <a:gd name="connsiteX324" fmla="*/ 3150081 w 5593163"/>
              <a:gd name="connsiteY324" fmla="*/ 2200098 h 4305008"/>
              <a:gd name="connsiteX325" fmla="*/ 3150675 w 5593163"/>
              <a:gd name="connsiteY325" fmla="*/ 2188658 h 4305008"/>
              <a:gd name="connsiteX326" fmla="*/ 3151173 w 5593163"/>
              <a:gd name="connsiteY326" fmla="*/ 2188691 h 4305008"/>
              <a:gd name="connsiteX327" fmla="*/ 3151199 w 5593163"/>
              <a:gd name="connsiteY327" fmla="*/ 2188197 h 4305008"/>
              <a:gd name="connsiteX328" fmla="*/ 3168287 w 5593163"/>
              <a:gd name="connsiteY328" fmla="*/ 2189820 h 4305008"/>
              <a:gd name="connsiteX329" fmla="*/ 3263748 w 5593163"/>
              <a:gd name="connsiteY329" fmla="*/ 2198885 h 4305008"/>
              <a:gd name="connsiteX330" fmla="*/ 3279961 w 5593163"/>
              <a:gd name="connsiteY330" fmla="*/ 2200424 h 4305008"/>
              <a:gd name="connsiteX331" fmla="*/ 3280078 w 5593163"/>
              <a:gd name="connsiteY331" fmla="*/ 2201572 h 4305008"/>
              <a:gd name="connsiteX332" fmla="*/ 3970244 w 5593163"/>
              <a:gd name="connsiteY332" fmla="*/ 2894613 h 4305008"/>
              <a:gd name="connsiteX333" fmla="*/ 3970749 w 5593163"/>
              <a:gd name="connsiteY333" fmla="*/ 2894676 h 4305008"/>
              <a:gd name="connsiteX334" fmla="*/ 3971290 w 5593163"/>
              <a:gd name="connsiteY334" fmla="*/ 2901366 h 4305008"/>
              <a:gd name="connsiteX335" fmla="*/ 3978754 w 5593163"/>
              <a:gd name="connsiteY335" fmla="*/ 2993823 h 4305008"/>
              <a:gd name="connsiteX336" fmla="*/ 3980124 w 5593163"/>
              <a:gd name="connsiteY336" fmla="*/ 3010804 h 4305008"/>
              <a:gd name="connsiteX337" fmla="*/ 3979531 w 5593163"/>
              <a:gd name="connsiteY337" fmla="*/ 3022244 h 4305008"/>
              <a:gd name="connsiteX338" fmla="*/ 3979032 w 5593163"/>
              <a:gd name="connsiteY338" fmla="*/ 3022211 h 4305008"/>
              <a:gd name="connsiteX339" fmla="*/ 3979006 w 5593163"/>
              <a:gd name="connsiteY339" fmla="*/ 3022706 h 4305008"/>
              <a:gd name="connsiteX340" fmla="*/ 3961888 w 5593163"/>
              <a:gd name="connsiteY340" fmla="*/ 3021080 h 4305008"/>
              <a:gd name="connsiteX341" fmla="*/ 3866461 w 5593163"/>
              <a:gd name="connsiteY341" fmla="*/ 3012018 h 4305008"/>
              <a:gd name="connsiteX342" fmla="*/ 3850245 w 5593163"/>
              <a:gd name="connsiteY342" fmla="*/ 3010478 h 4305008"/>
              <a:gd name="connsiteX343" fmla="*/ 3850129 w 5593163"/>
              <a:gd name="connsiteY343" fmla="*/ 3009330 h 4305008"/>
              <a:gd name="connsiteX344" fmla="*/ 3159963 w 5593163"/>
              <a:gd name="connsiteY344" fmla="*/ 2316289 h 4305008"/>
              <a:gd name="connsiteX345" fmla="*/ 3159457 w 5593163"/>
              <a:gd name="connsiteY345" fmla="*/ 2316226 h 4305008"/>
              <a:gd name="connsiteX346" fmla="*/ 3158919 w 5593163"/>
              <a:gd name="connsiteY346" fmla="*/ 2309550 h 4305008"/>
              <a:gd name="connsiteX347" fmla="*/ 3151452 w 5593163"/>
              <a:gd name="connsiteY347" fmla="*/ 2217074 h 4305008"/>
              <a:gd name="connsiteX348" fmla="*/ 3150081 w 5593163"/>
              <a:gd name="connsiteY348" fmla="*/ 2200098 h 4305008"/>
              <a:gd name="connsiteX349" fmla="*/ 3150081 w 5593163"/>
              <a:gd name="connsiteY349" fmla="*/ 3896923 h 4305008"/>
              <a:gd name="connsiteX350" fmla="*/ 3150675 w 5593163"/>
              <a:gd name="connsiteY350" fmla="*/ 3885483 h 4305008"/>
              <a:gd name="connsiteX351" fmla="*/ 3151173 w 5593163"/>
              <a:gd name="connsiteY351" fmla="*/ 3885516 h 4305008"/>
              <a:gd name="connsiteX352" fmla="*/ 3151199 w 5593163"/>
              <a:gd name="connsiteY352" fmla="*/ 3885022 h 4305008"/>
              <a:gd name="connsiteX353" fmla="*/ 3168287 w 5593163"/>
              <a:gd name="connsiteY353" fmla="*/ 3886645 h 4305008"/>
              <a:gd name="connsiteX354" fmla="*/ 3263748 w 5593163"/>
              <a:gd name="connsiteY354" fmla="*/ 3895710 h 4305008"/>
              <a:gd name="connsiteX355" fmla="*/ 3279961 w 5593163"/>
              <a:gd name="connsiteY355" fmla="*/ 3897249 h 4305008"/>
              <a:gd name="connsiteX356" fmla="*/ 3280078 w 5593163"/>
              <a:gd name="connsiteY356" fmla="*/ 3898397 h 4305008"/>
              <a:gd name="connsiteX357" fmla="*/ 3840331 w 5593163"/>
              <a:gd name="connsiteY357" fmla="*/ 4255797 h 4305008"/>
              <a:gd name="connsiteX358" fmla="*/ 3868775 w 5593163"/>
              <a:gd name="connsiteY358" fmla="*/ 4305008 h 4305008"/>
              <a:gd name="connsiteX359" fmla="*/ 3717725 w 5593163"/>
              <a:gd name="connsiteY359" fmla="*/ 4305008 h 4305008"/>
              <a:gd name="connsiteX360" fmla="*/ 3665602 w 5593163"/>
              <a:gd name="connsiteY360" fmla="*/ 4241205 h 4305008"/>
              <a:gd name="connsiteX361" fmla="*/ 3293448 w 5593163"/>
              <a:gd name="connsiteY361" fmla="*/ 4029853 h 4305008"/>
              <a:gd name="connsiteX362" fmla="*/ 3392629 w 5593163"/>
              <a:gd name="connsiteY362" fmla="*/ 4271827 h 4305008"/>
              <a:gd name="connsiteX363" fmla="*/ 3419311 w 5593163"/>
              <a:gd name="connsiteY363" fmla="*/ 4305008 h 4305008"/>
              <a:gd name="connsiteX364" fmla="*/ 3265201 w 5593163"/>
              <a:gd name="connsiteY364" fmla="*/ 4305008 h 4305008"/>
              <a:gd name="connsiteX365" fmla="*/ 3235080 w 5593163"/>
              <a:gd name="connsiteY365" fmla="*/ 4254710 h 4305008"/>
              <a:gd name="connsiteX366" fmla="*/ 3159963 w 5593163"/>
              <a:gd name="connsiteY366" fmla="*/ 4013114 h 4305008"/>
              <a:gd name="connsiteX367" fmla="*/ 3159457 w 5593163"/>
              <a:gd name="connsiteY367" fmla="*/ 4013051 h 4305008"/>
              <a:gd name="connsiteX368" fmla="*/ 3158919 w 5593163"/>
              <a:gd name="connsiteY368" fmla="*/ 4006375 h 4305008"/>
              <a:gd name="connsiteX369" fmla="*/ 3151452 w 5593163"/>
              <a:gd name="connsiteY369" fmla="*/ 3913899 h 4305008"/>
              <a:gd name="connsiteX370" fmla="*/ 3150081 w 5593163"/>
              <a:gd name="connsiteY370" fmla="*/ 3896923 h 4305008"/>
              <a:gd name="connsiteX371" fmla="*/ 3150079 w 5593163"/>
              <a:gd name="connsiteY371" fmla="*/ 469318 h 4305008"/>
              <a:gd name="connsiteX372" fmla="*/ 3151450 w 5593163"/>
              <a:gd name="connsiteY372" fmla="*/ 452471 h 4305008"/>
              <a:gd name="connsiteX373" fmla="*/ 3158914 w 5593163"/>
              <a:gd name="connsiteY373" fmla="*/ 360740 h 4305008"/>
              <a:gd name="connsiteX374" fmla="*/ 3159454 w 5593163"/>
              <a:gd name="connsiteY374" fmla="*/ 354103 h 4305008"/>
              <a:gd name="connsiteX375" fmla="*/ 3159960 w 5593163"/>
              <a:gd name="connsiteY375" fmla="*/ 354040 h 4305008"/>
              <a:gd name="connsiteX376" fmla="*/ 3244173 w 5593163"/>
              <a:gd name="connsiteY376" fmla="*/ 96778 h 4305008"/>
              <a:gd name="connsiteX377" fmla="*/ 3306807 w 5593163"/>
              <a:gd name="connsiteY377" fmla="*/ 0 h 4305008"/>
              <a:gd name="connsiteX378" fmla="*/ 3475182 w 5593163"/>
              <a:gd name="connsiteY378" fmla="*/ 0 h 4305008"/>
              <a:gd name="connsiteX379" fmla="*/ 3406954 w 5593163"/>
              <a:gd name="connsiteY379" fmla="*/ 76659 h 4305008"/>
              <a:gd name="connsiteX380" fmla="*/ 3293446 w 5593163"/>
              <a:gd name="connsiteY380" fmla="*/ 337433 h 4305008"/>
              <a:gd name="connsiteX381" fmla="*/ 3732420 w 5593163"/>
              <a:gd name="connsiteY381" fmla="*/ 44350 h 4305008"/>
              <a:gd name="connsiteX382" fmla="*/ 3754649 w 5593163"/>
              <a:gd name="connsiteY382" fmla="*/ 0 h 4305008"/>
              <a:gd name="connsiteX383" fmla="*/ 3903287 w 5593163"/>
              <a:gd name="connsiteY383" fmla="*/ 0 h 4305008"/>
              <a:gd name="connsiteX384" fmla="*/ 3851448 w 5593163"/>
              <a:gd name="connsiteY384" fmla="*/ 95636 h 4305008"/>
              <a:gd name="connsiteX385" fmla="*/ 3280075 w 5593163"/>
              <a:gd name="connsiteY385" fmla="*/ 467856 h 4305008"/>
              <a:gd name="connsiteX386" fmla="*/ 3279959 w 5593163"/>
              <a:gd name="connsiteY386" fmla="*/ 468995 h 4305008"/>
              <a:gd name="connsiteX387" fmla="*/ 3263742 w 5593163"/>
              <a:gd name="connsiteY387" fmla="*/ 470523 h 4305008"/>
              <a:gd name="connsiteX388" fmla="*/ 3168316 w 5593163"/>
              <a:gd name="connsiteY388" fmla="*/ 479514 h 4305008"/>
              <a:gd name="connsiteX389" fmla="*/ 3151197 w 5593163"/>
              <a:gd name="connsiteY389" fmla="*/ 481127 h 4305008"/>
              <a:gd name="connsiteX390" fmla="*/ 3151171 w 5593163"/>
              <a:gd name="connsiteY390" fmla="*/ 480636 h 4305008"/>
              <a:gd name="connsiteX391" fmla="*/ 3150672 w 5593163"/>
              <a:gd name="connsiteY391" fmla="*/ 480669 h 4305008"/>
              <a:gd name="connsiteX392" fmla="*/ 3150079 w 5593163"/>
              <a:gd name="connsiteY392" fmla="*/ 469318 h 4305008"/>
              <a:gd name="connsiteX393" fmla="*/ 3150079 w 5593163"/>
              <a:gd name="connsiteY393" fmla="*/ 2166144 h 4305008"/>
              <a:gd name="connsiteX394" fmla="*/ 3151450 w 5593163"/>
              <a:gd name="connsiteY394" fmla="*/ 2149296 h 4305008"/>
              <a:gd name="connsiteX395" fmla="*/ 3158914 w 5593163"/>
              <a:gd name="connsiteY395" fmla="*/ 2057565 h 4305008"/>
              <a:gd name="connsiteX396" fmla="*/ 3159454 w 5593163"/>
              <a:gd name="connsiteY396" fmla="*/ 2050928 h 4305008"/>
              <a:gd name="connsiteX397" fmla="*/ 3159960 w 5593163"/>
              <a:gd name="connsiteY397" fmla="*/ 2050865 h 4305008"/>
              <a:gd name="connsiteX398" fmla="*/ 3850126 w 5593163"/>
              <a:gd name="connsiteY398" fmla="*/ 1363267 h 4305008"/>
              <a:gd name="connsiteX399" fmla="*/ 3850243 w 5593163"/>
              <a:gd name="connsiteY399" fmla="*/ 1362128 h 4305008"/>
              <a:gd name="connsiteX400" fmla="*/ 3866455 w 5593163"/>
              <a:gd name="connsiteY400" fmla="*/ 1360601 h 4305008"/>
              <a:gd name="connsiteX401" fmla="*/ 3961917 w 5593163"/>
              <a:gd name="connsiteY401" fmla="*/ 1351607 h 4305008"/>
              <a:gd name="connsiteX402" fmla="*/ 3979004 w 5593163"/>
              <a:gd name="connsiteY402" fmla="*/ 1349997 h 4305008"/>
              <a:gd name="connsiteX403" fmla="*/ 3979030 w 5593163"/>
              <a:gd name="connsiteY403" fmla="*/ 1350487 h 4305008"/>
              <a:gd name="connsiteX404" fmla="*/ 3979528 w 5593163"/>
              <a:gd name="connsiteY404" fmla="*/ 1350455 h 4305008"/>
              <a:gd name="connsiteX405" fmla="*/ 3980122 w 5593163"/>
              <a:gd name="connsiteY405" fmla="*/ 1361805 h 4305008"/>
              <a:gd name="connsiteX406" fmla="*/ 3978752 w 5593163"/>
              <a:gd name="connsiteY406" fmla="*/ 1378647 h 4305008"/>
              <a:gd name="connsiteX407" fmla="*/ 3971285 w 5593163"/>
              <a:gd name="connsiteY407" fmla="*/ 1470397 h 4305008"/>
              <a:gd name="connsiteX408" fmla="*/ 3970746 w 5593163"/>
              <a:gd name="connsiteY408" fmla="*/ 1477021 h 4305008"/>
              <a:gd name="connsiteX409" fmla="*/ 3970241 w 5593163"/>
              <a:gd name="connsiteY409" fmla="*/ 1477083 h 4305008"/>
              <a:gd name="connsiteX410" fmla="*/ 3280075 w 5593163"/>
              <a:gd name="connsiteY410" fmla="*/ 2164681 h 4305008"/>
              <a:gd name="connsiteX411" fmla="*/ 3279959 w 5593163"/>
              <a:gd name="connsiteY411" fmla="*/ 2165820 h 4305008"/>
              <a:gd name="connsiteX412" fmla="*/ 3263742 w 5593163"/>
              <a:gd name="connsiteY412" fmla="*/ 2167348 h 4305008"/>
              <a:gd name="connsiteX413" fmla="*/ 3168316 w 5593163"/>
              <a:gd name="connsiteY413" fmla="*/ 2176339 h 4305008"/>
              <a:gd name="connsiteX414" fmla="*/ 3151197 w 5593163"/>
              <a:gd name="connsiteY414" fmla="*/ 2177952 h 4305008"/>
              <a:gd name="connsiteX415" fmla="*/ 3151171 w 5593163"/>
              <a:gd name="connsiteY415" fmla="*/ 2177461 h 4305008"/>
              <a:gd name="connsiteX416" fmla="*/ 3150672 w 5593163"/>
              <a:gd name="connsiteY416" fmla="*/ 2177494 h 4305008"/>
              <a:gd name="connsiteX417" fmla="*/ 3150079 w 5593163"/>
              <a:gd name="connsiteY417" fmla="*/ 2166144 h 4305008"/>
              <a:gd name="connsiteX418" fmla="*/ 3150079 w 5593163"/>
              <a:gd name="connsiteY418" fmla="*/ 3862969 h 4305008"/>
              <a:gd name="connsiteX419" fmla="*/ 3151450 w 5593163"/>
              <a:gd name="connsiteY419" fmla="*/ 3846121 h 4305008"/>
              <a:gd name="connsiteX420" fmla="*/ 3158914 w 5593163"/>
              <a:gd name="connsiteY420" fmla="*/ 3754390 h 4305008"/>
              <a:gd name="connsiteX421" fmla="*/ 3159454 w 5593163"/>
              <a:gd name="connsiteY421" fmla="*/ 3747753 h 4305008"/>
              <a:gd name="connsiteX422" fmla="*/ 3159960 w 5593163"/>
              <a:gd name="connsiteY422" fmla="*/ 3747690 h 4305008"/>
              <a:gd name="connsiteX423" fmla="*/ 3850126 w 5593163"/>
              <a:gd name="connsiteY423" fmla="*/ 3060092 h 4305008"/>
              <a:gd name="connsiteX424" fmla="*/ 3850243 w 5593163"/>
              <a:gd name="connsiteY424" fmla="*/ 3058953 h 4305008"/>
              <a:gd name="connsiteX425" fmla="*/ 3866455 w 5593163"/>
              <a:gd name="connsiteY425" fmla="*/ 3057426 h 4305008"/>
              <a:gd name="connsiteX426" fmla="*/ 3961917 w 5593163"/>
              <a:gd name="connsiteY426" fmla="*/ 3048432 h 4305008"/>
              <a:gd name="connsiteX427" fmla="*/ 3979004 w 5593163"/>
              <a:gd name="connsiteY427" fmla="*/ 3046822 h 4305008"/>
              <a:gd name="connsiteX428" fmla="*/ 3979030 w 5593163"/>
              <a:gd name="connsiteY428" fmla="*/ 3047312 h 4305008"/>
              <a:gd name="connsiteX429" fmla="*/ 3979528 w 5593163"/>
              <a:gd name="connsiteY429" fmla="*/ 3047280 h 4305008"/>
              <a:gd name="connsiteX430" fmla="*/ 3980122 w 5593163"/>
              <a:gd name="connsiteY430" fmla="*/ 3058630 h 4305008"/>
              <a:gd name="connsiteX431" fmla="*/ 3978752 w 5593163"/>
              <a:gd name="connsiteY431" fmla="*/ 3075472 h 4305008"/>
              <a:gd name="connsiteX432" fmla="*/ 3971285 w 5593163"/>
              <a:gd name="connsiteY432" fmla="*/ 3167222 h 4305008"/>
              <a:gd name="connsiteX433" fmla="*/ 3970746 w 5593163"/>
              <a:gd name="connsiteY433" fmla="*/ 3173846 h 4305008"/>
              <a:gd name="connsiteX434" fmla="*/ 3970241 w 5593163"/>
              <a:gd name="connsiteY434" fmla="*/ 3173908 h 4305008"/>
              <a:gd name="connsiteX435" fmla="*/ 3280075 w 5593163"/>
              <a:gd name="connsiteY435" fmla="*/ 3861506 h 4305008"/>
              <a:gd name="connsiteX436" fmla="*/ 3279959 w 5593163"/>
              <a:gd name="connsiteY436" fmla="*/ 3862645 h 4305008"/>
              <a:gd name="connsiteX437" fmla="*/ 3263742 w 5593163"/>
              <a:gd name="connsiteY437" fmla="*/ 3864173 h 4305008"/>
              <a:gd name="connsiteX438" fmla="*/ 3168316 w 5593163"/>
              <a:gd name="connsiteY438" fmla="*/ 3873164 h 4305008"/>
              <a:gd name="connsiteX439" fmla="*/ 3151197 w 5593163"/>
              <a:gd name="connsiteY439" fmla="*/ 3874777 h 4305008"/>
              <a:gd name="connsiteX440" fmla="*/ 3151171 w 5593163"/>
              <a:gd name="connsiteY440" fmla="*/ 3874286 h 4305008"/>
              <a:gd name="connsiteX441" fmla="*/ 3150672 w 5593163"/>
              <a:gd name="connsiteY441" fmla="*/ 3874319 h 4305008"/>
              <a:gd name="connsiteX442" fmla="*/ 3150079 w 5593163"/>
              <a:gd name="connsiteY442" fmla="*/ 3862969 h 4305008"/>
              <a:gd name="connsiteX443" fmla="*/ 2442890 w 5593163"/>
              <a:gd name="connsiteY443" fmla="*/ 1181049 h 4305008"/>
              <a:gd name="connsiteX444" fmla="*/ 2986199 w 5593163"/>
              <a:gd name="connsiteY444" fmla="*/ 636203 h 4305008"/>
              <a:gd name="connsiteX445" fmla="*/ 2442890 w 5593163"/>
              <a:gd name="connsiteY445" fmla="*/ 1181049 h 4305008"/>
              <a:gd name="connsiteX446" fmla="*/ 2442890 w 5593163"/>
              <a:gd name="connsiteY446" fmla="*/ 1493690 h 4305008"/>
              <a:gd name="connsiteX447" fmla="*/ 2986199 w 5593163"/>
              <a:gd name="connsiteY447" fmla="*/ 2034258 h 4305008"/>
              <a:gd name="connsiteX448" fmla="*/ 2442890 w 5593163"/>
              <a:gd name="connsiteY448" fmla="*/ 1493690 h 4305008"/>
              <a:gd name="connsiteX449" fmla="*/ 2442890 w 5593163"/>
              <a:gd name="connsiteY449" fmla="*/ 2877874 h 4305008"/>
              <a:gd name="connsiteX450" fmla="*/ 2986199 w 5593163"/>
              <a:gd name="connsiteY450" fmla="*/ 2333028 h 4305008"/>
              <a:gd name="connsiteX451" fmla="*/ 2442890 w 5593163"/>
              <a:gd name="connsiteY451" fmla="*/ 2877874 h 4305008"/>
              <a:gd name="connsiteX452" fmla="*/ 2442890 w 5593163"/>
              <a:gd name="connsiteY452" fmla="*/ 3190516 h 4305008"/>
              <a:gd name="connsiteX453" fmla="*/ 2986199 w 5593163"/>
              <a:gd name="connsiteY453" fmla="*/ 3731083 h 4305008"/>
              <a:gd name="connsiteX454" fmla="*/ 2442890 w 5593163"/>
              <a:gd name="connsiteY454" fmla="*/ 3190516 h 4305008"/>
              <a:gd name="connsiteX455" fmla="*/ 2410871 w 5593163"/>
              <a:gd name="connsiteY455" fmla="*/ 4305008 h 4305008"/>
              <a:gd name="connsiteX456" fmla="*/ 2439316 w 5593163"/>
              <a:gd name="connsiteY456" fmla="*/ 4255797 h 4305008"/>
              <a:gd name="connsiteX457" fmla="*/ 2999569 w 5593163"/>
              <a:gd name="connsiteY457" fmla="*/ 3898397 h 4305008"/>
              <a:gd name="connsiteX458" fmla="*/ 2999686 w 5593163"/>
              <a:gd name="connsiteY458" fmla="*/ 3897249 h 4305008"/>
              <a:gd name="connsiteX459" fmla="*/ 3015899 w 5593163"/>
              <a:gd name="connsiteY459" fmla="*/ 3895710 h 4305008"/>
              <a:gd name="connsiteX460" fmla="*/ 3111360 w 5593163"/>
              <a:gd name="connsiteY460" fmla="*/ 3886645 h 4305008"/>
              <a:gd name="connsiteX461" fmla="*/ 3128448 w 5593163"/>
              <a:gd name="connsiteY461" fmla="*/ 3885022 h 4305008"/>
              <a:gd name="connsiteX462" fmla="*/ 3128474 w 5593163"/>
              <a:gd name="connsiteY462" fmla="*/ 3885516 h 4305008"/>
              <a:gd name="connsiteX463" fmla="*/ 3128972 w 5593163"/>
              <a:gd name="connsiteY463" fmla="*/ 3885483 h 4305008"/>
              <a:gd name="connsiteX464" fmla="*/ 3129566 w 5593163"/>
              <a:gd name="connsiteY464" fmla="*/ 3896923 h 4305008"/>
              <a:gd name="connsiteX465" fmla="*/ 3128195 w 5593163"/>
              <a:gd name="connsiteY465" fmla="*/ 3913899 h 4305008"/>
              <a:gd name="connsiteX466" fmla="*/ 3120728 w 5593163"/>
              <a:gd name="connsiteY466" fmla="*/ 4006375 h 4305008"/>
              <a:gd name="connsiteX467" fmla="*/ 3120190 w 5593163"/>
              <a:gd name="connsiteY467" fmla="*/ 4013051 h 4305008"/>
              <a:gd name="connsiteX468" fmla="*/ 3119684 w 5593163"/>
              <a:gd name="connsiteY468" fmla="*/ 4013114 h 4305008"/>
              <a:gd name="connsiteX469" fmla="*/ 3044567 w 5593163"/>
              <a:gd name="connsiteY469" fmla="*/ 4254710 h 4305008"/>
              <a:gd name="connsiteX470" fmla="*/ 3014445 w 5593163"/>
              <a:gd name="connsiteY470" fmla="*/ 4305008 h 4305008"/>
              <a:gd name="connsiteX471" fmla="*/ 2860336 w 5593163"/>
              <a:gd name="connsiteY471" fmla="*/ 4305008 h 4305008"/>
              <a:gd name="connsiteX472" fmla="*/ 2887018 w 5593163"/>
              <a:gd name="connsiteY472" fmla="*/ 4271827 h 4305008"/>
              <a:gd name="connsiteX473" fmla="*/ 2986199 w 5593163"/>
              <a:gd name="connsiteY473" fmla="*/ 4029853 h 4305008"/>
              <a:gd name="connsiteX474" fmla="*/ 2614045 w 5593163"/>
              <a:gd name="connsiteY474" fmla="*/ 4241205 h 4305008"/>
              <a:gd name="connsiteX475" fmla="*/ 2561922 w 5593163"/>
              <a:gd name="connsiteY475" fmla="*/ 4305008 h 4305008"/>
              <a:gd name="connsiteX476" fmla="*/ 2376360 w 5593163"/>
              <a:gd name="connsiteY476" fmla="*/ 0 h 4305008"/>
              <a:gd name="connsiteX477" fmla="*/ 2524998 w 5593163"/>
              <a:gd name="connsiteY477" fmla="*/ 0 h 4305008"/>
              <a:gd name="connsiteX478" fmla="*/ 2547226 w 5593163"/>
              <a:gd name="connsiteY478" fmla="*/ 44350 h 4305008"/>
              <a:gd name="connsiteX479" fmla="*/ 2986199 w 5593163"/>
              <a:gd name="connsiteY479" fmla="*/ 337433 h 4305008"/>
              <a:gd name="connsiteX480" fmla="*/ 2872691 w 5593163"/>
              <a:gd name="connsiteY480" fmla="*/ 76659 h 4305008"/>
              <a:gd name="connsiteX481" fmla="*/ 2804464 w 5593163"/>
              <a:gd name="connsiteY481" fmla="*/ 0 h 4305008"/>
              <a:gd name="connsiteX482" fmla="*/ 2972839 w 5593163"/>
              <a:gd name="connsiteY482" fmla="*/ 0 h 4305008"/>
              <a:gd name="connsiteX483" fmla="*/ 3035473 w 5593163"/>
              <a:gd name="connsiteY483" fmla="*/ 96778 h 4305008"/>
              <a:gd name="connsiteX484" fmla="*/ 3119686 w 5593163"/>
              <a:gd name="connsiteY484" fmla="*/ 354040 h 4305008"/>
              <a:gd name="connsiteX485" fmla="*/ 3120191 w 5593163"/>
              <a:gd name="connsiteY485" fmla="*/ 354103 h 4305008"/>
              <a:gd name="connsiteX486" fmla="*/ 3120732 w 5593163"/>
              <a:gd name="connsiteY486" fmla="*/ 360740 h 4305008"/>
              <a:gd name="connsiteX487" fmla="*/ 3128196 w 5593163"/>
              <a:gd name="connsiteY487" fmla="*/ 452471 h 4305008"/>
              <a:gd name="connsiteX488" fmla="*/ 3129566 w 5593163"/>
              <a:gd name="connsiteY488" fmla="*/ 469318 h 4305008"/>
              <a:gd name="connsiteX489" fmla="*/ 3128973 w 5593163"/>
              <a:gd name="connsiteY489" fmla="*/ 480669 h 4305008"/>
              <a:gd name="connsiteX490" fmla="*/ 3128474 w 5593163"/>
              <a:gd name="connsiteY490" fmla="*/ 480636 h 4305008"/>
              <a:gd name="connsiteX491" fmla="*/ 3128448 w 5593163"/>
              <a:gd name="connsiteY491" fmla="*/ 481127 h 4305008"/>
              <a:gd name="connsiteX492" fmla="*/ 3111330 w 5593163"/>
              <a:gd name="connsiteY492" fmla="*/ 479514 h 4305008"/>
              <a:gd name="connsiteX493" fmla="*/ 3015903 w 5593163"/>
              <a:gd name="connsiteY493" fmla="*/ 470523 h 4305008"/>
              <a:gd name="connsiteX494" fmla="*/ 2999687 w 5593163"/>
              <a:gd name="connsiteY494" fmla="*/ 468995 h 4305008"/>
              <a:gd name="connsiteX495" fmla="*/ 2999571 w 5593163"/>
              <a:gd name="connsiteY495" fmla="*/ 467856 h 4305008"/>
              <a:gd name="connsiteX496" fmla="*/ 2428199 w 5593163"/>
              <a:gd name="connsiteY496" fmla="*/ 95636 h 4305008"/>
              <a:gd name="connsiteX497" fmla="*/ 2299523 w 5593163"/>
              <a:gd name="connsiteY497" fmla="*/ 1313979 h 4305008"/>
              <a:gd name="connsiteX498" fmla="*/ 2300894 w 5593163"/>
              <a:gd name="connsiteY498" fmla="*/ 1296998 h 4305008"/>
              <a:gd name="connsiteX499" fmla="*/ 2308358 w 5593163"/>
              <a:gd name="connsiteY499" fmla="*/ 1204541 h 4305008"/>
              <a:gd name="connsiteX500" fmla="*/ 2308898 w 5593163"/>
              <a:gd name="connsiteY500" fmla="*/ 1197851 h 4305008"/>
              <a:gd name="connsiteX501" fmla="*/ 2309404 w 5593163"/>
              <a:gd name="connsiteY501" fmla="*/ 1197788 h 4305008"/>
              <a:gd name="connsiteX502" fmla="*/ 2999570 w 5593163"/>
              <a:gd name="connsiteY502" fmla="*/ 504747 h 4305008"/>
              <a:gd name="connsiteX503" fmla="*/ 2999687 w 5593163"/>
              <a:gd name="connsiteY503" fmla="*/ 503599 h 4305008"/>
              <a:gd name="connsiteX504" fmla="*/ 3015899 w 5593163"/>
              <a:gd name="connsiteY504" fmla="*/ 502060 h 4305008"/>
              <a:gd name="connsiteX505" fmla="*/ 3111361 w 5593163"/>
              <a:gd name="connsiteY505" fmla="*/ 492995 h 4305008"/>
              <a:gd name="connsiteX506" fmla="*/ 3128448 w 5593163"/>
              <a:gd name="connsiteY506" fmla="*/ 491372 h 4305008"/>
              <a:gd name="connsiteX507" fmla="*/ 3128474 w 5593163"/>
              <a:gd name="connsiteY507" fmla="*/ 491866 h 4305008"/>
              <a:gd name="connsiteX508" fmla="*/ 3128972 w 5593163"/>
              <a:gd name="connsiteY508" fmla="*/ 491833 h 4305008"/>
              <a:gd name="connsiteX509" fmla="*/ 3129566 w 5593163"/>
              <a:gd name="connsiteY509" fmla="*/ 503273 h 4305008"/>
              <a:gd name="connsiteX510" fmla="*/ 3128196 w 5593163"/>
              <a:gd name="connsiteY510" fmla="*/ 520249 h 4305008"/>
              <a:gd name="connsiteX511" fmla="*/ 3120729 w 5593163"/>
              <a:gd name="connsiteY511" fmla="*/ 612725 h 4305008"/>
              <a:gd name="connsiteX512" fmla="*/ 3120190 w 5593163"/>
              <a:gd name="connsiteY512" fmla="*/ 619401 h 4305008"/>
              <a:gd name="connsiteX513" fmla="*/ 3119685 w 5593163"/>
              <a:gd name="connsiteY513" fmla="*/ 619464 h 4305008"/>
              <a:gd name="connsiteX514" fmla="*/ 2429519 w 5593163"/>
              <a:gd name="connsiteY514" fmla="*/ 1312505 h 4305008"/>
              <a:gd name="connsiteX515" fmla="*/ 2429403 w 5593163"/>
              <a:gd name="connsiteY515" fmla="*/ 1313653 h 4305008"/>
              <a:gd name="connsiteX516" fmla="*/ 2413186 w 5593163"/>
              <a:gd name="connsiteY516" fmla="*/ 1315193 h 4305008"/>
              <a:gd name="connsiteX517" fmla="*/ 2317760 w 5593163"/>
              <a:gd name="connsiteY517" fmla="*/ 1324255 h 4305008"/>
              <a:gd name="connsiteX518" fmla="*/ 2300641 w 5593163"/>
              <a:gd name="connsiteY518" fmla="*/ 1325881 h 4305008"/>
              <a:gd name="connsiteX519" fmla="*/ 2300615 w 5593163"/>
              <a:gd name="connsiteY519" fmla="*/ 1325386 h 4305008"/>
              <a:gd name="connsiteX520" fmla="*/ 2300116 w 5593163"/>
              <a:gd name="connsiteY520" fmla="*/ 1325419 h 4305008"/>
              <a:gd name="connsiteX521" fmla="*/ 2299523 w 5593163"/>
              <a:gd name="connsiteY521" fmla="*/ 1313979 h 4305008"/>
              <a:gd name="connsiteX522" fmla="*/ 2299523 w 5593163"/>
              <a:gd name="connsiteY522" fmla="*/ 1361805 h 4305008"/>
              <a:gd name="connsiteX523" fmla="*/ 2300117 w 5593163"/>
              <a:gd name="connsiteY523" fmla="*/ 1350455 h 4305008"/>
              <a:gd name="connsiteX524" fmla="*/ 2300615 w 5593163"/>
              <a:gd name="connsiteY524" fmla="*/ 1350487 h 4305008"/>
              <a:gd name="connsiteX525" fmla="*/ 2300641 w 5593163"/>
              <a:gd name="connsiteY525" fmla="*/ 1349997 h 4305008"/>
              <a:gd name="connsiteX526" fmla="*/ 2317729 w 5593163"/>
              <a:gd name="connsiteY526" fmla="*/ 1351607 h 4305008"/>
              <a:gd name="connsiteX527" fmla="*/ 2413190 w 5593163"/>
              <a:gd name="connsiteY527" fmla="*/ 1360601 h 4305008"/>
              <a:gd name="connsiteX528" fmla="*/ 2429403 w 5593163"/>
              <a:gd name="connsiteY528" fmla="*/ 1362128 h 4305008"/>
              <a:gd name="connsiteX529" fmla="*/ 2429520 w 5593163"/>
              <a:gd name="connsiteY529" fmla="*/ 1363267 h 4305008"/>
              <a:gd name="connsiteX530" fmla="*/ 3119686 w 5593163"/>
              <a:gd name="connsiteY530" fmla="*/ 2050865 h 4305008"/>
              <a:gd name="connsiteX531" fmla="*/ 3120191 w 5593163"/>
              <a:gd name="connsiteY531" fmla="*/ 2050928 h 4305008"/>
              <a:gd name="connsiteX532" fmla="*/ 3120732 w 5593163"/>
              <a:gd name="connsiteY532" fmla="*/ 2057565 h 4305008"/>
              <a:gd name="connsiteX533" fmla="*/ 3128196 w 5593163"/>
              <a:gd name="connsiteY533" fmla="*/ 2149296 h 4305008"/>
              <a:gd name="connsiteX534" fmla="*/ 3129566 w 5593163"/>
              <a:gd name="connsiteY534" fmla="*/ 2166144 h 4305008"/>
              <a:gd name="connsiteX535" fmla="*/ 3128973 w 5593163"/>
              <a:gd name="connsiteY535" fmla="*/ 2177494 h 4305008"/>
              <a:gd name="connsiteX536" fmla="*/ 3128474 w 5593163"/>
              <a:gd name="connsiteY536" fmla="*/ 2177461 h 4305008"/>
              <a:gd name="connsiteX537" fmla="*/ 3128448 w 5593163"/>
              <a:gd name="connsiteY537" fmla="*/ 2177952 h 4305008"/>
              <a:gd name="connsiteX538" fmla="*/ 3111330 w 5593163"/>
              <a:gd name="connsiteY538" fmla="*/ 2176339 h 4305008"/>
              <a:gd name="connsiteX539" fmla="*/ 3015903 w 5593163"/>
              <a:gd name="connsiteY539" fmla="*/ 2167348 h 4305008"/>
              <a:gd name="connsiteX540" fmla="*/ 2999687 w 5593163"/>
              <a:gd name="connsiteY540" fmla="*/ 2165820 h 4305008"/>
              <a:gd name="connsiteX541" fmla="*/ 2999571 w 5593163"/>
              <a:gd name="connsiteY541" fmla="*/ 2164681 h 4305008"/>
              <a:gd name="connsiteX542" fmla="*/ 2309405 w 5593163"/>
              <a:gd name="connsiteY542" fmla="*/ 1477083 h 4305008"/>
              <a:gd name="connsiteX543" fmla="*/ 2308899 w 5593163"/>
              <a:gd name="connsiteY543" fmla="*/ 1477021 h 4305008"/>
              <a:gd name="connsiteX544" fmla="*/ 2308361 w 5593163"/>
              <a:gd name="connsiteY544" fmla="*/ 1470397 h 4305008"/>
              <a:gd name="connsiteX545" fmla="*/ 2300894 w 5593163"/>
              <a:gd name="connsiteY545" fmla="*/ 1378647 h 4305008"/>
              <a:gd name="connsiteX546" fmla="*/ 2299523 w 5593163"/>
              <a:gd name="connsiteY546" fmla="*/ 1361805 h 4305008"/>
              <a:gd name="connsiteX547" fmla="*/ 2299523 w 5593163"/>
              <a:gd name="connsiteY547" fmla="*/ 3010804 h 4305008"/>
              <a:gd name="connsiteX548" fmla="*/ 2300894 w 5593163"/>
              <a:gd name="connsiteY548" fmla="*/ 2993823 h 4305008"/>
              <a:gd name="connsiteX549" fmla="*/ 2308358 w 5593163"/>
              <a:gd name="connsiteY549" fmla="*/ 2901366 h 4305008"/>
              <a:gd name="connsiteX550" fmla="*/ 2308898 w 5593163"/>
              <a:gd name="connsiteY550" fmla="*/ 2894676 h 4305008"/>
              <a:gd name="connsiteX551" fmla="*/ 2309404 w 5593163"/>
              <a:gd name="connsiteY551" fmla="*/ 2894613 h 4305008"/>
              <a:gd name="connsiteX552" fmla="*/ 2999570 w 5593163"/>
              <a:gd name="connsiteY552" fmla="*/ 2201572 h 4305008"/>
              <a:gd name="connsiteX553" fmla="*/ 2999687 w 5593163"/>
              <a:gd name="connsiteY553" fmla="*/ 2200424 h 4305008"/>
              <a:gd name="connsiteX554" fmla="*/ 3015899 w 5593163"/>
              <a:gd name="connsiteY554" fmla="*/ 2198885 h 4305008"/>
              <a:gd name="connsiteX555" fmla="*/ 3111361 w 5593163"/>
              <a:gd name="connsiteY555" fmla="*/ 2189820 h 4305008"/>
              <a:gd name="connsiteX556" fmla="*/ 3128448 w 5593163"/>
              <a:gd name="connsiteY556" fmla="*/ 2188197 h 4305008"/>
              <a:gd name="connsiteX557" fmla="*/ 3128474 w 5593163"/>
              <a:gd name="connsiteY557" fmla="*/ 2188691 h 4305008"/>
              <a:gd name="connsiteX558" fmla="*/ 3128972 w 5593163"/>
              <a:gd name="connsiteY558" fmla="*/ 2188658 h 4305008"/>
              <a:gd name="connsiteX559" fmla="*/ 3129566 w 5593163"/>
              <a:gd name="connsiteY559" fmla="*/ 2200098 h 4305008"/>
              <a:gd name="connsiteX560" fmla="*/ 3128196 w 5593163"/>
              <a:gd name="connsiteY560" fmla="*/ 2217074 h 4305008"/>
              <a:gd name="connsiteX561" fmla="*/ 3120729 w 5593163"/>
              <a:gd name="connsiteY561" fmla="*/ 2309550 h 4305008"/>
              <a:gd name="connsiteX562" fmla="*/ 3120190 w 5593163"/>
              <a:gd name="connsiteY562" fmla="*/ 2316226 h 4305008"/>
              <a:gd name="connsiteX563" fmla="*/ 3119685 w 5593163"/>
              <a:gd name="connsiteY563" fmla="*/ 2316289 h 4305008"/>
              <a:gd name="connsiteX564" fmla="*/ 2429519 w 5593163"/>
              <a:gd name="connsiteY564" fmla="*/ 3009330 h 4305008"/>
              <a:gd name="connsiteX565" fmla="*/ 2429403 w 5593163"/>
              <a:gd name="connsiteY565" fmla="*/ 3010478 h 4305008"/>
              <a:gd name="connsiteX566" fmla="*/ 2413186 w 5593163"/>
              <a:gd name="connsiteY566" fmla="*/ 3012018 h 4305008"/>
              <a:gd name="connsiteX567" fmla="*/ 2317760 w 5593163"/>
              <a:gd name="connsiteY567" fmla="*/ 3021080 h 4305008"/>
              <a:gd name="connsiteX568" fmla="*/ 2300641 w 5593163"/>
              <a:gd name="connsiteY568" fmla="*/ 3022706 h 4305008"/>
              <a:gd name="connsiteX569" fmla="*/ 2300615 w 5593163"/>
              <a:gd name="connsiteY569" fmla="*/ 3022211 h 4305008"/>
              <a:gd name="connsiteX570" fmla="*/ 2300116 w 5593163"/>
              <a:gd name="connsiteY570" fmla="*/ 3022244 h 4305008"/>
              <a:gd name="connsiteX571" fmla="*/ 2299523 w 5593163"/>
              <a:gd name="connsiteY571" fmla="*/ 3010804 h 4305008"/>
              <a:gd name="connsiteX572" fmla="*/ 2299523 w 5593163"/>
              <a:gd name="connsiteY572" fmla="*/ 3058630 h 4305008"/>
              <a:gd name="connsiteX573" fmla="*/ 2300117 w 5593163"/>
              <a:gd name="connsiteY573" fmla="*/ 3047280 h 4305008"/>
              <a:gd name="connsiteX574" fmla="*/ 2300615 w 5593163"/>
              <a:gd name="connsiteY574" fmla="*/ 3047312 h 4305008"/>
              <a:gd name="connsiteX575" fmla="*/ 2300641 w 5593163"/>
              <a:gd name="connsiteY575" fmla="*/ 3046822 h 4305008"/>
              <a:gd name="connsiteX576" fmla="*/ 2317729 w 5593163"/>
              <a:gd name="connsiteY576" fmla="*/ 3048432 h 4305008"/>
              <a:gd name="connsiteX577" fmla="*/ 2413190 w 5593163"/>
              <a:gd name="connsiteY577" fmla="*/ 3057426 h 4305008"/>
              <a:gd name="connsiteX578" fmla="*/ 2429403 w 5593163"/>
              <a:gd name="connsiteY578" fmla="*/ 3058953 h 4305008"/>
              <a:gd name="connsiteX579" fmla="*/ 2429520 w 5593163"/>
              <a:gd name="connsiteY579" fmla="*/ 3060092 h 4305008"/>
              <a:gd name="connsiteX580" fmla="*/ 3119686 w 5593163"/>
              <a:gd name="connsiteY580" fmla="*/ 3747690 h 4305008"/>
              <a:gd name="connsiteX581" fmla="*/ 3120191 w 5593163"/>
              <a:gd name="connsiteY581" fmla="*/ 3747753 h 4305008"/>
              <a:gd name="connsiteX582" fmla="*/ 3120732 w 5593163"/>
              <a:gd name="connsiteY582" fmla="*/ 3754390 h 4305008"/>
              <a:gd name="connsiteX583" fmla="*/ 3128196 w 5593163"/>
              <a:gd name="connsiteY583" fmla="*/ 3846121 h 4305008"/>
              <a:gd name="connsiteX584" fmla="*/ 3129566 w 5593163"/>
              <a:gd name="connsiteY584" fmla="*/ 3862969 h 4305008"/>
              <a:gd name="connsiteX585" fmla="*/ 3128973 w 5593163"/>
              <a:gd name="connsiteY585" fmla="*/ 3874319 h 4305008"/>
              <a:gd name="connsiteX586" fmla="*/ 3128474 w 5593163"/>
              <a:gd name="connsiteY586" fmla="*/ 3874286 h 4305008"/>
              <a:gd name="connsiteX587" fmla="*/ 3128448 w 5593163"/>
              <a:gd name="connsiteY587" fmla="*/ 3874777 h 4305008"/>
              <a:gd name="connsiteX588" fmla="*/ 3111330 w 5593163"/>
              <a:gd name="connsiteY588" fmla="*/ 3873164 h 4305008"/>
              <a:gd name="connsiteX589" fmla="*/ 3015903 w 5593163"/>
              <a:gd name="connsiteY589" fmla="*/ 3864173 h 4305008"/>
              <a:gd name="connsiteX590" fmla="*/ 2999687 w 5593163"/>
              <a:gd name="connsiteY590" fmla="*/ 3862645 h 4305008"/>
              <a:gd name="connsiteX591" fmla="*/ 2999571 w 5593163"/>
              <a:gd name="connsiteY591" fmla="*/ 3861506 h 4305008"/>
              <a:gd name="connsiteX592" fmla="*/ 2309405 w 5593163"/>
              <a:gd name="connsiteY592" fmla="*/ 3173908 h 4305008"/>
              <a:gd name="connsiteX593" fmla="*/ 2308899 w 5593163"/>
              <a:gd name="connsiteY593" fmla="*/ 3173846 h 4305008"/>
              <a:gd name="connsiteX594" fmla="*/ 2308361 w 5593163"/>
              <a:gd name="connsiteY594" fmla="*/ 3167222 h 4305008"/>
              <a:gd name="connsiteX595" fmla="*/ 2300894 w 5593163"/>
              <a:gd name="connsiteY595" fmla="*/ 3075472 h 4305008"/>
              <a:gd name="connsiteX596" fmla="*/ 2299523 w 5593163"/>
              <a:gd name="connsiteY596" fmla="*/ 3058630 h 4305008"/>
              <a:gd name="connsiteX597" fmla="*/ 1601297 w 5593163"/>
              <a:gd name="connsiteY597" fmla="*/ 636203 h 4305008"/>
              <a:gd name="connsiteX598" fmla="*/ 2144606 w 5593163"/>
              <a:gd name="connsiteY598" fmla="*/ 1181049 h 4305008"/>
              <a:gd name="connsiteX599" fmla="*/ 1601297 w 5593163"/>
              <a:gd name="connsiteY599" fmla="*/ 636203 h 4305008"/>
              <a:gd name="connsiteX600" fmla="*/ 1601297 w 5593163"/>
              <a:gd name="connsiteY600" fmla="*/ 2333028 h 4305008"/>
              <a:gd name="connsiteX601" fmla="*/ 2144606 w 5593163"/>
              <a:gd name="connsiteY601" fmla="*/ 2877874 h 4305008"/>
              <a:gd name="connsiteX602" fmla="*/ 1601297 w 5593163"/>
              <a:gd name="connsiteY602" fmla="*/ 2333028 h 4305008"/>
              <a:gd name="connsiteX603" fmla="*/ 1601295 w 5593163"/>
              <a:gd name="connsiteY603" fmla="*/ 2034258 h 4305008"/>
              <a:gd name="connsiteX604" fmla="*/ 2144604 w 5593163"/>
              <a:gd name="connsiteY604" fmla="*/ 1493690 h 4305008"/>
              <a:gd name="connsiteX605" fmla="*/ 1601295 w 5593163"/>
              <a:gd name="connsiteY605" fmla="*/ 2034258 h 4305008"/>
              <a:gd name="connsiteX606" fmla="*/ 1601295 w 5593163"/>
              <a:gd name="connsiteY606" fmla="*/ 3731083 h 4305008"/>
              <a:gd name="connsiteX607" fmla="*/ 2144604 w 5593163"/>
              <a:gd name="connsiteY607" fmla="*/ 3190516 h 4305008"/>
              <a:gd name="connsiteX608" fmla="*/ 1601295 w 5593163"/>
              <a:gd name="connsiteY608" fmla="*/ 3731083 h 4305008"/>
              <a:gd name="connsiteX609" fmla="*/ 1457930 w 5593163"/>
              <a:gd name="connsiteY609" fmla="*/ 503273 h 4305008"/>
              <a:gd name="connsiteX610" fmla="*/ 1458524 w 5593163"/>
              <a:gd name="connsiteY610" fmla="*/ 491833 h 4305008"/>
              <a:gd name="connsiteX611" fmla="*/ 1459022 w 5593163"/>
              <a:gd name="connsiteY611" fmla="*/ 491866 h 4305008"/>
              <a:gd name="connsiteX612" fmla="*/ 1459048 w 5593163"/>
              <a:gd name="connsiteY612" fmla="*/ 491372 h 4305008"/>
              <a:gd name="connsiteX613" fmla="*/ 1476135 w 5593163"/>
              <a:gd name="connsiteY613" fmla="*/ 492995 h 4305008"/>
              <a:gd name="connsiteX614" fmla="*/ 1571597 w 5593163"/>
              <a:gd name="connsiteY614" fmla="*/ 502060 h 4305008"/>
              <a:gd name="connsiteX615" fmla="*/ 1587809 w 5593163"/>
              <a:gd name="connsiteY615" fmla="*/ 503599 h 4305008"/>
              <a:gd name="connsiteX616" fmla="*/ 1587926 w 5593163"/>
              <a:gd name="connsiteY616" fmla="*/ 504747 h 4305008"/>
              <a:gd name="connsiteX617" fmla="*/ 2278092 w 5593163"/>
              <a:gd name="connsiteY617" fmla="*/ 1197788 h 4305008"/>
              <a:gd name="connsiteX618" fmla="*/ 2278598 w 5593163"/>
              <a:gd name="connsiteY618" fmla="*/ 1197851 h 4305008"/>
              <a:gd name="connsiteX619" fmla="*/ 2279138 w 5593163"/>
              <a:gd name="connsiteY619" fmla="*/ 1204541 h 4305008"/>
              <a:gd name="connsiteX620" fmla="*/ 2286602 w 5593163"/>
              <a:gd name="connsiteY620" fmla="*/ 1296998 h 4305008"/>
              <a:gd name="connsiteX621" fmla="*/ 2287973 w 5593163"/>
              <a:gd name="connsiteY621" fmla="*/ 1313979 h 4305008"/>
              <a:gd name="connsiteX622" fmla="*/ 2287380 w 5593163"/>
              <a:gd name="connsiteY622" fmla="*/ 1325419 h 4305008"/>
              <a:gd name="connsiteX623" fmla="*/ 2286881 w 5593163"/>
              <a:gd name="connsiteY623" fmla="*/ 1325386 h 4305008"/>
              <a:gd name="connsiteX624" fmla="*/ 2286855 w 5593163"/>
              <a:gd name="connsiteY624" fmla="*/ 1325881 h 4305008"/>
              <a:gd name="connsiteX625" fmla="*/ 2269736 w 5593163"/>
              <a:gd name="connsiteY625" fmla="*/ 1324255 h 4305008"/>
              <a:gd name="connsiteX626" fmla="*/ 2174310 w 5593163"/>
              <a:gd name="connsiteY626" fmla="*/ 1315193 h 4305008"/>
              <a:gd name="connsiteX627" fmla="*/ 2158093 w 5593163"/>
              <a:gd name="connsiteY627" fmla="*/ 1313653 h 4305008"/>
              <a:gd name="connsiteX628" fmla="*/ 2157977 w 5593163"/>
              <a:gd name="connsiteY628" fmla="*/ 1312505 h 4305008"/>
              <a:gd name="connsiteX629" fmla="*/ 1467811 w 5593163"/>
              <a:gd name="connsiteY629" fmla="*/ 619464 h 4305008"/>
              <a:gd name="connsiteX630" fmla="*/ 1467306 w 5593163"/>
              <a:gd name="connsiteY630" fmla="*/ 619401 h 4305008"/>
              <a:gd name="connsiteX631" fmla="*/ 1466767 w 5593163"/>
              <a:gd name="connsiteY631" fmla="*/ 612725 h 4305008"/>
              <a:gd name="connsiteX632" fmla="*/ 1459300 w 5593163"/>
              <a:gd name="connsiteY632" fmla="*/ 520249 h 4305008"/>
              <a:gd name="connsiteX633" fmla="*/ 1457930 w 5593163"/>
              <a:gd name="connsiteY633" fmla="*/ 503273 h 4305008"/>
              <a:gd name="connsiteX634" fmla="*/ 1457930 w 5593163"/>
              <a:gd name="connsiteY634" fmla="*/ 2200098 h 4305008"/>
              <a:gd name="connsiteX635" fmla="*/ 1458524 w 5593163"/>
              <a:gd name="connsiteY635" fmla="*/ 2188658 h 4305008"/>
              <a:gd name="connsiteX636" fmla="*/ 1459022 w 5593163"/>
              <a:gd name="connsiteY636" fmla="*/ 2188691 h 4305008"/>
              <a:gd name="connsiteX637" fmla="*/ 1459048 w 5593163"/>
              <a:gd name="connsiteY637" fmla="*/ 2188197 h 4305008"/>
              <a:gd name="connsiteX638" fmla="*/ 1476135 w 5593163"/>
              <a:gd name="connsiteY638" fmla="*/ 2189820 h 4305008"/>
              <a:gd name="connsiteX639" fmla="*/ 1571597 w 5593163"/>
              <a:gd name="connsiteY639" fmla="*/ 2198885 h 4305008"/>
              <a:gd name="connsiteX640" fmla="*/ 1587809 w 5593163"/>
              <a:gd name="connsiteY640" fmla="*/ 2200424 h 4305008"/>
              <a:gd name="connsiteX641" fmla="*/ 1587926 w 5593163"/>
              <a:gd name="connsiteY641" fmla="*/ 2201572 h 4305008"/>
              <a:gd name="connsiteX642" fmla="*/ 2278092 w 5593163"/>
              <a:gd name="connsiteY642" fmla="*/ 2894613 h 4305008"/>
              <a:gd name="connsiteX643" fmla="*/ 2278598 w 5593163"/>
              <a:gd name="connsiteY643" fmla="*/ 2894676 h 4305008"/>
              <a:gd name="connsiteX644" fmla="*/ 2279138 w 5593163"/>
              <a:gd name="connsiteY644" fmla="*/ 2901366 h 4305008"/>
              <a:gd name="connsiteX645" fmla="*/ 2286602 w 5593163"/>
              <a:gd name="connsiteY645" fmla="*/ 2993823 h 4305008"/>
              <a:gd name="connsiteX646" fmla="*/ 2287973 w 5593163"/>
              <a:gd name="connsiteY646" fmla="*/ 3010804 h 4305008"/>
              <a:gd name="connsiteX647" fmla="*/ 2287380 w 5593163"/>
              <a:gd name="connsiteY647" fmla="*/ 3022244 h 4305008"/>
              <a:gd name="connsiteX648" fmla="*/ 2286881 w 5593163"/>
              <a:gd name="connsiteY648" fmla="*/ 3022211 h 4305008"/>
              <a:gd name="connsiteX649" fmla="*/ 2286855 w 5593163"/>
              <a:gd name="connsiteY649" fmla="*/ 3022706 h 4305008"/>
              <a:gd name="connsiteX650" fmla="*/ 2269736 w 5593163"/>
              <a:gd name="connsiteY650" fmla="*/ 3021080 h 4305008"/>
              <a:gd name="connsiteX651" fmla="*/ 2174310 w 5593163"/>
              <a:gd name="connsiteY651" fmla="*/ 3012018 h 4305008"/>
              <a:gd name="connsiteX652" fmla="*/ 2158093 w 5593163"/>
              <a:gd name="connsiteY652" fmla="*/ 3010478 h 4305008"/>
              <a:gd name="connsiteX653" fmla="*/ 2157977 w 5593163"/>
              <a:gd name="connsiteY653" fmla="*/ 3009330 h 4305008"/>
              <a:gd name="connsiteX654" fmla="*/ 1467811 w 5593163"/>
              <a:gd name="connsiteY654" fmla="*/ 2316289 h 4305008"/>
              <a:gd name="connsiteX655" fmla="*/ 1467306 w 5593163"/>
              <a:gd name="connsiteY655" fmla="*/ 2316226 h 4305008"/>
              <a:gd name="connsiteX656" fmla="*/ 1466767 w 5593163"/>
              <a:gd name="connsiteY656" fmla="*/ 2309550 h 4305008"/>
              <a:gd name="connsiteX657" fmla="*/ 1459300 w 5593163"/>
              <a:gd name="connsiteY657" fmla="*/ 2217074 h 4305008"/>
              <a:gd name="connsiteX658" fmla="*/ 1457930 w 5593163"/>
              <a:gd name="connsiteY658" fmla="*/ 2200098 h 4305008"/>
              <a:gd name="connsiteX659" fmla="*/ 1457930 w 5593163"/>
              <a:gd name="connsiteY659" fmla="*/ 3896923 h 4305008"/>
              <a:gd name="connsiteX660" fmla="*/ 1458524 w 5593163"/>
              <a:gd name="connsiteY660" fmla="*/ 3885483 h 4305008"/>
              <a:gd name="connsiteX661" fmla="*/ 1459022 w 5593163"/>
              <a:gd name="connsiteY661" fmla="*/ 3885516 h 4305008"/>
              <a:gd name="connsiteX662" fmla="*/ 1459048 w 5593163"/>
              <a:gd name="connsiteY662" fmla="*/ 3885022 h 4305008"/>
              <a:gd name="connsiteX663" fmla="*/ 1476135 w 5593163"/>
              <a:gd name="connsiteY663" fmla="*/ 3886645 h 4305008"/>
              <a:gd name="connsiteX664" fmla="*/ 1571597 w 5593163"/>
              <a:gd name="connsiteY664" fmla="*/ 3895710 h 4305008"/>
              <a:gd name="connsiteX665" fmla="*/ 1587809 w 5593163"/>
              <a:gd name="connsiteY665" fmla="*/ 3897249 h 4305008"/>
              <a:gd name="connsiteX666" fmla="*/ 1587926 w 5593163"/>
              <a:gd name="connsiteY666" fmla="*/ 3898397 h 4305008"/>
              <a:gd name="connsiteX667" fmla="*/ 2148179 w 5593163"/>
              <a:gd name="connsiteY667" fmla="*/ 4255797 h 4305008"/>
              <a:gd name="connsiteX668" fmla="*/ 2176624 w 5593163"/>
              <a:gd name="connsiteY668" fmla="*/ 4305008 h 4305008"/>
              <a:gd name="connsiteX669" fmla="*/ 2025574 w 5593163"/>
              <a:gd name="connsiteY669" fmla="*/ 4305008 h 4305008"/>
              <a:gd name="connsiteX670" fmla="*/ 1973451 w 5593163"/>
              <a:gd name="connsiteY670" fmla="*/ 4241205 h 4305008"/>
              <a:gd name="connsiteX671" fmla="*/ 1601297 w 5593163"/>
              <a:gd name="connsiteY671" fmla="*/ 4029853 h 4305008"/>
              <a:gd name="connsiteX672" fmla="*/ 1700478 w 5593163"/>
              <a:gd name="connsiteY672" fmla="*/ 4271827 h 4305008"/>
              <a:gd name="connsiteX673" fmla="*/ 1727160 w 5593163"/>
              <a:gd name="connsiteY673" fmla="*/ 4305008 h 4305008"/>
              <a:gd name="connsiteX674" fmla="*/ 1573050 w 5593163"/>
              <a:gd name="connsiteY674" fmla="*/ 4305008 h 4305008"/>
              <a:gd name="connsiteX675" fmla="*/ 1542929 w 5593163"/>
              <a:gd name="connsiteY675" fmla="*/ 4254710 h 4305008"/>
              <a:gd name="connsiteX676" fmla="*/ 1467811 w 5593163"/>
              <a:gd name="connsiteY676" fmla="*/ 4013114 h 4305008"/>
              <a:gd name="connsiteX677" fmla="*/ 1467306 w 5593163"/>
              <a:gd name="connsiteY677" fmla="*/ 4013051 h 4305008"/>
              <a:gd name="connsiteX678" fmla="*/ 1466767 w 5593163"/>
              <a:gd name="connsiteY678" fmla="*/ 4006375 h 4305008"/>
              <a:gd name="connsiteX679" fmla="*/ 1459300 w 5593163"/>
              <a:gd name="connsiteY679" fmla="*/ 3913899 h 4305008"/>
              <a:gd name="connsiteX680" fmla="*/ 1457930 w 5593163"/>
              <a:gd name="connsiteY680" fmla="*/ 3896923 h 4305008"/>
              <a:gd name="connsiteX681" fmla="*/ 1457928 w 5593163"/>
              <a:gd name="connsiteY681" fmla="*/ 469318 h 4305008"/>
              <a:gd name="connsiteX682" fmla="*/ 1459298 w 5593163"/>
              <a:gd name="connsiteY682" fmla="*/ 452471 h 4305008"/>
              <a:gd name="connsiteX683" fmla="*/ 1466762 w 5593163"/>
              <a:gd name="connsiteY683" fmla="*/ 360740 h 4305008"/>
              <a:gd name="connsiteX684" fmla="*/ 1467303 w 5593163"/>
              <a:gd name="connsiteY684" fmla="*/ 354103 h 4305008"/>
              <a:gd name="connsiteX685" fmla="*/ 1467808 w 5593163"/>
              <a:gd name="connsiteY685" fmla="*/ 354040 h 4305008"/>
              <a:gd name="connsiteX686" fmla="*/ 1552022 w 5593163"/>
              <a:gd name="connsiteY686" fmla="*/ 96778 h 4305008"/>
              <a:gd name="connsiteX687" fmla="*/ 1614656 w 5593163"/>
              <a:gd name="connsiteY687" fmla="*/ 0 h 4305008"/>
              <a:gd name="connsiteX688" fmla="*/ 1783031 w 5593163"/>
              <a:gd name="connsiteY688" fmla="*/ 0 h 4305008"/>
              <a:gd name="connsiteX689" fmla="*/ 1714803 w 5593163"/>
              <a:gd name="connsiteY689" fmla="*/ 76659 h 4305008"/>
              <a:gd name="connsiteX690" fmla="*/ 1601295 w 5593163"/>
              <a:gd name="connsiteY690" fmla="*/ 337433 h 4305008"/>
              <a:gd name="connsiteX691" fmla="*/ 2040269 w 5593163"/>
              <a:gd name="connsiteY691" fmla="*/ 44350 h 4305008"/>
              <a:gd name="connsiteX692" fmla="*/ 2062497 w 5593163"/>
              <a:gd name="connsiteY692" fmla="*/ 0 h 4305008"/>
              <a:gd name="connsiteX693" fmla="*/ 2211135 w 5593163"/>
              <a:gd name="connsiteY693" fmla="*/ 0 h 4305008"/>
              <a:gd name="connsiteX694" fmla="*/ 2159296 w 5593163"/>
              <a:gd name="connsiteY694" fmla="*/ 95636 h 4305008"/>
              <a:gd name="connsiteX695" fmla="*/ 1587923 w 5593163"/>
              <a:gd name="connsiteY695" fmla="*/ 467856 h 4305008"/>
              <a:gd name="connsiteX696" fmla="*/ 1587807 w 5593163"/>
              <a:gd name="connsiteY696" fmla="*/ 468995 h 4305008"/>
              <a:gd name="connsiteX697" fmla="*/ 1571591 w 5593163"/>
              <a:gd name="connsiteY697" fmla="*/ 470523 h 4305008"/>
              <a:gd name="connsiteX698" fmla="*/ 1476164 w 5593163"/>
              <a:gd name="connsiteY698" fmla="*/ 479514 h 4305008"/>
              <a:gd name="connsiteX699" fmla="*/ 1459046 w 5593163"/>
              <a:gd name="connsiteY699" fmla="*/ 481127 h 4305008"/>
              <a:gd name="connsiteX700" fmla="*/ 1459020 w 5593163"/>
              <a:gd name="connsiteY700" fmla="*/ 480636 h 4305008"/>
              <a:gd name="connsiteX701" fmla="*/ 1458521 w 5593163"/>
              <a:gd name="connsiteY701" fmla="*/ 480669 h 4305008"/>
              <a:gd name="connsiteX702" fmla="*/ 1457928 w 5593163"/>
              <a:gd name="connsiteY702" fmla="*/ 469318 h 4305008"/>
              <a:gd name="connsiteX703" fmla="*/ 1457928 w 5593163"/>
              <a:gd name="connsiteY703" fmla="*/ 2166144 h 4305008"/>
              <a:gd name="connsiteX704" fmla="*/ 1459298 w 5593163"/>
              <a:gd name="connsiteY704" fmla="*/ 2149296 h 4305008"/>
              <a:gd name="connsiteX705" fmla="*/ 1466762 w 5593163"/>
              <a:gd name="connsiteY705" fmla="*/ 2057565 h 4305008"/>
              <a:gd name="connsiteX706" fmla="*/ 1467303 w 5593163"/>
              <a:gd name="connsiteY706" fmla="*/ 2050928 h 4305008"/>
              <a:gd name="connsiteX707" fmla="*/ 1467808 w 5593163"/>
              <a:gd name="connsiteY707" fmla="*/ 2050865 h 4305008"/>
              <a:gd name="connsiteX708" fmla="*/ 2157974 w 5593163"/>
              <a:gd name="connsiteY708" fmla="*/ 1363267 h 4305008"/>
              <a:gd name="connsiteX709" fmla="*/ 2158091 w 5593163"/>
              <a:gd name="connsiteY709" fmla="*/ 1362128 h 4305008"/>
              <a:gd name="connsiteX710" fmla="*/ 2174304 w 5593163"/>
              <a:gd name="connsiteY710" fmla="*/ 1360601 h 4305008"/>
              <a:gd name="connsiteX711" fmla="*/ 2269765 w 5593163"/>
              <a:gd name="connsiteY711" fmla="*/ 1351607 h 4305008"/>
              <a:gd name="connsiteX712" fmla="*/ 2286853 w 5593163"/>
              <a:gd name="connsiteY712" fmla="*/ 1349997 h 4305008"/>
              <a:gd name="connsiteX713" fmla="*/ 2286879 w 5593163"/>
              <a:gd name="connsiteY713" fmla="*/ 1350487 h 4305008"/>
              <a:gd name="connsiteX714" fmla="*/ 2287377 w 5593163"/>
              <a:gd name="connsiteY714" fmla="*/ 1350455 h 4305008"/>
              <a:gd name="connsiteX715" fmla="*/ 2287971 w 5593163"/>
              <a:gd name="connsiteY715" fmla="*/ 1361805 h 4305008"/>
              <a:gd name="connsiteX716" fmla="*/ 2286600 w 5593163"/>
              <a:gd name="connsiteY716" fmla="*/ 1378647 h 4305008"/>
              <a:gd name="connsiteX717" fmla="*/ 2279133 w 5593163"/>
              <a:gd name="connsiteY717" fmla="*/ 1470397 h 4305008"/>
              <a:gd name="connsiteX718" fmla="*/ 2278595 w 5593163"/>
              <a:gd name="connsiteY718" fmla="*/ 1477021 h 4305008"/>
              <a:gd name="connsiteX719" fmla="*/ 2278089 w 5593163"/>
              <a:gd name="connsiteY719" fmla="*/ 1477083 h 4305008"/>
              <a:gd name="connsiteX720" fmla="*/ 1587923 w 5593163"/>
              <a:gd name="connsiteY720" fmla="*/ 2164681 h 4305008"/>
              <a:gd name="connsiteX721" fmla="*/ 1587807 w 5593163"/>
              <a:gd name="connsiteY721" fmla="*/ 2165820 h 4305008"/>
              <a:gd name="connsiteX722" fmla="*/ 1571591 w 5593163"/>
              <a:gd name="connsiteY722" fmla="*/ 2167348 h 4305008"/>
              <a:gd name="connsiteX723" fmla="*/ 1476164 w 5593163"/>
              <a:gd name="connsiteY723" fmla="*/ 2176339 h 4305008"/>
              <a:gd name="connsiteX724" fmla="*/ 1459046 w 5593163"/>
              <a:gd name="connsiteY724" fmla="*/ 2177952 h 4305008"/>
              <a:gd name="connsiteX725" fmla="*/ 1459020 w 5593163"/>
              <a:gd name="connsiteY725" fmla="*/ 2177461 h 4305008"/>
              <a:gd name="connsiteX726" fmla="*/ 1458521 w 5593163"/>
              <a:gd name="connsiteY726" fmla="*/ 2177494 h 4305008"/>
              <a:gd name="connsiteX727" fmla="*/ 1457928 w 5593163"/>
              <a:gd name="connsiteY727" fmla="*/ 2166144 h 4305008"/>
              <a:gd name="connsiteX728" fmla="*/ 1457928 w 5593163"/>
              <a:gd name="connsiteY728" fmla="*/ 3862969 h 4305008"/>
              <a:gd name="connsiteX729" fmla="*/ 1459298 w 5593163"/>
              <a:gd name="connsiteY729" fmla="*/ 3846121 h 4305008"/>
              <a:gd name="connsiteX730" fmla="*/ 1466762 w 5593163"/>
              <a:gd name="connsiteY730" fmla="*/ 3754390 h 4305008"/>
              <a:gd name="connsiteX731" fmla="*/ 1467303 w 5593163"/>
              <a:gd name="connsiteY731" fmla="*/ 3747753 h 4305008"/>
              <a:gd name="connsiteX732" fmla="*/ 1467808 w 5593163"/>
              <a:gd name="connsiteY732" fmla="*/ 3747690 h 4305008"/>
              <a:gd name="connsiteX733" fmla="*/ 2157974 w 5593163"/>
              <a:gd name="connsiteY733" fmla="*/ 3060092 h 4305008"/>
              <a:gd name="connsiteX734" fmla="*/ 2158091 w 5593163"/>
              <a:gd name="connsiteY734" fmla="*/ 3058953 h 4305008"/>
              <a:gd name="connsiteX735" fmla="*/ 2174304 w 5593163"/>
              <a:gd name="connsiteY735" fmla="*/ 3057426 h 4305008"/>
              <a:gd name="connsiteX736" fmla="*/ 2269765 w 5593163"/>
              <a:gd name="connsiteY736" fmla="*/ 3048432 h 4305008"/>
              <a:gd name="connsiteX737" fmla="*/ 2286853 w 5593163"/>
              <a:gd name="connsiteY737" fmla="*/ 3046822 h 4305008"/>
              <a:gd name="connsiteX738" fmla="*/ 2286879 w 5593163"/>
              <a:gd name="connsiteY738" fmla="*/ 3047312 h 4305008"/>
              <a:gd name="connsiteX739" fmla="*/ 2287377 w 5593163"/>
              <a:gd name="connsiteY739" fmla="*/ 3047280 h 4305008"/>
              <a:gd name="connsiteX740" fmla="*/ 2287971 w 5593163"/>
              <a:gd name="connsiteY740" fmla="*/ 3058630 h 4305008"/>
              <a:gd name="connsiteX741" fmla="*/ 2286600 w 5593163"/>
              <a:gd name="connsiteY741" fmla="*/ 3075472 h 4305008"/>
              <a:gd name="connsiteX742" fmla="*/ 2279133 w 5593163"/>
              <a:gd name="connsiteY742" fmla="*/ 3167222 h 4305008"/>
              <a:gd name="connsiteX743" fmla="*/ 2278595 w 5593163"/>
              <a:gd name="connsiteY743" fmla="*/ 3173846 h 4305008"/>
              <a:gd name="connsiteX744" fmla="*/ 2278089 w 5593163"/>
              <a:gd name="connsiteY744" fmla="*/ 3173908 h 4305008"/>
              <a:gd name="connsiteX745" fmla="*/ 1587923 w 5593163"/>
              <a:gd name="connsiteY745" fmla="*/ 3861506 h 4305008"/>
              <a:gd name="connsiteX746" fmla="*/ 1587807 w 5593163"/>
              <a:gd name="connsiteY746" fmla="*/ 3862645 h 4305008"/>
              <a:gd name="connsiteX747" fmla="*/ 1571591 w 5593163"/>
              <a:gd name="connsiteY747" fmla="*/ 3864173 h 4305008"/>
              <a:gd name="connsiteX748" fmla="*/ 1476164 w 5593163"/>
              <a:gd name="connsiteY748" fmla="*/ 3873164 h 4305008"/>
              <a:gd name="connsiteX749" fmla="*/ 1459046 w 5593163"/>
              <a:gd name="connsiteY749" fmla="*/ 3874777 h 4305008"/>
              <a:gd name="connsiteX750" fmla="*/ 1459020 w 5593163"/>
              <a:gd name="connsiteY750" fmla="*/ 3874286 h 4305008"/>
              <a:gd name="connsiteX751" fmla="*/ 1458521 w 5593163"/>
              <a:gd name="connsiteY751" fmla="*/ 3874319 h 4305008"/>
              <a:gd name="connsiteX752" fmla="*/ 1457928 w 5593163"/>
              <a:gd name="connsiteY752" fmla="*/ 3862969 h 4305008"/>
              <a:gd name="connsiteX753" fmla="*/ 750739 w 5593163"/>
              <a:gd name="connsiteY753" fmla="*/ 1181049 h 4305008"/>
              <a:gd name="connsiteX754" fmla="*/ 1294048 w 5593163"/>
              <a:gd name="connsiteY754" fmla="*/ 636203 h 4305008"/>
              <a:gd name="connsiteX755" fmla="*/ 750739 w 5593163"/>
              <a:gd name="connsiteY755" fmla="*/ 1181049 h 4305008"/>
              <a:gd name="connsiteX756" fmla="*/ 750739 w 5593163"/>
              <a:gd name="connsiteY756" fmla="*/ 1493690 h 4305008"/>
              <a:gd name="connsiteX757" fmla="*/ 1294048 w 5593163"/>
              <a:gd name="connsiteY757" fmla="*/ 2034258 h 4305008"/>
              <a:gd name="connsiteX758" fmla="*/ 750739 w 5593163"/>
              <a:gd name="connsiteY758" fmla="*/ 1493690 h 4305008"/>
              <a:gd name="connsiteX759" fmla="*/ 750739 w 5593163"/>
              <a:gd name="connsiteY759" fmla="*/ 2877874 h 4305008"/>
              <a:gd name="connsiteX760" fmla="*/ 1294048 w 5593163"/>
              <a:gd name="connsiteY760" fmla="*/ 2333028 h 4305008"/>
              <a:gd name="connsiteX761" fmla="*/ 750739 w 5593163"/>
              <a:gd name="connsiteY761" fmla="*/ 2877874 h 4305008"/>
              <a:gd name="connsiteX762" fmla="*/ 750739 w 5593163"/>
              <a:gd name="connsiteY762" fmla="*/ 3190516 h 4305008"/>
              <a:gd name="connsiteX763" fmla="*/ 1294048 w 5593163"/>
              <a:gd name="connsiteY763" fmla="*/ 3731083 h 4305008"/>
              <a:gd name="connsiteX764" fmla="*/ 750739 w 5593163"/>
              <a:gd name="connsiteY764" fmla="*/ 3190516 h 4305008"/>
              <a:gd name="connsiteX765" fmla="*/ 718720 w 5593163"/>
              <a:gd name="connsiteY765" fmla="*/ 4305008 h 4305008"/>
              <a:gd name="connsiteX766" fmla="*/ 747165 w 5593163"/>
              <a:gd name="connsiteY766" fmla="*/ 4255797 h 4305008"/>
              <a:gd name="connsiteX767" fmla="*/ 1307418 w 5593163"/>
              <a:gd name="connsiteY767" fmla="*/ 3898397 h 4305008"/>
              <a:gd name="connsiteX768" fmla="*/ 1307535 w 5593163"/>
              <a:gd name="connsiteY768" fmla="*/ 3897249 h 4305008"/>
              <a:gd name="connsiteX769" fmla="*/ 1323748 w 5593163"/>
              <a:gd name="connsiteY769" fmla="*/ 3895710 h 4305008"/>
              <a:gd name="connsiteX770" fmla="*/ 1419209 w 5593163"/>
              <a:gd name="connsiteY770" fmla="*/ 3886645 h 4305008"/>
              <a:gd name="connsiteX771" fmla="*/ 1436297 w 5593163"/>
              <a:gd name="connsiteY771" fmla="*/ 3885022 h 4305008"/>
              <a:gd name="connsiteX772" fmla="*/ 1436323 w 5593163"/>
              <a:gd name="connsiteY772" fmla="*/ 3885516 h 4305008"/>
              <a:gd name="connsiteX773" fmla="*/ 1436821 w 5593163"/>
              <a:gd name="connsiteY773" fmla="*/ 3885483 h 4305008"/>
              <a:gd name="connsiteX774" fmla="*/ 1437415 w 5593163"/>
              <a:gd name="connsiteY774" fmla="*/ 3896923 h 4305008"/>
              <a:gd name="connsiteX775" fmla="*/ 1436044 w 5593163"/>
              <a:gd name="connsiteY775" fmla="*/ 3913899 h 4305008"/>
              <a:gd name="connsiteX776" fmla="*/ 1428577 w 5593163"/>
              <a:gd name="connsiteY776" fmla="*/ 4006375 h 4305008"/>
              <a:gd name="connsiteX777" fmla="*/ 1428039 w 5593163"/>
              <a:gd name="connsiteY777" fmla="*/ 4013051 h 4305008"/>
              <a:gd name="connsiteX778" fmla="*/ 1427533 w 5593163"/>
              <a:gd name="connsiteY778" fmla="*/ 4013114 h 4305008"/>
              <a:gd name="connsiteX779" fmla="*/ 1352416 w 5593163"/>
              <a:gd name="connsiteY779" fmla="*/ 4254710 h 4305008"/>
              <a:gd name="connsiteX780" fmla="*/ 1322295 w 5593163"/>
              <a:gd name="connsiteY780" fmla="*/ 4305008 h 4305008"/>
              <a:gd name="connsiteX781" fmla="*/ 1168185 w 5593163"/>
              <a:gd name="connsiteY781" fmla="*/ 4305008 h 4305008"/>
              <a:gd name="connsiteX782" fmla="*/ 1194867 w 5593163"/>
              <a:gd name="connsiteY782" fmla="*/ 4271827 h 4305008"/>
              <a:gd name="connsiteX783" fmla="*/ 1294048 w 5593163"/>
              <a:gd name="connsiteY783" fmla="*/ 4029853 h 4305008"/>
              <a:gd name="connsiteX784" fmla="*/ 921894 w 5593163"/>
              <a:gd name="connsiteY784" fmla="*/ 4241205 h 4305008"/>
              <a:gd name="connsiteX785" fmla="*/ 869771 w 5593163"/>
              <a:gd name="connsiteY785" fmla="*/ 4305008 h 4305008"/>
              <a:gd name="connsiteX786" fmla="*/ 684209 w 5593163"/>
              <a:gd name="connsiteY786" fmla="*/ 0 h 4305008"/>
              <a:gd name="connsiteX787" fmla="*/ 832847 w 5593163"/>
              <a:gd name="connsiteY787" fmla="*/ 0 h 4305008"/>
              <a:gd name="connsiteX788" fmla="*/ 855075 w 5593163"/>
              <a:gd name="connsiteY788" fmla="*/ 44350 h 4305008"/>
              <a:gd name="connsiteX789" fmla="*/ 1294048 w 5593163"/>
              <a:gd name="connsiteY789" fmla="*/ 337433 h 4305008"/>
              <a:gd name="connsiteX790" fmla="*/ 1180541 w 5593163"/>
              <a:gd name="connsiteY790" fmla="*/ 76659 h 4305008"/>
              <a:gd name="connsiteX791" fmla="*/ 1112313 w 5593163"/>
              <a:gd name="connsiteY791" fmla="*/ 0 h 4305008"/>
              <a:gd name="connsiteX792" fmla="*/ 1280688 w 5593163"/>
              <a:gd name="connsiteY792" fmla="*/ 0 h 4305008"/>
              <a:gd name="connsiteX793" fmla="*/ 1343322 w 5593163"/>
              <a:gd name="connsiteY793" fmla="*/ 96778 h 4305008"/>
              <a:gd name="connsiteX794" fmla="*/ 1427534 w 5593163"/>
              <a:gd name="connsiteY794" fmla="*/ 354040 h 4305008"/>
              <a:gd name="connsiteX795" fmla="*/ 1428040 w 5593163"/>
              <a:gd name="connsiteY795" fmla="*/ 354102 h 4305008"/>
              <a:gd name="connsiteX796" fmla="*/ 1428580 w 5593163"/>
              <a:gd name="connsiteY796" fmla="*/ 360740 h 4305008"/>
              <a:gd name="connsiteX797" fmla="*/ 1436044 w 5593163"/>
              <a:gd name="connsiteY797" fmla="*/ 452471 h 4305008"/>
              <a:gd name="connsiteX798" fmla="*/ 1437415 w 5593163"/>
              <a:gd name="connsiteY798" fmla="*/ 469318 h 4305008"/>
              <a:gd name="connsiteX799" fmla="*/ 1436822 w 5593163"/>
              <a:gd name="connsiteY799" fmla="*/ 480669 h 4305008"/>
              <a:gd name="connsiteX800" fmla="*/ 1436323 w 5593163"/>
              <a:gd name="connsiteY800" fmla="*/ 480636 h 4305008"/>
              <a:gd name="connsiteX801" fmla="*/ 1436297 w 5593163"/>
              <a:gd name="connsiteY801" fmla="*/ 481127 h 4305008"/>
              <a:gd name="connsiteX802" fmla="*/ 1419178 w 5593163"/>
              <a:gd name="connsiteY802" fmla="*/ 479514 h 4305008"/>
              <a:gd name="connsiteX803" fmla="*/ 1323752 w 5593163"/>
              <a:gd name="connsiteY803" fmla="*/ 470523 h 4305008"/>
              <a:gd name="connsiteX804" fmla="*/ 1307535 w 5593163"/>
              <a:gd name="connsiteY804" fmla="*/ 468995 h 4305008"/>
              <a:gd name="connsiteX805" fmla="*/ 1307419 w 5593163"/>
              <a:gd name="connsiteY805" fmla="*/ 467856 h 4305008"/>
              <a:gd name="connsiteX806" fmla="*/ 736048 w 5593163"/>
              <a:gd name="connsiteY806" fmla="*/ 95636 h 4305008"/>
              <a:gd name="connsiteX807" fmla="*/ 607372 w 5593163"/>
              <a:gd name="connsiteY807" fmla="*/ 1313979 h 4305008"/>
              <a:gd name="connsiteX808" fmla="*/ 608742 w 5593163"/>
              <a:gd name="connsiteY808" fmla="*/ 1296998 h 4305008"/>
              <a:gd name="connsiteX809" fmla="*/ 616206 w 5593163"/>
              <a:gd name="connsiteY809" fmla="*/ 1204541 h 4305008"/>
              <a:gd name="connsiteX810" fmla="*/ 616747 w 5593163"/>
              <a:gd name="connsiteY810" fmla="*/ 1197851 h 4305008"/>
              <a:gd name="connsiteX811" fmla="*/ 617252 w 5593163"/>
              <a:gd name="connsiteY811" fmla="*/ 1197788 h 4305008"/>
              <a:gd name="connsiteX812" fmla="*/ 1307418 w 5593163"/>
              <a:gd name="connsiteY812" fmla="*/ 504747 h 4305008"/>
              <a:gd name="connsiteX813" fmla="*/ 1307535 w 5593163"/>
              <a:gd name="connsiteY813" fmla="*/ 503599 h 4305008"/>
              <a:gd name="connsiteX814" fmla="*/ 1323748 w 5593163"/>
              <a:gd name="connsiteY814" fmla="*/ 502060 h 4305008"/>
              <a:gd name="connsiteX815" fmla="*/ 1419209 w 5593163"/>
              <a:gd name="connsiteY815" fmla="*/ 492995 h 4305008"/>
              <a:gd name="connsiteX816" fmla="*/ 1436297 w 5593163"/>
              <a:gd name="connsiteY816" fmla="*/ 491372 h 4305008"/>
              <a:gd name="connsiteX817" fmla="*/ 1436323 w 5593163"/>
              <a:gd name="connsiteY817" fmla="*/ 491866 h 4305008"/>
              <a:gd name="connsiteX818" fmla="*/ 1436821 w 5593163"/>
              <a:gd name="connsiteY818" fmla="*/ 491833 h 4305008"/>
              <a:gd name="connsiteX819" fmla="*/ 1437415 w 5593163"/>
              <a:gd name="connsiteY819" fmla="*/ 503273 h 4305008"/>
              <a:gd name="connsiteX820" fmla="*/ 1436044 w 5593163"/>
              <a:gd name="connsiteY820" fmla="*/ 520249 h 4305008"/>
              <a:gd name="connsiteX821" fmla="*/ 1428577 w 5593163"/>
              <a:gd name="connsiteY821" fmla="*/ 612725 h 4305008"/>
              <a:gd name="connsiteX822" fmla="*/ 1428039 w 5593163"/>
              <a:gd name="connsiteY822" fmla="*/ 619401 h 4305008"/>
              <a:gd name="connsiteX823" fmla="*/ 1427533 w 5593163"/>
              <a:gd name="connsiteY823" fmla="*/ 619464 h 4305008"/>
              <a:gd name="connsiteX824" fmla="*/ 737367 w 5593163"/>
              <a:gd name="connsiteY824" fmla="*/ 1312505 h 4305008"/>
              <a:gd name="connsiteX825" fmla="*/ 737251 w 5593163"/>
              <a:gd name="connsiteY825" fmla="*/ 1313653 h 4305008"/>
              <a:gd name="connsiteX826" fmla="*/ 721035 w 5593163"/>
              <a:gd name="connsiteY826" fmla="*/ 1315193 h 4305008"/>
              <a:gd name="connsiteX827" fmla="*/ 625608 w 5593163"/>
              <a:gd name="connsiteY827" fmla="*/ 1324255 h 4305008"/>
              <a:gd name="connsiteX828" fmla="*/ 608490 w 5593163"/>
              <a:gd name="connsiteY828" fmla="*/ 1325881 h 4305008"/>
              <a:gd name="connsiteX829" fmla="*/ 608464 w 5593163"/>
              <a:gd name="connsiteY829" fmla="*/ 1325386 h 4305008"/>
              <a:gd name="connsiteX830" fmla="*/ 607965 w 5593163"/>
              <a:gd name="connsiteY830" fmla="*/ 1325419 h 4305008"/>
              <a:gd name="connsiteX831" fmla="*/ 607372 w 5593163"/>
              <a:gd name="connsiteY831" fmla="*/ 1313979 h 4305008"/>
              <a:gd name="connsiteX832" fmla="*/ 607372 w 5593163"/>
              <a:gd name="connsiteY832" fmla="*/ 1361805 h 4305008"/>
              <a:gd name="connsiteX833" fmla="*/ 607966 w 5593163"/>
              <a:gd name="connsiteY833" fmla="*/ 1350455 h 4305008"/>
              <a:gd name="connsiteX834" fmla="*/ 608464 w 5593163"/>
              <a:gd name="connsiteY834" fmla="*/ 1350487 h 4305008"/>
              <a:gd name="connsiteX835" fmla="*/ 608490 w 5593163"/>
              <a:gd name="connsiteY835" fmla="*/ 1349997 h 4305008"/>
              <a:gd name="connsiteX836" fmla="*/ 625577 w 5593163"/>
              <a:gd name="connsiteY836" fmla="*/ 1351607 h 4305008"/>
              <a:gd name="connsiteX837" fmla="*/ 721039 w 5593163"/>
              <a:gd name="connsiteY837" fmla="*/ 1360601 h 4305008"/>
              <a:gd name="connsiteX838" fmla="*/ 737251 w 5593163"/>
              <a:gd name="connsiteY838" fmla="*/ 1362128 h 4305008"/>
              <a:gd name="connsiteX839" fmla="*/ 737368 w 5593163"/>
              <a:gd name="connsiteY839" fmla="*/ 1363267 h 4305008"/>
              <a:gd name="connsiteX840" fmla="*/ 1427534 w 5593163"/>
              <a:gd name="connsiteY840" fmla="*/ 2050865 h 4305008"/>
              <a:gd name="connsiteX841" fmla="*/ 1428040 w 5593163"/>
              <a:gd name="connsiteY841" fmla="*/ 2050928 h 4305008"/>
              <a:gd name="connsiteX842" fmla="*/ 1428580 w 5593163"/>
              <a:gd name="connsiteY842" fmla="*/ 2057565 h 4305008"/>
              <a:gd name="connsiteX843" fmla="*/ 1436044 w 5593163"/>
              <a:gd name="connsiteY843" fmla="*/ 2149296 h 4305008"/>
              <a:gd name="connsiteX844" fmla="*/ 1437415 w 5593163"/>
              <a:gd name="connsiteY844" fmla="*/ 2166144 h 4305008"/>
              <a:gd name="connsiteX845" fmla="*/ 1436822 w 5593163"/>
              <a:gd name="connsiteY845" fmla="*/ 2177494 h 4305008"/>
              <a:gd name="connsiteX846" fmla="*/ 1436323 w 5593163"/>
              <a:gd name="connsiteY846" fmla="*/ 2177461 h 4305008"/>
              <a:gd name="connsiteX847" fmla="*/ 1436297 w 5593163"/>
              <a:gd name="connsiteY847" fmla="*/ 2177952 h 4305008"/>
              <a:gd name="connsiteX848" fmla="*/ 1419178 w 5593163"/>
              <a:gd name="connsiteY848" fmla="*/ 2176339 h 4305008"/>
              <a:gd name="connsiteX849" fmla="*/ 1323752 w 5593163"/>
              <a:gd name="connsiteY849" fmla="*/ 2167348 h 4305008"/>
              <a:gd name="connsiteX850" fmla="*/ 1307535 w 5593163"/>
              <a:gd name="connsiteY850" fmla="*/ 2165820 h 4305008"/>
              <a:gd name="connsiteX851" fmla="*/ 1307419 w 5593163"/>
              <a:gd name="connsiteY851" fmla="*/ 2164681 h 4305008"/>
              <a:gd name="connsiteX852" fmla="*/ 617253 w 5593163"/>
              <a:gd name="connsiteY852" fmla="*/ 1477083 h 4305008"/>
              <a:gd name="connsiteX853" fmla="*/ 616748 w 5593163"/>
              <a:gd name="connsiteY853" fmla="*/ 1477021 h 4305008"/>
              <a:gd name="connsiteX854" fmla="*/ 616209 w 5593163"/>
              <a:gd name="connsiteY854" fmla="*/ 1470397 h 4305008"/>
              <a:gd name="connsiteX855" fmla="*/ 608742 w 5593163"/>
              <a:gd name="connsiteY855" fmla="*/ 1378647 h 4305008"/>
              <a:gd name="connsiteX856" fmla="*/ 607372 w 5593163"/>
              <a:gd name="connsiteY856" fmla="*/ 1361805 h 4305008"/>
              <a:gd name="connsiteX857" fmla="*/ 607372 w 5593163"/>
              <a:gd name="connsiteY857" fmla="*/ 3010804 h 4305008"/>
              <a:gd name="connsiteX858" fmla="*/ 608742 w 5593163"/>
              <a:gd name="connsiteY858" fmla="*/ 2993823 h 4305008"/>
              <a:gd name="connsiteX859" fmla="*/ 616206 w 5593163"/>
              <a:gd name="connsiteY859" fmla="*/ 2901366 h 4305008"/>
              <a:gd name="connsiteX860" fmla="*/ 616747 w 5593163"/>
              <a:gd name="connsiteY860" fmla="*/ 2894676 h 4305008"/>
              <a:gd name="connsiteX861" fmla="*/ 617252 w 5593163"/>
              <a:gd name="connsiteY861" fmla="*/ 2894613 h 4305008"/>
              <a:gd name="connsiteX862" fmla="*/ 1307418 w 5593163"/>
              <a:gd name="connsiteY862" fmla="*/ 2201572 h 4305008"/>
              <a:gd name="connsiteX863" fmla="*/ 1307535 w 5593163"/>
              <a:gd name="connsiteY863" fmla="*/ 2200424 h 4305008"/>
              <a:gd name="connsiteX864" fmla="*/ 1323748 w 5593163"/>
              <a:gd name="connsiteY864" fmla="*/ 2198885 h 4305008"/>
              <a:gd name="connsiteX865" fmla="*/ 1419209 w 5593163"/>
              <a:gd name="connsiteY865" fmla="*/ 2189820 h 4305008"/>
              <a:gd name="connsiteX866" fmla="*/ 1436297 w 5593163"/>
              <a:gd name="connsiteY866" fmla="*/ 2188197 h 4305008"/>
              <a:gd name="connsiteX867" fmla="*/ 1436323 w 5593163"/>
              <a:gd name="connsiteY867" fmla="*/ 2188691 h 4305008"/>
              <a:gd name="connsiteX868" fmla="*/ 1436821 w 5593163"/>
              <a:gd name="connsiteY868" fmla="*/ 2188658 h 4305008"/>
              <a:gd name="connsiteX869" fmla="*/ 1437415 w 5593163"/>
              <a:gd name="connsiteY869" fmla="*/ 2200098 h 4305008"/>
              <a:gd name="connsiteX870" fmla="*/ 1436044 w 5593163"/>
              <a:gd name="connsiteY870" fmla="*/ 2217074 h 4305008"/>
              <a:gd name="connsiteX871" fmla="*/ 1428577 w 5593163"/>
              <a:gd name="connsiteY871" fmla="*/ 2309550 h 4305008"/>
              <a:gd name="connsiteX872" fmla="*/ 1428039 w 5593163"/>
              <a:gd name="connsiteY872" fmla="*/ 2316226 h 4305008"/>
              <a:gd name="connsiteX873" fmla="*/ 1427533 w 5593163"/>
              <a:gd name="connsiteY873" fmla="*/ 2316289 h 4305008"/>
              <a:gd name="connsiteX874" fmla="*/ 737367 w 5593163"/>
              <a:gd name="connsiteY874" fmla="*/ 3009330 h 4305008"/>
              <a:gd name="connsiteX875" fmla="*/ 737251 w 5593163"/>
              <a:gd name="connsiteY875" fmla="*/ 3010478 h 4305008"/>
              <a:gd name="connsiteX876" fmla="*/ 721035 w 5593163"/>
              <a:gd name="connsiteY876" fmla="*/ 3012018 h 4305008"/>
              <a:gd name="connsiteX877" fmla="*/ 625608 w 5593163"/>
              <a:gd name="connsiteY877" fmla="*/ 3021080 h 4305008"/>
              <a:gd name="connsiteX878" fmla="*/ 608490 w 5593163"/>
              <a:gd name="connsiteY878" fmla="*/ 3022706 h 4305008"/>
              <a:gd name="connsiteX879" fmla="*/ 608464 w 5593163"/>
              <a:gd name="connsiteY879" fmla="*/ 3022211 h 4305008"/>
              <a:gd name="connsiteX880" fmla="*/ 607965 w 5593163"/>
              <a:gd name="connsiteY880" fmla="*/ 3022244 h 4305008"/>
              <a:gd name="connsiteX881" fmla="*/ 607372 w 5593163"/>
              <a:gd name="connsiteY881" fmla="*/ 3010804 h 4305008"/>
              <a:gd name="connsiteX882" fmla="*/ 607372 w 5593163"/>
              <a:gd name="connsiteY882" fmla="*/ 3058630 h 4305008"/>
              <a:gd name="connsiteX883" fmla="*/ 607966 w 5593163"/>
              <a:gd name="connsiteY883" fmla="*/ 3047280 h 4305008"/>
              <a:gd name="connsiteX884" fmla="*/ 608464 w 5593163"/>
              <a:gd name="connsiteY884" fmla="*/ 3047312 h 4305008"/>
              <a:gd name="connsiteX885" fmla="*/ 608490 w 5593163"/>
              <a:gd name="connsiteY885" fmla="*/ 3046822 h 4305008"/>
              <a:gd name="connsiteX886" fmla="*/ 625577 w 5593163"/>
              <a:gd name="connsiteY886" fmla="*/ 3048432 h 4305008"/>
              <a:gd name="connsiteX887" fmla="*/ 721039 w 5593163"/>
              <a:gd name="connsiteY887" fmla="*/ 3057426 h 4305008"/>
              <a:gd name="connsiteX888" fmla="*/ 737251 w 5593163"/>
              <a:gd name="connsiteY888" fmla="*/ 3058953 h 4305008"/>
              <a:gd name="connsiteX889" fmla="*/ 737368 w 5593163"/>
              <a:gd name="connsiteY889" fmla="*/ 3060092 h 4305008"/>
              <a:gd name="connsiteX890" fmla="*/ 1427534 w 5593163"/>
              <a:gd name="connsiteY890" fmla="*/ 3747690 h 4305008"/>
              <a:gd name="connsiteX891" fmla="*/ 1428040 w 5593163"/>
              <a:gd name="connsiteY891" fmla="*/ 3747753 h 4305008"/>
              <a:gd name="connsiteX892" fmla="*/ 1428580 w 5593163"/>
              <a:gd name="connsiteY892" fmla="*/ 3754390 h 4305008"/>
              <a:gd name="connsiteX893" fmla="*/ 1436044 w 5593163"/>
              <a:gd name="connsiteY893" fmla="*/ 3846121 h 4305008"/>
              <a:gd name="connsiteX894" fmla="*/ 1437415 w 5593163"/>
              <a:gd name="connsiteY894" fmla="*/ 3862969 h 4305008"/>
              <a:gd name="connsiteX895" fmla="*/ 1436822 w 5593163"/>
              <a:gd name="connsiteY895" fmla="*/ 3874319 h 4305008"/>
              <a:gd name="connsiteX896" fmla="*/ 1436323 w 5593163"/>
              <a:gd name="connsiteY896" fmla="*/ 3874286 h 4305008"/>
              <a:gd name="connsiteX897" fmla="*/ 1436297 w 5593163"/>
              <a:gd name="connsiteY897" fmla="*/ 3874777 h 4305008"/>
              <a:gd name="connsiteX898" fmla="*/ 1419178 w 5593163"/>
              <a:gd name="connsiteY898" fmla="*/ 3873164 h 4305008"/>
              <a:gd name="connsiteX899" fmla="*/ 1323752 w 5593163"/>
              <a:gd name="connsiteY899" fmla="*/ 3864173 h 4305008"/>
              <a:gd name="connsiteX900" fmla="*/ 1307535 w 5593163"/>
              <a:gd name="connsiteY900" fmla="*/ 3862645 h 4305008"/>
              <a:gd name="connsiteX901" fmla="*/ 1307419 w 5593163"/>
              <a:gd name="connsiteY901" fmla="*/ 3861506 h 4305008"/>
              <a:gd name="connsiteX902" fmla="*/ 617253 w 5593163"/>
              <a:gd name="connsiteY902" fmla="*/ 3173908 h 4305008"/>
              <a:gd name="connsiteX903" fmla="*/ 616748 w 5593163"/>
              <a:gd name="connsiteY903" fmla="*/ 3173846 h 4305008"/>
              <a:gd name="connsiteX904" fmla="*/ 616209 w 5593163"/>
              <a:gd name="connsiteY904" fmla="*/ 3167222 h 4305008"/>
              <a:gd name="connsiteX905" fmla="*/ 608742 w 5593163"/>
              <a:gd name="connsiteY905" fmla="*/ 3075472 h 4305008"/>
              <a:gd name="connsiteX906" fmla="*/ 607372 w 5593163"/>
              <a:gd name="connsiteY906" fmla="*/ 3058630 h 4305008"/>
              <a:gd name="connsiteX907" fmla="*/ 0 w 5593163"/>
              <a:gd name="connsiteY907" fmla="*/ 116373 h 4305008"/>
              <a:gd name="connsiteX908" fmla="*/ 0 w 5593163"/>
              <a:gd name="connsiteY908" fmla="*/ 0 h 4305008"/>
              <a:gd name="connsiteX909" fmla="*/ 90880 w 5593163"/>
              <a:gd name="connsiteY909" fmla="*/ 0 h 4305008"/>
              <a:gd name="connsiteX910" fmla="*/ 22652 w 5593163"/>
              <a:gd name="connsiteY910" fmla="*/ 76659 h 4305008"/>
              <a:gd name="connsiteX911" fmla="*/ 0 w 5593163"/>
              <a:gd name="connsiteY911" fmla="*/ 443121 h 4305008"/>
              <a:gd name="connsiteX912" fmla="*/ 0 w 5593163"/>
              <a:gd name="connsiteY912" fmla="*/ 311637 h 4305008"/>
              <a:gd name="connsiteX913" fmla="*/ 82171 w 5593163"/>
              <a:gd name="connsiteY913" fmla="*/ 276703 h 4305008"/>
              <a:gd name="connsiteX914" fmla="*/ 348118 w 5593163"/>
              <a:gd name="connsiteY914" fmla="*/ 44350 h 4305008"/>
              <a:gd name="connsiteX915" fmla="*/ 370347 w 5593163"/>
              <a:gd name="connsiteY915" fmla="*/ 0 h 4305008"/>
              <a:gd name="connsiteX916" fmla="*/ 518984 w 5593163"/>
              <a:gd name="connsiteY916" fmla="*/ 0 h 4305008"/>
              <a:gd name="connsiteX917" fmla="*/ 467145 w 5593163"/>
              <a:gd name="connsiteY917" fmla="*/ 95636 h 4305008"/>
              <a:gd name="connsiteX918" fmla="*/ 13323 w 5593163"/>
              <a:gd name="connsiteY918" fmla="*/ 439959 h 4305008"/>
              <a:gd name="connsiteX919" fmla="*/ 0 w 5593163"/>
              <a:gd name="connsiteY919" fmla="*/ 1070142 h 4305008"/>
              <a:gd name="connsiteX920" fmla="*/ 0 w 5593163"/>
              <a:gd name="connsiteY920" fmla="*/ 862064 h 4305008"/>
              <a:gd name="connsiteX921" fmla="*/ 31905 w 5593163"/>
              <a:gd name="connsiteY921" fmla="*/ 912052 h 4305008"/>
              <a:gd name="connsiteX922" fmla="*/ 452455 w 5593163"/>
              <a:gd name="connsiteY922" fmla="*/ 1181049 h 4305008"/>
              <a:gd name="connsiteX923" fmla="*/ 9316 w 5593163"/>
              <a:gd name="connsiteY923" fmla="*/ 665484 h 4305008"/>
              <a:gd name="connsiteX924" fmla="*/ 0 w 5593163"/>
              <a:gd name="connsiteY924" fmla="*/ 662760 h 4305008"/>
              <a:gd name="connsiteX925" fmla="*/ 0 w 5593163"/>
              <a:gd name="connsiteY925" fmla="*/ 530567 h 4305008"/>
              <a:gd name="connsiteX926" fmla="*/ 26399 w 5593163"/>
              <a:gd name="connsiteY926" fmla="*/ 537107 h 4305008"/>
              <a:gd name="connsiteX927" fmla="*/ 585941 w 5593163"/>
              <a:gd name="connsiteY927" fmla="*/ 1197788 h 4305008"/>
              <a:gd name="connsiteX928" fmla="*/ 586447 w 5593163"/>
              <a:gd name="connsiteY928" fmla="*/ 1197851 h 4305008"/>
              <a:gd name="connsiteX929" fmla="*/ 586987 w 5593163"/>
              <a:gd name="connsiteY929" fmla="*/ 1204541 h 4305008"/>
              <a:gd name="connsiteX930" fmla="*/ 594451 w 5593163"/>
              <a:gd name="connsiteY930" fmla="*/ 1296998 h 4305008"/>
              <a:gd name="connsiteX931" fmla="*/ 595822 w 5593163"/>
              <a:gd name="connsiteY931" fmla="*/ 1313979 h 4305008"/>
              <a:gd name="connsiteX932" fmla="*/ 595229 w 5593163"/>
              <a:gd name="connsiteY932" fmla="*/ 1325419 h 4305008"/>
              <a:gd name="connsiteX933" fmla="*/ 594730 w 5593163"/>
              <a:gd name="connsiteY933" fmla="*/ 1325386 h 4305008"/>
              <a:gd name="connsiteX934" fmla="*/ 594704 w 5593163"/>
              <a:gd name="connsiteY934" fmla="*/ 1325881 h 4305008"/>
              <a:gd name="connsiteX935" fmla="*/ 577585 w 5593163"/>
              <a:gd name="connsiteY935" fmla="*/ 1324255 h 4305008"/>
              <a:gd name="connsiteX936" fmla="*/ 482159 w 5593163"/>
              <a:gd name="connsiteY936" fmla="*/ 1315193 h 4305008"/>
              <a:gd name="connsiteX937" fmla="*/ 465942 w 5593163"/>
              <a:gd name="connsiteY937" fmla="*/ 1313653 h 4305008"/>
              <a:gd name="connsiteX938" fmla="*/ 465826 w 5593163"/>
              <a:gd name="connsiteY938" fmla="*/ 1312505 h 4305008"/>
              <a:gd name="connsiteX939" fmla="*/ 5028 w 5593163"/>
              <a:gd name="connsiteY939" fmla="*/ 1076034 h 4305008"/>
              <a:gd name="connsiteX940" fmla="*/ 0 w 5593163"/>
              <a:gd name="connsiteY940" fmla="*/ 2139063 h 4305008"/>
              <a:gd name="connsiteX941" fmla="*/ 0 w 5593163"/>
              <a:gd name="connsiteY941" fmla="*/ 2007909 h 4305008"/>
              <a:gd name="connsiteX942" fmla="*/ 9314 w 5593163"/>
              <a:gd name="connsiteY942" fmla="*/ 2005207 h 4305008"/>
              <a:gd name="connsiteX943" fmla="*/ 452453 w 5593163"/>
              <a:gd name="connsiteY943" fmla="*/ 1493690 h 4305008"/>
              <a:gd name="connsiteX944" fmla="*/ 31903 w 5593163"/>
              <a:gd name="connsiteY944" fmla="*/ 1760575 h 4305008"/>
              <a:gd name="connsiteX945" fmla="*/ 0 w 5593163"/>
              <a:gd name="connsiteY945" fmla="*/ 1810167 h 4305008"/>
              <a:gd name="connsiteX946" fmla="*/ 0 w 5593163"/>
              <a:gd name="connsiteY946" fmla="*/ 1603724 h 4305008"/>
              <a:gd name="connsiteX947" fmla="*/ 5025 w 5593163"/>
              <a:gd name="connsiteY947" fmla="*/ 1597880 h 4305008"/>
              <a:gd name="connsiteX948" fmla="*/ 465823 w 5593163"/>
              <a:gd name="connsiteY948" fmla="*/ 1363267 h 4305008"/>
              <a:gd name="connsiteX949" fmla="*/ 465940 w 5593163"/>
              <a:gd name="connsiteY949" fmla="*/ 1362128 h 4305008"/>
              <a:gd name="connsiteX950" fmla="*/ 482153 w 5593163"/>
              <a:gd name="connsiteY950" fmla="*/ 1360601 h 4305008"/>
              <a:gd name="connsiteX951" fmla="*/ 577614 w 5593163"/>
              <a:gd name="connsiteY951" fmla="*/ 1351607 h 4305008"/>
              <a:gd name="connsiteX952" fmla="*/ 594702 w 5593163"/>
              <a:gd name="connsiteY952" fmla="*/ 1349997 h 4305008"/>
              <a:gd name="connsiteX953" fmla="*/ 594728 w 5593163"/>
              <a:gd name="connsiteY953" fmla="*/ 1350487 h 4305008"/>
              <a:gd name="connsiteX954" fmla="*/ 595226 w 5593163"/>
              <a:gd name="connsiteY954" fmla="*/ 1350455 h 4305008"/>
              <a:gd name="connsiteX955" fmla="*/ 595820 w 5593163"/>
              <a:gd name="connsiteY955" fmla="*/ 1361805 h 4305008"/>
              <a:gd name="connsiteX956" fmla="*/ 594449 w 5593163"/>
              <a:gd name="connsiteY956" fmla="*/ 1378647 h 4305008"/>
              <a:gd name="connsiteX957" fmla="*/ 586982 w 5593163"/>
              <a:gd name="connsiteY957" fmla="*/ 1470397 h 4305008"/>
              <a:gd name="connsiteX958" fmla="*/ 586444 w 5593163"/>
              <a:gd name="connsiteY958" fmla="*/ 1477021 h 4305008"/>
              <a:gd name="connsiteX959" fmla="*/ 585938 w 5593163"/>
              <a:gd name="connsiteY959" fmla="*/ 1477083 h 4305008"/>
              <a:gd name="connsiteX960" fmla="*/ 26396 w 5593163"/>
              <a:gd name="connsiteY960" fmla="*/ 2132575 h 4305008"/>
              <a:gd name="connsiteX961" fmla="*/ 0 w 5593163"/>
              <a:gd name="connsiteY961" fmla="*/ 2766967 h 4305008"/>
              <a:gd name="connsiteX962" fmla="*/ 0 w 5593163"/>
              <a:gd name="connsiteY962" fmla="*/ 2558889 h 4305008"/>
              <a:gd name="connsiteX963" fmla="*/ 31905 w 5593163"/>
              <a:gd name="connsiteY963" fmla="*/ 2608877 h 4305008"/>
              <a:gd name="connsiteX964" fmla="*/ 452455 w 5593163"/>
              <a:gd name="connsiteY964" fmla="*/ 2877874 h 4305008"/>
              <a:gd name="connsiteX965" fmla="*/ 9316 w 5593163"/>
              <a:gd name="connsiteY965" fmla="*/ 2362309 h 4305008"/>
              <a:gd name="connsiteX966" fmla="*/ 0 w 5593163"/>
              <a:gd name="connsiteY966" fmla="*/ 2359585 h 4305008"/>
              <a:gd name="connsiteX967" fmla="*/ 0 w 5593163"/>
              <a:gd name="connsiteY967" fmla="*/ 2227392 h 4305008"/>
              <a:gd name="connsiteX968" fmla="*/ 26399 w 5593163"/>
              <a:gd name="connsiteY968" fmla="*/ 2233932 h 4305008"/>
              <a:gd name="connsiteX969" fmla="*/ 585941 w 5593163"/>
              <a:gd name="connsiteY969" fmla="*/ 2894613 h 4305008"/>
              <a:gd name="connsiteX970" fmla="*/ 586447 w 5593163"/>
              <a:gd name="connsiteY970" fmla="*/ 2894676 h 4305008"/>
              <a:gd name="connsiteX971" fmla="*/ 586987 w 5593163"/>
              <a:gd name="connsiteY971" fmla="*/ 2901366 h 4305008"/>
              <a:gd name="connsiteX972" fmla="*/ 594451 w 5593163"/>
              <a:gd name="connsiteY972" fmla="*/ 2993823 h 4305008"/>
              <a:gd name="connsiteX973" fmla="*/ 595822 w 5593163"/>
              <a:gd name="connsiteY973" fmla="*/ 3010804 h 4305008"/>
              <a:gd name="connsiteX974" fmla="*/ 595229 w 5593163"/>
              <a:gd name="connsiteY974" fmla="*/ 3022244 h 4305008"/>
              <a:gd name="connsiteX975" fmla="*/ 594730 w 5593163"/>
              <a:gd name="connsiteY975" fmla="*/ 3022211 h 4305008"/>
              <a:gd name="connsiteX976" fmla="*/ 594704 w 5593163"/>
              <a:gd name="connsiteY976" fmla="*/ 3022706 h 4305008"/>
              <a:gd name="connsiteX977" fmla="*/ 577585 w 5593163"/>
              <a:gd name="connsiteY977" fmla="*/ 3021080 h 4305008"/>
              <a:gd name="connsiteX978" fmla="*/ 482159 w 5593163"/>
              <a:gd name="connsiteY978" fmla="*/ 3012018 h 4305008"/>
              <a:gd name="connsiteX979" fmla="*/ 465942 w 5593163"/>
              <a:gd name="connsiteY979" fmla="*/ 3010478 h 4305008"/>
              <a:gd name="connsiteX980" fmla="*/ 465826 w 5593163"/>
              <a:gd name="connsiteY980" fmla="*/ 3009330 h 4305008"/>
              <a:gd name="connsiteX981" fmla="*/ 5028 w 5593163"/>
              <a:gd name="connsiteY981" fmla="*/ 2772859 h 4305008"/>
              <a:gd name="connsiteX982" fmla="*/ 0 w 5593163"/>
              <a:gd name="connsiteY982" fmla="*/ 3835888 h 4305008"/>
              <a:gd name="connsiteX983" fmla="*/ 0 w 5593163"/>
              <a:gd name="connsiteY983" fmla="*/ 3704734 h 4305008"/>
              <a:gd name="connsiteX984" fmla="*/ 9314 w 5593163"/>
              <a:gd name="connsiteY984" fmla="*/ 3702032 h 4305008"/>
              <a:gd name="connsiteX985" fmla="*/ 452453 w 5593163"/>
              <a:gd name="connsiteY985" fmla="*/ 3190516 h 4305008"/>
              <a:gd name="connsiteX986" fmla="*/ 31903 w 5593163"/>
              <a:gd name="connsiteY986" fmla="*/ 3457400 h 4305008"/>
              <a:gd name="connsiteX987" fmla="*/ 0 w 5593163"/>
              <a:gd name="connsiteY987" fmla="*/ 3506992 h 4305008"/>
              <a:gd name="connsiteX988" fmla="*/ 0 w 5593163"/>
              <a:gd name="connsiteY988" fmla="*/ 3300549 h 4305008"/>
              <a:gd name="connsiteX989" fmla="*/ 5025 w 5593163"/>
              <a:gd name="connsiteY989" fmla="*/ 3294705 h 4305008"/>
              <a:gd name="connsiteX990" fmla="*/ 465823 w 5593163"/>
              <a:gd name="connsiteY990" fmla="*/ 3060092 h 4305008"/>
              <a:gd name="connsiteX991" fmla="*/ 465940 w 5593163"/>
              <a:gd name="connsiteY991" fmla="*/ 3058953 h 4305008"/>
              <a:gd name="connsiteX992" fmla="*/ 482153 w 5593163"/>
              <a:gd name="connsiteY992" fmla="*/ 3057426 h 4305008"/>
              <a:gd name="connsiteX993" fmla="*/ 577614 w 5593163"/>
              <a:gd name="connsiteY993" fmla="*/ 3048432 h 4305008"/>
              <a:gd name="connsiteX994" fmla="*/ 594702 w 5593163"/>
              <a:gd name="connsiteY994" fmla="*/ 3046822 h 4305008"/>
              <a:gd name="connsiteX995" fmla="*/ 594728 w 5593163"/>
              <a:gd name="connsiteY995" fmla="*/ 3047312 h 4305008"/>
              <a:gd name="connsiteX996" fmla="*/ 595226 w 5593163"/>
              <a:gd name="connsiteY996" fmla="*/ 3047280 h 4305008"/>
              <a:gd name="connsiteX997" fmla="*/ 595820 w 5593163"/>
              <a:gd name="connsiteY997" fmla="*/ 3058630 h 4305008"/>
              <a:gd name="connsiteX998" fmla="*/ 594449 w 5593163"/>
              <a:gd name="connsiteY998" fmla="*/ 3075472 h 4305008"/>
              <a:gd name="connsiteX999" fmla="*/ 586982 w 5593163"/>
              <a:gd name="connsiteY999" fmla="*/ 3167222 h 4305008"/>
              <a:gd name="connsiteX1000" fmla="*/ 586444 w 5593163"/>
              <a:gd name="connsiteY1000" fmla="*/ 3173846 h 4305008"/>
              <a:gd name="connsiteX1001" fmla="*/ 585938 w 5593163"/>
              <a:gd name="connsiteY1001" fmla="*/ 3173908 h 4305008"/>
              <a:gd name="connsiteX1002" fmla="*/ 26396 w 5593163"/>
              <a:gd name="connsiteY1002" fmla="*/ 3829400 h 4305008"/>
              <a:gd name="connsiteX1003" fmla="*/ 0 w 5593163"/>
              <a:gd name="connsiteY1003" fmla="*/ 4056079 h 4305008"/>
              <a:gd name="connsiteX1004" fmla="*/ 0 w 5593163"/>
              <a:gd name="connsiteY1004" fmla="*/ 3923091 h 4305008"/>
              <a:gd name="connsiteX1005" fmla="*/ 9850 w 5593163"/>
              <a:gd name="connsiteY1005" fmla="*/ 3925425 h 4305008"/>
              <a:gd name="connsiteX1006" fmla="*/ 456028 w 5593163"/>
              <a:gd name="connsiteY1006" fmla="*/ 4255797 h 4305008"/>
              <a:gd name="connsiteX1007" fmla="*/ 484473 w 5593163"/>
              <a:gd name="connsiteY1007" fmla="*/ 4305008 h 4305008"/>
              <a:gd name="connsiteX1008" fmla="*/ 333423 w 5593163"/>
              <a:gd name="connsiteY1008" fmla="*/ 4305008 h 4305008"/>
              <a:gd name="connsiteX1009" fmla="*/ 281300 w 5593163"/>
              <a:gd name="connsiteY1009" fmla="*/ 4241205 h 4305008"/>
              <a:gd name="connsiteX1010" fmla="*/ 75476 w 5593163"/>
              <a:gd name="connsiteY1010" fmla="*/ 4087725 h 4305008"/>
              <a:gd name="connsiteX1011" fmla="*/ 0 w 5593163"/>
              <a:gd name="connsiteY1011" fmla="*/ 4305008 h 4305008"/>
              <a:gd name="connsiteX1012" fmla="*/ 0 w 5593163"/>
              <a:gd name="connsiteY1012" fmla="*/ 4256099 h 4305008"/>
              <a:gd name="connsiteX1013" fmla="*/ 8327 w 5593163"/>
              <a:gd name="connsiteY1013" fmla="*/ 4271827 h 4305008"/>
              <a:gd name="connsiteX1014" fmla="*/ 35009 w 5593163"/>
              <a:gd name="connsiteY1014" fmla="*/ 4305008 h 4305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Lst>
            <a:rect l="l" t="t" r="r" b="b"/>
            <a:pathLst>
              <a:path w="5593163" h="4305008">
                <a:moveTo>
                  <a:pt x="4985599" y="636203"/>
                </a:moveTo>
                <a:cubicBezTo>
                  <a:pt x="5038875" y="907109"/>
                  <a:pt x="5253718" y="1121906"/>
                  <a:pt x="5528908" y="1181049"/>
                </a:cubicBezTo>
                <a:cubicBezTo>
                  <a:pt x="5475633" y="910143"/>
                  <a:pt x="5260789" y="695346"/>
                  <a:pt x="4985599" y="636203"/>
                </a:cubicBezTo>
                <a:close/>
                <a:moveTo>
                  <a:pt x="4985599" y="2333028"/>
                </a:moveTo>
                <a:cubicBezTo>
                  <a:pt x="5038875" y="2603934"/>
                  <a:pt x="5253718" y="2818731"/>
                  <a:pt x="5528908" y="2877874"/>
                </a:cubicBezTo>
                <a:cubicBezTo>
                  <a:pt x="5475633" y="2606968"/>
                  <a:pt x="5260789" y="2392171"/>
                  <a:pt x="4985599" y="2333028"/>
                </a:cubicBezTo>
                <a:close/>
                <a:moveTo>
                  <a:pt x="4985597" y="2034258"/>
                </a:moveTo>
                <a:cubicBezTo>
                  <a:pt x="5260787" y="1975579"/>
                  <a:pt x="5475630" y="1762469"/>
                  <a:pt x="5528906" y="1493690"/>
                </a:cubicBezTo>
                <a:cubicBezTo>
                  <a:pt x="5253716" y="1552369"/>
                  <a:pt x="5038872" y="1765479"/>
                  <a:pt x="4985597" y="2034258"/>
                </a:cubicBezTo>
                <a:close/>
                <a:moveTo>
                  <a:pt x="4985597" y="3731083"/>
                </a:moveTo>
                <a:cubicBezTo>
                  <a:pt x="5260787" y="3672404"/>
                  <a:pt x="5475630" y="3459294"/>
                  <a:pt x="5528906" y="3190516"/>
                </a:cubicBezTo>
                <a:cubicBezTo>
                  <a:pt x="5253716" y="3249194"/>
                  <a:pt x="5038872" y="3462304"/>
                  <a:pt x="4985597" y="3731083"/>
                </a:cubicBezTo>
                <a:close/>
                <a:moveTo>
                  <a:pt x="4842232" y="503273"/>
                </a:moveTo>
                <a:lnTo>
                  <a:pt x="4842826" y="491833"/>
                </a:lnTo>
                <a:lnTo>
                  <a:pt x="4843324" y="491866"/>
                </a:lnTo>
                <a:lnTo>
                  <a:pt x="4843350" y="491372"/>
                </a:lnTo>
                <a:lnTo>
                  <a:pt x="4860437" y="492995"/>
                </a:lnTo>
                <a:cubicBezTo>
                  <a:pt x="4892823" y="493522"/>
                  <a:pt x="4924716" y="496503"/>
                  <a:pt x="4955899" y="502060"/>
                </a:cubicBezTo>
                <a:cubicBezTo>
                  <a:pt x="4961475" y="501641"/>
                  <a:pt x="4966803" y="502589"/>
                  <a:pt x="4972112" y="503599"/>
                </a:cubicBezTo>
                <a:lnTo>
                  <a:pt x="4972229" y="504747"/>
                </a:lnTo>
                <a:cubicBezTo>
                  <a:pt x="5241367" y="549296"/>
                  <a:pt x="5466735" y="718370"/>
                  <a:pt x="5583809" y="948988"/>
                </a:cubicBezTo>
                <a:lnTo>
                  <a:pt x="5593163" y="971822"/>
                </a:lnTo>
                <a:lnTo>
                  <a:pt x="5593163" y="1318474"/>
                </a:lnTo>
                <a:lnTo>
                  <a:pt x="5558612" y="1315193"/>
                </a:lnTo>
                <a:cubicBezTo>
                  <a:pt x="5553035" y="1315612"/>
                  <a:pt x="5547706" y="1314664"/>
                  <a:pt x="5542395" y="1313653"/>
                </a:cubicBezTo>
                <a:lnTo>
                  <a:pt x="5542279" y="1312505"/>
                </a:lnTo>
                <a:cubicBezTo>
                  <a:pt x="5183428" y="1253106"/>
                  <a:pt x="4902389" y="972329"/>
                  <a:pt x="4852114" y="619464"/>
                </a:cubicBezTo>
                <a:cubicBezTo>
                  <a:pt x="4851946" y="619411"/>
                  <a:pt x="4851778" y="619406"/>
                  <a:pt x="4851608" y="619401"/>
                </a:cubicBezTo>
                <a:lnTo>
                  <a:pt x="4851070" y="612725"/>
                </a:lnTo>
                <a:cubicBezTo>
                  <a:pt x="4846011" y="582475"/>
                  <a:pt x="4843560" y="551584"/>
                  <a:pt x="4843603" y="520249"/>
                </a:cubicBezTo>
                <a:cubicBezTo>
                  <a:pt x="4842291" y="514621"/>
                  <a:pt x="4842232" y="508954"/>
                  <a:pt x="4842232" y="503273"/>
                </a:cubicBezTo>
                <a:close/>
                <a:moveTo>
                  <a:pt x="4842232" y="2200098"/>
                </a:moveTo>
                <a:lnTo>
                  <a:pt x="4842826" y="2188658"/>
                </a:lnTo>
                <a:lnTo>
                  <a:pt x="4843324" y="2188691"/>
                </a:lnTo>
                <a:lnTo>
                  <a:pt x="4843350" y="2188197"/>
                </a:lnTo>
                <a:lnTo>
                  <a:pt x="4860437" y="2189820"/>
                </a:lnTo>
                <a:cubicBezTo>
                  <a:pt x="4892823" y="2190347"/>
                  <a:pt x="4924716" y="2193328"/>
                  <a:pt x="4955899" y="2198885"/>
                </a:cubicBezTo>
                <a:cubicBezTo>
                  <a:pt x="4961475" y="2198466"/>
                  <a:pt x="4966803" y="2199414"/>
                  <a:pt x="4972112" y="2200424"/>
                </a:cubicBezTo>
                <a:lnTo>
                  <a:pt x="4972229" y="2201572"/>
                </a:lnTo>
                <a:cubicBezTo>
                  <a:pt x="5241367" y="2246121"/>
                  <a:pt x="5466735" y="2415195"/>
                  <a:pt x="5583809" y="2645813"/>
                </a:cubicBezTo>
                <a:lnTo>
                  <a:pt x="5593163" y="2668647"/>
                </a:lnTo>
                <a:lnTo>
                  <a:pt x="5593163" y="3015299"/>
                </a:lnTo>
                <a:lnTo>
                  <a:pt x="5558612" y="3012018"/>
                </a:lnTo>
                <a:cubicBezTo>
                  <a:pt x="5553035" y="3012437"/>
                  <a:pt x="5547706" y="3011489"/>
                  <a:pt x="5542395" y="3010478"/>
                </a:cubicBezTo>
                <a:lnTo>
                  <a:pt x="5542279" y="3009330"/>
                </a:lnTo>
                <a:cubicBezTo>
                  <a:pt x="5183428" y="2949931"/>
                  <a:pt x="4902389" y="2669154"/>
                  <a:pt x="4852114" y="2316289"/>
                </a:cubicBezTo>
                <a:cubicBezTo>
                  <a:pt x="4851946" y="2316236"/>
                  <a:pt x="4851778" y="2316231"/>
                  <a:pt x="4851608" y="2316226"/>
                </a:cubicBezTo>
                <a:lnTo>
                  <a:pt x="4851070" y="2309550"/>
                </a:lnTo>
                <a:cubicBezTo>
                  <a:pt x="4846011" y="2279300"/>
                  <a:pt x="4843560" y="2248409"/>
                  <a:pt x="4843603" y="2217074"/>
                </a:cubicBezTo>
                <a:cubicBezTo>
                  <a:pt x="4842291" y="2211446"/>
                  <a:pt x="4842232" y="2205779"/>
                  <a:pt x="4842232" y="2200098"/>
                </a:cubicBezTo>
                <a:close/>
                <a:moveTo>
                  <a:pt x="4842232" y="3896923"/>
                </a:moveTo>
                <a:lnTo>
                  <a:pt x="4842826" y="3885483"/>
                </a:lnTo>
                <a:lnTo>
                  <a:pt x="4843324" y="3885516"/>
                </a:lnTo>
                <a:lnTo>
                  <a:pt x="4843350" y="3885022"/>
                </a:lnTo>
                <a:lnTo>
                  <a:pt x="4860437" y="3886645"/>
                </a:lnTo>
                <a:cubicBezTo>
                  <a:pt x="4892823" y="3887172"/>
                  <a:pt x="4924716" y="3890153"/>
                  <a:pt x="4955899" y="3895710"/>
                </a:cubicBezTo>
                <a:cubicBezTo>
                  <a:pt x="4961475" y="3895291"/>
                  <a:pt x="4966803" y="3896239"/>
                  <a:pt x="4972112" y="3897249"/>
                </a:cubicBezTo>
                <a:lnTo>
                  <a:pt x="4972229" y="3898397"/>
                </a:lnTo>
                <a:cubicBezTo>
                  <a:pt x="5206288" y="3937139"/>
                  <a:pt x="5407245" y="4070062"/>
                  <a:pt x="5532481" y="4255797"/>
                </a:cubicBezTo>
                <a:lnTo>
                  <a:pt x="5560926" y="4305008"/>
                </a:lnTo>
                <a:lnTo>
                  <a:pt x="5409877" y="4305008"/>
                </a:lnTo>
                <a:lnTo>
                  <a:pt x="5357754" y="4241205"/>
                </a:lnTo>
                <a:cubicBezTo>
                  <a:pt x="5261058" y="4136681"/>
                  <a:pt x="5131850" y="4061285"/>
                  <a:pt x="4985599" y="4029853"/>
                </a:cubicBezTo>
                <a:cubicBezTo>
                  <a:pt x="5002846" y="4117553"/>
                  <a:pt x="5037026" y="4199373"/>
                  <a:pt x="5084780" y="4271827"/>
                </a:cubicBezTo>
                <a:lnTo>
                  <a:pt x="5111462" y="4305008"/>
                </a:lnTo>
                <a:lnTo>
                  <a:pt x="4957353" y="4305008"/>
                </a:lnTo>
                <a:lnTo>
                  <a:pt x="4927231" y="4254710"/>
                </a:lnTo>
                <a:cubicBezTo>
                  <a:pt x="4890029" y="4179889"/>
                  <a:pt x="4864297" y="4098618"/>
                  <a:pt x="4852114" y="4013114"/>
                </a:cubicBezTo>
                <a:cubicBezTo>
                  <a:pt x="4851946" y="4013061"/>
                  <a:pt x="4851778" y="4013056"/>
                  <a:pt x="4851608" y="4013051"/>
                </a:cubicBezTo>
                <a:lnTo>
                  <a:pt x="4851070" y="4006375"/>
                </a:lnTo>
                <a:cubicBezTo>
                  <a:pt x="4846011" y="3976125"/>
                  <a:pt x="4843560" y="3945234"/>
                  <a:pt x="4843603" y="3913899"/>
                </a:cubicBezTo>
                <a:cubicBezTo>
                  <a:pt x="4842291" y="3908271"/>
                  <a:pt x="4842232" y="3902604"/>
                  <a:pt x="4842232" y="3896923"/>
                </a:cubicBezTo>
                <a:close/>
                <a:moveTo>
                  <a:pt x="4842230" y="469318"/>
                </a:moveTo>
                <a:cubicBezTo>
                  <a:pt x="4842230" y="463681"/>
                  <a:pt x="4842289" y="458057"/>
                  <a:pt x="4843601" y="452471"/>
                </a:cubicBezTo>
                <a:cubicBezTo>
                  <a:pt x="4843558" y="421389"/>
                  <a:pt x="4846008" y="390746"/>
                  <a:pt x="4851065" y="360740"/>
                </a:cubicBezTo>
                <a:lnTo>
                  <a:pt x="4851605" y="354103"/>
                </a:lnTo>
                <a:cubicBezTo>
                  <a:pt x="4851774" y="354098"/>
                  <a:pt x="4851943" y="354093"/>
                  <a:pt x="4852110" y="354040"/>
                </a:cubicBezTo>
                <a:cubicBezTo>
                  <a:pt x="4865262" y="262463"/>
                  <a:pt x="4894203" y="175780"/>
                  <a:pt x="4936323" y="96778"/>
                </a:cubicBezTo>
                <a:lnTo>
                  <a:pt x="4998957" y="0"/>
                </a:lnTo>
                <a:lnTo>
                  <a:pt x="5167333" y="0"/>
                </a:lnTo>
                <a:lnTo>
                  <a:pt x="5099105" y="76659"/>
                </a:lnTo>
                <a:cubicBezTo>
                  <a:pt x="5043838" y="153496"/>
                  <a:pt x="5004523" y="241952"/>
                  <a:pt x="4985597" y="337433"/>
                </a:cubicBezTo>
                <a:cubicBezTo>
                  <a:pt x="5168636" y="298404"/>
                  <a:pt x="5324978" y="191052"/>
                  <a:pt x="5424571" y="44350"/>
                </a:cubicBezTo>
                <a:lnTo>
                  <a:pt x="5446799" y="0"/>
                </a:lnTo>
                <a:lnTo>
                  <a:pt x="5593163" y="0"/>
                </a:lnTo>
                <a:lnTo>
                  <a:pt x="5593163" y="4197"/>
                </a:lnTo>
                <a:lnTo>
                  <a:pt x="5543598" y="95636"/>
                </a:lnTo>
                <a:cubicBezTo>
                  <a:pt x="5419825" y="289169"/>
                  <a:pt x="5213633" y="428211"/>
                  <a:pt x="4972226" y="467856"/>
                </a:cubicBezTo>
                <a:lnTo>
                  <a:pt x="4972110" y="468995"/>
                </a:lnTo>
                <a:cubicBezTo>
                  <a:pt x="4966799" y="469998"/>
                  <a:pt x="4961470" y="470939"/>
                  <a:pt x="4955893" y="470523"/>
                </a:cubicBezTo>
                <a:cubicBezTo>
                  <a:pt x="4924721" y="476033"/>
                  <a:pt x="4892841" y="478991"/>
                  <a:pt x="4860466" y="479514"/>
                </a:cubicBezTo>
                <a:lnTo>
                  <a:pt x="4843348" y="481127"/>
                </a:lnTo>
                <a:lnTo>
                  <a:pt x="4843322" y="480636"/>
                </a:lnTo>
                <a:lnTo>
                  <a:pt x="4842823" y="480669"/>
                </a:lnTo>
                <a:cubicBezTo>
                  <a:pt x="4842257" y="476896"/>
                  <a:pt x="4842230" y="473110"/>
                  <a:pt x="4842230" y="469318"/>
                </a:cubicBezTo>
                <a:close/>
                <a:moveTo>
                  <a:pt x="4842230" y="2166144"/>
                </a:moveTo>
                <a:cubicBezTo>
                  <a:pt x="4842230" y="2160506"/>
                  <a:pt x="4842289" y="2154882"/>
                  <a:pt x="4843601" y="2149296"/>
                </a:cubicBezTo>
                <a:cubicBezTo>
                  <a:pt x="4843558" y="2118214"/>
                  <a:pt x="4846008" y="2087572"/>
                  <a:pt x="4851065" y="2057565"/>
                </a:cubicBezTo>
                <a:lnTo>
                  <a:pt x="4851605" y="2050928"/>
                </a:lnTo>
                <a:cubicBezTo>
                  <a:pt x="4851774" y="2050923"/>
                  <a:pt x="4851943" y="2050918"/>
                  <a:pt x="4852110" y="2050865"/>
                </a:cubicBezTo>
                <a:cubicBezTo>
                  <a:pt x="4902387" y="1700770"/>
                  <a:pt x="5183426" y="1422199"/>
                  <a:pt x="5542276" y="1363267"/>
                </a:cubicBezTo>
                <a:lnTo>
                  <a:pt x="5542393" y="1362128"/>
                </a:lnTo>
                <a:cubicBezTo>
                  <a:pt x="5547702" y="1361126"/>
                  <a:pt x="5553030" y="1360185"/>
                  <a:pt x="5558606" y="1360601"/>
                </a:cubicBezTo>
                <a:lnTo>
                  <a:pt x="5593163" y="1357345"/>
                </a:lnTo>
                <a:lnTo>
                  <a:pt x="5593163" y="1701268"/>
                </a:lnTo>
                <a:lnTo>
                  <a:pt x="5583807" y="1723929"/>
                </a:lnTo>
                <a:cubicBezTo>
                  <a:pt x="5466733" y="1952736"/>
                  <a:pt x="5241364" y="2120482"/>
                  <a:pt x="4972226" y="2164681"/>
                </a:cubicBezTo>
                <a:lnTo>
                  <a:pt x="4972110" y="2165820"/>
                </a:lnTo>
                <a:cubicBezTo>
                  <a:pt x="4966799" y="2166823"/>
                  <a:pt x="4961470" y="2167764"/>
                  <a:pt x="4955893" y="2167348"/>
                </a:cubicBezTo>
                <a:cubicBezTo>
                  <a:pt x="4924721" y="2172858"/>
                  <a:pt x="4892841" y="2175816"/>
                  <a:pt x="4860466" y="2176339"/>
                </a:cubicBezTo>
                <a:lnTo>
                  <a:pt x="4843348" y="2177952"/>
                </a:lnTo>
                <a:lnTo>
                  <a:pt x="4843322" y="2177461"/>
                </a:lnTo>
                <a:lnTo>
                  <a:pt x="4842823" y="2177494"/>
                </a:lnTo>
                <a:cubicBezTo>
                  <a:pt x="4842257" y="2173722"/>
                  <a:pt x="4842230" y="2169936"/>
                  <a:pt x="4842230" y="2166144"/>
                </a:cubicBezTo>
                <a:close/>
                <a:moveTo>
                  <a:pt x="4842230" y="3862969"/>
                </a:moveTo>
                <a:cubicBezTo>
                  <a:pt x="4842230" y="3857331"/>
                  <a:pt x="4842289" y="3851707"/>
                  <a:pt x="4843601" y="3846121"/>
                </a:cubicBezTo>
                <a:cubicBezTo>
                  <a:pt x="4843558" y="3815039"/>
                  <a:pt x="4846008" y="3784397"/>
                  <a:pt x="4851065" y="3754390"/>
                </a:cubicBezTo>
                <a:lnTo>
                  <a:pt x="4851605" y="3747753"/>
                </a:lnTo>
                <a:cubicBezTo>
                  <a:pt x="4851774" y="3747748"/>
                  <a:pt x="4851943" y="3747743"/>
                  <a:pt x="4852110" y="3747690"/>
                </a:cubicBezTo>
                <a:cubicBezTo>
                  <a:pt x="4902387" y="3397595"/>
                  <a:pt x="5183426" y="3119024"/>
                  <a:pt x="5542276" y="3060092"/>
                </a:cubicBezTo>
                <a:lnTo>
                  <a:pt x="5542393" y="3058953"/>
                </a:lnTo>
                <a:cubicBezTo>
                  <a:pt x="5547702" y="3057951"/>
                  <a:pt x="5553030" y="3057010"/>
                  <a:pt x="5558606" y="3057426"/>
                </a:cubicBezTo>
                <a:lnTo>
                  <a:pt x="5593163" y="3054170"/>
                </a:lnTo>
                <a:lnTo>
                  <a:pt x="5593163" y="3398093"/>
                </a:lnTo>
                <a:lnTo>
                  <a:pt x="5583807" y="3420754"/>
                </a:lnTo>
                <a:cubicBezTo>
                  <a:pt x="5466733" y="3649560"/>
                  <a:pt x="5241364" y="3817307"/>
                  <a:pt x="4972226" y="3861506"/>
                </a:cubicBezTo>
                <a:lnTo>
                  <a:pt x="4972110" y="3862645"/>
                </a:lnTo>
                <a:cubicBezTo>
                  <a:pt x="4966799" y="3863648"/>
                  <a:pt x="4961470" y="3864589"/>
                  <a:pt x="4955893" y="3864173"/>
                </a:cubicBezTo>
                <a:cubicBezTo>
                  <a:pt x="4924721" y="3869683"/>
                  <a:pt x="4892841" y="3872641"/>
                  <a:pt x="4860466" y="3873164"/>
                </a:cubicBezTo>
                <a:lnTo>
                  <a:pt x="4843348" y="3874777"/>
                </a:lnTo>
                <a:lnTo>
                  <a:pt x="4843322" y="3874286"/>
                </a:lnTo>
                <a:lnTo>
                  <a:pt x="4842823" y="3874319"/>
                </a:lnTo>
                <a:cubicBezTo>
                  <a:pt x="4842257" y="3870547"/>
                  <a:pt x="4842230" y="3866761"/>
                  <a:pt x="4842230" y="3862969"/>
                </a:cubicBezTo>
                <a:close/>
                <a:moveTo>
                  <a:pt x="4135041" y="1181049"/>
                </a:moveTo>
                <a:cubicBezTo>
                  <a:pt x="4410231" y="1121906"/>
                  <a:pt x="4625074" y="907109"/>
                  <a:pt x="4678350" y="636203"/>
                </a:cubicBezTo>
                <a:cubicBezTo>
                  <a:pt x="4403160" y="695346"/>
                  <a:pt x="4188316" y="910143"/>
                  <a:pt x="4135041" y="1181049"/>
                </a:cubicBezTo>
                <a:close/>
                <a:moveTo>
                  <a:pt x="4135041" y="1493690"/>
                </a:moveTo>
                <a:cubicBezTo>
                  <a:pt x="4188317" y="1762469"/>
                  <a:pt x="4403160" y="1975579"/>
                  <a:pt x="4678350" y="2034258"/>
                </a:cubicBezTo>
                <a:cubicBezTo>
                  <a:pt x="4625075" y="1765479"/>
                  <a:pt x="4410231" y="1552369"/>
                  <a:pt x="4135041" y="1493690"/>
                </a:cubicBezTo>
                <a:close/>
                <a:moveTo>
                  <a:pt x="4135041" y="2877874"/>
                </a:moveTo>
                <a:cubicBezTo>
                  <a:pt x="4410231" y="2818731"/>
                  <a:pt x="4625074" y="2603934"/>
                  <a:pt x="4678350" y="2333028"/>
                </a:cubicBezTo>
                <a:cubicBezTo>
                  <a:pt x="4403160" y="2392171"/>
                  <a:pt x="4188316" y="2606968"/>
                  <a:pt x="4135041" y="2877874"/>
                </a:cubicBezTo>
                <a:close/>
                <a:moveTo>
                  <a:pt x="4135041" y="3190516"/>
                </a:moveTo>
                <a:cubicBezTo>
                  <a:pt x="4188317" y="3459294"/>
                  <a:pt x="4403160" y="3672404"/>
                  <a:pt x="4678350" y="3731083"/>
                </a:cubicBezTo>
                <a:cubicBezTo>
                  <a:pt x="4625075" y="3462304"/>
                  <a:pt x="4410231" y="3249194"/>
                  <a:pt x="4135041" y="3190516"/>
                </a:cubicBezTo>
                <a:close/>
                <a:moveTo>
                  <a:pt x="4103022" y="4305008"/>
                </a:moveTo>
                <a:lnTo>
                  <a:pt x="4131467" y="4255797"/>
                </a:lnTo>
                <a:cubicBezTo>
                  <a:pt x="4256704" y="4070062"/>
                  <a:pt x="4457661" y="3937139"/>
                  <a:pt x="4691720" y="3898397"/>
                </a:cubicBezTo>
                <a:lnTo>
                  <a:pt x="4691837" y="3897249"/>
                </a:lnTo>
                <a:cubicBezTo>
                  <a:pt x="4697146" y="3896239"/>
                  <a:pt x="4702474" y="3895291"/>
                  <a:pt x="4708050" y="3895710"/>
                </a:cubicBezTo>
                <a:cubicBezTo>
                  <a:pt x="4739233" y="3890153"/>
                  <a:pt x="4771126" y="3887172"/>
                  <a:pt x="4803512" y="3886645"/>
                </a:cubicBezTo>
                <a:lnTo>
                  <a:pt x="4820599" y="3885022"/>
                </a:lnTo>
                <a:lnTo>
                  <a:pt x="4820625" y="3885516"/>
                </a:lnTo>
                <a:lnTo>
                  <a:pt x="4821123" y="3885483"/>
                </a:lnTo>
                <a:lnTo>
                  <a:pt x="4821717" y="3896923"/>
                </a:lnTo>
                <a:cubicBezTo>
                  <a:pt x="4821717" y="3902604"/>
                  <a:pt x="4821658" y="3908271"/>
                  <a:pt x="4820346" y="3913899"/>
                </a:cubicBezTo>
                <a:cubicBezTo>
                  <a:pt x="4820389" y="3945234"/>
                  <a:pt x="4817938" y="3976125"/>
                  <a:pt x="4812879" y="4006375"/>
                </a:cubicBezTo>
                <a:lnTo>
                  <a:pt x="4812341" y="4013051"/>
                </a:lnTo>
                <a:cubicBezTo>
                  <a:pt x="4812171" y="4013056"/>
                  <a:pt x="4812003" y="4013061"/>
                  <a:pt x="4811835" y="4013114"/>
                </a:cubicBezTo>
                <a:cubicBezTo>
                  <a:pt x="4799653" y="4098618"/>
                  <a:pt x="4773921" y="4179889"/>
                  <a:pt x="4736718" y="4254710"/>
                </a:cubicBezTo>
                <a:lnTo>
                  <a:pt x="4706597" y="4305008"/>
                </a:lnTo>
                <a:lnTo>
                  <a:pt x="4552487" y="4305008"/>
                </a:lnTo>
                <a:lnTo>
                  <a:pt x="4579169" y="4271827"/>
                </a:lnTo>
                <a:cubicBezTo>
                  <a:pt x="4626924" y="4199373"/>
                  <a:pt x="4661103" y="4117553"/>
                  <a:pt x="4678350" y="4029853"/>
                </a:cubicBezTo>
                <a:cubicBezTo>
                  <a:pt x="4532099" y="4061285"/>
                  <a:pt x="4402892" y="4136681"/>
                  <a:pt x="4306196" y="4241205"/>
                </a:cubicBezTo>
                <a:lnTo>
                  <a:pt x="4254073" y="4305008"/>
                </a:lnTo>
                <a:close/>
                <a:moveTo>
                  <a:pt x="4068511" y="0"/>
                </a:moveTo>
                <a:lnTo>
                  <a:pt x="4217148" y="0"/>
                </a:lnTo>
                <a:lnTo>
                  <a:pt x="4239376" y="44350"/>
                </a:lnTo>
                <a:cubicBezTo>
                  <a:pt x="4338970" y="191052"/>
                  <a:pt x="4495311" y="298404"/>
                  <a:pt x="4678350" y="337433"/>
                </a:cubicBezTo>
                <a:cubicBezTo>
                  <a:pt x="4659425" y="241952"/>
                  <a:pt x="4620110" y="153496"/>
                  <a:pt x="4564842" y="76659"/>
                </a:cubicBezTo>
                <a:lnTo>
                  <a:pt x="4496615" y="0"/>
                </a:lnTo>
                <a:lnTo>
                  <a:pt x="4664989" y="0"/>
                </a:lnTo>
                <a:lnTo>
                  <a:pt x="4727623" y="96778"/>
                </a:lnTo>
                <a:cubicBezTo>
                  <a:pt x="4769744" y="175780"/>
                  <a:pt x="4798685" y="262463"/>
                  <a:pt x="4811836" y="354040"/>
                </a:cubicBezTo>
                <a:cubicBezTo>
                  <a:pt x="4812004" y="354093"/>
                  <a:pt x="4812173" y="354098"/>
                  <a:pt x="4812342" y="354103"/>
                </a:cubicBezTo>
                <a:lnTo>
                  <a:pt x="4812882" y="360740"/>
                </a:lnTo>
                <a:cubicBezTo>
                  <a:pt x="4817939" y="390746"/>
                  <a:pt x="4820389" y="421389"/>
                  <a:pt x="4820346" y="452471"/>
                </a:cubicBezTo>
                <a:cubicBezTo>
                  <a:pt x="4821658" y="458057"/>
                  <a:pt x="4821717" y="463681"/>
                  <a:pt x="4821717" y="469318"/>
                </a:cubicBezTo>
                <a:cubicBezTo>
                  <a:pt x="4821717" y="473110"/>
                  <a:pt x="4821690" y="476896"/>
                  <a:pt x="4821124" y="480669"/>
                </a:cubicBezTo>
                <a:lnTo>
                  <a:pt x="4820625" y="480636"/>
                </a:lnTo>
                <a:lnTo>
                  <a:pt x="4820599" y="481127"/>
                </a:lnTo>
                <a:lnTo>
                  <a:pt x="4803481" y="479514"/>
                </a:lnTo>
                <a:cubicBezTo>
                  <a:pt x="4771106" y="478991"/>
                  <a:pt x="4739226" y="476033"/>
                  <a:pt x="4708054" y="470523"/>
                </a:cubicBezTo>
                <a:cubicBezTo>
                  <a:pt x="4702477" y="470939"/>
                  <a:pt x="4697148" y="469998"/>
                  <a:pt x="4691837" y="468995"/>
                </a:cubicBezTo>
                <a:lnTo>
                  <a:pt x="4691721" y="467856"/>
                </a:lnTo>
                <a:cubicBezTo>
                  <a:pt x="4450315" y="428211"/>
                  <a:pt x="4244123" y="289169"/>
                  <a:pt x="4120350" y="95636"/>
                </a:cubicBezTo>
                <a:close/>
                <a:moveTo>
                  <a:pt x="3991674" y="1313979"/>
                </a:moveTo>
                <a:cubicBezTo>
                  <a:pt x="3991674" y="1308297"/>
                  <a:pt x="3991733" y="1302628"/>
                  <a:pt x="3993045" y="1296998"/>
                </a:cubicBezTo>
                <a:cubicBezTo>
                  <a:pt x="3993003" y="1265670"/>
                  <a:pt x="3995452" y="1234785"/>
                  <a:pt x="4000509" y="1204541"/>
                </a:cubicBezTo>
                <a:lnTo>
                  <a:pt x="4001049" y="1197851"/>
                </a:lnTo>
                <a:cubicBezTo>
                  <a:pt x="4001218" y="1197846"/>
                  <a:pt x="4001387" y="1197841"/>
                  <a:pt x="4001555" y="1197788"/>
                </a:cubicBezTo>
                <a:cubicBezTo>
                  <a:pt x="4051831" y="844922"/>
                  <a:pt x="4332870" y="564145"/>
                  <a:pt x="4691720" y="504747"/>
                </a:cubicBezTo>
                <a:lnTo>
                  <a:pt x="4691837" y="503599"/>
                </a:lnTo>
                <a:cubicBezTo>
                  <a:pt x="4697146" y="502589"/>
                  <a:pt x="4702474" y="501641"/>
                  <a:pt x="4708050" y="502060"/>
                </a:cubicBezTo>
                <a:cubicBezTo>
                  <a:pt x="4739233" y="496503"/>
                  <a:pt x="4771126" y="493522"/>
                  <a:pt x="4803512" y="492995"/>
                </a:cubicBezTo>
                <a:lnTo>
                  <a:pt x="4820599" y="491372"/>
                </a:lnTo>
                <a:lnTo>
                  <a:pt x="4820625" y="491866"/>
                </a:lnTo>
                <a:lnTo>
                  <a:pt x="4821123" y="491833"/>
                </a:lnTo>
                <a:lnTo>
                  <a:pt x="4821717" y="503273"/>
                </a:lnTo>
                <a:cubicBezTo>
                  <a:pt x="4821717" y="508954"/>
                  <a:pt x="4821658" y="514621"/>
                  <a:pt x="4820346" y="520249"/>
                </a:cubicBezTo>
                <a:cubicBezTo>
                  <a:pt x="4820389" y="551584"/>
                  <a:pt x="4817938" y="582475"/>
                  <a:pt x="4812879" y="612725"/>
                </a:cubicBezTo>
                <a:lnTo>
                  <a:pt x="4812341" y="619401"/>
                </a:lnTo>
                <a:cubicBezTo>
                  <a:pt x="4812171" y="619406"/>
                  <a:pt x="4812003" y="619411"/>
                  <a:pt x="4811835" y="619464"/>
                </a:cubicBezTo>
                <a:cubicBezTo>
                  <a:pt x="4761560" y="972329"/>
                  <a:pt x="4480521" y="1253106"/>
                  <a:pt x="4121670" y="1312505"/>
                </a:cubicBezTo>
                <a:lnTo>
                  <a:pt x="4121554" y="1313653"/>
                </a:lnTo>
                <a:cubicBezTo>
                  <a:pt x="4116243" y="1314664"/>
                  <a:pt x="4110914" y="1315612"/>
                  <a:pt x="4105337" y="1315193"/>
                </a:cubicBezTo>
                <a:cubicBezTo>
                  <a:pt x="4074165" y="1320747"/>
                  <a:pt x="4042285" y="1323728"/>
                  <a:pt x="4009911" y="1324255"/>
                </a:cubicBezTo>
                <a:lnTo>
                  <a:pt x="3992792" y="1325881"/>
                </a:lnTo>
                <a:lnTo>
                  <a:pt x="3992766" y="1325386"/>
                </a:lnTo>
                <a:lnTo>
                  <a:pt x="3992267" y="1325419"/>
                </a:lnTo>
                <a:cubicBezTo>
                  <a:pt x="3991701" y="1321617"/>
                  <a:pt x="3991674" y="1317801"/>
                  <a:pt x="3991674" y="1313979"/>
                </a:cubicBezTo>
                <a:close/>
                <a:moveTo>
                  <a:pt x="3991674" y="1361805"/>
                </a:moveTo>
                <a:lnTo>
                  <a:pt x="3992268" y="1350455"/>
                </a:lnTo>
                <a:lnTo>
                  <a:pt x="3992766" y="1350487"/>
                </a:lnTo>
                <a:lnTo>
                  <a:pt x="3992792" y="1349997"/>
                </a:lnTo>
                <a:lnTo>
                  <a:pt x="4009880" y="1351607"/>
                </a:lnTo>
                <a:cubicBezTo>
                  <a:pt x="4042265" y="1352130"/>
                  <a:pt x="4074158" y="1355088"/>
                  <a:pt x="4105341" y="1360601"/>
                </a:cubicBezTo>
                <a:cubicBezTo>
                  <a:pt x="4110917" y="1360185"/>
                  <a:pt x="4116245" y="1361126"/>
                  <a:pt x="4121554" y="1362128"/>
                </a:cubicBezTo>
                <a:lnTo>
                  <a:pt x="4121671" y="1363267"/>
                </a:lnTo>
                <a:cubicBezTo>
                  <a:pt x="4480521" y="1422199"/>
                  <a:pt x="4761560" y="1700770"/>
                  <a:pt x="4811836" y="2050865"/>
                </a:cubicBezTo>
                <a:cubicBezTo>
                  <a:pt x="4812004" y="2050918"/>
                  <a:pt x="4812173" y="2050923"/>
                  <a:pt x="4812342" y="2050928"/>
                </a:cubicBezTo>
                <a:lnTo>
                  <a:pt x="4812882" y="2057565"/>
                </a:lnTo>
                <a:cubicBezTo>
                  <a:pt x="4817939" y="2087572"/>
                  <a:pt x="4820389" y="2118214"/>
                  <a:pt x="4820346" y="2149296"/>
                </a:cubicBezTo>
                <a:cubicBezTo>
                  <a:pt x="4821658" y="2154882"/>
                  <a:pt x="4821717" y="2160506"/>
                  <a:pt x="4821717" y="2166144"/>
                </a:cubicBezTo>
                <a:cubicBezTo>
                  <a:pt x="4821717" y="2169936"/>
                  <a:pt x="4821690" y="2173722"/>
                  <a:pt x="4821124" y="2177494"/>
                </a:cubicBezTo>
                <a:lnTo>
                  <a:pt x="4820625" y="2177461"/>
                </a:lnTo>
                <a:lnTo>
                  <a:pt x="4820599" y="2177952"/>
                </a:lnTo>
                <a:lnTo>
                  <a:pt x="4803481" y="2176339"/>
                </a:lnTo>
                <a:cubicBezTo>
                  <a:pt x="4771106" y="2175816"/>
                  <a:pt x="4739226" y="2172858"/>
                  <a:pt x="4708054" y="2167348"/>
                </a:cubicBezTo>
                <a:cubicBezTo>
                  <a:pt x="4702477" y="2167764"/>
                  <a:pt x="4697148" y="2166823"/>
                  <a:pt x="4691837" y="2165820"/>
                </a:cubicBezTo>
                <a:lnTo>
                  <a:pt x="4691721" y="2164681"/>
                </a:lnTo>
                <a:cubicBezTo>
                  <a:pt x="4332870" y="2105749"/>
                  <a:pt x="4051831" y="1827177"/>
                  <a:pt x="4001556" y="1477083"/>
                </a:cubicBezTo>
                <a:cubicBezTo>
                  <a:pt x="4001388" y="1477030"/>
                  <a:pt x="4001220" y="1477026"/>
                  <a:pt x="4001050" y="1477021"/>
                </a:cubicBezTo>
                <a:lnTo>
                  <a:pt x="4000512" y="1470397"/>
                </a:lnTo>
                <a:cubicBezTo>
                  <a:pt x="3995453" y="1440385"/>
                  <a:pt x="3993003" y="1409736"/>
                  <a:pt x="3993045" y="1378647"/>
                </a:cubicBezTo>
                <a:cubicBezTo>
                  <a:pt x="3991733" y="1373063"/>
                  <a:pt x="3991674" y="1367441"/>
                  <a:pt x="3991674" y="1361805"/>
                </a:cubicBezTo>
                <a:close/>
                <a:moveTo>
                  <a:pt x="3991674" y="3010804"/>
                </a:moveTo>
                <a:cubicBezTo>
                  <a:pt x="3991674" y="3005122"/>
                  <a:pt x="3991733" y="2999453"/>
                  <a:pt x="3993045" y="2993823"/>
                </a:cubicBezTo>
                <a:cubicBezTo>
                  <a:pt x="3993003" y="2962495"/>
                  <a:pt x="3995452" y="2931610"/>
                  <a:pt x="4000509" y="2901366"/>
                </a:cubicBezTo>
                <a:lnTo>
                  <a:pt x="4001049" y="2894676"/>
                </a:lnTo>
                <a:cubicBezTo>
                  <a:pt x="4001218" y="2894671"/>
                  <a:pt x="4001387" y="2894666"/>
                  <a:pt x="4001555" y="2894613"/>
                </a:cubicBezTo>
                <a:cubicBezTo>
                  <a:pt x="4051831" y="2541747"/>
                  <a:pt x="4332870" y="2260970"/>
                  <a:pt x="4691720" y="2201572"/>
                </a:cubicBezTo>
                <a:lnTo>
                  <a:pt x="4691837" y="2200424"/>
                </a:lnTo>
                <a:cubicBezTo>
                  <a:pt x="4697146" y="2199414"/>
                  <a:pt x="4702474" y="2198466"/>
                  <a:pt x="4708050" y="2198885"/>
                </a:cubicBezTo>
                <a:cubicBezTo>
                  <a:pt x="4739233" y="2193328"/>
                  <a:pt x="4771126" y="2190347"/>
                  <a:pt x="4803512" y="2189820"/>
                </a:cubicBezTo>
                <a:lnTo>
                  <a:pt x="4820599" y="2188197"/>
                </a:lnTo>
                <a:lnTo>
                  <a:pt x="4820625" y="2188691"/>
                </a:lnTo>
                <a:lnTo>
                  <a:pt x="4821123" y="2188658"/>
                </a:lnTo>
                <a:lnTo>
                  <a:pt x="4821717" y="2200098"/>
                </a:lnTo>
                <a:cubicBezTo>
                  <a:pt x="4821717" y="2205779"/>
                  <a:pt x="4821658" y="2211446"/>
                  <a:pt x="4820346" y="2217074"/>
                </a:cubicBezTo>
                <a:cubicBezTo>
                  <a:pt x="4820389" y="2248409"/>
                  <a:pt x="4817938" y="2279300"/>
                  <a:pt x="4812879" y="2309550"/>
                </a:cubicBezTo>
                <a:lnTo>
                  <a:pt x="4812341" y="2316226"/>
                </a:lnTo>
                <a:cubicBezTo>
                  <a:pt x="4812171" y="2316231"/>
                  <a:pt x="4812003" y="2316236"/>
                  <a:pt x="4811835" y="2316289"/>
                </a:cubicBezTo>
                <a:cubicBezTo>
                  <a:pt x="4761560" y="2669154"/>
                  <a:pt x="4480521" y="2949931"/>
                  <a:pt x="4121670" y="3009330"/>
                </a:cubicBezTo>
                <a:lnTo>
                  <a:pt x="4121554" y="3010478"/>
                </a:lnTo>
                <a:cubicBezTo>
                  <a:pt x="4116243" y="3011489"/>
                  <a:pt x="4110914" y="3012437"/>
                  <a:pt x="4105337" y="3012018"/>
                </a:cubicBezTo>
                <a:cubicBezTo>
                  <a:pt x="4074165" y="3017572"/>
                  <a:pt x="4042285" y="3020553"/>
                  <a:pt x="4009911" y="3021080"/>
                </a:cubicBezTo>
                <a:lnTo>
                  <a:pt x="3992792" y="3022706"/>
                </a:lnTo>
                <a:lnTo>
                  <a:pt x="3992766" y="3022211"/>
                </a:lnTo>
                <a:lnTo>
                  <a:pt x="3992267" y="3022244"/>
                </a:lnTo>
                <a:cubicBezTo>
                  <a:pt x="3991701" y="3018442"/>
                  <a:pt x="3991674" y="3014626"/>
                  <a:pt x="3991674" y="3010804"/>
                </a:cubicBezTo>
                <a:close/>
                <a:moveTo>
                  <a:pt x="3991674" y="3058630"/>
                </a:moveTo>
                <a:lnTo>
                  <a:pt x="3992268" y="3047280"/>
                </a:lnTo>
                <a:lnTo>
                  <a:pt x="3992766" y="3047312"/>
                </a:lnTo>
                <a:lnTo>
                  <a:pt x="3992792" y="3046822"/>
                </a:lnTo>
                <a:lnTo>
                  <a:pt x="4009880" y="3048432"/>
                </a:lnTo>
                <a:cubicBezTo>
                  <a:pt x="4042265" y="3048955"/>
                  <a:pt x="4074158" y="3051913"/>
                  <a:pt x="4105341" y="3057426"/>
                </a:cubicBezTo>
                <a:cubicBezTo>
                  <a:pt x="4110917" y="3057010"/>
                  <a:pt x="4116245" y="3057951"/>
                  <a:pt x="4121554" y="3058953"/>
                </a:cubicBezTo>
                <a:lnTo>
                  <a:pt x="4121671" y="3060092"/>
                </a:lnTo>
                <a:cubicBezTo>
                  <a:pt x="4480521" y="3119024"/>
                  <a:pt x="4761560" y="3397595"/>
                  <a:pt x="4811836" y="3747690"/>
                </a:cubicBezTo>
                <a:cubicBezTo>
                  <a:pt x="4812004" y="3747743"/>
                  <a:pt x="4812173" y="3747748"/>
                  <a:pt x="4812342" y="3747753"/>
                </a:cubicBezTo>
                <a:lnTo>
                  <a:pt x="4812882" y="3754390"/>
                </a:lnTo>
                <a:cubicBezTo>
                  <a:pt x="4817939" y="3784397"/>
                  <a:pt x="4820389" y="3815039"/>
                  <a:pt x="4820346" y="3846121"/>
                </a:cubicBezTo>
                <a:cubicBezTo>
                  <a:pt x="4821658" y="3851707"/>
                  <a:pt x="4821717" y="3857331"/>
                  <a:pt x="4821717" y="3862969"/>
                </a:cubicBezTo>
                <a:cubicBezTo>
                  <a:pt x="4821717" y="3866761"/>
                  <a:pt x="4821690" y="3870547"/>
                  <a:pt x="4821124" y="3874319"/>
                </a:cubicBezTo>
                <a:lnTo>
                  <a:pt x="4820625" y="3874286"/>
                </a:lnTo>
                <a:lnTo>
                  <a:pt x="4820599" y="3874777"/>
                </a:lnTo>
                <a:lnTo>
                  <a:pt x="4803481" y="3873164"/>
                </a:lnTo>
                <a:cubicBezTo>
                  <a:pt x="4771106" y="3872641"/>
                  <a:pt x="4739226" y="3869683"/>
                  <a:pt x="4708054" y="3864173"/>
                </a:cubicBezTo>
                <a:cubicBezTo>
                  <a:pt x="4702477" y="3864589"/>
                  <a:pt x="4697148" y="3863648"/>
                  <a:pt x="4691837" y="3862645"/>
                </a:cubicBezTo>
                <a:lnTo>
                  <a:pt x="4691721" y="3861506"/>
                </a:lnTo>
                <a:cubicBezTo>
                  <a:pt x="4332870" y="3802574"/>
                  <a:pt x="4051831" y="3524002"/>
                  <a:pt x="4001556" y="3173908"/>
                </a:cubicBezTo>
                <a:cubicBezTo>
                  <a:pt x="4001388" y="3173856"/>
                  <a:pt x="4001220" y="3173851"/>
                  <a:pt x="4001050" y="3173846"/>
                </a:cubicBezTo>
                <a:lnTo>
                  <a:pt x="4000512" y="3167222"/>
                </a:lnTo>
                <a:cubicBezTo>
                  <a:pt x="3995453" y="3137210"/>
                  <a:pt x="3993003" y="3106561"/>
                  <a:pt x="3993045" y="3075472"/>
                </a:cubicBezTo>
                <a:cubicBezTo>
                  <a:pt x="3991733" y="3069889"/>
                  <a:pt x="3991674" y="3064266"/>
                  <a:pt x="3991674" y="3058630"/>
                </a:cubicBezTo>
                <a:close/>
                <a:moveTo>
                  <a:pt x="3293448" y="636203"/>
                </a:moveTo>
                <a:cubicBezTo>
                  <a:pt x="3346724" y="907109"/>
                  <a:pt x="3561567" y="1121906"/>
                  <a:pt x="3836757" y="1181049"/>
                </a:cubicBezTo>
                <a:cubicBezTo>
                  <a:pt x="3783482" y="910143"/>
                  <a:pt x="3568638" y="695346"/>
                  <a:pt x="3293448" y="636203"/>
                </a:cubicBezTo>
                <a:close/>
                <a:moveTo>
                  <a:pt x="3293448" y="2333028"/>
                </a:moveTo>
                <a:cubicBezTo>
                  <a:pt x="3346724" y="2603934"/>
                  <a:pt x="3561567" y="2818731"/>
                  <a:pt x="3836757" y="2877874"/>
                </a:cubicBezTo>
                <a:cubicBezTo>
                  <a:pt x="3783482" y="2606968"/>
                  <a:pt x="3568638" y="2392171"/>
                  <a:pt x="3293448" y="2333028"/>
                </a:cubicBezTo>
                <a:close/>
                <a:moveTo>
                  <a:pt x="3293446" y="2034258"/>
                </a:moveTo>
                <a:cubicBezTo>
                  <a:pt x="3568636" y="1975579"/>
                  <a:pt x="3783479" y="1762469"/>
                  <a:pt x="3836755" y="1493690"/>
                </a:cubicBezTo>
                <a:cubicBezTo>
                  <a:pt x="3561565" y="1552369"/>
                  <a:pt x="3346721" y="1765479"/>
                  <a:pt x="3293446" y="2034258"/>
                </a:cubicBezTo>
                <a:close/>
                <a:moveTo>
                  <a:pt x="3293446" y="3731083"/>
                </a:moveTo>
                <a:cubicBezTo>
                  <a:pt x="3568636" y="3672404"/>
                  <a:pt x="3783479" y="3459294"/>
                  <a:pt x="3836755" y="3190516"/>
                </a:cubicBezTo>
                <a:cubicBezTo>
                  <a:pt x="3561565" y="3249194"/>
                  <a:pt x="3346721" y="3462304"/>
                  <a:pt x="3293446" y="3731083"/>
                </a:cubicBezTo>
                <a:close/>
                <a:moveTo>
                  <a:pt x="3150081" y="503273"/>
                </a:moveTo>
                <a:lnTo>
                  <a:pt x="3150675" y="491833"/>
                </a:lnTo>
                <a:lnTo>
                  <a:pt x="3151173" y="491866"/>
                </a:lnTo>
                <a:lnTo>
                  <a:pt x="3151199" y="491372"/>
                </a:lnTo>
                <a:lnTo>
                  <a:pt x="3168287" y="492995"/>
                </a:lnTo>
                <a:cubicBezTo>
                  <a:pt x="3200672" y="493522"/>
                  <a:pt x="3232565" y="496503"/>
                  <a:pt x="3263748" y="502060"/>
                </a:cubicBezTo>
                <a:cubicBezTo>
                  <a:pt x="3269324" y="501641"/>
                  <a:pt x="3274652" y="502589"/>
                  <a:pt x="3279961" y="503599"/>
                </a:cubicBezTo>
                <a:lnTo>
                  <a:pt x="3280078" y="504747"/>
                </a:lnTo>
                <a:cubicBezTo>
                  <a:pt x="3638928" y="564145"/>
                  <a:pt x="3919967" y="844922"/>
                  <a:pt x="3970244" y="1197788"/>
                </a:cubicBezTo>
                <a:cubicBezTo>
                  <a:pt x="3970411" y="1197841"/>
                  <a:pt x="3970581" y="1197846"/>
                  <a:pt x="3970749" y="1197851"/>
                </a:cubicBezTo>
                <a:lnTo>
                  <a:pt x="3971290" y="1204541"/>
                </a:lnTo>
                <a:cubicBezTo>
                  <a:pt x="3976346" y="1234785"/>
                  <a:pt x="3978796" y="1265670"/>
                  <a:pt x="3978754" y="1296998"/>
                </a:cubicBezTo>
                <a:cubicBezTo>
                  <a:pt x="3980066" y="1302628"/>
                  <a:pt x="3980124" y="1308297"/>
                  <a:pt x="3980124" y="1313979"/>
                </a:cubicBezTo>
                <a:cubicBezTo>
                  <a:pt x="3980124" y="1317801"/>
                  <a:pt x="3980097" y="1321617"/>
                  <a:pt x="3979531" y="1325419"/>
                </a:cubicBezTo>
                <a:lnTo>
                  <a:pt x="3979032" y="1325386"/>
                </a:lnTo>
                <a:lnTo>
                  <a:pt x="3979006" y="1325881"/>
                </a:lnTo>
                <a:lnTo>
                  <a:pt x="3961888" y="1324255"/>
                </a:lnTo>
                <a:cubicBezTo>
                  <a:pt x="3929514" y="1323728"/>
                  <a:pt x="3897633" y="1320747"/>
                  <a:pt x="3866461" y="1315193"/>
                </a:cubicBezTo>
                <a:cubicBezTo>
                  <a:pt x="3860884" y="1315612"/>
                  <a:pt x="3855555" y="1314664"/>
                  <a:pt x="3850245" y="1313653"/>
                </a:cubicBezTo>
                <a:lnTo>
                  <a:pt x="3850129" y="1312505"/>
                </a:lnTo>
                <a:cubicBezTo>
                  <a:pt x="3491277" y="1253106"/>
                  <a:pt x="3210238" y="972329"/>
                  <a:pt x="3159963" y="619464"/>
                </a:cubicBezTo>
                <a:cubicBezTo>
                  <a:pt x="3159795" y="619411"/>
                  <a:pt x="3159627" y="619406"/>
                  <a:pt x="3159457" y="619401"/>
                </a:cubicBezTo>
                <a:lnTo>
                  <a:pt x="3158919" y="612725"/>
                </a:lnTo>
                <a:cubicBezTo>
                  <a:pt x="3153860" y="582475"/>
                  <a:pt x="3151410" y="551584"/>
                  <a:pt x="3151452" y="520249"/>
                </a:cubicBezTo>
                <a:cubicBezTo>
                  <a:pt x="3150140" y="514621"/>
                  <a:pt x="3150081" y="508954"/>
                  <a:pt x="3150081" y="503273"/>
                </a:cubicBezTo>
                <a:close/>
                <a:moveTo>
                  <a:pt x="3150081" y="2200098"/>
                </a:moveTo>
                <a:lnTo>
                  <a:pt x="3150675" y="2188658"/>
                </a:lnTo>
                <a:lnTo>
                  <a:pt x="3151173" y="2188691"/>
                </a:lnTo>
                <a:lnTo>
                  <a:pt x="3151199" y="2188197"/>
                </a:lnTo>
                <a:lnTo>
                  <a:pt x="3168287" y="2189820"/>
                </a:lnTo>
                <a:cubicBezTo>
                  <a:pt x="3200672" y="2190347"/>
                  <a:pt x="3232565" y="2193328"/>
                  <a:pt x="3263748" y="2198885"/>
                </a:cubicBezTo>
                <a:cubicBezTo>
                  <a:pt x="3269324" y="2198466"/>
                  <a:pt x="3274652" y="2199414"/>
                  <a:pt x="3279961" y="2200424"/>
                </a:cubicBezTo>
                <a:lnTo>
                  <a:pt x="3280078" y="2201572"/>
                </a:lnTo>
                <a:cubicBezTo>
                  <a:pt x="3638928" y="2260970"/>
                  <a:pt x="3919967" y="2541747"/>
                  <a:pt x="3970244" y="2894613"/>
                </a:cubicBezTo>
                <a:cubicBezTo>
                  <a:pt x="3970411" y="2894666"/>
                  <a:pt x="3970581" y="2894671"/>
                  <a:pt x="3970749" y="2894676"/>
                </a:cubicBezTo>
                <a:lnTo>
                  <a:pt x="3971290" y="2901366"/>
                </a:lnTo>
                <a:cubicBezTo>
                  <a:pt x="3976346" y="2931610"/>
                  <a:pt x="3978796" y="2962495"/>
                  <a:pt x="3978754" y="2993823"/>
                </a:cubicBezTo>
                <a:cubicBezTo>
                  <a:pt x="3980066" y="2999453"/>
                  <a:pt x="3980124" y="3005122"/>
                  <a:pt x="3980124" y="3010804"/>
                </a:cubicBezTo>
                <a:cubicBezTo>
                  <a:pt x="3980124" y="3014626"/>
                  <a:pt x="3980097" y="3018442"/>
                  <a:pt x="3979531" y="3022244"/>
                </a:cubicBezTo>
                <a:lnTo>
                  <a:pt x="3979032" y="3022211"/>
                </a:lnTo>
                <a:lnTo>
                  <a:pt x="3979006" y="3022706"/>
                </a:lnTo>
                <a:lnTo>
                  <a:pt x="3961888" y="3021080"/>
                </a:lnTo>
                <a:cubicBezTo>
                  <a:pt x="3929514" y="3020553"/>
                  <a:pt x="3897633" y="3017572"/>
                  <a:pt x="3866461" y="3012018"/>
                </a:cubicBezTo>
                <a:cubicBezTo>
                  <a:pt x="3860884" y="3012437"/>
                  <a:pt x="3855555" y="3011489"/>
                  <a:pt x="3850245" y="3010478"/>
                </a:cubicBezTo>
                <a:lnTo>
                  <a:pt x="3850129" y="3009330"/>
                </a:lnTo>
                <a:cubicBezTo>
                  <a:pt x="3491277" y="2949931"/>
                  <a:pt x="3210238" y="2669154"/>
                  <a:pt x="3159963" y="2316289"/>
                </a:cubicBezTo>
                <a:cubicBezTo>
                  <a:pt x="3159795" y="2316236"/>
                  <a:pt x="3159627" y="2316231"/>
                  <a:pt x="3159457" y="2316226"/>
                </a:cubicBezTo>
                <a:lnTo>
                  <a:pt x="3158919" y="2309550"/>
                </a:lnTo>
                <a:cubicBezTo>
                  <a:pt x="3153860" y="2279300"/>
                  <a:pt x="3151410" y="2248409"/>
                  <a:pt x="3151452" y="2217074"/>
                </a:cubicBezTo>
                <a:cubicBezTo>
                  <a:pt x="3150140" y="2211446"/>
                  <a:pt x="3150081" y="2205779"/>
                  <a:pt x="3150081" y="2200098"/>
                </a:cubicBezTo>
                <a:close/>
                <a:moveTo>
                  <a:pt x="3150081" y="3896923"/>
                </a:moveTo>
                <a:lnTo>
                  <a:pt x="3150675" y="3885483"/>
                </a:lnTo>
                <a:lnTo>
                  <a:pt x="3151173" y="3885516"/>
                </a:lnTo>
                <a:lnTo>
                  <a:pt x="3151199" y="3885022"/>
                </a:lnTo>
                <a:lnTo>
                  <a:pt x="3168287" y="3886645"/>
                </a:lnTo>
                <a:cubicBezTo>
                  <a:pt x="3200672" y="3887172"/>
                  <a:pt x="3232565" y="3890153"/>
                  <a:pt x="3263748" y="3895710"/>
                </a:cubicBezTo>
                <a:cubicBezTo>
                  <a:pt x="3269324" y="3895291"/>
                  <a:pt x="3274652" y="3896239"/>
                  <a:pt x="3279961" y="3897249"/>
                </a:cubicBezTo>
                <a:lnTo>
                  <a:pt x="3280078" y="3898397"/>
                </a:lnTo>
                <a:cubicBezTo>
                  <a:pt x="3514137" y="3937139"/>
                  <a:pt x="3715094" y="4070062"/>
                  <a:pt x="3840331" y="4255797"/>
                </a:cubicBezTo>
                <a:lnTo>
                  <a:pt x="3868775" y="4305008"/>
                </a:lnTo>
                <a:lnTo>
                  <a:pt x="3717725" y="4305008"/>
                </a:lnTo>
                <a:lnTo>
                  <a:pt x="3665602" y="4241205"/>
                </a:lnTo>
                <a:cubicBezTo>
                  <a:pt x="3568906" y="4136681"/>
                  <a:pt x="3439699" y="4061285"/>
                  <a:pt x="3293448" y="4029853"/>
                </a:cubicBezTo>
                <a:cubicBezTo>
                  <a:pt x="3310695" y="4117553"/>
                  <a:pt x="3344874" y="4199373"/>
                  <a:pt x="3392629" y="4271827"/>
                </a:cubicBezTo>
                <a:lnTo>
                  <a:pt x="3419311" y="4305008"/>
                </a:lnTo>
                <a:lnTo>
                  <a:pt x="3265201" y="4305008"/>
                </a:lnTo>
                <a:lnTo>
                  <a:pt x="3235080" y="4254710"/>
                </a:lnTo>
                <a:cubicBezTo>
                  <a:pt x="3197877" y="4179889"/>
                  <a:pt x="3172145" y="4098618"/>
                  <a:pt x="3159963" y="4013114"/>
                </a:cubicBezTo>
                <a:cubicBezTo>
                  <a:pt x="3159795" y="4013061"/>
                  <a:pt x="3159627" y="4013056"/>
                  <a:pt x="3159457" y="4013051"/>
                </a:cubicBezTo>
                <a:lnTo>
                  <a:pt x="3158919" y="4006375"/>
                </a:lnTo>
                <a:cubicBezTo>
                  <a:pt x="3153860" y="3976125"/>
                  <a:pt x="3151410" y="3945234"/>
                  <a:pt x="3151452" y="3913899"/>
                </a:cubicBezTo>
                <a:cubicBezTo>
                  <a:pt x="3150140" y="3908271"/>
                  <a:pt x="3150081" y="3902604"/>
                  <a:pt x="3150081" y="3896923"/>
                </a:cubicBezTo>
                <a:close/>
                <a:moveTo>
                  <a:pt x="3150079" y="469318"/>
                </a:moveTo>
                <a:cubicBezTo>
                  <a:pt x="3150079" y="463681"/>
                  <a:pt x="3150138" y="458057"/>
                  <a:pt x="3151450" y="452471"/>
                </a:cubicBezTo>
                <a:cubicBezTo>
                  <a:pt x="3151408" y="421389"/>
                  <a:pt x="3153857" y="390746"/>
                  <a:pt x="3158914" y="360740"/>
                </a:cubicBezTo>
                <a:lnTo>
                  <a:pt x="3159454" y="354103"/>
                </a:lnTo>
                <a:cubicBezTo>
                  <a:pt x="3159623" y="354098"/>
                  <a:pt x="3159792" y="354093"/>
                  <a:pt x="3159960" y="354040"/>
                </a:cubicBezTo>
                <a:cubicBezTo>
                  <a:pt x="3173111" y="262463"/>
                  <a:pt x="3202052" y="175780"/>
                  <a:pt x="3244173" y="96778"/>
                </a:cubicBezTo>
                <a:lnTo>
                  <a:pt x="3306807" y="0"/>
                </a:lnTo>
                <a:lnTo>
                  <a:pt x="3475182" y="0"/>
                </a:lnTo>
                <a:lnTo>
                  <a:pt x="3406954" y="76659"/>
                </a:lnTo>
                <a:cubicBezTo>
                  <a:pt x="3351687" y="153496"/>
                  <a:pt x="3312372" y="241952"/>
                  <a:pt x="3293446" y="337433"/>
                </a:cubicBezTo>
                <a:cubicBezTo>
                  <a:pt x="3476486" y="298404"/>
                  <a:pt x="3632827" y="191052"/>
                  <a:pt x="3732420" y="44350"/>
                </a:cubicBezTo>
                <a:lnTo>
                  <a:pt x="3754649" y="0"/>
                </a:lnTo>
                <a:lnTo>
                  <a:pt x="3903287" y="0"/>
                </a:lnTo>
                <a:lnTo>
                  <a:pt x="3851448" y="95636"/>
                </a:lnTo>
                <a:cubicBezTo>
                  <a:pt x="3727674" y="289169"/>
                  <a:pt x="3521481" y="428211"/>
                  <a:pt x="3280075" y="467856"/>
                </a:cubicBezTo>
                <a:lnTo>
                  <a:pt x="3279959" y="468995"/>
                </a:lnTo>
                <a:cubicBezTo>
                  <a:pt x="3274648" y="469998"/>
                  <a:pt x="3269319" y="470939"/>
                  <a:pt x="3263742" y="470523"/>
                </a:cubicBezTo>
                <a:cubicBezTo>
                  <a:pt x="3232570" y="476033"/>
                  <a:pt x="3200690" y="478991"/>
                  <a:pt x="3168316" y="479514"/>
                </a:cubicBezTo>
                <a:lnTo>
                  <a:pt x="3151197" y="481127"/>
                </a:lnTo>
                <a:lnTo>
                  <a:pt x="3151171" y="480636"/>
                </a:lnTo>
                <a:lnTo>
                  <a:pt x="3150672" y="480669"/>
                </a:lnTo>
                <a:cubicBezTo>
                  <a:pt x="3150106" y="476896"/>
                  <a:pt x="3150079" y="473110"/>
                  <a:pt x="3150079" y="469318"/>
                </a:cubicBezTo>
                <a:close/>
                <a:moveTo>
                  <a:pt x="3150079" y="2166144"/>
                </a:moveTo>
                <a:cubicBezTo>
                  <a:pt x="3150079" y="2160506"/>
                  <a:pt x="3150138" y="2154882"/>
                  <a:pt x="3151450" y="2149296"/>
                </a:cubicBezTo>
                <a:cubicBezTo>
                  <a:pt x="3151408" y="2118214"/>
                  <a:pt x="3153857" y="2087572"/>
                  <a:pt x="3158914" y="2057565"/>
                </a:cubicBezTo>
                <a:lnTo>
                  <a:pt x="3159454" y="2050928"/>
                </a:lnTo>
                <a:cubicBezTo>
                  <a:pt x="3159623" y="2050923"/>
                  <a:pt x="3159792" y="2050918"/>
                  <a:pt x="3159960" y="2050865"/>
                </a:cubicBezTo>
                <a:cubicBezTo>
                  <a:pt x="3210236" y="1700770"/>
                  <a:pt x="3491275" y="1422199"/>
                  <a:pt x="3850126" y="1363267"/>
                </a:cubicBezTo>
                <a:lnTo>
                  <a:pt x="3850243" y="1362128"/>
                </a:lnTo>
                <a:cubicBezTo>
                  <a:pt x="3855551" y="1361126"/>
                  <a:pt x="3860879" y="1360185"/>
                  <a:pt x="3866455" y="1360601"/>
                </a:cubicBezTo>
                <a:cubicBezTo>
                  <a:pt x="3897639" y="1355088"/>
                  <a:pt x="3929531" y="1352130"/>
                  <a:pt x="3961917" y="1351607"/>
                </a:cubicBezTo>
                <a:lnTo>
                  <a:pt x="3979004" y="1349997"/>
                </a:lnTo>
                <a:lnTo>
                  <a:pt x="3979030" y="1350487"/>
                </a:lnTo>
                <a:lnTo>
                  <a:pt x="3979528" y="1350455"/>
                </a:lnTo>
                <a:lnTo>
                  <a:pt x="3980122" y="1361805"/>
                </a:lnTo>
                <a:cubicBezTo>
                  <a:pt x="3980122" y="1367441"/>
                  <a:pt x="3980064" y="1373063"/>
                  <a:pt x="3978752" y="1378647"/>
                </a:cubicBezTo>
                <a:cubicBezTo>
                  <a:pt x="3978794" y="1409736"/>
                  <a:pt x="3976343" y="1440385"/>
                  <a:pt x="3971285" y="1470397"/>
                </a:cubicBezTo>
                <a:lnTo>
                  <a:pt x="3970746" y="1477021"/>
                </a:lnTo>
                <a:cubicBezTo>
                  <a:pt x="3970577" y="1477026"/>
                  <a:pt x="3970408" y="1477030"/>
                  <a:pt x="3970241" y="1477083"/>
                </a:cubicBezTo>
                <a:cubicBezTo>
                  <a:pt x="3919965" y="1827177"/>
                  <a:pt x="3638926" y="2105749"/>
                  <a:pt x="3280075" y="2164681"/>
                </a:cubicBezTo>
                <a:lnTo>
                  <a:pt x="3279959" y="2165820"/>
                </a:lnTo>
                <a:cubicBezTo>
                  <a:pt x="3274648" y="2166823"/>
                  <a:pt x="3269319" y="2167764"/>
                  <a:pt x="3263742" y="2167348"/>
                </a:cubicBezTo>
                <a:cubicBezTo>
                  <a:pt x="3232570" y="2172858"/>
                  <a:pt x="3200690" y="2175816"/>
                  <a:pt x="3168316" y="2176339"/>
                </a:cubicBezTo>
                <a:lnTo>
                  <a:pt x="3151197" y="2177952"/>
                </a:lnTo>
                <a:lnTo>
                  <a:pt x="3151171" y="2177461"/>
                </a:lnTo>
                <a:lnTo>
                  <a:pt x="3150672" y="2177494"/>
                </a:lnTo>
                <a:cubicBezTo>
                  <a:pt x="3150106" y="2173722"/>
                  <a:pt x="3150079" y="2169936"/>
                  <a:pt x="3150079" y="2166144"/>
                </a:cubicBezTo>
                <a:close/>
                <a:moveTo>
                  <a:pt x="3150079" y="3862969"/>
                </a:moveTo>
                <a:cubicBezTo>
                  <a:pt x="3150079" y="3857331"/>
                  <a:pt x="3150138" y="3851707"/>
                  <a:pt x="3151450" y="3846121"/>
                </a:cubicBezTo>
                <a:cubicBezTo>
                  <a:pt x="3151408" y="3815039"/>
                  <a:pt x="3153857" y="3784397"/>
                  <a:pt x="3158914" y="3754390"/>
                </a:cubicBezTo>
                <a:lnTo>
                  <a:pt x="3159454" y="3747753"/>
                </a:lnTo>
                <a:cubicBezTo>
                  <a:pt x="3159623" y="3747748"/>
                  <a:pt x="3159792" y="3747743"/>
                  <a:pt x="3159960" y="3747690"/>
                </a:cubicBezTo>
                <a:cubicBezTo>
                  <a:pt x="3210236" y="3397595"/>
                  <a:pt x="3491275" y="3119024"/>
                  <a:pt x="3850126" y="3060092"/>
                </a:cubicBezTo>
                <a:lnTo>
                  <a:pt x="3850243" y="3058953"/>
                </a:lnTo>
                <a:cubicBezTo>
                  <a:pt x="3855551" y="3057951"/>
                  <a:pt x="3860879" y="3057010"/>
                  <a:pt x="3866455" y="3057426"/>
                </a:cubicBezTo>
                <a:cubicBezTo>
                  <a:pt x="3897639" y="3051913"/>
                  <a:pt x="3929531" y="3048955"/>
                  <a:pt x="3961917" y="3048432"/>
                </a:cubicBezTo>
                <a:lnTo>
                  <a:pt x="3979004" y="3046822"/>
                </a:lnTo>
                <a:lnTo>
                  <a:pt x="3979030" y="3047312"/>
                </a:lnTo>
                <a:lnTo>
                  <a:pt x="3979528" y="3047280"/>
                </a:lnTo>
                <a:lnTo>
                  <a:pt x="3980122" y="3058630"/>
                </a:lnTo>
                <a:cubicBezTo>
                  <a:pt x="3980122" y="3064266"/>
                  <a:pt x="3980064" y="3069889"/>
                  <a:pt x="3978752" y="3075472"/>
                </a:cubicBezTo>
                <a:cubicBezTo>
                  <a:pt x="3978794" y="3106561"/>
                  <a:pt x="3976343" y="3137210"/>
                  <a:pt x="3971285" y="3167222"/>
                </a:cubicBezTo>
                <a:lnTo>
                  <a:pt x="3970746" y="3173846"/>
                </a:lnTo>
                <a:cubicBezTo>
                  <a:pt x="3970577" y="3173851"/>
                  <a:pt x="3970408" y="3173856"/>
                  <a:pt x="3970241" y="3173908"/>
                </a:cubicBezTo>
                <a:cubicBezTo>
                  <a:pt x="3919965" y="3524002"/>
                  <a:pt x="3638926" y="3802574"/>
                  <a:pt x="3280075" y="3861506"/>
                </a:cubicBezTo>
                <a:lnTo>
                  <a:pt x="3279959" y="3862645"/>
                </a:lnTo>
                <a:cubicBezTo>
                  <a:pt x="3274648" y="3863648"/>
                  <a:pt x="3269319" y="3864589"/>
                  <a:pt x="3263742" y="3864173"/>
                </a:cubicBezTo>
                <a:cubicBezTo>
                  <a:pt x="3232570" y="3869683"/>
                  <a:pt x="3200690" y="3872641"/>
                  <a:pt x="3168316" y="3873164"/>
                </a:cubicBezTo>
                <a:lnTo>
                  <a:pt x="3151197" y="3874777"/>
                </a:lnTo>
                <a:lnTo>
                  <a:pt x="3151171" y="3874286"/>
                </a:lnTo>
                <a:lnTo>
                  <a:pt x="3150672" y="3874319"/>
                </a:lnTo>
                <a:cubicBezTo>
                  <a:pt x="3150106" y="3870547"/>
                  <a:pt x="3150079" y="3866761"/>
                  <a:pt x="3150079" y="3862969"/>
                </a:cubicBezTo>
                <a:close/>
                <a:moveTo>
                  <a:pt x="2442890" y="1181049"/>
                </a:moveTo>
                <a:cubicBezTo>
                  <a:pt x="2718080" y="1121906"/>
                  <a:pt x="2932923" y="907109"/>
                  <a:pt x="2986199" y="636203"/>
                </a:cubicBezTo>
                <a:cubicBezTo>
                  <a:pt x="2711009" y="695346"/>
                  <a:pt x="2496165" y="910143"/>
                  <a:pt x="2442890" y="1181049"/>
                </a:cubicBezTo>
                <a:close/>
                <a:moveTo>
                  <a:pt x="2442890" y="1493690"/>
                </a:moveTo>
                <a:cubicBezTo>
                  <a:pt x="2496166" y="1762469"/>
                  <a:pt x="2711009" y="1975579"/>
                  <a:pt x="2986199" y="2034258"/>
                </a:cubicBezTo>
                <a:cubicBezTo>
                  <a:pt x="2932924" y="1765479"/>
                  <a:pt x="2718080" y="1552369"/>
                  <a:pt x="2442890" y="1493690"/>
                </a:cubicBezTo>
                <a:close/>
                <a:moveTo>
                  <a:pt x="2442890" y="2877874"/>
                </a:moveTo>
                <a:cubicBezTo>
                  <a:pt x="2718080" y="2818731"/>
                  <a:pt x="2932923" y="2603934"/>
                  <a:pt x="2986199" y="2333028"/>
                </a:cubicBezTo>
                <a:cubicBezTo>
                  <a:pt x="2711009" y="2392171"/>
                  <a:pt x="2496165" y="2606968"/>
                  <a:pt x="2442890" y="2877874"/>
                </a:cubicBezTo>
                <a:close/>
                <a:moveTo>
                  <a:pt x="2442890" y="3190516"/>
                </a:moveTo>
                <a:cubicBezTo>
                  <a:pt x="2496166" y="3459294"/>
                  <a:pt x="2711009" y="3672404"/>
                  <a:pt x="2986199" y="3731083"/>
                </a:cubicBezTo>
                <a:cubicBezTo>
                  <a:pt x="2932924" y="3462304"/>
                  <a:pt x="2718080" y="3249194"/>
                  <a:pt x="2442890" y="3190516"/>
                </a:cubicBezTo>
                <a:close/>
                <a:moveTo>
                  <a:pt x="2410871" y="4305008"/>
                </a:moveTo>
                <a:lnTo>
                  <a:pt x="2439316" y="4255797"/>
                </a:lnTo>
                <a:cubicBezTo>
                  <a:pt x="2564553" y="4070062"/>
                  <a:pt x="2765510" y="3937139"/>
                  <a:pt x="2999569" y="3898397"/>
                </a:cubicBezTo>
                <a:lnTo>
                  <a:pt x="2999686" y="3897249"/>
                </a:lnTo>
                <a:cubicBezTo>
                  <a:pt x="3004995" y="3896239"/>
                  <a:pt x="3010323" y="3895291"/>
                  <a:pt x="3015899" y="3895710"/>
                </a:cubicBezTo>
                <a:cubicBezTo>
                  <a:pt x="3047082" y="3890153"/>
                  <a:pt x="3078975" y="3887172"/>
                  <a:pt x="3111360" y="3886645"/>
                </a:cubicBezTo>
                <a:lnTo>
                  <a:pt x="3128448" y="3885022"/>
                </a:lnTo>
                <a:lnTo>
                  <a:pt x="3128474" y="3885516"/>
                </a:lnTo>
                <a:lnTo>
                  <a:pt x="3128972" y="3885483"/>
                </a:lnTo>
                <a:lnTo>
                  <a:pt x="3129566" y="3896923"/>
                </a:lnTo>
                <a:cubicBezTo>
                  <a:pt x="3129566" y="3902604"/>
                  <a:pt x="3129507" y="3908271"/>
                  <a:pt x="3128195" y="3913899"/>
                </a:cubicBezTo>
                <a:cubicBezTo>
                  <a:pt x="3128237" y="3945234"/>
                  <a:pt x="3125787" y="3976125"/>
                  <a:pt x="3120728" y="4006375"/>
                </a:cubicBezTo>
                <a:lnTo>
                  <a:pt x="3120190" y="4013051"/>
                </a:lnTo>
                <a:cubicBezTo>
                  <a:pt x="3120020" y="4013056"/>
                  <a:pt x="3119852" y="4013061"/>
                  <a:pt x="3119684" y="4013114"/>
                </a:cubicBezTo>
                <a:cubicBezTo>
                  <a:pt x="3107502" y="4098618"/>
                  <a:pt x="3081770" y="4179889"/>
                  <a:pt x="3044567" y="4254710"/>
                </a:cubicBezTo>
                <a:lnTo>
                  <a:pt x="3014445" y="4305008"/>
                </a:lnTo>
                <a:lnTo>
                  <a:pt x="2860336" y="4305008"/>
                </a:lnTo>
                <a:lnTo>
                  <a:pt x="2887018" y="4271827"/>
                </a:lnTo>
                <a:cubicBezTo>
                  <a:pt x="2934773" y="4199373"/>
                  <a:pt x="2968952" y="4117553"/>
                  <a:pt x="2986199" y="4029853"/>
                </a:cubicBezTo>
                <a:cubicBezTo>
                  <a:pt x="2839947" y="4061285"/>
                  <a:pt x="2710740" y="4136681"/>
                  <a:pt x="2614045" y="4241205"/>
                </a:cubicBezTo>
                <a:lnTo>
                  <a:pt x="2561922" y="4305008"/>
                </a:lnTo>
                <a:close/>
                <a:moveTo>
                  <a:pt x="2376360" y="0"/>
                </a:moveTo>
                <a:lnTo>
                  <a:pt x="2524998" y="0"/>
                </a:lnTo>
                <a:lnTo>
                  <a:pt x="2547226" y="44350"/>
                </a:lnTo>
                <a:cubicBezTo>
                  <a:pt x="2646819" y="191052"/>
                  <a:pt x="2803160" y="298404"/>
                  <a:pt x="2986199" y="337433"/>
                </a:cubicBezTo>
                <a:cubicBezTo>
                  <a:pt x="2967274" y="241952"/>
                  <a:pt x="2927959" y="153496"/>
                  <a:pt x="2872691" y="76659"/>
                </a:cubicBezTo>
                <a:lnTo>
                  <a:pt x="2804464" y="0"/>
                </a:lnTo>
                <a:lnTo>
                  <a:pt x="2972839" y="0"/>
                </a:lnTo>
                <a:lnTo>
                  <a:pt x="3035473" y="96778"/>
                </a:lnTo>
                <a:cubicBezTo>
                  <a:pt x="3077594" y="175780"/>
                  <a:pt x="3106535" y="262463"/>
                  <a:pt x="3119686" y="354040"/>
                </a:cubicBezTo>
                <a:cubicBezTo>
                  <a:pt x="3119853" y="354093"/>
                  <a:pt x="3120023" y="354098"/>
                  <a:pt x="3120191" y="354103"/>
                </a:cubicBezTo>
                <a:lnTo>
                  <a:pt x="3120732" y="360740"/>
                </a:lnTo>
                <a:cubicBezTo>
                  <a:pt x="3125788" y="390746"/>
                  <a:pt x="3128238" y="421389"/>
                  <a:pt x="3128196" y="452471"/>
                </a:cubicBezTo>
                <a:cubicBezTo>
                  <a:pt x="3129508" y="458057"/>
                  <a:pt x="3129566" y="463681"/>
                  <a:pt x="3129566" y="469318"/>
                </a:cubicBezTo>
                <a:cubicBezTo>
                  <a:pt x="3129566" y="473110"/>
                  <a:pt x="3129539" y="476896"/>
                  <a:pt x="3128973" y="480669"/>
                </a:cubicBezTo>
                <a:lnTo>
                  <a:pt x="3128474" y="480636"/>
                </a:lnTo>
                <a:lnTo>
                  <a:pt x="3128448" y="481127"/>
                </a:lnTo>
                <a:lnTo>
                  <a:pt x="3111330" y="479514"/>
                </a:lnTo>
                <a:cubicBezTo>
                  <a:pt x="3078956" y="478991"/>
                  <a:pt x="3047075" y="476033"/>
                  <a:pt x="3015903" y="470523"/>
                </a:cubicBezTo>
                <a:cubicBezTo>
                  <a:pt x="3010326" y="470939"/>
                  <a:pt x="3004997" y="469998"/>
                  <a:pt x="2999687" y="468995"/>
                </a:cubicBezTo>
                <a:lnTo>
                  <a:pt x="2999571" y="467856"/>
                </a:lnTo>
                <a:cubicBezTo>
                  <a:pt x="2758165" y="428211"/>
                  <a:pt x="2551973" y="289169"/>
                  <a:pt x="2428199" y="95636"/>
                </a:cubicBezTo>
                <a:close/>
                <a:moveTo>
                  <a:pt x="2299523" y="1313979"/>
                </a:moveTo>
                <a:cubicBezTo>
                  <a:pt x="2299523" y="1308297"/>
                  <a:pt x="2299582" y="1302628"/>
                  <a:pt x="2300894" y="1296998"/>
                </a:cubicBezTo>
                <a:cubicBezTo>
                  <a:pt x="2300852" y="1265670"/>
                  <a:pt x="2303301" y="1234785"/>
                  <a:pt x="2308358" y="1204541"/>
                </a:cubicBezTo>
                <a:lnTo>
                  <a:pt x="2308898" y="1197851"/>
                </a:lnTo>
                <a:cubicBezTo>
                  <a:pt x="2309067" y="1197846"/>
                  <a:pt x="2309236" y="1197841"/>
                  <a:pt x="2309404" y="1197788"/>
                </a:cubicBezTo>
                <a:cubicBezTo>
                  <a:pt x="2359680" y="844922"/>
                  <a:pt x="2640719" y="564145"/>
                  <a:pt x="2999570" y="504747"/>
                </a:cubicBezTo>
                <a:lnTo>
                  <a:pt x="2999687" y="503599"/>
                </a:lnTo>
                <a:cubicBezTo>
                  <a:pt x="3004995" y="502589"/>
                  <a:pt x="3010323" y="501641"/>
                  <a:pt x="3015899" y="502060"/>
                </a:cubicBezTo>
                <a:cubicBezTo>
                  <a:pt x="3047083" y="496503"/>
                  <a:pt x="3078975" y="493522"/>
                  <a:pt x="3111361" y="492995"/>
                </a:cubicBezTo>
                <a:lnTo>
                  <a:pt x="3128448" y="491372"/>
                </a:lnTo>
                <a:lnTo>
                  <a:pt x="3128474" y="491866"/>
                </a:lnTo>
                <a:lnTo>
                  <a:pt x="3128972" y="491833"/>
                </a:lnTo>
                <a:lnTo>
                  <a:pt x="3129566" y="503273"/>
                </a:lnTo>
                <a:cubicBezTo>
                  <a:pt x="3129566" y="508954"/>
                  <a:pt x="3129508" y="514621"/>
                  <a:pt x="3128196" y="520249"/>
                </a:cubicBezTo>
                <a:cubicBezTo>
                  <a:pt x="3128238" y="551584"/>
                  <a:pt x="3125787" y="582475"/>
                  <a:pt x="3120729" y="612725"/>
                </a:cubicBezTo>
                <a:lnTo>
                  <a:pt x="3120190" y="619401"/>
                </a:lnTo>
                <a:cubicBezTo>
                  <a:pt x="3120021" y="619406"/>
                  <a:pt x="3119852" y="619411"/>
                  <a:pt x="3119685" y="619464"/>
                </a:cubicBezTo>
                <a:cubicBezTo>
                  <a:pt x="3069409" y="972329"/>
                  <a:pt x="2788370" y="1253106"/>
                  <a:pt x="2429519" y="1312505"/>
                </a:cubicBezTo>
                <a:lnTo>
                  <a:pt x="2429403" y="1313653"/>
                </a:lnTo>
                <a:cubicBezTo>
                  <a:pt x="2424092" y="1314664"/>
                  <a:pt x="2418763" y="1315612"/>
                  <a:pt x="2413186" y="1315193"/>
                </a:cubicBezTo>
                <a:cubicBezTo>
                  <a:pt x="2382014" y="1320747"/>
                  <a:pt x="2350134" y="1323728"/>
                  <a:pt x="2317760" y="1324255"/>
                </a:cubicBezTo>
                <a:lnTo>
                  <a:pt x="2300641" y="1325881"/>
                </a:lnTo>
                <a:lnTo>
                  <a:pt x="2300615" y="1325386"/>
                </a:lnTo>
                <a:lnTo>
                  <a:pt x="2300116" y="1325419"/>
                </a:lnTo>
                <a:cubicBezTo>
                  <a:pt x="2299550" y="1321617"/>
                  <a:pt x="2299523" y="1317801"/>
                  <a:pt x="2299523" y="1313979"/>
                </a:cubicBezTo>
                <a:close/>
                <a:moveTo>
                  <a:pt x="2299523" y="1361805"/>
                </a:moveTo>
                <a:lnTo>
                  <a:pt x="2300117" y="1350455"/>
                </a:lnTo>
                <a:lnTo>
                  <a:pt x="2300615" y="1350487"/>
                </a:lnTo>
                <a:lnTo>
                  <a:pt x="2300641" y="1349997"/>
                </a:lnTo>
                <a:lnTo>
                  <a:pt x="2317729" y="1351607"/>
                </a:lnTo>
                <a:cubicBezTo>
                  <a:pt x="2350114" y="1352130"/>
                  <a:pt x="2382007" y="1355088"/>
                  <a:pt x="2413190" y="1360601"/>
                </a:cubicBezTo>
                <a:cubicBezTo>
                  <a:pt x="2418766" y="1360185"/>
                  <a:pt x="2424094" y="1361126"/>
                  <a:pt x="2429403" y="1362128"/>
                </a:cubicBezTo>
                <a:lnTo>
                  <a:pt x="2429520" y="1363267"/>
                </a:lnTo>
                <a:cubicBezTo>
                  <a:pt x="2788370" y="1422199"/>
                  <a:pt x="3069409" y="1700770"/>
                  <a:pt x="3119686" y="2050865"/>
                </a:cubicBezTo>
                <a:cubicBezTo>
                  <a:pt x="3119853" y="2050918"/>
                  <a:pt x="3120023" y="2050923"/>
                  <a:pt x="3120191" y="2050928"/>
                </a:cubicBezTo>
                <a:lnTo>
                  <a:pt x="3120732" y="2057565"/>
                </a:lnTo>
                <a:cubicBezTo>
                  <a:pt x="3125788" y="2087572"/>
                  <a:pt x="3128238" y="2118214"/>
                  <a:pt x="3128196" y="2149296"/>
                </a:cubicBezTo>
                <a:cubicBezTo>
                  <a:pt x="3129508" y="2154882"/>
                  <a:pt x="3129566" y="2160506"/>
                  <a:pt x="3129566" y="2166144"/>
                </a:cubicBezTo>
                <a:cubicBezTo>
                  <a:pt x="3129566" y="2169936"/>
                  <a:pt x="3129539" y="2173722"/>
                  <a:pt x="3128973" y="2177494"/>
                </a:cubicBezTo>
                <a:lnTo>
                  <a:pt x="3128474" y="2177461"/>
                </a:lnTo>
                <a:lnTo>
                  <a:pt x="3128448" y="2177952"/>
                </a:lnTo>
                <a:lnTo>
                  <a:pt x="3111330" y="2176339"/>
                </a:lnTo>
                <a:cubicBezTo>
                  <a:pt x="3078956" y="2175816"/>
                  <a:pt x="3047075" y="2172858"/>
                  <a:pt x="3015903" y="2167348"/>
                </a:cubicBezTo>
                <a:cubicBezTo>
                  <a:pt x="3010326" y="2167764"/>
                  <a:pt x="3004997" y="2166823"/>
                  <a:pt x="2999687" y="2165820"/>
                </a:cubicBezTo>
                <a:lnTo>
                  <a:pt x="2999571" y="2164681"/>
                </a:lnTo>
                <a:cubicBezTo>
                  <a:pt x="2640719" y="2105749"/>
                  <a:pt x="2359680" y="1827177"/>
                  <a:pt x="2309405" y="1477083"/>
                </a:cubicBezTo>
                <a:cubicBezTo>
                  <a:pt x="2309237" y="1477030"/>
                  <a:pt x="2309069" y="1477026"/>
                  <a:pt x="2308899" y="1477021"/>
                </a:cubicBezTo>
                <a:lnTo>
                  <a:pt x="2308361" y="1470397"/>
                </a:lnTo>
                <a:cubicBezTo>
                  <a:pt x="2303302" y="1440385"/>
                  <a:pt x="2300852" y="1409736"/>
                  <a:pt x="2300894" y="1378647"/>
                </a:cubicBezTo>
                <a:cubicBezTo>
                  <a:pt x="2299582" y="1373063"/>
                  <a:pt x="2299523" y="1367441"/>
                  <a:pt x="2299523" y="1361805"/>
                </a:cubicBezTo>
                <a:close/>
                <a:moveTo>
                  <a:pt x="2299523" y="3010804"/>
                </a:moveTo>
                <a:cubicBezTo>
                  <a:pt x="2299523" y="3005122"/>
                  <a:pt x="2299582" y="2999453"/>
                  <a:pt x="2300894" y="2993823"/>
                </a:cubicBezTo>
                <a:cubicBezTo>
                  <a:pt x="2300852" y="2962495"/>
                  <a:pt x="2303301" y="2931610"/>
                  <a:pt x="2308358" y="2901366"/>
                </a:cubicBezTo>
                <a:lnTo>
                  <a:pt x="2308898" y="2894676"/>
                </a:lnTo>
                <a:cubicBezTo>
                  <a:pt x="2309067" y="2894671"/>
                  <a:pt x="2309236" y="2894666"/>
                  <a:pt x="2309404" y="2894613"/>
                </a:cubicBezTo>
                <a:cubicBezTo>
                  <a:pt x="2359680" y="2541747"/>
                  <a:pt x="2640719" y="2260970"/>
                  <a:pt x="2999570" y="2201572"/>
                </a:cubicBezTo>
                <a:lnTo>
                  <a:pt x="2999687" y="2200424"/>
                </a:lnTo>
                <a:cubicBezTo>
                  <a:pt x="3004995" y="2199414"/>
                  <a:pt x="3010323" y="2198466"/>
                  <a:pt x="3015899" y="2198885"/>
                </a:cubicBezTo>
                <a:cubicBezTo>
                  <a:pt x="3047083" y="2193328"/>
                  <a:pt x="3078975" y="2190347"/>
                  <a:pt x="3111361" y="2189820"/>
                </a:cubicBezTo>
                <a:lnTo>
                  <a:pt x="3128448" y="2188197"/>
                </a:lnTo>
                <a:lnTo>
                  <a:pt x="3128474" y="2188691"/>
                </a:lnTo>
                <a:lnTo>
                  <a:pt x="3128972" y="2188658"/>
                </a:lnTo>
                <a:lnTo>
                  <a:pt x="3129566" y="2200098"/>
                </a:lnTo>
                <a:cubicBezTo>
                  <a:pt x="3129566" y="2205779"/>
                  <a:pt x="3129508" y="2211446"/>
                  <a:pt x="3128196" y="2217074"/>
                </a:cubicBezTo>
                <a:cubicBezTo>
                  <a:pt x="3128238" y="2248409"/>
                  <a:pt x="3125787" y="2279300"/>
                  <a:pt x="3120729" y="2309550"/>
                </a:cubicBezTo>
                <a:lnTo>
                  <a:pt x="3120190" y="2316226"/>
                </a:lnTo>
                <a:cubicBezTo>
                  <a:pt x="3120021" y="2316231"/>
                  <a:pt x="3119852" y="2316236"/>
                  <a:pt x="3119685" y="2316289"/>
                </a:cubicBezTo>
                <a:cubicBezTo>
                  <a:pt x="3069409" y="2669154"/>
                  <a:pt x="2788370" y="2949931"/>
                  <a:pt x="2429519" y="3009330"/>
                </a:cubicBezTo>
                <a:lnTo>
                  <a:pt x="2429403" y="3010478"/>
                </a:lnTo>
                <a:cubicBezTo>
                  <a:pt x="2424092" y="3011489"/>
                  <a:pt x="2418763" y="3012437"/>
                  <a:pt x="2413186" y="3012018"/>
                </a:cubicBezTo>
                <a:cubicBezTo>
                  <a:pt x="2382014" y="3017572"/>
                  <a:pt x="2350134" y="3020553"/>
                  <a:pt x="2317760" y="3021080"/>
                </a:cubicBezTo>
                <a:lnTo>
                  <a:pt x="2300641" y="3022706"/>
                </a:lnTo>
                <a:lnTo>
                  <a:pt x="2300615" y="3022211"/>
                </a:lnTo>
                <a:lnTo>
                  <a:pt x="2300116" y="3022244"/>
                </a:lnTo>
                <a:cubicBezTo>
                  <a:pt x="2299550" y="3018442"/>
                  <a:pt x="2299523" y="3014626"/>
                  <a:pt x="2299523" y="3010804"/>
                </a:cubicBezTo>
                <a:close/>
                <a:moveTo>
                  <a:pt x="2299523" y="3058630"/>
                </a:moveTo>
                <a:lnTo>
                  <a:pt x="2300117" y="3047280"/>
                </a:lnTo>
                <a:lnTo>
                  <a:pt x="2300615" y="3047312"/>
                </a:lnTo>
                <a:lnTo>
                  <a:pt x="2300641" y="3046822"/>
                </a:lnTo>
                <a:lnTo>
                  <a:pt x="2317729" y="3048432"/>
                </a:lnTo>
                <a:cubicBezTo>
                  <a:pt x="2350114" y="3048955"/>
                  <a:pt x="2382007" y="3051913"/>
                  <a:pt x="2413190" y="3057426"/>
                </a:cubicBezTo>
                <a:cubicBezTo>
                  <a:pt x="2418766" y="3057010"/>
                  <a:pt x="2424094" y="3057951"/>
                  <a:pt x="2429403" y="3058953"/>
                </a:cubicBezTo>
                <a:lnTo>
                  <a:pt x="2429520" y="3060092"/>
                </a:lnTo>
                <a:cubicBezTo>
                  <a:pt x="2788370" y="3119024"/>
                  <a:pt x="3069409" y="3397595"/>
                  <a:pt x="3119686" y="3747690"/>
                </a:cubicBezTo>
                <a:cubicBezTo>
                  <a:pt x="3119853" y="3747743"/>
                  <a:pt x="3120023" y="3747748"/>
                  <a:pt x="3120191" y="3747753"/>
                </a:cubicBezTo>
                <a:lnTo>
                  <a:pt x="3120732" y="3754390"/>
                </a:lnTo>
                <a:cubicBezTo>
                  <a:pt x="3125788" y="3784397"/>
                  <a:pt x="3128238" y="3815039"/>
                  <a:pt x="3128196" y="3846121"/>
                </a:cubicBezTo>
                <a:cubicBezTo>
                  <a:pt x="3129508" y="3851707"/>
                  <a:pt x="3129566" y="3857331"/>
                  <a:pt x="3129566" y="3862969"/>
                </a:cubicBezTo>
                <a:cubicBezTo>
                  <a:pt x="3129566" y="3866761"/>
                  <a:pt x="3129539" y="3870547"/>
                  <a:pt x="3128973" y="3874319"/>
                </a:cubicBezTo>
                <a:lnTo>
                  <a:pt x="3128474" y="3874286"/>
                </a:lnTo>
                <a:lnTo>
                  <a:pt x="3128448" y="3874777"/>
                </a:lnTo>
                <a:lnTo>
                  <a:pt x="3111330" y="3873164"/>
                </a:lnTo>
                <a:cubicBezTo>
                  <a:pt x="3078956" y="3872641"/>
                  <a:pt x="3047075" y="3869683"/>
                  <a:pt x="3015903" y="3864173"/>
                </a:cubicBezTo>
                <a:cubicBezTo>
                  <a:pt x="3010326" y="3864589"/>
                  <a:pt x="3004997" y="3863648"/>
                  <a:pt x="2999687" y="3862645"/>
                </a:cubicBezTo>
                <a:lnTo>
                  <a:pt x="2999571" y="3861506"/>
                </a:lnTo>
                <a:cubicBezTo>
                  <a:pt x="2640719" y="3802574"/>
                  <a:pt x="2359680" y="3524002"/>
                  <a:pt x="2309405" y="3173908"/>
                </a:cubicBezTo>
                <a:cubicBezTo>
                  <a:pt x="2309237" y="3173856"/>
                  <a:pt x="2309069" y="3173851"/>
                  <a:pt x="2308899" y="3173846"/>
                </a:cubicBezTo>
                <a:lnTo>
                  <a:pt x="2308361" y="3167222"/>
                </a:lnTo>
                <a:cubicBezTo>
                  <a:pt x="2303302" y="3137210"/>
                  <a:pt x="2300852" y="3106561"/>
                  <a:pt x="2300894" y="3075472"/>
                </a:cubicBezTo>
                <a:cubicBezTo>
                  <a:pt x="2299582" y="3069889"/>
                  <a:pt x="2299523" y="3064266"/>
                  <a:pt x="2299523" y="3058630"/>
                </a:cubicBezTo>
                <a:close/>
                <a:moveTo>
                  <a:pt x="1601297" y="636203"/>
                </a:moveTo>
                <a:cubicBezTo>
                  <a:pt x="1654573" y="907109"/>
                  <a:pt x="1869416" y="1121906"/>
                  <a:pt x="2144606" y="1181049"/>
                </a:cubicBezTo>
                <a:cubicBezTo>
                  <a:pt x="2091331" y="910143"/>
                  <a:pt x="1876487" y="695346"/>
                  <a:pt x="1601297" y="636203"/>
                </a:cubicBezTo>
                <a:close/>
                <a:moveTo>
                  <a:pt x="1601297" y="2333028"/>
                </a:moveTo>
                <a:cubicBezTo>
                  <a:pt x="1654573" y="2603934"/>
                  <a:pt x="1869416" y="2818731"/>
                  <a:pt x="2144606" y="2877874"/>
                </a:cubicBezTo>
                <a:cubicBezTo>
                  <a:pt x="2091331" y="2606968"/>
                  <a:pt x="1876487" y="2392171"/>
                  <a:pt x="1601297" y="2333028"/>
                </a:cubicBezTo>
                <a:close/>
                <a:moveTo>
                  <a:pt x="1601295" y="2034258"/>
                </a:moveTo>
                <a:cubicBezTo>
                  <a:pt x="1876485" y="1975579"/>
                  <a:pt x="2091328" y="1762469"/>
                  <a:pt x="2144604" y="1493690"/>
                </a:cubicBezTo>
                <a:cubicBezTo>
                  <a:pt x="1869414" y="1552369"/>
                  <a:pt x="1654570" y="1765479"/>
                  <a:pt x="1601295" y="2034258"/>
                </a:cubicBezTo>
                <a:close/>
                <a:moveTo>
                  <a:pt x="1601295" y="3731083"/>
                </a:moveTo>
                <a:cubicBezTo>
                  <a:pt x="1876485" y="3672404"/>
                  <a:pt x="2091328" y="3459294"/>
                  <a:pt x="2144604" y="3190516"/>
                </a:cubicBezTo>
                <a:cubicBezTo>
                  <a:pt x="1869414" y="3249194"/>
                  <a:pt x="1654570" y="3462304"/>
                  <a:pt x="1601295" y="3731083"/>
                </a:cubicBezTo>
                <a:close/>
                <a:moveTo>
                  <a:pt x="1457930" y="503273"/>
                </a:moveTo>
                <a:lnTo>
                  <a:pt x="1458524" y="491833"/>
                </a:lnTo>
                <a:lnTo>
                  <a:pt x="1459022" y="491866"/>
                </a:lnTo>
                <a:lnTo>
                  <a:pt x="1459048" y="491372"/>
                </a:lnTo>
                <a:lnTo>
                  <a:pt x="1476135" y="492995"/>
                </a:lnTo>
                <a:cubicBezTo>
                  <a:pt x="1508521" y="493522"/>
                  <a:pt x="1540413" y="496503"/>
                  <a:pt x="1571597" y="502060"/>
                </a:cubicBezTo>
                <a:cubicBezTo>
                  <a:pt x="1577173" y="501641"/>
                  <a:pt x="1582501" y="502589"/>
                  <a:pt x="1587809" y="503599"/>
                </a:cubicBezTo>
                <a:lnTo>
                  <a:pt x="1587926" y="504747"/>
                </a:lnTo>
                <a:cubicBezTo>
                  <a:pt x="1946777" y="564145"/>
                  <a:pt x="2227816" y="844922"/>
                  <a:pt x="2278092" y="1197788"/>
                </a:cubicBezTo>
                <a:cubicBezTo>
                  <a:pt x="2278260" y="1197841"/>
                  <a:pt x="2278429" y="1197846"/>
                  <a:pt x="2278598" y="1197851"/>
                </a:cubicBezTo>
                <a:lnTo>
                  <a:pt x="2279138" y="1204541"/>
                </a:lnTo>
                <a:cubicBezTo>
                  <a:pt x="2284195" y="1234785"/>
                  <a:pt x="2286644" y="1265670"/>
                  <a:pt x="2286602" y="1296998"/>
                </a:cubicBezTo>
                <a:cubicBezTo>
                  <a:pt x="2287914" y="1302628"/>
                  <a:pt x="2287973" y="1308297"/>
                  <a:pt x="2287973" y="1313979"/>
                </a:cubicBezTo>
                <a:cubicBezTo>
                  <a:pt x="2287973" y="1317801"/>
                  <a:pt x="2287946" y="1321617"/>
                  <a:pt x="2287380" y="1325419"/>
                </a:cubicBezTo>
                <a:lnTo>
                  <a:pt x="2286881" y="1325386"/>
                </a:lnTo>
                <a:lnTo>
                  <a:pt x="2286855" y="1325881"/>
                </a:lnTo>
                <a:lnTo>
                  <a:pt x="2269736" y="1324255"/>
                </a:lnTo>
                <a:cubicBezTo>
                  <a:pt x="2237362" y="1323728"/>
                  <a:pt x="2205482" y="1320747"/>
                  <a:pt x="2174310" y="1315193"/>
                </a:cubicBezTo>
                <a:cubicBezTo>
                  <a:pt x="2168733" y="1315612"/>
                  <a:pt x="2163404" y="1314664"/>
                  <a:pt x="2158093" y="1313653"/>
                </a:cubicBezTo>
                <a:lnTo>
                  <a:pt x="2157977" y="1312505"/>
                </a:lnTo>
                <a:cubicBezTo>
                  <a:pt x="1799126" y="1253106"/>
                  <a:pt x="1518087" y="972329"/>
                  <a:pt x="1467811" y="619464"/>
                </a:cubicBezTo>
                <a:cubicBezTo>
                  <a:pt x="1467644" y="619411"/>
                  <a:pt x="1467475" y="619406"/>
                  <a:pt x="1467306" y="619401"/>
                </a:cubicBezTo>
                <a:lnTo>
                  <a:pt x="1466767" y="612725"/>
                </a:lnTo>
                <a:cubicBezTo>
                  <a:pt x="1461709" y="582475"/>
                  <a:pt x="1459258" y="551584"/>
                  <a:pt x="1459300" y="520249"/>
                </a:cubicBezTo>
                <a:cubicBezTo>
                  <a:pt x="1457988" y="514621"/>
                  <a:pt x="1457930" y="508954"/>
                  <a:pt x="1457930" y="503273"/>
                </a:cubicBezTo>
                <a:close/>
                <a:moveTo>
                  <a:pt x="1457930" y="2200098"/>
                </a:moveTo>
                <a:lnTo>
                  <a:pt x="1458524" y="2188658"/>
                </a:lnTo>
                <a:lnTo>
                  <a:pt x="1459022" y="2188691"/>
                </a:lnTo>
                <a:lnTo>
                  <a:pt x="1459048" y="2188197"/>
                </a:lnTo>
                <a:lnTo>
                  <a:pt x="1476135" y="2189820"/>
                </a:lnTo>
                <a:cubicBezTo>
                  <a:pt x="1508521" y="2190347"/>
                  <a:pt x="1540413" y="2193328"/>
                  <a:pt x="1571597" y="2198885"/>
                </a:cubicBezTo>
                <a:cubicBezTo>
                  <a:pt x="1577173" y="2198466"/>
                  <a:pt x="1582501" y="2199414"/>
                  <a:pt x="1587809" y="2200424"/>
                </a:cubicBezTo>
                <a:lnTo>
                  <a:pt x="1587926" y="2201572"/>
                </a:lnTo>
                <a:cubicBezTo>
                  <a:pt x="1946777" y="2260970"/>
                  <a:pt x="2227816" y="2541747"/>
                  <a:pt x="2278092" y="2894613"/>
                </a:cubicBezTo>
                <a:cubicBezTo>
                  <a:pt x="2278260" y="2894666"/>
                  <a:pt x="2278429" y="2894671"/>
                  <a:pt x="2278598" y="2894676"/>
                </a:cubicBezTo>
                <a:lnTo>
                  <a:pt x="2279138" y="2901366"/>
                </a:lnTo>
                <a:cubicBezTo>
                  <a:pt x="2284195" y="2931610"/>
                  <a:pt x="2286644" y="2962495"/>
                  <a:pt x="2286602" y="2993823"/>
                </a:cubicBezTo>
                <a:cubicBezTo>
                  <a:pt x="2287914" y="2999453"/>
                  <a:pt x="2287973" y="3005122"/>
                  <a:pt x="2287973" y="3010804"/>
                </a:cubicBezTo>
                <a:cubicBezTo>
                  <a:pt x="2287973" y="3014626"/>
                  <a:pt x="2287946" y="3018442"/>
                  <a:pt x="2287380" y="3022244"/>
                </a:cubicBezTo>
                <a:lnTo>
                  <a:pt x="2286881" y="3022211"/>
                </a:lnTo>
                <a:lnTo>
                  <a:pt x="2286855" y="3022706"/>
                </a:lnTo>
                <a:lnTo>
                  <a:pt x="2269736" y="3021080"/>
                </a:lnTo>
                <a:cubicBezTo>
                  <a:pt x="2237362" y="3020553"/>
                  <a:pt x="2205482" y="3017572"/>
                  <a:pt x="2174310" y="3012018"/>
                </a:cubicBezTo>
                <a:cubicBezTo>
                  <a:pt x="2168733" y="3012437"/>
                  <a:pt x="2163404" y="3011489"/>
                  <a:pt x="2158093" y="3010478"/>
                </a:cubicBezTo>
                <a:lnTo>
                  <a:pt x="2157977" y="3009330"/>
                </a:lnTo>
                <a:cubicBezTo>
                  <a:pt x="1799126" y="2949931"/>
                  <a:pt x="1518087" y="2669154"/>
                  <a:pt x="1467811" y="2316289"/>
                </a:cubicBezTo>
                <a:cubicBezTo>
                  <a:pt x="1467644" y="2316236"/>
                  <a:pt x="1467475" y="2316231"/>
                  <a:pt x="1467306" y="2316226"/>
                </a:cubicBezTo>
                <a:lnTo>
                  <a:pt x="1466767" y="2309550"/>
                </a:lnTo>
                <a:cubicBezTo>
                  <a:pt x="1461709" y="2279300"/>
                  <a:pt x="1459258" y="2248409"/>
                  <a:pt x="1459300" y="2217074"/>
                </a:cubicBezTo>
                <a:cubicBezTo>
                  <a:pt x="1457988" y="2211446"/>
                  <a:pt x="1457930" y="2205779"/>
                  <a:pt x="1457930" y="2200098"/>
                </a:cubicBezTo>
                <a:close/>
                <a:moveTo>
                  <a:pt x="1457930" y="3896923"/>
                </a:moveTo>
                <a:lnTo>
                  <a:pt x="1458524" y="3885483"/>
                </a:lnTo>
                <a:lnTo>
                  <a:pt x="1459022" y="3885516"/>
                </a:lnTo>
                <a:lnTo>
                  <a:pt x="1459048" y="3885022"/>
                </a:lnTo>
                <a:lnTo>
                  <a:pt x="1476135" y="3886645"/>
                </a:lnTo>
                <a:cubicBezTo>
                  <a:pt x="1508521" y="3887172"/>
                  <a:pt x="1540413" y="3890153"/>
                  <a:pt x="1571597" y="3895710"/>
                </a:cubicBezTo>
                <a:cubicBezTo>
                  <a:pt x="1577173" y="3895291"/>
                  <a:pt x="1582501" y="3896239"/>
                  <a:pt x="1587809" y="3897249"/>
                </a:cubicBezTo>
                <a:lnTo>
                  <a:pt x="1587926" y="3898397"/>
                </a:lnTo>
                <a:cubicBezTo>
                  <a:pt x="1821986" y="3937139"/>
                  <a:pt x="2022942" y="4070062"/>
                  <a:pt x="2148179" y="4255797"/>
                </a:cubicBezTo>
                <a:lnTo>
                  <a:pt x="2176624" y="4305008"/>
                </a:lnTo>
                <a:lnTo>
                  <a:pt x="2025574" y="4305008"/>
                </a:lnTo>
                <a:lnTo>
                  <a:pt x="1973451" y="4241205"/>
                </a:lnTo>
                <a:cubicBezTo>
                  <a:pt x="1876755" y="4136681"/>
                  <a:pt x="1747549" y="4061285"/>
                  <a:pt x="1601297" y="4029853"/>
                </a:cubicBezTo>
                <a:cubicBezTo>
                  <a:pt x="1618544" y="4117553"/>
                  <a:pt x="1652724" y="4199373"/>
                  <a:pt x="1700478" y="4271827"/>
                </a:cubicBezTo>
                <a:lnTo>
                  <a:pt x="1727160" y="4305008"/>
                </a:lnTo>
                <a:lnTo>
                  <a:pt x="1573050" y="4305008"/>
                </a:lnTo>
                <a:lnTo>
                  <a:pt x="1542929" y="4254710"/>
                </a:lnTo>
                <a:cubicBezTo>
                  <a:pt x="1505726" y="4179889"/>
                  <a:pt x="1479994" y="4098618"/>
                  <a:pt x="1467811" y="4013114"/>
                </a:cubicBezTo>
                <a:cubicBezTo>
                  <a:pt x="1467644" y="4013061"/>
                  <a:pt x="1467475" y="4013056"/>
                  <a:pt x="1467306" y="4013051"/>
                </a:cubicBezTo>
                <a:lnTo>
                  <a:pt x="1466767" y="4006375"/>
                </a:lnTo>
                <a:cubicBezTo>
                  <a:pt x="1461709" y="3976125"/>
                  <a:pt x="1459258" y="3945234"/>
                  <a:pt x="1459300" y="3913899"/>
                </a:cubicBezTo>
                <a:cubicBezTo>
                  <a:pt x="1457988" y="3908271"/>
                  <a:pt x="1457930" y="3902604"/>
                  <a:pt x="1457930" y="3896923"/>
                </a:cubicBezTo>
                <a:close/>
                <a:moveTo>
                  <a:pt x="1457928" y="469318"/>
                </a:moveTo>
                <a:cubicBezTo>
                  <a:pt x="1457928" y="463681"/>
                  <a:pt x="1457986" y="458057"/>
                  <a:pt x="1459298" y="452471"/>
                </a:cubicBezTo>
                <a:cubicBezTo>
                  <a:pt x="1459256" y="421389"/>
                  <a:pt x="1461706" y="390746"/>
                  <a:pt x="1466762" y="360740"/>
                </a:cubicBezTo>
                <a:lnTo>
                  <a:pt x="1467303" y="354103"/>
                </a:lnTo>
                <a:cubicBezTo>
                  <a:pt x="1467471" y="354098"/>
                  <a:pt x="1467641" y="354093"/>
                  <a:pt x="1467808" y="354040"/>
                </a:cubicBezTo>
                <a:cubicBezTo>
                  <a:pt x="1480960" y="262463"/>
                  <a:pt x="1509901" y="175780"/>
                  <a:pt x="1552022" y="96778"/>
                </a:cubicBezTo>
                <a:lnTo>
                  <a:pt x="1614656" y="0"/>
                </a:lnTo>
                <a:lnTo>
                  <a:pt x="1783031" y="0"/>
                </a:lnTo>
                <a:lnTo>
                  <a:pt x="1714803" y="76659"/>
                </a:lnTo>
                <a:cubicBezTo>
                  <a:pt x="1659536" y="153496"/>
                  <a:pt x="1620221" y="241952"/>
                  <a:pt x="1601295" y="337433"/>
                </a:cubicBezTo>
                <a:cubicBezTo>
                  <a:pt x="1784335" y="298404"/>
                  <a:pt x="1940676" y="191052"/>
                  <a:pt x="2040269" y="44350"/>
                </a:cubicBezTo>
                <a:lnTo>
                  <a:pt x="2062497" y="0"/>
                </a:lnTo>
                <a:lnTo>
                  <a:pt x="2211135" y="0"/>
                </a:lnTo>
                <a:lnTo>
                  <a:pt x="2159296" y="95636"/>
                </a:lnTo>
                <a:cubicBezTo>
                  <a:pt x="2035522" y="289169"/>
                  <a:pt x="1829330" y="428211"/>
                  <a:pt x="1587923" y="467856"/>
                </a:cubicBezTo>
                <a:lnTo>
                  <a:pt x="1587807" y="468995"/>
                </a:lnTo>
                <a:cubicBezTo>
                  <a:pt x="1582497" y="469998"/>
                  <a:pt x="1577168" y="470939"/>
                  <a:pt x="1571591" y="470523"/>
                </a:cubicBezTo>
                <a:cubicBezTo>
                  <a:pt x="1540419" y="476033"/>
                  <a:pt x="1508538" y="478991"/>
                  <a:pt x="1476164" y="479514"/>
                </a:cubicBezTo>
                <a:lnTo>
                  <a:pt x="1459046" y="481127"/>
                </a:lnTo>
                <a:lnTo>
                  <a:pt x="1459020" y="480636"/>
                </a:lnTo>
                <a:lnTo>
                  <a:pt x="1458521" y="480669"/>
                </a:lnTo>
                <a:cubicBezTo>
                  <a:pt x="1457955" y="476896"/>
                  <a:pt x="1457928" y="473110"/>
                  <a:pt x="1457928" y="469318"/>
                </a:cubicBezTo>
                <a:close/>
                <a:moveTo>
                  <a:pt x="1457928" y="2166144"/>
                </a:moveTo>
                <a:cubicBezTo>
                  <a:pt x="1457928" y="2160506"/>
                  <a:pt x="1457986" y="2154882"/>
                  <a:pt x="1459298" y="2149296"/>
                </a:cubicBezTo>
                <a:cubicBezTo>
                  <a:pt x="1459256" y="2118214"/>
                  <a:pt x="1461706" y="2087572"/>
                  <a:pt x="1466762" y="2057565"/>
                </a:cubicBezTo>
                <a:lnTo>
                  <a:pt x="1467303" y="2050928"/>
                </a:lnTo>
                <a:cubicBezTo>
                  <a:pt x="1467471" y="2050923"/>
                  <a:pt x="1467641" y="2050918"/>
                  <a:pt x="1467808" y="2050865"/>
                </a:cubicBezTo>
                <a:cubicBezTo>
                  <a:pt x="1518085" y="1700770"/>
                  <a:pt x="1799124" y="1422199"/>
                  <a:pt x="2157974" y="1363267"/>
                </a:cubicBezTo>
                <a:lnTo>
                  <a:pt x="2158091" y="1362128"/>
                </a:lnTo>
                <a:cubicBezTo>
                  <a:pt x="2163400" y="1361126"/>
                  <a:pt x="2168728" y="1360185"/>
                  <a:pt x="2174304" y="1360601"/>
                </a:cubicBezTo>
                <a:cubicBezTo>
                  <a:pt x="2205487" y="1355088"/>
                  <a:pt x="2237380" y="1352130"/>
                  <a:pt x="2269765" y="1351607"/>
                </a:cubicBezTo>
                <a:lnTo>
                  <a:pt x="2286853" y="1349997"/>
                </a:lnTo>
                <a:lnTo>
                  <a:pt x="2286879" y="1350487"/>
                </a:lnTo>
                <a:lnTo>
                  <a:pt x="2287377" y="1350455"/>
                </a:lnTo>
                <a:lnTo>
                  <a:pt x="2287971" y="1361805"/>
                </a:lnTo>
                <a:cubicBezTo>
                  <a:pt x="2287971" y="1367441"/>
                  <a:pt x="2287912" y="1373063"/>
                  <a:pt x="2286600" y="1378647"/>
                </a:cubicBezTo>
                <a:cubicBezTo>
                  <a:pt x="2286642" y="1409736"/>
                  <a:pt x="2284192" y="1440385"/>
                  <a:pt x="2279133" y="1470397"/>
                </a:cubicBezTo>
                <a:lnTo>
                  <a:pt x="2278595" y="1477021"/>
                </a:lnTo>
                <a:cubicBezTo>
                  <a:pt x="2278425" y="1477026"/>
                  <a:pt x="2278257" y="1477030"/>
                  <a:pt x="2278089" y="1477083"/>
                </a:cubicBezTo>
                <a:cubicBezTo>
                  <a:pt x="2227814" y="1827177"/>
                  <a:pt x="1946775" y="2105749"/>
                  <a:pt x="1587923" y="2164681"/>
                </a:cubicBezTo>
                <a:lnTo>
                  <a:pt x="1587807" y="2165820"/>
                </a:lnTo>
                <a:cubicBezTo>
                  <a:pt x="1582497" y="2166823"/>
                  <a:pt x="1577168" y="2167764"/>
                  <a:pt x="1571591" y="2167348"/>
                </a:cubicBezTo>
                <a:cubicBezTo>
                  <a:pt x="1540419" y="2172858"/>
                  <a:pt x="1508538" y="2175816"/>
                  <a:pt x="1476164" y="2176339"/>
                </a:cubicBezTo>
                <a:lnTo>
                  <a:pt x="1459046" y="2177952"/>
                </a:lnTo>
                <a:lnTo>
                  <a:pt x="1459020" y="2177461"/>
                </a:lnTo>
                <a:lnTo>
                  <a:pt x="1458521" y="2177494"/>
                </a:lnTo>
                <a:cubicBezTo>
                  <a:pt x="1457955" y="2173722"/>
                  <a:pt x="1457928" y="2169936"/>
                  <a:pt x="1457928" y="2166144"/>
                </a:cubicBezTo>
                <a:close/>
                <a:moveTo>
                  <a:pt x="1457928" y="3862969"/>
                </a:moveTo>
                <a:cubicBezTo>
                  <a:pt x="1457928" y="3857331"/>
                  <a:pt x="1457986" y="3851707"/>
                  <a:pt x="1459298" y="3846121"/>
                </a:cubicBezTo>
                <a:cubicBezTo>
                  <a:pt x="1459256" y="3815039"/>
                  <a:pt x="1461706" y="3784397"/>
                  <a:pt x="1466762" y="3754390"/>
                </a:cubicBezTo>
                <a:lnTo>
                  <a:pt x="1467303" y="3747753"/>
                </a:lnTo>
                <a:cubicBezTo>
                  <a:pt x="1467471" y="3747748"/>
                  <a:pt x="1467641" y="3747743"/>
                  <a:pt x="1467808" y="3747690"/>
                </a:cubicBezTo>
                <a:cubicBezTo>
                  <a:pt x="1518085" y="3397595"/>
                  <a:pt x="1799124" y="3119024"/>
                  <a:pt x="2157974" y="3060092"/>
                </a:cubicBezTo>
                <a:lnTo>
                  <a:pt x="2158091" y="3058953"/>
                </a:lnTo>
                <a:cubicBezTo>
                  <a:pt x="2163400" y="3057951"/>
                  <a:pt x="2168728" y="3057010"/>
                  <a:pt x="2174304" y="3057426"/>
                </a:cubicBezTo>
                <a:cubicBezTo>
                  <a:pt x="2205487" y="3051913"/>
                  <a:pt x="2237380" y="3048955"/>
                  <a:pt x="2269765" y="3048432"/>
                </a:cubicBezTo>
                <a:lnTo>
                  <a:pt x="2286853" y="3046822"/>
                </a:lnTo>
                <a:lnTo>
                  <a:pt x="2286879" y="3047312"/>
                </a:lnTo>
                <a:lnTo>
                  <a:pt x="2287377" y="3047280"/>
                </a:lnTo>
                <a:lnTo>
                  <a:pt x="2287971" y="3058630"/>
                </a:lnTo>
                <a:cubicBezTo>
                  <a:pt x="2287971" y="3064266"/>
                  <a:pt x="2287912" y="3069889"/>
                  <a:pt x="2286600" y="3075472"/>
                </a:cubicBezTo>
                <a:cubicBezTo>
                  <a:pt x="2286642" y="3106561"/>
                  <a:pt x="2284192" y="3137210"/>
                  <a:pt x="2279133" y="3167222"/>
                </a:cubicBezTo>
                <a:lnTo>
                  <a:pt x="2278595" y="3173846"/>
                </a:lnTo>
                <a:cubicBezTo>
                  <a:pt x="2278425" y="3173851"/>
                  <a:pt x="2278257" y="3173856"/>
                  <a:pt x="2278089" y="3173908"/>
                </a:cubicBezTo>
                <a:cubicBezTo>
                  <a:pt x="2227814" y="3524002"/>
                  <a:pt x="1946775" y="3802574"/>
                  <a:pt x="1587923" y="3861506"/>
                </a:cubicBezTo>
                <a:lnTo>
                  <a:pt x="1587807" y="3862645"/>
                </a:lnTo>
                <a:cubicBezTo>
                  <a:pt x="1582497" y="3863648"/>
                  <a:pt x="1577168" y="3864589"/>
                  <a:pt x="1571591" y="3864173"/>
                </a:cubicBezTo>
                <a:cubicBezTo>
                  <a:pt x="1540419" y="3869683"/>
                  <a:pt x="1508538" y="3872641"/>
                  <a:pt x="1476164" y="3873164"/>
                </a:cubicBezTo>
                <a:lnTo>
                  <a:pt x="1459046" y="3874777"/>
                </a:lnTo>
                <a:lnTo>
                  <a:pt x="1459020" y="3874286"/>
                </a:lnTo>
                <a:lnTo>
                  <a:pt x="1458521" y="3874319"/>
                </a:lnTo>
                <a:cubicBezTo>
                  <a:pt x="1457955" y="3870547"/>
                  <a:pt x="1457928" y="3866761"/>
                  <a:pt x="1457928" y="3862969"/>
                </a:cubicBezTo>
                <a:close/>
                <a:moveTo>
                  <a:pt x="750739" y="1181049"/>
                </a:moveTo>
                <a:cubicBezTo>
                  <a:pt x="1025929" y="1121906"/>
                  <a:pt x="1240772" y="907109"/>
                  <a:pt x="1294048" y="636203"/>
                </a:cubicBezTo>
                <a:cubicBezTo>
                  <a:pt x="1018858" y="695346"/>
                  <a:pt x="804014" y="910143"/>
                  <a:pt x="750739" y="1181049"/>
                </a:cubicBezTo>
                <a:close/>
                <a:moveTo>
                  <a:pt x="750739" y="1493690"/>
                </a:moveTo>
                <a:cubicBezTo>
                  <a:pt x="804015" y="1762469"/>
                  <a:pt x="1018858" y="1975579"/>
                  <a:pt x="1294048" y="2034258"/>
                </a:cubicBezTo>
                <a:cubicBezTo>
                  <a:pt x="1240773" y="1765479"/>
                  <a:pt x="1025929" y="1552369"/>
                  <a:pt x="750739" y="1493690"/>
                </a:cubicBezTo>
                <a:close/>
                <a:moveTo>
                  <a:pt x="750739" y="2877874"/>
                </a:moveTo>
                <a:cubicBezTo>
                  <a:pt x="1025929" y="2818731"/>
                  <a:pt x="1240772" y="2603934"/>
                  <a:pt x="1294048" y="2333028"/>
                </a:cubicBezTo>
                <a:cubicBezTo>
                  <a:pt x="1018858" y="2392171"/>
                  <a:pt x="804014" y="2606968"/>
                  <a:pt x="750739" y="2877874"/>
                </a:cubicBezTo>
                <a:close/>
                <a:moveTo>
                  <a:pt x="750739" y="3190516"/>
                </a:moveTo>
                <a:cubicBezTo>
                  <a:pt x="804015" y="3459294"/>
                  <a:pt x="1018858" y="3672404"/>
                  <a:pt x="1294048" y="3731083"/>
                </a:cubicBezTo>
                <a:cubicBezTo>
                  <a:pt x="1240773" y="3462304"/>
                  <a:pt x="1025929" y="3249194"/>
                  <a:pt x="750739" y="3190516"/>
                </a:cubicBezTo>
                <a:close/>
                <a:moveTo>
                  <a:pt x="718720" y="4305008"/>
                </a:moveTo>
                <a:lnTo>
                  <a:pt x="747165" y="4255797"/>
                </a:lnTo>
                <a:cubicBezTo>
                  <a:pt x="872402" y="4070062"/>
                  <a:pt x="1073359" y="3937139"/>
                  <a:pt x="1307418" y="3898397"/>
                </a:cubicBezTo>
                <a:lnTo>
                  <a:pt x="1307535" y="3897249"/>
                </a:lnTo>
                <a:cubicBezTo>
                  <a:pt x="1312844" y="3896239"/>
                  <a:pt x="1318172" y="3895291"/>
                  <a:pt x="1323748" y="3895710"/>
                </a:cubicBezTo>
                <a:cubicBezTo>
                  <a:pt x="1354931" y="3890153"/>
                  <a:pt x="1386824" y="3887172"/>
                  <a:pt x="1419209" y="3886645"/>
                </a:cubicBezTo>
                <a:lnTo>
                  <a:pt x="1436297" y="3885022"/>
                </a:lnTo>
                <a:lnTo>
                  <a:pt x="1436323" y="3885516"/>
                </a:lnTo>
                <a:lnTo>
                  <a:pt x="1436821" y="3885483"/>
                </a:lnTo>
                <a:lnTo>
                  <a:pt x="1437415" y="3896923"/>
                </a:lnTo>
                <a:cubicBezTo>
                  <a:pt x="1437415" y="3902604"/>
                  <a:pt x="1437356" y="3908271"/>
                  <a:pt x="1436044" y="3913899"/>
                </a:cubicBezTo>
                <a:cubicBezTo>
                  <a:pt x="1436086" y="3945234"/>
                  <a:pt x="1433636" y="3976125"/>
                  <a:pt x="1428577" y="4006375"/>
                </a:cubicBezTo>
                <a:lnTo>
                  <a:pt x="1428039" y="4013051"/>
                </a:lnTo>
                <a:cubicBezTo>
                  <a:pt x="1427869" y="4013056"/>
                  <a:pt x="1427701" y="4013061"/>
                  <a:pt x="1427533" y="4013114"/>
                </a:cubicBezTo>
                <a:cubicBezTo>
                  <a:pt x="1415351" y="4098618"/>
                  <a:pt x="1389619" y="4179889"/>
                  <a:pt x="1352416" y="4254710"/>
                </a:cubicBezTo>
                <a:lnTo>
                  <a:pt x="1322295" y="4305008"/>
                </a:lnTo>
                <a:lnTo>
                  <a:pt x="1168185" y="4305008"/>
                </a:lnTo>
                <a:lnTo>
                  <a:pt x="1194867" y="4271827"/>
                </a:lnTo>
                <a:cubicBezTo>
                  <a:pt x="1242622" y="4199373"/>
                  <a:pt x="1276801" y="4117553"/>
                  <a:pt x="1294048" y="4029853"/>
                </a:cubicBezTo>
                <a:cubicBezTo>
                  <a:pt x="1147796" y="4061285"/>
                  <a:pt x="1018589" y="4136681"/>
                  <a:pt x="921894" y="4241205"/>
                </a:cubicBezTo>
                <a:lnTo>
                  <a:pt x="869771" y="4305008"/>
                </a:lnTo>
                <a:close/>
                <a:moveTo>
                  <a:pt x="684209" y="0"/>
                </a:moveTo>
                <a:lnTo>
                  <a:pt x="832847" y="0"/>
                </a:lnTo>
                <a:lnTo>
                  <a:pt x="855075" y="44350"/>
                </a:lnTo>
                <a:cubicBezTo>
                  <a:pt x="954668" y="191053"/>
                  <a:pt x="1111009" y="298404"/>
                  <a:pt x="1294048" y="337433"/>
                </a:cubicBezTo>
                <a:cubicBezTo>
                  <a:pt x="1275123" y="241952"/>
                  <a:pt x="1235808" y="153496"/>
                  <a:pt x="1180541" y="76659"/>
                </a:cubicBezTo>
                <a:lnTo>
                  <a:pt x="1112313" y="0"/>
                </a:lnTo>
                <a:lnTo>
                  <a:pt x="1280688" y="0"/>
                </a:lnTo>
                <a:lnTo>
                  <a:pt x="1343322" y="96778"/>
                </a:lnTo>
                <a:cubicBezTo>
                  <a:pt x="1385443" y="175780"/>
                  <a:pt x="1414383" y="262463"/>
                  <a:pt x="1427534" y="354040"/>
                </a:cubicBezTo>
                <a:cubicBezTo>
                  <a:pt x="1427702" y="354093"/>
                  <a:pt x="1427871" y="354098"/>
                  <a:pt x="1428040" y="354102"/>
                </a:cubicBezTo>
                <a:lnTo>
                  <a:pt x="1428580" y="360740"/>
                </a:lnTo>
                <a:cubicBezTo>
                  <a:pt x="1433637" y="390746"/>
                  <a:pt x="1436086" y="421389"/>
                  <a:pt x="1436044" y="452471"/>
                </a:cubicBezTo>
                <a:cubicBezTo>
                  <a:pt x="1437356" y="458057"/>
                  <a:pt x="1437415" y="463681"/>
                  <a:pt x="1437415" y="469318"/>
                </a:cubicBezTo>
                <a:cubicBezTo>
                  <a:pt x="1437415" y="473111"/>
                  <a:pt x="1437388" y="476896"/>
                  <a:pt x="1436822" y="480669"/>
                </a:cubicBezTo>
                <a:lnTo>
                  <a:pt x="1436323" y="480636"/>
                </a:lnTo>
                <a:lnTo>
                  <a:pt x="1436297" y="481127"/>
                </a:lnTo>
                <a:lnTo>
                  <a:pt x="1419178" y="479514"/>
                </a:lnTo>
                <a:cubicBezTo>
                  <a:pt x="1386804" y="478991"/>
                  <a:pt x="1354924" y="476033"/>
                  <a:pt x="1323752" y="470523"/>
                </a:cubicBezTo>
                <a:cubicBezTo>
                  <a:pt x="1318175" y="470939"/>
                  <a:pt x="1312846" y="469998"/>
                  <a:pt x="1307535" y="468995"/>
                </a:cubicBezTo>
                <a:lnTo>
                  <a:pt x="1307419" y="467856"/>
                </a:lnTo>
                <a:cubicBezTo>
                  <a:pt x="1066014" y="428211"/>
                  <a:pt x="859822" y="289169"/>
                  <a:pt x="736048" y="95636"/>
                </a:cubicBezTo>
                <a:close/>
                <a:moveTo>
                  <a:pt x="607372" y="1313979"/>
                </a:moveTo>
                <a:cubicBezTo>
                  <a:pt x="607372" y="1308297"/>
                  <a:pt x="607430" y="1302628"/>
                  <a:pt x="608742" y="1296998"/>
                </a:cubicBezTo>
                <a:cubicBezTo>
                  <a:pt x="608700" y="1265670"/>
                  <a:pt x="611150" y="1234785"/>
                  <a:pt x="616206" y="1204541"/>
                </a:cubicBezTo>
                <a:lnTo>
                  <a:pt x="616747" y="1197851"/>
                </a:lnTo>
                <a:cubicBezTo>
                  <a:pt x="616915" y="1197846"/>
                  <a:pt x="617085" y="1197841"/>
                  <a:pt x="617252" y="1197788"/>
                </a:cubicBezTo>
                <a:cubicBezTo>
                  <a:pt x="667529" y="844922"/>
                  <a:pt x="948568" y="564145"/>
                  <a:pt x="1307418" y="504747"/>
                </a:cubicBezTo>
                <a:lnTo>
                  <a:pt x="1307535" y="503599"/>
                </a:lnTo>
                <a:cubicBezTo>
                  <a:pt x="1312844" y="502589"/>
                  <a:pt x="1318172" y="501641"/>
                  <a:pt x="1323748" y="502060"/>
                </a:cubicBezTo>
                <a:cubicBezTo>
                  <a:pt x="1354931" y="496503"/>
                  <a:pt x="1386824" y="493522"/>
                  <a:pt x="1419209" y="492995"/>
                </a:cubicBezTo>
                <a:lnTo>
                  <a:pt x="1436297" y="491372"/>
                </a:lnTo>
                <a:lnTo>
                  <a:pt x="1436323" y="491866"/>
                </a:lnTo>
                <a:lnTo>
                  <a:pt x="1436821" y="491833"/>
                </a:lnTo>
                <a:lnTo>
                  <a:pt x="1437415" y="503273"/>
                </a:lnTo>
                <a:cubicBezTo>
                  <a:pt x="1437415" y="508954"/>
                  <a:pt x="1437356" y="514621"/>
                  <a:pt x="1436044" y="520249"/>
                </a:cubicBezTo>
                <a:cubicBezTo>
                  <a:pt x="1436086" y="551584"/>
                  <a:pt x="1433636" y="582475"/>
                  <a:pt x="1428577" y="612725"/>
                </a:cubicBezTo>
                <a:lnTo>
                  <a:pt x="1428039" y="619401"/>
                </a:lnTo>
                <a:cubicBezTo>
                  <a:pt x="1427869" y="619406"/>
                  <a:pt x="1427701" y="619411"/>
                  <a:pt x="1427533" y="619464"/>
                </a:cubicBezTo>
                <a:cubicBezTo>
                  <a:pt x="1377258" y="972329"/>
                  <a:pt x="1096219" y="1253106"/>
                  <a:pt x="737367" y="1312505"/>
                </a:cubicBezTo>
                <a:lnTo>
                  <a:pt x="737251" y="1313653"/>
                </a:lnTo>
                <a:cubicBezTo>
                  <a:pt x="731941" y="1314664"/>
                  <a:pt x="726612" y="1315612"/>
                  <a:pt x="721035" y="1315193"/>
                </a:cubicBezTo>
                <a:cubicBezTo>
                  <a:pt x="689863" y="1320747"/>
                  <a:pt x="657982" y="1323728"/>
                  <a:pt x="625608" y="1324255"/>
                </a:cubicBezTo>
                <a:lnTo>
                  <a:pt x="608490" y="1325881"/>
                </a:lnTo>
                <a:lnTo>
                  <a:pt x="608464" y="1325386"/>
                </a:lnTo>
                <a:lnTo>
                  <a:pt x="607965" y="1325419"/>
                </a:lnTo>
                <a:cubicBezTo>
                  <a:pt x="607399" y="1321617"/>
                  <a:pt x="607372" y="1317801"/>
                  <a:pt x="607372" y="1313979"/>
                </a:cubicBezTo>
                <a:close/>
                <a:moveTo>
                  <a:pt x="607372" y="1361805"/>
                </a:moveTo>
                <a:lnTo>
                  <a:pt x="607966" y="1350455"/>
                </a:lnTo>
                <a:lnTo>
                  <a:pt x="608464" y="1350487"/>
                </a:lnTo>
                <a:lnTo>
                  <a:pt x="608490" y="1349997"/>
                </a:lnTo>
                <a:lnTo>
                  <a:pt x="625577" y="1351607"/>
                </a:lnTo>
                <a:cubicBezTo>
                  <a:pt x="657963" y="1352130"/>
                  <a:pt x="689855" y="1355088"/>
                  <a:pt x="721039" y="1360601"/>
                </a:cubicBezTo>
                <a:cubicBezTo>
                  <a:pt x="726615" y="1360185"/>
                  <a:pt x="731943" y="1361126"/>
                  <a:pt x="737251" y="1362128"/>
                </a:cubicBezTo>
                <a:lnTo>
                  <a:pt x="737368" y="1363267"/>
                </a:lnTo>
                <a:cubicBezTo>
                  <a:pt x="1096219" y="1422199"/>
                  <a:pt x="1377258" y="1700770"/>
                  <a:pt x="1427534" y="2050865"/>
                </a:cubicBezTo>
                <a:cubicBezTo>
                  <a:pt x="1427702" y="2050918"/>
                  <a:pt x="1427871" y="2050923"/>
                  <a:pt x="1428040" y="2050928"/>
                </a:cubicBezTo>
                <a:lnTo>
                  <a:pt x="1428580" y="2057565"/>
                </a:lnTo>
                <a:cubicBezTo>
                  <a:pt x="1433637" y="2087572"/>
                  <a:pt x="1436086" y="2118214"/>
                  <a:pt x="1436044" y="2149296"/>
                </a:cubicBezTo>
                <a:cubicBezTo>
                  <a:pt x="1437356" y="2154882"/>
                  <a:pt x="1437415" y="2160506"/>
                  <a:pt x="1437415" y="2166144"/>
                </a:cubicBezTo>
                <a:cubicBezTo>
                  <a:pt x="1437415" y="2169936"/>
                  <a:pt x="1437388" y="2173722"/>
                  <a:pt x="1436822" y="2177494"/>
                </a:cubicBezTo>
                <a:lnTo>
                  <a:pt x="1436323" y="2177461"/>
                </a:lnTo>
                <a:lnTo>
                  <a:pt x="1436297" y="2177952"/>
                </a:lnTo>
                <a:lnTo>
                  <a:pt x="1419178" y="2176339"/>
                </a:lnTo>
                <a:cubicBezTo>
                  <a:pt x="1386804" y="2175816"/>
                  <a:pt x="1354924" y="2172858"/>
                  <a:pt x="1323752" y="2167348"/>
                </a:cubicBezTo>
                <a:cubicBezTo>
                  <a:pt x="1318175" y="2167764"/>
                  <a:pt x="1312846" y="2166823"/>
                  <a:pt x="1307535" y="2165820"/>
                </a:cubicBezTo>
                <a:lnTo>
                  <a:pt x="1307419" y="2164681"/>
                </a:lnTo>
                <a:cubicBezTo>
                  <a:pt x="948568" y="2105749"/>
                  <a:pt x="667529" y="1827177"/>
                  <a:pt x="617253" y="1477083"/>
                </a:cubicBezTo>
                <a:cubicBezTo>
                  <a:pt x="617086" y="1477030"/>
                  <a:pt x="616917" y="1477026"/>
                  <a:pt x="616748" y="1477021"/>
                </a:cubicBezTo>
                <a:lnTo>
                  <a:pt x="616209" y="1470397"/>
                </a:lnTo>
                <a:cubicBezTo>
                  <a:pt x="611151" y="1440385"/>
                  <a:pt x="608700" y="1409736"/>
                  <a:pt x="608742" y="1378647"/>
                </a:cubicBezTo>
                <a:cubicBezTo>
                  <a:pt x="607430" y="1373063"/>
                  <a:pt x="607372" y="1367441"/>
                  <a:pt x="607372" y="1361805"/>
                </a:cubicBezTo>
                <a:close/>
                <a:moveTo>
                  <a:pt x="607372" y="3010804"/>
                </a:moveTo>
                <a:cubicBezTo>
                  <a:pt x="607372" y="3005122"/>
                  <a:pt x="607430" y="2999453"/>
                  <a:pt x="608742" y="2993823"/>
                </a:cubicBezTo>
                <a:cubicBezTo>
                  <a:pt x="608700" y="2962495"/>
                  <a:pt x="611150" y="2931610"/>
                  <a:pt x="616206" y="2901366"/>
                </a:cubicBezTo>
                <a:lnTo>
                  <a:pt x="616747" y="2894676"/>
                </a:lnTo>
                <a:cubicBezTo>
                  <a:pt x="616915" y="2894671"/>
                  <a:pt x="617085" y="2894666"/>
                  <a:pt x="617252" y="2894613"/>
                </a:cubicBezTo>
                <a:cubicBezTo>
                  <a:pt x="667529" y="2541747"/>
                  <a:pt x="948568" y="2260970"/>
                  <a:pt x="1307418" y="2201572"/>
                </a:cubicBezTo>
                <a:lnTo>
                  <a:pt x="1307535" y="2200424"/>
                </a:lnTo>
                <a:cubicBezTo>
                  <a:pt x="1312844" y="2199414"/>
                  <a:pt x="1318172" y="2198466"/>
                  <a:pt x="1323748" y="2198885"/>
                </a:cubicBezTo>
                <a:cubicBezTo>
                  <a:pt x="1354931" y="2193328"/>
                  <a:pt x="1386824" y="2190347"/>
                  <a:pt x="1419209" y="2189820"/>
                </a:cubicBezTo>
                <a:lnTo>
                  <a:pt x="1436297" y="2188197"/>
                </a:lnTo>
                <a:lnTo>
                  <a:pt x="1436323" y="2188691"/>
                </a:lnTo>
                <a:lnTo>
                  <a:pt x="1436821" y="2188658"/>
                </a:lnTo>
                <a:lnTo>
                  <a:pt x="1437415" y="2200098"/>
                </a:lnTo>
                <a:cubicBezTo>
                  <a:pt x="1437415" y="2205779"/>
                  <a:pt x="1437356" y="2211446"/>
                  <a:pt x="1436044" y="2217074"/>
                </a:cubicBezTo>
                <a:cubicBezTo>
                  <a:pt x="1436086" y="2248409"/>
                  <a:pt x="1433636" y="2279300"/>
                  <a:pt x="1428577" y="2309550"/>
                </a:cubicBezTo>
                <a:lnTo>
                  <a:pt x="1428039" y="2316226"/>
                </a:lnTo>
                <a:cubicBezTo>
                  <a:pt x="1427869" y="2316231"/>
                  <a:pt x="1427701" y="2316236"/>
                  <a:pt x="1427533" y="2316289"/>
                </a:cubicBezTo>
                <a:cubicBezTo>
                  <a:pt x="1377258" y="2669154"/>
                  <a:pt x="1096219" y="2949931"/>
                  <a:pt x="737367" y="3009330"/>
                </a:cubicBezTo>
                <a:lnTo>
                  <a:pt x="737251" y="3010478"/>
                </a:lnTo>
                <a:cubicBezTo>
                  <a:pt x="731941" y="3011489"/>
                  <a:pt x="726612" y="3012437"/>
                  <a:pt x="721035" y="3012018"/>
                </a:cubicBezTo>
                <a:cubicBezTo>
                  <a:pt x="689863" y="3017572"/>
                  <a:pt x="657982" y="3020553"/>
                  <a:pt x="625608" y="3021080"/>
                </a:cubicBezTo>
                <a:lnTo>
                  <a:pt x="608490" y="3022706"/>
                </a:lnTo>
                <a:lnTo>
                  <a:pt x="608464" y="3022211"/>
                </a:lnTo>
                <a:lnTo>
                  <a:pt x="607965" y="3022244"/>
                </a:lnTo>
                <a:cubicBezTo>
                  <a:pt x="607399" y="3018442"/>
                  <a:pt x="607372" y="3014626"/>
                  <a:pt x="607372" y="3010804"/>
                </a:cubicBezTo>
                <a:close/>
                <a:moveTo>
                  <a:pt x="607372" y="3058630"/>
                </a:moveTo>
                <a:lnTo>
                  <a:pt x="607966" y="3047280"/>
                </a:lnTo>
                <a:lnTo>
                  <a:pt x="608464" y="3047312"/>
                </a:lnTo>
                <a:lnTo>
                  <a:pt x="608490" y="3046822"/>
                </a:lnTo>
                <a:lnTo>
                  <a:pt x="625577" y="3048432"/>
                </a:lnTo>
                <a:cubicBezTo>
                  <a:pt x="657963" y="3048955"/>
                  <a:pt x="689855" y="3051913"/>
                  <a:pt x="721039" y="3057426"/>
                </a:cubicBezTo>
                <a:cubicBezTo>
                  <a:pt x="726615" y="3057010"/>
                  <a:pt x="731943" y="3057951"/>
                  <a:pt x="737251" y="3058953"/>
                </a:cubicBezTo>
                <a:lnTo>
                  <a:pt x="737368" y="3060092"/>
                </a:lnTo>
                <a:cubicBezTo>
                  <a:pt x="1096219" y="3119024"/>
                  <a:pt x="1377258" y="3397595"/>
                  <a:pt x="1427534" y="3747690"/>
                </a:cubicBezTo>
                <a:cubicBezTo>
                  <a:pt x="1427702" y="3747743"/>
                  <a:pt x="1427871" y="3747748"/>
                  <a:pt x="1428040" y="3747753"/>
                </a:cubicBezTo>
                <a:lnTo>
                  <a:pt x="1428580" y="3754390"/>
                </a:lnTo>
                <a:cubicBezTo>
                  <a:pt x="1433637" y="3784397"/>
                  <a:pt x="1436086" y="3815039"/>
                  <a:pt x="1436044" y="3846121"/>
                </a:cubicBezTo>
                <a:cubicBezTo>
                  <a:pt x="1437356" y="3851707"/>
                  <a:pt x="1437415" y="3857331"/>
                  <a:pt x="1437415" y="3862969"/>
                </a:cubicBezTo>
                <a:cubicBezTo>
                  <a:pt x="1437415" y="3866761"/>
                  <a:pt x="1437388" y="3870547"/>
                  <a:pt x="1436822" y="3874319"/>
                </a:cubicBezTo>
                <a:lnTo>
                  <a:pt x="1436323" y="3874286"/>
                </a:lnTo>
                <a:lnTo>
                  <a:pt x="1436297" y="3874777"/>
                </a:lnTo>
                <a:lnTo>
                  <a:pt x="1419178" y="3873164"/>
                </a:lnTo>
                <a:cubicBezTo>
                  <a:pt x="1386804" y="3872641"/>
                  <a:pt x="1354924" y="3869683"/>
                  <a:pt x="1323752" y="3864173"/>
                </a:cubicBezTo>
                <a:cubicBezTo>
                  <a:pt x="1318175" y="3864589"/>
                  <a:pt x="1312846" y="3863648"/>
                  <a:pt x="1307535" y="3862645"/>
                </a:cubicBezTo>
                <a:lnTo>
                  <a:pt x="1307419" y="3861506"/>
                </a:lnTo>
                <a:cubicBezTo>
                  <a:pt x="948568" y="3802574"/>
                  <a:pt x="667529" y="3524002"/>
                  <a:pt x="617253" y="3173908"/>
                </a:cubicBezTo>
                <a:cubicBezTo>
                  <a:pt x="617086" y="3173856"/>
                  <a:pt x="616917" y="3173851"/>
                  <a:pt x="616748" y="3173846"/>
                </a:cubicBezTo>
                <a:lnTo>
                  <a:pt x="616209" y="3167222"/>
                </a:lnTo>
                <a:cubicBezTo>
                  <a:pt x="611151" y="3137210"/>
                  <a:pt x="608700" y="3106561"/>
                  <a:pt x="608742" y="3075472"/>
                </a:cubicBezTo>
                <a:cubicBezTo>
                  <a:pt x="607430" y="3069889"/>
                  <a:pt x="607372" y="3064266"/>
                  <a:pt x="607372" y="3058630"/>
                </a:cubicBezTo>
                <a:close/>
                <a:moveTo>
                  <a:pt x="0" y="116373"/>
                </a:moveTo>
                <a:lnTo>
                  <a:pt x="0" y="0"/>
                </a:lnTo>
                <a:lnTo>
                  <a:pt x="90880" y="0"/>
                </a:lnTo>
                <a:lnTo>
                  <a:pt x="22652" y="76659"/>
                </a:lnTo>
                <a:close/>
                <a:moveTo>
                  <a:pt x="0" y="443121"/>
                </a:moveTo>
                <a:lnTo>
                  <a:pt x="0" y="311637"/>
                </a:lnTo>
                <a:lnTo>
                  <a:pt x="82171" y="276703"/>
                </a:lnTo>
                <a:cubicBezTo>
                  <a:pt x="190106" y="222464"/>
                  <a:pt x="281723" y="142152"/>
                  <a:pt x="348118" y="44350"/>
                </a:cubicBezTo>
                <a:lnTo>
                  <a:pt x="370347" y="0"/>
                </a:lnTo>
                <a:lnTo>
                  <a:pt x="518984" y="0"/>
                </a:lnTo>
                <a:lnTo>
                  <a:pt x="467145" y="95636"/>
                </a:lnTo>
                <a:cubicBezTo>
                  <a:pt x="364000" y="256913"/>
                  <a:pt x="203621" y="380350"/>
                  <a:pt x="13323" y="439959"/>
                </a:cubicBezTo>
                <a:close/>
                <a:moveTo>
                  <a:pt x="0" y="1070142"/>
                </a:moveTo>
                <a:lnTo>
                  <a:pt x="0" y="862064"/>
                </a:lnTo>
                <a:lnTo>
                  <a:pt x="31905" y="912052"/>
                </a:lnTo>
                <a:cubicBezTo>
                  <a:pt x="132041" y="1046318"/>
                  <a:pt x="280461" y="1144085"/>
                  <a:pt x="452455" y="1181049"/>
                </a:cubicBezTo>
                <a:cubicBezTo>
                  <a:pt x="405840" y="944006"/>
                  <a:pt x="235523" y="749922"/>
                  <a:pt x="9316" y="665484"/>
                </a:cubicBezTo>
                <a:lnTo>
                  <a:pt x="0" y="662760"/>
                </a:lnTo>
                <a:lnTo>
                  <a:pt x="0" y="530567"/>
                </a:lnTo>
                <a:lnTo>
                  <a:pt x="26399" y="537107"/>
                </a:lnTo>
                <a:cubicBezTo>
                  <a:pt x="321280" y="635466"/>
                  <a:pt x="541950" y="889030"/>
                  <a:pt x="585941" y="1197788"/>
                </a:cubicBezTo>
                <a:cubicBezTo>
                  <a:pt x="586109" y="1197841"/>
                  <a:pt x="586278" y="1197846"/>
                  <a:pt x="586447" y="1197851"/>
                </a:cubicBezTo>
                <a:lnTo>
                  <a:pt x="586987" y="1204541"/>
                </a:lnTo>
                <a:cubicBezTo>
                  <a:pt x="592044" y="1234785"/>
                  <a:pt x="594493" y="1265670"/>
                  <a:pt x="594451" y="1296998"/>
                </a:cubicBezTo>
                <a:cubicBezTo>
                  <a:pt x="595763" y="1302628"/>
                  <a:pt x="595822" y="1308297"/>
                  <a:pt x="595822" y="1313979"/>
                </a:cubicBezTo>
                <a:cubicBezTo>
                  <a:pt x="595822" y="1317801"/>
                  <a:pt x="595795" y="1321617"/>
                  <a:pt x="595229" y="1325419"/>
                </a:cubicBezTo>
                <a:lnTo>
                  <a:pt x="594730" y="1325386"/>
                </a:lnTo>
                <a:lnTo>
                  <a:pt x="594704" y="1325881"/>
                </a:lnTo>
                <a:lnTo>
                  <a:pt x="577585" y="1324255"/>
                </a:lnTo>
                <a:cubicBezTo>
                  <a:pt x="545211" y="1323728"/>
                  <a:pt x="513331" y="1320747"/>
                  <a:pt x="482159" y="1315193"/>
                </a:cubicBezTo>
                <a:cubicBezTo>
                  <a:pt x="476582" y="1315612"/>
                  <a:pt x="471253" y="1314664"/>
                  <a:pt x="465942" y="1313653"/>
                </a:cubicBezTo>
                <a:lnTo>
                  <a:pt x="465826" y="1312505"/>
                </a:lnTo>
                <a:cubicBezTo>
                  <a:pt x="286401" y="1282806"/>
                  <a:pt x="126428" y="1197762"/>
                  <a:pt x="5028" y="1076034"/>
                </a:cubicBezTo>
                <a:close/>
                <a:moveTo>
                  <a:pt x="0" y="2139063"/>
                </a:moveTo>
                <a:lnTo>
                  <a:pt x="0" y="2007909"/>
                </a:lnTo>
                <a:lnTo>
                  <a:pt x="9314" y="2005207"/>
                </a:lnTo>
                <a:cubicBezTo>
                  <a:pt x="235521" y="1921432"/>
                  <a:pt x="405837" y="1728872"/>
                  <a:pt x="452453" y="1493690"/>
                </a:cubicBezTo>
                <a:cubicBezTo>
                  <a:pt x="280459" y="1530364"/>
                  <a:pt x="132038" y="1627363"/>
                  <a:pt x="31903" y="1760575"/>
                </a:cubicBezTo>
                <a:lnTo>
                  <a:pt x="0" y="1810167"/>
                </a:lnTo>
                <a:lnTo>
                  <a:pt x="0" y="1603724"/>
                </a:lnTo>
                <a:lnTo>
                  <a:pt x="5025" y="1597880"/>
                </a:lnTo>
                <a:cubicBezTo>
                  <a:pt x="126426" y="1477109"/>
                  <a:pt x="286398" y="1392733"/>
                  <a:pt x="465823" y="1363267"/>
                </a:cubicBezTo>
                <a:lnTo>
                  <a:pt x="465940" y="1362128"/>
                </a:lnTo>
                <a:cubicBezTo>
                  <a:pt x="471249" y="1361126"/>
                  <a:pt x="476577" y="1360185"/>
                  <a:pt x="482153" y="1360601"/>
                </a:cubicBezTo>
                <a:cubicBezTo>
                  <a:pt x="513336" y="1355088"/>
                  <a:pt x="545229" y="1352130"/>
                  <a:pt x="577614" y="1351607"/>
                </a:cubicBezTo>
                <a:lnTo>
                  <a:pt x="594702" y="1349997"/>
                </a:lnTo>
                <a:lnTo>
                  <a:pt x="594728" y="1350487"/>
                </a:lnTo>
                <a:lnTo>
                  <a:pt x="595226" y="1350455"/>
                </a:lnTo>
                <a:lnTo>
                  <a:pt x="595820" y="1361805"/>
                </a:lnTo>
                <a:cubicBezTo>
                  <a:pt x="595820" y="1367441"/>
                  <a:pt x="595761" y="1373063"/>
                  <a:pt x="594449" y="1378647"/>
                </a:cubicBezTo>
                <a:cubicBezTo>
                  <a:pt x="594491" y="1409736"/>
                  <a:pt x="592041" y="1440385"/>
                  <a:pt x="586982" y="1470397"/>
                </a:cubicBezTo>
                <a:lnTo>
                  <a:pt x="586444" y="1477021"/>
                </a:lnTo>
                <a:cubicBezTo>
                  <a:pt x="586274" y="1477026"/>
                  <a:pt x="586106" y="1477030"/>
                  <a:pt x="585938" y="1477083"/>
                </a:cubicBezTo>
                <a:cubicBezTo>
                  <a:pt x="541948" y="1783415"/>
                  <a:pt x="321278" y="2034989"/>
                  <a:pt x="26396" y="2132575"/>
                </a:cubicBezTo>
                <a:close/>
                <a:moveTo>
                  <a:pt x="0" y="2766967"/>
                </a:moveTo>
                <a:lnTo>
                  <a:pt x="0" y="2558889"/>
                </a:lnTo>
                <a:lnTo>
                  <a:pt x="31905" y="2608877"/>
                </a:lnTo>
                <a:cubicBezTo>
                  <a:pt x="132041" y="2743143"/>
                  <a:pt x="280461" y="2840910"/>
                  <a:pt x="452455" y="2877874"/>
                </a:cubicBezTo>
                <a:cubicBezTo>
                  <a:pt x="405840" y="2640831"/>
                  <a:pt x="235523" y="2446747"/>
                  <a:pt x="9316" y="2362309"/>
                </a:cubicBezTo>
                <a:lnTo>
                  <a:pt x="0" y="2359585"/>
                </a:lnTo>
                <a:lnTo>
                  <a:pt x="0" y="2227392"/>
                </a:lnTo>
                <a:lnTo>
                  <a:pt x="26399" y="2233932"/>
                </a:lnTo>
                <a:cubicBezTo>
                  <a:pt x="321280" y="2332291"/>
                  <a:pt x="541950" y="2585855"/>
                  <a:pt x="585941" y="2894613"/>
                </a:cubicBezTo>
                <a:cubicBezTo>
                  <a:pt x="586109" y="2894666"/>
                  <a:pt x="586278" y="2894671"/>
                  <a:pt x="586447" y="2894676"/>
                </a:cubicBezTo>
                <a:lnTo>
                  <a:pt x="586987" y="2901366"/>
                </a:lnTo>
                <a:cubicBezTo>
                  <a:pt x="592044" y="2931610"/>
                  <a:pt x="594493" y="2962495"/>
                  <a:pt x="594451" y="2993823"/>
                </a:cubicBezTo>
                <a:cubicBezTo>
                  <a:pt x="595763" y="2999453"/>
                  <a:pt x="595822" y="3005122"/>
                  <a:pt x="595822" y="3010804"/>
                </a:cubicBezTo>
                <a:cubicBezTo>
                  <a:pt x="595822" y="3014626"/>
                  <a:pt x="595795" y="3018442"/>
                  <a:pt x="595229" y="3022244"/>
                </a:cubicBezTo>
                <a:lnTo>
                  <a:pt x="594730" y="3022211"/>
                </a:lnTo>
                <a:lnTo>
                  <a:pt x="594704" y="3022706"/>
                </a:lnTo>
                <a:lnTo>
                  <a:pt x="577585" y="3021080"/>
                </a:lnTo>
                <a:cubicBezTo>
                  <a:pt x="545211" y="3020553"/>
                  <a:pt x="513331" y="3017572"/>
                  <a:pt x="482159" y="3012018"/>
                </a:cubicBezTo>
                <a:cubicBezTo>
                  <a:pt x="476582" y="3012437"/>
                  <a:pt x="471253" y="3011489"/>
                  <a:pt x="465942" y="3010478"/>
                </a:cubicBezTo>
                <a:lnTo>
                  <a:pt x="465826" y="3009330"/>
                </a:lnTo>
                <a:cubicBezTo>
                  <a:pt x="286401" y="2979630"/>
                  <a:pt x="126428" y="2894586"/>
                  <a:pt x="5028" y="2772859"/>
                </a:cubicBezTo>
                <a:close/>
                <a:moveTo>
                  <a:pt x="0" y="3835888"/>
                </a:moveTo>
                <a:lnTo>
                  <a:pt x="0" y="3704734"/>
                </a:lnTo>
                <a:lnTo>
                  <a:pt x="9314" y="3702032"/>
                </a:lnTo>
                <a:cubicBezTo>
                  <a:pt x="235521" y="3618257"/>
                  <a:pt x="405837" y="3425697"/>
                  <a:pt x="452453" y="3190516"/>
                </a:cubicBezTo>
                <a:cubicBezTo>
                  <a:pt x="280459" y="3227190"/>
                  <a:pt x="132038" y="3324188"/>
                  <a:pt x="31903" y="3457400"/>
                </a:cubicBezTo>
                <a:lnTo>
                  <a:pt x="0" y="3506992"/>
                </a:lnTo>
                <a:lnTo>
                  <a:pt x="0" y="3300549"/>
                </a:lnTo>
                <a:lnTo>
                  <a:pt x="5025" y="3294705"/>
                </a:lnTo>
                <a:cubicBezTo>
                  <a:pt x="126426" y="3173934"/>
                  <a:pt x="286398" y="3089558"/>
                  <a:pt x="465823" y="3060092"/>
                </a:cubicBezTo>
                <a:lnTo>
                  <a:pt x="465940" y="3058953"/>
                </a:lnTo>
                <a:cubicBezTo>
                  <a:pt x="471249" y="3057951"/>
                  <a:pt x="476577" y="3057010"/>
                  <a:pt x="482153" y="3057426"/>
                </a:cubicBezTo>
                <a:cubicBezTo>
                  <a:pt x="513336" y="3051913"/>
                  <a:pt x="545229" y="3048955"/>
                  <a:pt x="577614" y="3048432"/>
                </a:cubicBezTo>
                <a:lnTo>
                  <a:pt x="594702" y="3046822"/>
                </a:lnTo>
                <a:lnTo>
                  <a:pt x="594728" y="3047312"/>
                </a:lnTo>
                <a:lnTo>
                  <a:pt x="595226" y="3047280"/>
                </a:lnTo>
                <a:lnTo>
                  <a:pt x="595820" y="3058630"/>
                </a:lnTo>
                <a:cubicBezTo>
                  <a:pt x="595820" y="3064266"/>
                  <a:pt x="595761" y="3069889"/>
                  <a:pt x="594449" y="3075472"/>
                </a:cubicBezTo>
                <a:cubicBezTo>
                  <a:pt x="594491" y="3106561"/>
                  <a:pt x="592041" y="3137210"/>
                  <a:pt x="586982" y="3167222"/>
                </a:cubicBezTo>
                <a:lnTo>
                  <a:pt x="586444" y="3173846"/>
                </a:lnTo>
                <a:cubicBezTo>
                  <a:pt x="586274" y="3173851"/>
                  <a:pt x="586106" y="3173856"/>
                  <a:pt x="585938" y="3173908"/>
                </a:cubicBezTo>
                <a:cubicBezTo>
                  <a:pt x="541948" y="3480240"/>
                  <a:pt x="321278" y="3731813"/>
                  <a:pt x="26396" y="3829400"/>
                </a:cubicBezTo>
                <a:close/>
                <a:moveTo>
                  <a:pt x="0" y="4056079"/>
                </a:moveTo>
                <a:lnTo>
                  <a:pt x="0" y="3923091"/>
                </a:lnTo>
                <a:lnTo>
                  <a:pt x="9850" y="3925425"/>
                </a:lnTo>
                <a:cubicBezTo>
                  <a:pt x="194718" y="3982914"/>
                  <a:pt x="351664" y="4101018"/>
                  <a:pt x="456028" y="4255797"/>
                </a:cubicBezTo>
                <a:lnTo>
                  <a:pt x="484473" y="4305008"/>
                </a:lnTo>
                <a:lnTo>
                  <a:pt x="333423" y="4305008"/>
                </a:lnTo>
                <a:lnTo>
                  <a:pt x="281300" y="4241205"/>
                </a:lnTo>
                <a:cubicBezTo>
                  <a:pt x="223282" y="4178491"/>
                  <a:pt x="153561" y="4126262"/>
                  <a:pt x="75476" y="4087725"/>
                </a:cubicBezTo>
                <a:close/>
                <a:moveTo>
                  <a:pt x="0" y="4305008"/>
                </a:moveTo>
                <a:lnTo>
                  <a:pt x="0" y="4256099"/>
                </a:lnTo>
                <a:lnTo>
                  <a:pt x="8327" y="4271827"/>
                </a:lnTo>
                <a:lnTo>
                  <a:pt x="35009" y="4305008"/>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0" name="Rectangle 19">
            <a:extLst>
              <a:ext uri="{FF2B5EF4-FFF2-40B4-BE49-F238E27FC236}">
                <a16:creationId xmlns:a16="http://schemas.microsoft.com/office/drawing/2014/main" id="{1B26E892-1320-40AA-9CA1-246721C187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28592" y="620720"/>
            <a:ext cx="7323231" cy="55931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3093104D-439E-A90F-8341-6EFF0A28DBF4}"/>
              </a:ext>
            </a:extLst>
          </p:cNvPr>
          <p:cNvSpPr>
            <a:spLocks noGrp="1"/>
          </p:cNvSpPr>
          <p:nvPr>
            <p:ph type="title"/>
          </p:nvPr>
        </p:nvSpPr>
        <p:spPr>
          <a:xfrm>
            <a:off x="4713224" y="1105351"/>
            <a:ext cx="6353967" cy="3023981"/>
          </a:xfrm>
        </p:spPr>
        <p:txBody>
          <a:bodyPr vert="horz" lIns="91440" tIns="45720" rIns="91440" bIns="45720" rtlCol="0" anchor="b">
            <a:normAutofit/>
          </a:bodyPr>
          <a:lstStyle/>
          <a:p>
            <a:pPr algn="l"/>
            <a:r>
              <a:rPr lang="en-US" sz="4800">
                <a:solidFill>
                  <a:srgbClr val="FFFFFF"/>
                </a:solidFill>
              </a:rPr>
              <a:t>Time’s up!!</a:t>
            </a:r>
          </a:p>
        </p:txBody>
      </p:sp>
      <p:sp>
        <p:nvSpPr>
          <p:cNvPr id="5" name="Text Placeholder 4">
            <a:extLst>
              <a:ext uri="{FF2B5EF4-FFF2-40B4-BE49-F238E27FC236}">
                <a16:creationId xmlns:a16="http://schemas.microsoft.com/office/drawing/2014/main" id="{1182E00B-F9CF-1E0A-C650-8ACB743C831A}"/>
              </a:ext>
            </a:extLst>
          </p:cNvPr>
          <p:cNvSpPr>
            <a:spLocks noGrp="1"/>
          </p:cNvSpPr>
          <p:nvPr>
            <p:ph type="body" idx="1"/>
          </p:nvPr>
        </p:nvSpPr>
        <p:spPr>
          <a:xfrm>
            <a:off x="4713224" y="4297556"/>
            <a:ext cx="6353968" cy="1433391"/>
          </a:xfrm>
        </p:spPr>
        <p:txBody>
          <a:bodyPr vert="horz" lIns="91440" tIns="45720" rIns="91440" bIns="45720" rtlCol="0" anchor="t">
            <a:normAutofit/>
          </a:bodyPr>
          <a:lstStyle/>
          <a:p>
            <a:endParaRPr lang="en-US">
              <a:solidFill>
                <a:srgbClr val="FFFFFF"/>
              </a:solidFill>
            </a:endParaRPr>
          </a:p>
        </p:txBody>
      </p:sp>
      <p:cxnSp>
        <p:nvCxnSpPr>
          <p:cNvPr id="22" name="Straight Connector 21">
            <a:extLst>
              <a:ext uri="{FF2B5EF4-FFF2-40B4-BE49-F238E27FC236}">
                <a16:creationId xmlns:a16="http://schemas.microsoft.com/office/drawing/2014/main" id="{C9A1F79C-E4D1-4AAE-BA11-3A09005252E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42932" y="4214336"/>
            <a:ext cx="5120640" cy="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 useBgFill="1">
        <p:nvSpPr>
          <p:cNvPr id="24" name="Rectangle 23">
            <a:extLst>
              <a:ext uri="{FF2B5EF4-FFF2-40B4-BE49-F238E27FC236}">
                <a16:creationId xmlns:a16="http://schemas.microsoft.com/office/drawing/2014/main" id="{C170DF7D-4686-4BD5-A9CD-C896492846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4000" y="-2"/>
            <a:ext cx="164592"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300465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Shape 216">
          <a:extLst>
            <a:ext uri="{FF2B5EF4-FFF2-40B4-BE49-F238E27FC236}">
              <a16:creationId xmlns:a16="http://schemas.microsoft.com/office/drawing/2014/main" id="{F30807C1-E074-4ACB-872A-A95733722EB4}"/>
            </a:ext>
          </a:extLst>
        </p:cNvPr>
        <p:cNvGrpSpPr/>
        <p:nvPr/>
      </p:nvGrpSpPr>
      <p:grpSpPr>
        <a:xfrm>
          <a:off x="0" y="0"/>
          <a:ext cx="0" cy="0"/>
          <a:chOff x="0" y="0"/>
          <a:chExt cx="0" cy="0"/>
        </a:xfrm>
      </p:grpSpPr>
      <p:sp>
        <p:nvSpPr>
          <p:cNvPr id="218" name="Google Shape;218;p5">
            <a:extLst>
              <a:ext uri="{FF2B5EF4-FFF2-40B4-BE49-F238E27FC236}">
                <a16:creationId xmlns:a16="http://schemas.microsoft.com/office/drawing/2014/main" id="{887D2F12-5F69-0810-F8AD-5EE8D99A4143}"/>
              </a:ext>
            </a:extLst>
          </p:cNvPr>
          <p:cNvSpPr txBox="1">
            <a:spLocks noGrp="1"/>
          </p:cNvSpPr>
          <p:nvPr>
            <p:ph type="title"/>
          </p:nvPr>
        </p:nvSpPr>
        <p:spPr>
          <a:xfrm>
            <a:off x="838200" y="365126"/>
            <a:ext cx="10515600" cy="86762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B01F24"/>
              </a:buClr>
              <a:buSzPts val="1800"/>
              <a:buNone/>
            </a:pPr>
            <a:r>
              <a:rPr lang="en-US" dirty="0"/>
              <a:t>Which is better: Table vs plot?</a:t>
            </a:r>
            <a:endParaRPr dirty="0"/>
          </a:p>
        </p:txBody>
      </p:sp>
      <p:sp>
        <p:nvSpPr>
          <p:cNvPr id="219" name="Google Shape;219;p5">
            <a:extLst>
              <a:ext uri="{FF2B5EF4-FFF2-40B4-BE49-F238E27FC236}">
                <a16:creationId xmlns:a16="http://schemas.microsoft.com/office/drawing/2014/main" id="{8957AE85-6112-B9FD-0B01-9B3E27B23EF8}"/>
              </a:ext>
            </a:extLst>
          </p:cNvPr>
          <p:cNvSpPr txBox="1">
            <a:spLocks noGrp="1"/>
          </p:cNvSpPr>
          <p:nvPr>
            <p:ph type="sldNum" idx="12"/>
          </p:nvPr>
        </p:nvSpPr>
        <p:spPr>
          <a:xfrm>
            <a:off x="254193" y="6122796"/>
            <a:ext cx="638159" cy="365125"/>
          </a:xfrm>
          <a:prstGeom prst="rect">
            <a:avLst/>
          </a:prstGeom>
          <a:noFill/>
          <a:ln>
            <a:noFill/>
          </a:ln>
        </p:spPr>
        <p:txBody>
          <a:bodyPr spcFirstLastPara="1" wrap="square" lIns="91425" tIns="45700" rIns="91425" bIns="45700" anchor="ctr" anchorCtr="0">
            <a:noAutofit/>
          </a:bodyPr>
          <a:lstStyle/>
          <a:p>
            <a:pPr marL="0" marR="0" lvl="0" indent="0" algn="r" defTabSz="457200" rtl="0" eaLnBrk="1" fontAlgn="auto" latinLnBrk="0" hangingPunct="1">
              <a:lnSpc>
                <a:spcPct val="100000"/>
              </a:lnSpc>
              <a:spcBef>
                <a:spcPts val="0"/>
              </a:spcBef>
              <a:spcAft>
                <a:spcPts val="0"/>
              </a:spcAft>
              <a:buClr>
                <a:srgbClr val="000000"/>
              </a:buClr>
              <a:buSzPts val="1000"/>
              <a:buFont typeface="Arial"/>
              <a:buNone/>
              <a:tabLst/>
              <a:defRPr/>
            </a:pPr>
            <a:fld id="{00000000-1234-1234-1234-123412341234}" type="slidenum">
              <a:rPr kumimoji="0" lang="en-US" sz="1000" b="0" i="0" u="none" strike="noStrike" kern="1200" cap="none" spc="0" normalizeH="0" baseline="0" noProof="0">
                <a:ln>
                  <a:noFill/>
                </a:ln>
                <a:solidFill>
                  <a:srgbClr val="58595B"/>
                </a:solidFill>
                <a:effectLst/>
                <a:uLnTx/>
                <a:uFillTx/>
                <a:latin typeface="Arial"/>
                <a:cs typeface="Arial"/>
                <a:sym typeface="Arial"/>
              </a:rPr>
              <a:pPr marL="0" marR="0" lvl="0" indent="0" algn="r" defTabSz="457200" rtl="0" eaLnBrk="1" fontAlgn="auto" latinLnBrk="0" hangingPunct="1">
                <a:lnSpc>
                  <a:spcPct val="100000"/>
                </a:lnSpc>
                <a:spcBef>
                  <a:spcPts val="0"/>
                </a:spcBef>
                <a:spcAft>
                  <a:spcPts val="0"/>
                </a:spcAft>
                <a:buClr>
                  <a:srgbClr val="000000"/>
                </a:buClr>
                <a:buSzPts val="1000"/>
                <a:buFont typeface="Arial"/>
                <a:buNone/>
                <a:tabLst/>
                <a:defRPr/>
              </a:pPr>
              <a:t>26</a:t>
            </a:fld>
            <a:endParaRPr kumimoji="0" sz="1000" b="0" i="0" u="none" strike="noStrike" kern="1200" cap="none" spc="0" normalizeH="0" baseline="0" noProof="0">
              <a:ln>
                <a:noFill/>
              </a:ln>
              <a:solidFill>
                <a:srgbClr val="58595B"/>
              </a:solidFill>
              <a:effectLst/>
              <a:uLnTx/>
              <a:uFillTx/>
              <a:latin typeface="Arial"/>
              <a:cs typeface="Arial"/>
              <a:sym typeface="Arial"/>
            </a:endParaRPr>
          </a:p>
        </p:txBody>
      </p:sp>
      <p:pic>
        <p:nvPicPr>
          <p:cNvPr id="220" name="Google Shape;220;p5" descr="A screenshot of a table&#10;&#10;AI-generated content may be incorrect.">
            <a:extLst>
              <a:ext uri="{FF2B5EF4-FFF2-40B4-BE49-F238E27FC236}">
                <a16:creationId xmlns:a16="http://schemas.microsoft.com/office/drawing/2014/main" id="{4C4DEF56-544A-034A-F5AE-F27BEED063B5}"/>
              </a:ext>
            </a:extLst>
          </p:cNvPr>
          <p:cNvPicPr preferRelativeResize="0"/>
          <p:nvPr/>
        </p:nvPicPr>
        <p:blipFill rotWithShape="1">
          <a:blip r:embed="rId3">
            <a:alphaModFix/>
          </a:blip>
          <a:srcRect/>
          <a:stretch/>
        </p:blipFill>
        <p:spPr>
          <a:xfrm>
            <a:off x="5506527" y="1719652"/>
            <a:ext cx="6461759" cy="3418695"/>
          </a:xfrm>
          <a:prstGeom prst="rect">
            <a:avLst/>
          </a:prstGeom>
          <a:noFill/>
          <a:ln>
            <a:noFill/>
          </a:ln>
        </p:spPr>
      </p:pic>
      <p:sp>
        <p:nvSpPr>
          <p:cNvPr id="2" name="Google Shape;217;p5">
            <a:extLst>
              <a:ext uri="{FF2B5EF4-FFF2-40B4-BE49-F238E27FC236}">
                <a16:creationId xmlns:a16="http://schemas.microsoft.com/office/drawing/2014/main" id="{6F7C0396-189D-FE8D-DCF5-7D1DA0DD2232}"/>
              </a:ext>
            </a:extLst>
          </p:cNvPr>
          <p:cNvSpPr txBox="1">
            <a:spLocks/>
          </p:cNvSpPr>
          <p:nvPr/>
        </p:nvSpPr>
        <p:spPr>
          <a:xfrm>
            <a:off x="838201" y="1569720"/>
            <a:ext cx="4480560" cy="4918201"/>
          </a:xfrm>
          <a:prstGeom prst="rect">
            <a:avLst/>
          </a:prstGeom>
          <a:noFill/>
          <a:ln>
            <a:noFill/>
          </a:ln>
        </p:spPr>
        <p:txBody>
          <a:bodyPr spcFirstLastPara="1" vert="horz" wrap="square" lIns="91425" tIns="45700" rIns="91425" bIns="45700" rtlCol="0" anchor="t" anchorCtr="0">
            <a:normAutofit/>
          </a:bodyPr>
          <a:lstStyle>
            <a:lvl1pPr marL="457200" lvl="0" indent="-342900" algn="l" defTabSz="914400" rtl="0" eaLnBrk="1" latinLnBrk="0" hangingPunct="1">
              <a:lnSpc>
                <a:spcPct val="122222"/>
              </a:lnSpc>
              <a:spcBef>
                <a:spcPts val="1000"/>
              </a:spcBef>
              <a:spcAft>
                <a:spcPts val="0"/>
              </a:spcAft>
              <a:buClr>
                <a:srgbClr val="B01F24"/>
              </a:buClr>
              <a:buSzPts val="1800"/>
              <a:buFont typeface="Tw Cen MT" panose="020B0602020104020603" pitchFamily="34" charset="0"/>
              <a:buChar char="•"/>
              <a:defRPr sz="2200" kern="1200">
                <a:solidFill>
                  <a:schemeClr val="tx1"/>
                </a:solidFill>
                <a:latin typeface="+mn-lt"/>
                <a:ea typeface="+mn-ea"/>
                <a:cs typeface="+mn-cs"/>
              </a:defRPr>
            </a:lvl1pPr>
            <a:lvl2pPr marL="914400" lvl="1" indent="-342900" algn="l" defTabSz="914400" rtl="0" eaLnBrk="1" latinLnBrk="0" hangingPunct="1">
              <a:lnSpc>
                <a:spcPct val="122222"/>
              </a:lnSpc>
              <a:spcBef>
                <a:spcPts val="500"/>
              </a:spcBef>
              <a:spcAft>
                <a:spcPts val="0"/>
              </a:spcAft>
              <a:buClr>
                <a:srgbClr val="B01F24"/>
              </a:buClr>
              <a:buSzPts val="1800"/>
              <a:buFont typeface="Wingdings 3" pitchFamily="18" charset="2"/>
              <a:buChar char="•"/>
              <a:defRPr sz="1800" kern="1200">
                <a:solidFill>
                  <a:schemeClr val="tx1"/>
                </a:solidFill>
                <a:latin typeface="+mn-lt"/>
                <a:ea typeface="+mn-ea"/>
                <a:cs typeface="+mn-cs"/>
              </a:defRPr>
            </a:lvl2pPr>
            <a:lvl3pPr marL="1371600" lvl="2" indent="-342900" algn="l" defTabSz="914400" rtl="0" eaLnBrk="1" latinLnBrk="0" hangingPunct="1">
              <a:lnSpc>
                <a:spcPct val="122222"/>
              </a:lnSpc>
              <a:spcBef>
                <a:spcPts val="500"/>
              </a:spcBef>
              <a:spcAft>
                <a:spcPts val="0"/>
              </a:spcAft>
              <a:buClr>
                <a:srgbClr val="B01F24"/>
              </a:buClr>
              <a:buSzPts val="1800"/>
              <a:buFont typeface="Wingdings 3" pitchFamily="18" charset="2"/>
              <a:buChar char="•"/>
              <a:defRPr sz="1400" kern="1200">
                <a:solidFill>
                  <a:schemeClr val="tx1"/>
                </a:solidFill>
                <a:latin typeface="+mn-lt"/>
                <a:ea typeface="+mn-ea"/>
                <a:cs typeface="+mn-cs"/>
              </a:defRPr>
            </a:lvl3pPr>
            <a:lvl4pPr marL="1828800" lvl="3" indent="-342900" algn="l" defTabSz="914400" rtl="0" eaLnBrk="1" latinLnBrk="0" hangingPunct="1">
              <a:lnSpc>
                <a:spcPct val="122222"/>
              </a:lnSpc>
              <a:spcBef>
                <a:spcPts val="500"/>
              </a:spcBef>
              <a:spcAft>
                <a:spcPts val="0"/>
              </a:spcAft>
              <a:buClr>
                <a:srgbClr val="B01F24"/>
              </a:buClr>
              <a:buSzPts val="1800"/>
              <a:buFont typeface="Wingdings 3" pitchFamily="18" charset="2"/>
              <a:buChar char="•"/>
              <a:defRPr sz="1400" kern="1200">
                <a:solidFill>
                  <a:schemeClr val="tx1"/>
                </a:solidFill>
                <a:latin typeface="+mn-lt"/>
                <a:ea typeface="+mn-ea"/>
                <a:cs typeface="+mn-cs"/>
              </a:defRPr>
            </a:lvl4pPr>
            <a:lvl5pPr marL="2286000" lvl="4" indent="-342900" algn="l" defTabSz="914400" rtl="0" eaLnBrk="1" latinLnBrk="0" hangingPunct="1">
              <a:lnSpc>
                <a:spcPct val="122222"/>
              </a:lnSpc>
              <a:spcBef>
                <a:spcPts val="500"/>
              </a:spcBef>
              <a:spcAft>
                <a:spcPts val="0"/>
              </a:spcAft>
              <a:buClr>
                <a:srgbClr val="B01F24"/>
              </a:buClr>
              <a:buSzPts val="1800"/>
              <a:buFont typeface="Wingdings 3" pitchFamily="18" charset="2"/>
              <a:buChar char="•"/>
              <a:defRPr sz="1400" kern="1200">
                <a:solidFill>
                  <a:schemeClr val="tx1"/>
                </a:solidFill>
                <a:latin typeface="+mn-lt"/>
                <a:ea typeface="+mn-ea"/>
                <a:cs typeface="+mn-cs"/>
              </a:defRPr>
            </a:lvl5pPr>
            <a:lvl6pPr marL="2743200" lvl="5" indent="-342900" algn="l" defTabSz="914400" rtl="0" eaLnBrk="1" latinLnBrk="0" hangingPunct="1">
              <a:lnSpc>
                <a:spcPct val="90000"/>
              </a:lnSpc>
              <a:spcBef>
                <a:spcPts val="500"/>
              </a:spcBef>
              <a:spcAft>
                <a:spcPts val="0"/>
              </a:spcAft>
              <a:buClr>
                <a:schemeClr val="dk1"/>
              </a:buClr>
              <a:buSzPts val="1800"/>
              <a:buFont typeface="Wingdings 3" pitchFamily="18" charset="2"/>
              <a:buChar char="•"/>
              <a:defRPr sz="1400" kern="1200">
                <a:solidFill>
                  <a:schemeClr val="tx1"/>
                </a:solidFill>
                <a:latin typeface="+mn-lt"/>
                <a:ea typeface="+mn-ea"/>
                <a:cs typeface="+mn-cs"/>
              </a:defRPr>
            </a:lvl6pPr>
            <a:lvl7pPr marL="3200400" lvl="6" indent="-342900" algn="l" defTabSz="914400" rtl="0" eaLnBrk="1" latinLnBrk="0" hangingPunct="1">
              <a:lnSpc>
                <a:spcPct val="90000"/>
              </a:lnSpc>
              <a:spcBef>
                <a:spcPts val="500"/>
              </a:spcBef>
              <a:spcAft>
                <a:spcPts val="0"/>
              </a:spcAft>
              <a:buClr>
                <a:schemeClr val="dk1"/>
              </a:buClr>
              <a:buSzPts val="1800"/>
              <a:buFont typeface="Wingdings 3" pitchFamily="18" charset="2"/>
              <a:buChar char="•"/>
              <a:defRPr sz="1400" kern="1200">
                <a:solidFill>
                  <a:schemeClr val="tx1"/>
                </a:solidFill>
                <a:latin typeface="+mn-lt"/>
                <a:ea typeface="+mn-ea"/>
                <a:cs typeface="+mn-cs"/>
              </a:defRPr>
            </a:lvl7pPr>
            <a:lvl8pPr marL="3657600" lvl="7" indent="-342900" algn="l" defTabSz="914400" rtl="0" eaLnBrk="1" latinLnBrk="0" hangingPunct="1">
              <a:lnSpc>
                <a:spcPct val="90000"/>
              </a:lnSpc>
              <a:spcBef>
                <a:spcPts val="500"/>
              </a:spcBef>
              <a:spcAft>
                <a:spcPts val="0"/>
              </a:spcAft>
              <a:buClr>
                <a:schemeClr val="dk1"/>
              </a:buClr>
              <a:buSzPts val="1800"/>
              <a:buFont typeface="Wingdings 3" pitchFamily="18" charset="2"/>
              <a:buChar char="•"/>
              <a:defRPr sz="1400" kern="1200">
                <a:solidFill>
                  <a:schemeClr val="tx1"/>
                </a:solidFill>
                <a:latin typeface="+mn-lt"/>
                <a:ea typeface="+mn-ea"/>
                <a:cs typeface="+mn-cs"/>
              </a:defRPr>
            </a:lvl8pPr>
            <a:lvl9pPr marL="4114800" lvl="8" indent="-342900" algn="l" defTabSz="914400" rtl="0" eaLnBrk="1" latinLnBrk="0" hangingPunct="1">
              <a:lnSpc>
                <a:spcPct val="90000"/>
              </a:lnSpc>
              <a:spcBef>
                <a:spcPts val="500"/>
              </a:spcBef>
              <a:spcAft>
                <a:spcPts val="0"/>
              </a:spcAft>
              <a:buClr>
                <a:schemeClr val="dk1"/>
              </a:buClr>
              <a:buSzPts val="1800"/>
              <a:buFont typeface="Wingdings 3" pitchFamily="18" charset="2"/>
              <a:buChar char="•"/>
              <a:defRPr sz="1400" kern="1200">
                <a:solidFill>
                  <a:schemeClr val="tx1"/>
                </a:solidFill>
                <a:latin typeface="+mn-lt"/>
                <a:ea typeface="+mn-ea"/>
                <a:cs typeface="+mn-cs"/>
              </a:defRPr>
            </a:lvl9pPr>
          </a:lstStyle>
          <a:p>
            <a:pPr marL="114300" indent="0">
              <a:buFont typeface="Tw Cen MT" panose="020B0602020104020603" pitchFamily="34" charset="0"/>
              <a:buNone/>
            </a:pPr>
            <a:r>
              <a:rPr lang="en-US" sz="2800" dirty="0"/>
              <a:t>Which lab spends least on supplies?</a:t>
            </a:r>
          </a:p>
          <a:p>
            <a:pPr marL="114300" indent="0">
              <a:buFont typeface="Tw Cen MT" panose="020B0602020104020603" pitchFamily="34" charset="0"/>
              <a:buNone/>
            </a:pPr>
            <a:endParaRPr lang="en-US" sz="2800" dirty="0"/>
          </a:p>
          <a:p>
            <a:pPr marL="114300" lvl="0" indent="0">
              <a:buNone/>
            </a:pPr>
            <a:r>
              <a:rPr lang="en-US" sz="2800" dirty="0"/>
              <a:t>How much more does Micro spend on equipment than Blood Bank?</a:t>
            </a:r>
            <a:endParaRPr lang="en-US" sz="2400" dirty="0"/>
          </a:p>
        </p:txBody>
      </p:sp>
      <p:sp>
        <p:nvSpPr>
          <p:cNvPr id="5" name="TextBox 4">
            <a:extLst>
              <a:ext uri="{FF2B5EF4-FFF2-40B4-BE49-F238E27FC236}">
                <a16:creationId xmlns:a16="http://schemas.microsoft.com/office/drawing/2014/main" id="{7831D89A-5CFA-FA92-53C6-8A0F9F0A80B0}"/>
              </a:ext>
            </a:extLst>
          </p:cNvPr>
          <p:cNvSpPr txBox="1"/>
          <p:nvPr/>
        </p:nvSpPr>
        <p:spPr>
          <a:xfrm>
            <a:off x="10105688" y="198773"/>
            <a:ext cx="1591141" cy="1200329"/>
          </a:xfrm>
          <a:prstGeom prst="rect">
            <a:avLst/>
          </a:prstGeom>
          <a:noFill/>
        </p:spPr>
        <p:txBody>
          <a:bodyPr wrap="none" rtlCol="0">
            <a:spAutoFit/>
          </a:bodyPr>
          <a:lstStyle/>
          <a:p>
            <a:r>
              <a:rPr lang="en-US" sz="7200" b="1" dirty="0">
                <a:solidFill>
                  <a:schemeClr val="accent1"/>
                </a:solidFill>
              </a:rPr>
              <a:t>Poll</a:t>
            </a:r>
          </a:p>
        </p:txBody>
      </p:sp>
    </p:spTree>
    <p:extLst>
      <p:ext uri="{BB962C8B-B14F-4D97-AF65-F5344CB8AC3E}">
        <p14:creationId xmlns:p14="http://schemas.microsoft.com/office/powerpoint/2010/main" val="17113312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A74BDF4-562F-836A-DC79-203883A46CD4}"/>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BE194971-2F2D-44B0-8AE6-FF2DCCEE0A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 name="Oval 5">
            <a:extLst>
              <a:ext uri="{FF2B5EF4-FFF2-40B4-BE49-F238E27FC236}">
                <a16:creationId xmlns:a16="http://schemas.microsoft.com/office/drawing/2014/main" id="{1FF9A61E-EB11-4C46-82E1-3E00A3B4B4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14" name="Straight Connector 13">
            <a:extLst>
              <a:ext uri="{FF2B5EF4-FFF2-40B4-BE49-F238E27FC236}">
                <a16:creationId xmlns:a16="http://schemas.microsoft.com/office/drawing/2014/main" id="{5E564EB3-35F2-4EFF-87DC-642DC020526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useBgFill="1">
        <p:nvSpPr>
          <p:cNvPr id="16" name="Rectangle 15">
            <a:extLst>
              <a:ext uri="{FF2B5EF4-FFF2-40B4-BE49-F238E27FC236}">
                <a16:creationId xmlns:a16="http://schemas.microsoft.com/office/drawing/2014/main" id="{62AE8E50-35D4-4D5A-A4BB-168CBB027D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188726" cy="68589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16">
            <a:extLst>
              <a:ext uri="{FF2B5EF4-FFF2-40B4-BE49-F238E27FC236}">
                <a16:creationId xmlns:a16="http://schemas.microsoft.com/office/drawing/2014/main" id="{C37D1D6D-17D8-4296-B000-665D1892D0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0396" y="1276539"/>
            <a:ext cx="5570417" cy="4304276"/>
          </a:xfrm>
          <a:custGeom>
            <a:avLst/>
            <a:gdLst>
              <a:gd name="connsiteX0" fmla="*/ 4985599 w 5593163"/>
              <a:gd name="connsiteY0" fmla="*/ 636203 h 4305008"/>
              <a:gd name="connsiteX1" fmla="*/ 5528908 w 5593163"/>
              <a:gd name="connsiteY1" fmla="*/ 1181049 h 4305008"/>
              <a:gd name="connsiteX2" fmla="*/ 4985599 w 5593163"/>
              <a:gd name="connsiteY2" fmla="*/ 636203 h 4305008"/>
              <a:gd name="connsiteX3" fmla="*/ 4985599 w 5593163"/>
              <a:gd name="connsiteY3" fmla="*/ 2333028 h 4305008"/>
              <a:gd name="connsiteX4" fmla="*/ 5528908 w 5593163"/>
              <a:gd name="connsiteY4" fmla="*/ 2877874 h 4305008"/>
              <a:gd name="connsiteX5" fmla="*/ 4985599 w 5593163"/>
              <a:gd name="connsiteY5" fmla="*/ 2333028 h 4305008"/>
              <a:gd name="connsiteX6" fmla="*/ 4985597 w 5593163"/>
              <a:gd name="connsiteY6" fmla="*/ 2034258 h 4305008"/>
              <a:gd name="connsiteX7" fmla="*/ 5528906 w 5593163"/>
              <a:gd name="connsiteY7" fmla="*/ 1493690 h 4305008"/>
              <a:gd name="connsiteX8" fmla="*/ 4985597 w 5593163"/>
              <a:gd name="connsiteY8" fmla="*/ 2034258 h 4305008"/>
              <a:gd name="connsiteX9" fmla="*/ 4985597 w 5593163"/>
              <a:gd name="connsiteY9" fmla="*/ 3731083 h 4305008"/>
              <a:gd name="connsiteX10" fmla="*/ 5528906 w 5593163"/>
              <a:gd name="connsiteY10" fmla="*/ 3190516 h 4305008"/>
              <a:gd name="connsiteX11" fmla="*/ 4985597 w 5593163"/>
              <a:gd name="connsiteY11" fmla="*/ 3731083 h 4305008"/>
              <a:gd name="connsiteX12" fmla="*/ 4842232 w 5593163"/>
              <a:gd name="connsiteY12" fmla="*/ 503273 h 4305008"/>
              <a:gd name="connsiteX13" fmla="*/ 4842826 w 5593163"/>
              <a:gd name="connsiteY13" fmla="*/ 491833 h 4305008"/>
              <a:gd name="connsiteX14" fmla="*/ 4843324 w 5593163"/>
              <a:gd name="connsiteY14" fmla="*/ 491866 h 4305008"/>
              <a:gd name="connsiteX15" fmla="*/ 4843350 w 5593163"/>
              <a:gd name="connsiteY15" fmla="*/ 491372 h 4305008"/>
              <a:gd name="connsiteX16" fmla="*/ 4860437 w 5593163"/>
              <a:gd name="connsiteY16" fmla="*/ 492995 h 4305008"/>
              <a:gd name="connsiteX17" fmla="*/ 4955899 w 5593163"/>
              <a:gd name="connsiteY17" fmla="*/ 502060 h 4305008"/>
              <a:gd name="connsiteX18" fmla="*/ 4972112 w 5593163"/>
              <a:gd name="connsiteY18" fmla="*/ 503599 h 4305008"/>
              <a:gd name="connsiteX19" fmla="*/ 4972229 w 5593163"/>
              <a:gd name="connsiteY19" fmla="*/ 504747 h 4305008"/>
              <a:gd name="connsiteX20" fmla="*/ 5583809 w 5593163"/>
              <a:gd name="connsiteY20" fmla="*/ 948988 h 4305008"/>
              <a:gd name="connsiteX21" fmla="*/ 5593163 w 5593163"/>
              <a:gd name="connsiteY21" fmla="*/ 971822 h 4305008"/>
              <a:gd name="connsiteX22" fmla="*/ 5593163 w 5593163"/>
              <a:gd name="connsiteY22" fmla="*/ 1318474 h 4305008"/>
              <a:gd name="connsiteX23" fmla="*/ 5558612 w 5593163"/>
              <a:gd name="connsiteY23" fmla="*/ 1315193 h 4305008"/>
              <a:gd name="connsiteX24" fmla="*/ 5542395 w 5593163"/>
              <a:gd name="connsiteY24" fmla="*/ 1313653 h 4305008"/>
              <a:gd name="connsiteX25" fmla="*/ 5542279 w 5593163"/>
              <a:gd name="connsiteY25" fmla="*/ 1312505 h 4305008"/>
              <a:gd name="connsiteX26" fmla="*/ 4852114 w 5593163"/>
              <a:gd name="connsiteY26" fmla="*/ 619464 h 4305008"/>
              <a:gd name="connsiteX27" fmla="*/ 4851608 w 5593163"/>
              <a:gd name="connsiteY27" fmla="*/ 619401 h 4305008"/>
              <a:gd name="connsiteX28" fmla="*/ 4851070 w 5593163"/>
              <a:gd name="connsiteY28" fmla="*/ 612725 h 4305008"/>
              <a:gd name="connsiteX29" fmla="*/ 4843603 w 5593163"/>
              <a:gd name="connsiteY29" fmla="*/ 520249 h 4305008"/>
              <a:gd name="connsiteX30" fmla="*/ 4842232 w 5593163"/>
              <a:gd name="connsiteY30" fmla="*/ 503273 h 4305008"/>
              <a:gd name="connsiteX31" fmla="*/ 4842232 w 5593163"/>
              <a:gd name="connsiteY31" fmla="*/ 2200098 h 4305008"/>
              <a:gd name="connsiteX32" fmla="*/ 4842826 w 5593163"/>
              <a:gd name="connsiteY32" fmla="*/ 2188658 h 4305008"/>
              <a:gd name="connsiteX33" fmla="*/ 4843324 w 5593163"/>
              <a:gd name="connsiteY33" fmla="*/ 2188691 h 4305008"/>
              <a:gd name="connsiteX34" fmla="*/ 4843350 w 5593163"/>
              <a:gd name="connsiteY34" fmla="*/ 2188197 h 4305008"/>
              <a:gd name="connsiteX35" fmla="*/ 4860437 w 5593163"/>
              <a:gd name="connsiteY35" fmla="*/ 2189820 h 4305008"/>
              <a:gd name="connsiteX36" fmla="*/ 4955899 w 5593163"/>
              <a:gd name="connsiteY36" fmla="*/ 2198885 h 4305008"/>
              <a:gd name="connsiteX37" fmla="*/ 4972112 w 5593163"/>
              <a:gd name="connsiteY37" fmla="*/ 2200424 h 4305008"/>
              <a:gd name="connsiteX38" fmla="*/ 4972229 w 5593163"/>
              <a:gd name="connsiteY38" fmla="*/ 2201572 h 4305008"/>
              <a:gd name="connsiteX39" fmla="*/ 5583809 w 5593163"/>
              <a:gd name="connsiteY39" fmla="*/ 2645813 h 4305008"/>
              <a:gd name="connsiteX40" fmla="*/ 5593163 w 5593163"/>
              <a:gd name="connsiteY40" fmla="*/ 2668647 h 4305008"/>
              <a:gd name="connsiteX41" fmla="*/ 5593163 w 5593163"/>
              <a:gd name="connsiteY41" fmla="*/ 3015299 h 4305008"/>
              <a:gd name="connsiteX42" fmla="*/ 5558612 w 5593163"/>
              <a:gd name="connsiteY42" fmla="*/ 3012018 h 4305008"/>
              <a:gd name="connsiteX43" fmla="*/ 5542395 w 5593163"/>
              <a:gd name="connsiteY43" fmla="*/ 3010478 h 4305008"/>
              <a:gd name="connsiteX44" fmla="*/ 5542279 w 5593163"/>
              <a:gd name="connsiteY44" fmla="*/ 3009330 h 4305008"/>
              <a:gd name="connsiteX45" fmla="*/ 4852114 w 5593163"/>
              <a:gd name="connsiteY45" fmla="*/ 2316289 h 4305008"/>
              <a:gd name="connsiteX46" fmla="*/ 4851608 w 5593163"/>
              <a:gd name="connsiteY46" fmla="*/ 2316226 h 4305008"/>
              <a:gd name="connsiteX47" fmla="*/ 4851070 w 5593163"/>
              <a:gd name="connsiteY47" fmla="*/ 2309550 h 4305008"/>
              <a:gd name="connsiteX48" fmla="*/ 4843603 w 5593163"/>
              <a:gd name="connsiteY48" fmla="*/ 2217074 h 4305008"/>
              <a:gd name="connsiteX49" fmla="*/ 4842232 w 5593163"/>
              <a:gd name="connsiteY49" fmla="*/ 2200098 h 4305008"/>
              <a:gd name="connsiteX50" fmla="*/ 4842232 w 5593163"/>
              <a:gd name="connsiteY50" fmla="*/ 3896923 h 4305008"/>
              <a:gd name="connsiteX51" fmla="*/ 4842826 w 5593163"/>
              <a:gd name="connsiteY51" fmla="*/ 3885483 h 4305008"/>
              <a:gd name="connsiteX52" fmla="*/ 4843324 w 5593163"/>
              <a:gd name="connsiteY52" fmla="*/ 3885516 h 4305008"/>
              <a:gd name="connsiteX53" fmla="*/ 4843350 w 5593163"/>
              <a:gd name="connsiteY53" fmla="*/ 3885022 h 4305008"/>
              <a:gd name="connsiteX54" fmla="*/ 4860437 w 5593163"/>
              <a:gd name="connsiteY54" fmla="*/ 3886645 h 4305008"/>
              <a:gd name="connsiteX55" fmla="*/ 4955899 w 5593163"/>
              <a:gd name="connsiteY55" fmla="*/ 3895710 h 4305008"/>
              <a:gd name="connsiteX56" fmla="*/ 4972112 w 5593163"/>
              <a:gd name="connsiteY56" fmla="*/ 3897249 h 4305008"/>
              <a:gd name="connsiteX57" fmla="*/ 4972229 w 5593163"/>
              <a:gd name="connsiteY57" fmla="*/ 3898397 h 4305008"/>
              <a:gd name="connsiteX58" fmla="*/ 5532481 w 5593163"/>
              <a:gd name="connsiteY58" fmla="*/ 4255797 h 4305008"/>
              <a:gd name="connsiteX59" fmla="*/ 5560926 w 5593163"/>
              <a:gd name="connsiteY59" fmla="*/ 4305008 h 4305008"/>
              <a:gd name="connsiteX60" fmla="*/ 5409877 w 5593163"/>
              <a:gd name="connsiteY60" fmla="*/ 4305008 h 4305008"/>
              <a:gd name="connsiteX61" fmla="*/ 5357754 w 5593163"/>
              <a:gd name="connsiteY61" fmla="*/ 4241205 h 4305008"/>
              <a:gd name="connsiteX62" fmla="*/ 4985599 w 5593163"/>
              <a:gd name="connsiteY62" fmla="*/ 4029853 h 4305008"/>
              <a:gd name="connsiteX63" fmla="*/ 5084780 w 5593163"/>
              <a:gd name="connsiteY63" fmla="*/ 4271827 h 4305008"/>
              <a:gd name="connsiteX64" fmla="*/ 5111462 w 5593163"/>
              <a:gd name="connsiteY64" fmla="*/ 4305008 h 4305008"/>
              <a:gd name="connsiteX65" fmla="*/ 4957353 w 5593163"/>
              <a:gd name="connsiteY65" fmla="*/ 4305008 h 4305008"/>
              <a:gd name="connsiteX66" fmla="*/ 4927231 w 5593163"/>
              <a:gd name="connsiteY66" fmla="*/ 4254710 h 4305008"/>
              <a:gd name="connsiteX67" fmla="*/ 4852114 w 5593163"/>
              <a:gd name="connsiteY67" fmla="*/ 4013114 h 4305008"/>
              <a:gd name="connsiteX68" fmla="*/ 4851608 w 5593163"/>
              <a:gd name="connsiteY68" fmla="*/ 4013051 h 4305008"/>
              <a:gd name="connsiteX69" fmla="*/ 4851070 w 5593163"/>
              <a:gd name="connsiteY69" fmla="*/ 4006375 h 4305008"/>
              <a:gd name="connsiteX70" fmla="*/ 4843603 w 5593163"/>
              <a:gd name="connsiteY70" fmla="*/ 3913899 h 4305008"/>
              <a:gd name="connsiteX71" fmla="*/ 4842232 w 5593163"/>
              <a:gd name="connsiteY71" fmla="*/ 3896923 h 4305008"/>
              <a:gd name="connsiteX72" fmla="*/ 4842230 w 5593163"/>
              <a:gd name="connsiteY72" fmla="*/ 469318 h 4305008"/>
              <a:gd name="connsiteX73" fmla="*/ 4843601 w 5593163"/>
              <a:gd name="connsiteY73" fmla="*/ 452471 h 4305008"/>
              <a:gd name="connsiteX74" fmla="*/ 4851065 w 5593163"/>
              <a:gd name="connsiteY74" fmla="*/ 360740 h 4305008"/>
              <a:gd name="connsiteX75" fmla="*/ 4851605 w 5593163"/>
              <a:gd name="connsiteY75" fmla="*/ 354103 h 4305008"/>
              <a:gd name="connsiteX76" fmla="*/ 4852110 w 5593163"/>
              <a:gd name="connsiteY76" fmla="*/ 354040 h 4305008"/>
              <a:gd name="connsiteX77" fmla="*/ 4936323 w 5593163"/>
              <a:gd name="connsiteY77" fmla="*/ 96778 h 4305008"/>
              <a:gd name="connsiteX78" fmla="*/ 4998957 w 5593163"/>
              <a:gd name="connsiteY78" fmla="*/ 0 h 4305008"/>
              <a:gd name="connsiteX79" fmla="*/ 5167333 w 5593163"/>
              <a:gd name="connsiteY79" fmla="*/ 0 h 4305008"/>
              <a:gd name="connsiteX80" fmla="*/ 5099105 w 5593163"/>
              <a:gd name="connsiteY80" fmla="*/ 76659 h 4305008"/>
              <a:gd name="connsiteX81" fmla="*/ 4985597 w 5593163"/>
              <a:gd name="connsiteY81" fmla="*/ 337433 h 4305008"/>
              <a:gd name="connsiteX82" fmla="*/ 5424571 w 5593163"/>
              <a:gd name="connsiteY82" fmla="*/ 44350 h 4305008"/>
              <a:gd name="connsiteX83" fmla="*/ 5446799 w 5593163"/>
              <a:gd name="connsiteY83" fmla="*/ 0 h 4305008"/>
              <a:gd name="connsiteX84" fmla="*/ 5593163 w 5593163"/>
              <a:gd name="connsiteY84" fmla="*/ 0 h 4305008"/>
              <a:gd name="connsiteX85" fmla="*/ 5593163 w 5593163"/>
              <a:gd name="connsiteY85" fmla="*/ 4197 h 4305008"/>
              <a:gd name="connsiteX86" fmla="*/ 5543598 w 5593163"/>
              <a:gd name="connsiteY86" fmla="*/ 95636 h 4305008"/>
              <a:gd name="connsiteX87" fmla="*/ 4972226 w 5593163"/>
              <a:gd name="connsiteY87" fmla="*/ 467856 h 4305008"/>
              <a:gd name="connsiteX88" fmla="*/ 4972110 w 5593163"/>
              <a:gd name="connsiteY88" fmla="*/ 468995 h 4305008"/>
              <a:gd name="connsiteX89" fmla="*/ 4955893 w 5593163"/>
              <a:gd name="connsiteY89" fmla="*/ 470523 h 4305008"/>
              <a:gd name="connsiteX90" fmla="*/ 4860466 w 5593163"/>
              <a:gd name="connsiteY90" fmla="*/ 479514 h 4305008"/>
              <a:gd name="connsiteX91" fmla="*/ 4843348 w 5593163"/>
              <a:gd name="connsiteY91" fmla="*/ 481127 h 4305008"/>
              <a:gd name="connsiteX92" fmla="*/ 4843322 w 5593163"/>
              <a:gd name="connsiteY92" fmla="*/ 480636 h 4305008"/>
              <a:gd name="connsiteX93" fmla="*/ 4842823 w 5593163"/>
              <a:gd name="connsiteY93" fmla="*/ 480669 h 4305008"/>
              <a:gd name="connsiteX94" fmla="*/ 4842230 w 5593163"/>
              <a:gd name="connsiteY94" fmla="*/ 469318 h 4305008"/>
              <a:gd name="connsiteX95" fmla="*/ 4842230 w 5593163"/>
              <a:gd name="connsiteY95" fmla="*/ 2166144 h 4305008"/>
              <a:gd name="connsiteX96" fmla="*/ 4843601 w 5593163"/>
              <a:gd name="connsiteY96" fmla="*/ 2149296 h 4305008"/>
              <a:gd name="connsiteX97" fmla="*/ 4851065 w 5593163"/>
              <a:gd name="connsiteY97" fmla="*/ 2057565 h 4305008"/>
              <a:gd name="connsiteX98" fmla="*/ 4851605 w 5593163"/>
              <a:gd name="connsiteY98" fmla="*/ 2050928 h 4305008"/>
              <a:gd name="connsiteX99" fmla="*/ 4852110 w 5593163"/>
              <a:gd name="connsiteY99" fmla="*/ 2050865 h 4305008"/>
              <a:gd name="connsiteX100" fmla="*/ 5542276 w 5593163"/>
              <a:gd name="connsiteY100" fmla="*/ 1363267 h 4305008"/>
              <a:gd name="connsiteX101" fmla="*/ 5542393 w 5593163"/>
              <a:gd name="connsiteY101" fmla="*/ 1362128 h 4305008"/>
              <a:gd name="connsiteX102" fmla="*/ 5558606 w 5593163"/>
              <a:gd name="connsiteY102" fmla="*/ 1360601 h 4305008"/>
              <a:gd name="connsiteX103" fmla="*/ 5593163 w 5593163"/>
              <a:gd name="connsiteY103" fmla="*/ 1357345 h 4305008"/>
              <a:gd name="connsiteX104" fmla="*/ 5593163 w 5593163"/>
              <a:gd name="connsiteY104" fmla="*/ 1701268 h 4305008"/>
              <a:gd name="connsiteX105" fmla="*/ 5583807 w 5593163"/>
              <a:gd name="connsiteY105" fmla="*/ 1723929 h 4305008"/>
              <a:gd name="connsiteX106" fmla="*/ 4972226 w 5593163"/>
              <a:gd name="connsiteY106" fmla="*/ 2164681 h 4305008"/>
              <a:gd name="connsiteX107" fmla="*/ 4972110 w 5593163"/>
              <a:gd name="connsiteY107" fmla="*/ 2165820 h 4305008"/>
              <a:gd name="connsiteX108" fmla="*/ 4955893 w 5593163"/>
              <a:gd name="connsiteY108" fmla="*/ 2167348 h 4305008"/>
              <a:gd name="connsiteX109" fmla="*/ 4860466 w 5593163"/>
              <a:gd name="connsiteY109" fmla="*/ 2176339 h 4305008"/>
              <a:gd name="connsiteX110" fmla="*/ 4843348 w 5593163"/>
              <a:gd name="connsiteY110" fmla="*/ 2177952 h 4305008"/>
              <a:gd name="connsiteX111" fmla="*/ 4843322 w 5593163"/>
              <a:gd name="connsiteY111" fmla="*/ 2177461 h 4305008"/>
              <a:gd name="connsiteX112" fmla="*/ 4842823 w 5593163"/>
              <a:gd name="connsiteY112" fmla="*/ 2177494 h 4305008"/>
              <a:gd name="connsiteX113" fmla="*/ 4842230 w 5593163"/>
              <a:gd name="connsiteY113" fmla="*/ 2166144 h 4305008"/>
              <a:gd name="connsiteX114" fmla="*/ 4842230 w 5593163"/>
              <a:gd name="connsiteY114" fmla="*/ 3862969 h 4305008"/>
              <a:gd name="connsiteX115" fmla="*/ 4843601 w 5593163"/>
              <a:gd name="connsiteY115" fmla="*/ 3846121 h 4305008"/>
              <a:gd name="connsiteX116" fmla="*/ 4851065 w 5593163"/>
              <a:gd name="connsiteY116" fmla="*/ 3754390 h 4305008"/>
              <a:gd name="connsiteX117" fmla="*/ 4851605 w 5593163"/>
              <a:gd name="connsiteY117" fmla="*/ 3747753 h 4305008"/>
              <a:gd name="connsiteX118" fmla="*/ 4852110 w 5593163"/>
              <a:gd name="connsiteY118" fmla="*/ 3747690 h 4305008"/>
              <a:gd name="connsiteX119" fmla="*/ 5542276 w 5593163"/>
              <a:gd name="connsiteY119" fmla="*/ 3060092 h 4305008"/>
              <a:gd name="connsiteX120" fmla="*/ 5542393 w 5593163"/>
              <a:gd name="connsiteY120" fmla="*/ 3058953 h 4305008"/>
              <a:gd name="connsiteX121" fmla="*/ 5558606 w 5593163"/>
              <a:gd name="connsiteY121" fmla="*/ 3057426 h 4305008"/>
              <a:gd name="connsiteX122" fmla="*/ 5593163 w 5593163"/>
              <a:gd name="connsiteY122" fmla="*/ 3054170 h 4305008"/>
              <a:gd name="connsiteX123" fmla="*/ 5593163 w 5593163"/>
              <a:gd name="connsiteY123" fmla="*/ 3398093 h 4305008"/>
              <a:gd name="connsiteX124" fmla="*/ 5583807 w 5593163"/>
              <a:gd name="connsiteY124" fmla="*/ 3420754 h 4305008"/>
              <a:gd name="connsiteX125" fmla="*/ 4972226 w 5593163"/>
              <a:gd name="connsiteY125" fmla="*/ 3861506 h 4305008"/>
              <a:gd name="connsiteX126" fmla="*/ 4972110 w 5593163"/>
              <a:gd name="connsiteY126" fmla="*/ 3862645 h 4305008"/>
              <a:gd name="connsiteX127" fmla="*/ 4955893 w 5593163"/>
              <a:gd name="connsiteY127" fmla="*/ 3864173 h 4305008"/>
              <a:gd name="connsiteX128" fmla="*/ 4860466 w 5593163"/>
              <a:gd name="connsiteY128" fmla="*/ 3873164 h 4305008"/>
              <a:gd name="connsiteX129" fmla="*/ 4843348 w 5593163"/>
              <a:gd name="connsiteY129" fmla="*/ 3874777 h 4305008"/>
              <a:gd name="connsiteX130" fmla="*/ 4843322 w 5593163"/>
              <a:gd name="connsiteY130" fmla="*/ 3874286 h 4305008"/>
              <a:gd name="connsiteX131" fmla="*/ 4842823 w 5593163"/>
              <a:gd name="connsiteY131" fmla="*/ 3874319 h 4305008"/>
              <a:gd name="connsiteX132" fmla="*/ 4842230 w 5593163"/>
              <a:gd name="connsiteY132" fmla="*/ 3862969 h 4305008"/>
              <a:gd name="connsiteX133" fmla="*/ 4135041 w 5593163"/>
              <a:gd name="connsiteY133" fmla="*/ 1181049 h 4305008"/>
              <a:gd name="connsiteX134" fmla="*/ 4678350 w 5593163"/>
              <a:gd name="connsiteY134" fmla="*/ 636203 h 4305008"/>
              <a:gd name="connsiteX135" fmla="*/ 4135041 w 5593163"/>
              <a:gd name="connsiteY135" fmla="*/ 1181049 h 4305008"/>
              <a:gd name="connsiteX136" fmla="*/ 4135041 w 5593163"/>
              <a:gd name="connsiteY136" fmla="*/ 1493690 h 4305008"/>
              <a:gd name="connsiteX137" fmla="*/ 4678350 w 5593163"/>
              <a:gd name="connsiteY137" fmla="*/ 2034258 h 4305008"/>
              <a:gd name="connsiteX138" fmla="*/ 4135041 w 5593163"/>
              <a:gd name="connsiteY138" fmla="*/ 1493690 h 4305008"/>
              <a:gd name="connsiteX139" fmla="*/ 4135041 w 5593163"/>
              <a:gd name="connsiteY139" fmla="*/ 2877874 h 4305008"/>
              <a:gd name="connsiteX140" fmla="*/ 4678350 w 5593163"/>
              <a:gd name="connsiteY140" fmla="*/ 2333028 h 4305008"/>
              <a:gd name="connsiteX141" fmla="*/ 4135041 w 5593163"/>
              <a:gd name="connsiteY141" fmla="*/ 2877874 h 4305008"/>
              <a:gd name="connsiteX142" fmla="*/ 4135041 w 5593163"/>
              <a:gd name="connsiteY142" fmla="*/ 3190516 h 4305008"/>
              <a:gd name="connsiteX143" fmla="*/ 4678350 w 5593163"/>
              <a:gd name="connsiteY143" fmla="*/ 3731083 h 4305008"/>
              <a:gd name="connsiteX144" fmla="*/ 4135041 w 5593163"/>
              <a:gd name="connsiteY144" fmla="*/ 3190516 h 4305008"/>
              <a:gd name="connsiteX145" fmla="*/ 4103022 w 5593163"/>
              <a:gd name="connsiteY145" fmla="*/ 4305008 h 4305008"/>
              <a:gd name="connsiteX146" fmla="*/ 4131467 w 5593163"/>
              <a:gd name="connsiteY146" fmla="*/ 4255797 h 4305008"/>
              <a:gd name="connsiteX147" fmla="*/ 4691720 w 5593163"/>
              <a:gd name="connsiteY147" fmla="*/ 3898397 h 4305008"/>
              <a:gd name="connsiteX148" fmla="*/ 4691837 w 5593163"/>
              <a:gd name="connsiteY148" fmla="*/ 3897249 h 4305008"/>
              <a:gd name="connsiteX149" fmla="*/ 4708050 w 5593163"/>
              <a:gd name="connsiteY149" fmla="*/ 3895710 h 4305008"/>
              <a:gd name="connsiteX150" fmla="*/ 4803512 w 5593163"/>
              <a:gd name="connsiteY150" fmla="*/ 3886645 h 4305008"/>
              <a:gd name="connsiteX151" fmla="*/ 4820599 w 5593163"/>
              <a:gd name="connsiteY151" fmla="*/ 3885022 h 4305008"/>
              <a:gd name="connsiteX152" fmla="*/ 4820625 w 5593163"/>
              <a:gd name="connsiteY152" fmla="*/ 3885516 h 4305008"/>
              <a:gd name="connsiteX153" fmla="*/ 4821123 w 5593163"/>
              <a:gd name="connsiteY153" fmla="*/ 3885483 h 4305008"/>
              <a:gd name="connsiteX154" fmla="*/ 4821717 w 5593163"/>
              <a:gd name="connsiteY154" fmla="*/ 3896923 h 4305008"/>
              <a:gd name="connsiteX155" fmla="*/ 4820346 w 5593163"/>
              <a:gd name="connsiteY155" fmla="*/ 3913899 h 4305008"/>
              <a:gd name="connsiteX156" fmla="*/ 4812879 w 5593163"/>
              <a:gd name="connsiteY156" fmla="*/ 4006375 h 4305008"/>
              <a:gd name="connsiteX157" fmla="*/ 4812341 w 5593163"/>
              <a:gd name="connsiteY157" fmla="*/ 4013051 h 4305008"/>
              <a:gd name="connsiteX158" fmla="*/ 4811835 w 5593163"/>
              <a:gd name="connsiteY158" fmla="*/ 4013114 h 4305008"/>
              <a:gd name="connsiteX159" fmla="*/ 4736718 w 5593163"/>
              <a:gd name="connsiteY159" fmla="*/ 4254710 h 4305008"/>
              <a:gd name="connsiteX160" fmla="*/ 4706597 w 5593163"/>
              <a:gd name="connsiteY160" fmla="*/ 4305008 h 4305008"/>
              <a:gd name="connsiteX161" fmla="*/ 4552487 w 5593163"/>
              <a:gd name="connsiteY161" fmla="*/ 4305008 h 4305008"/>
              <a:gd name="connsiteX162" fmla="*/ 4579169 w 5593163"/>
              <a:gd name="connsiteY162" fmla="*/ 4271827 h 4305008"/>
              <a:gd name="connsiteX163" fmla="*/ 4678350 w 5593163"/>
              <a:gd name="connsiteY163" fmla="*/ 4029853 h 4305008"/>
              <a:gd name="connsiteX164" fmla="*/ 4306196 w 5593163"/>
              <a:gd name="connsiteY164" fmla="*/ 4241205 h 4305008"/>
              <a:gd name="connsiteX165" fmla="*/ 4254073 w 5593163"/>
              <a:gd name="connsiteY165" fmla="*/ 4305008 h 4305008"/>
              <a:gd name="connsiteX166" fmla="*/ 4068511 w 5593163"/>
              <a:gd name="connsiteY166" fmla="*/ 0 h 4305008"/>
              <a:gd name="connsiteX167" fmla="*/ 4217148 w 5593163"/>
              <a:gd name="connsiteY167" fmla="*/ 0 h 4305008"/>
              <a:gd name="connsiteX168" fmla="*/ 4239376 w 5593163"/>
              <a:gd name="connsiteY168" fmla="*/ 44350 h 4305008"/>
              <a:gd name="connsiteX169" fmla="*/ 4678350 w 5593163"/>
              <a:gd name="connsiteY169" fmla="*/ 337433 h 4305008"/>
              <a:gd name="connsiteX170" fmla="*/ 4564842 w 5593163"/>
              <a:gd name="connsiteY170" fmla="*/ 76659 h 4305008"/>
              <a:gd name="connsiteX171" fmla="*/ 4496615 w 5593163"/>
              <a:gd name="connsiteY171" fmla="*/ 0 h 4305008"/>
              <a:gd name="connsiteX172" fmla="*/ 4664989 w 5593163"/>
              <a:gd name="connsiteY172" fmla="*/ 0 h 4305008"/>
              <a:gd name="connsiteX173" fmla="*/ 4727623 w 5593163"/>
              <a:gd name="connsiteY173" fmla="*/ 96778 h 4305008"/>
              <a:gd name="connsiteX174" fmla="*/ 4811836 w 5593163"/>
              <a:gd name="connsiteY174" fmla="*/ 354040 h 4305008"/>
              <a:gd name="connsiteX175" fmla="*/ 4812342 w 5593163"/>
              <a:gd name="connsiteY175" fmla="*/ 354103 h 4305008"/>
              <a:gd name="connsiteX176" fmla="*/ 4812882 w 5593163"/>
              <a:gd name="connsiteY176" fmla="*/ 360740 h 4305008"/>
              <a:gd name="connsiteX177" fmla="*/ 4820346 w 5593163"/>
              <a:gd name="connsiteY177" fmla="*/ 452471 h 4305008"/>
              <a:gd name="connsiteX178" fmla="*/ 4821717 w 5593163"/>
              <a:gd name="connsiteY178" fmla="*/ 469318 h 4305008"/>
              <a:gd name="connsiteX179" fmla="*/ 4821124 w 5593163"/>
              <a:gd name="connsiteY179" fmla="*/ 480669 h 4305008"/>
              <a:gd name="connsiteX180" fmla="*/ 4820625 w 5593163"/>
              <a:gd name="connsiteY180" fmla="*/ 480636 h 4305008"/>
              <a:gd name="connsiteX181" fmla="*/ 4820599 w 5593163"/>
              <a:gd name="connsiteY181" fmla="*/ 481127 h 4305008"/>
              <a:gd name="connsiteX182" fmla="*/ 4803481 w 5593163"/>
              <a:gd name="connsiteY182" fmla="*/ 479514 h 4305008"/>
              <a:gd name="connsiteX183" fmla="*/ 4708054 w 5593163"/>
              <a:gd name="connsiteY183" fmla="*/ 470523 h 4305008"/>
              <a:gd name="connsiteX184" fmla="*/ 4691837 w 5593163"/>
              <a:gd name="connsiteY184" fmla="*/ 468995 h 4305008"/>
              <a:gd name="connsiteX185" fmla="*/ 4691721 w 5593163"/>
              <a:gd name="connsiteY185" fmla="*/ 467856 h 4305008"/>
              <a:gd name="connsiteX186" fmla="*/ 4120350 w 5593163"/>
              <a:gd name="connsiteY186" fmla="*/ 95636 h 4305008"/>
              <a:gd name="connsiteX187" fmla="*/ 3991674 w 5593163"/>
              <a:gd name="connsiteY187" fmla="*/ 1313979 h 4305008"/>
              <a:gd name="connsiteX188" fmla="*/ 3993045 w 5593163"/>
              <a:gd name="connsiteY188" fmla="*/ 1296998 h 4305008"/>
              <a:gd name="connsiteX189" fmla="*/ 4000509 w 5593163"/>
              <a:gd name="connsiteY189" fmla="*/ 1204541 h 4305008"/>
              <a:gd name="connsiteX190" fmla="*/ 4001049 w 5593163"/>
              <a:gd name="connsiteY190" fmla="*/ 1197851 h 4305008"/>
              <a:gd name="connsiteX191" fmla="*/ 4001555 w 5593163"/>
              <a:gd name="connsiteY191" fmla="*/ 1197788 h 4305008"/>
              <a:gd name="connsiteX192" fmla="*/ 4691720 w 5593163"/>
              <a:gd name="connsiteY192" fmla="*/ 504747 h 4305008"/>
              <a:gd name="connsiteX193" fmla="*/ 4691837 w 5593163"/>
              <a:gd name="connsiteY193" fmla="*/ 503599 h 4305008"/>
              <a:gd name="connsiteX194" fmla="*/ 4708050 w 5593163"/>
              <a:gd name="connsiteY194" fmla="*/ 502060 h 4305008"/>
              <a:gd name="connsiteX195" fmla="*/ 4803512 w 5593163"/>
              <a:gd name="connsiteY195" fmla="*/ 492995 h 4305008"/>
              <a:gd name="connsiteX196" fmla="*/ 4820599 w 5593163"/>
              <a:gd name="connsiteY196" fmla="*/ 491372 h 4305008"/>
              <a:gd name="connsiteX197" fmla="*/ 4820625 w 5593163"/>
              <a:gd name="connsiteY197" fmla="*/ 491866 h 4305008"/>
              <a:gd name="connsiteX198" fmla="*/ 4821123 w 5593163"/>
              <a:gd name="connsiteY198" fmla="*/ 491833 h 4305008"/>
              <a:gd name="connsiteX199" fmla="*/ 4821717 w 5593163"/>
              <a:gd name="connsiteY199" fmla="*/ 503273 h 4305008"/>
              <a:gd name="connsiteX200" fmla="*/ 4820346 w 5593163"/>
              <a:gd name="connsiteY200" fmla="*/ 520249 h 4305008"/>
              <a:gd name="connsiteX201" fmla="*/ 4812879 w 5593163"/>
              <a:gd name="connsiteY201" fmla="*/ 612725 h 4305008"/>
              <a:gd name="connsiteX202" fmla="*/ 4812341 w 5593163"/>
              <a:gd name="connsiteY202" fmla="*/ 619401 h 4305008"/>
              <a:gd name="connsiteX203" fmla="*/ 4811835 w 5593163"/>
              <a:gd name="connsiteY203" fmla="*/ 619464 h 4305008"/>
              <a:gd name="connsiteX204" fmla="*/ 4121670 w 5593163"/>
              <a:gd name="connsiteY204" fmla="*/ 1312505 h 4305008"/>
              <a:gd name="connsiteX205" fmla="*/ 4121554 w 5593163"/>
              <a:gd name="connsiteY205" fmla="*/ 1313653 h 4305008"/>
              <a:gd name="connsiteX206" fmla="*/ 4105337 w 5593163"/>
              <a:gd name="connsiteY206" fmla="*/ 1315193 h 4305008"/>
              <a:gd name="connsiteX207" fmla="*/ 4009911 w 5593163"/>
              <a:gd name="connsiteY207" fmla="*/ 1324255 h 4305008"/>
              <a:gd name="connsiteX208" fmla="*/ 3992792 w 5593163"/>
              <a:gd name="connsiteY208" fmla="*/ 1325881 h 4305008"/>
              <a:gd name="connsiteX209" fmla="*/ 3992766 w 5593163"/>
              <a:gd name="connsiteY209" fmla="*/ 1325386 h 4305008"/>
              <a:gd name="connsiteX210" fmla="*/ 3992267 w 5593163"/>
              <a:gd name="connsiteY210" fmla="*/ 1325419 h 4305008"/>
              <a:gd name="connsiteX211" fmla="*/ 3991674 w 5593163"/>
              <a:gd name="connsiteY211" fmla="*/ 1313979 h 4305008"/>
              <a:gd name="connsiteX212" fmla="*/ 3991674 w 5593163"/>
              <a:gd name="connsiteY212" fmla="*/ 1361805 h 4305008"/>
              <a:gd name="connsiteX213" fmla="*/ 3992268 w 5593163"/>
              <a:gd name="connsiteY213" fmla="*/ 1350455 h 4305008"/>
              <a:gd name="connsiteX214" fmla="*/ 3992766 w 5593163"/>
              <a:gd name="connsiteY214" fmla="*/ 1350487 h 4305008"/>
              <a:gd name="connsiteX215" fmla="*/ 3992792 w 5593163"/>
              <a:gd name="connsiteY215" fmla="*/ 1349997 h 4305008"/>
              <a:gd name="connsiteX216" fmla="*/ 4009880 w 5593163"/>
              <a:gd name="connsiteY216" fmla="*/ 1351607 h 4305008"/>
              <a:gd name="connsiteX217" fmla="*/ 4105341 w 5593163"/>
              <a:gd name="connsiteY217" fmla="*/ 1360601 h 4305008"/>
              <a:gd name="connsiteX218" fmla="*/ 4121554 w 5593163"/>
              <a:gd name="connsiteY218" fmla="*/ 1362128 h 4305008"/>
              <a:gd name="connsiteX219" fmla="*/ 4121671 w 5593163"/>
              <a:gd name="connsiteY219" fmla="*/ 1363267 h 4305008"/>
              <a:gd name="connsiteX220" fmla="*/ 4811836 w 5593163"/>
              <a:gd name="connsiteY220" fmla="*/ 2050865 h 4305008"/>
              <a:gd name="connsiteX221" fmla="*/ 4812342 w 5593163"/>
              <a:gd name="connsiteY221" fmla="*/ 2050928 h 4305008"/>
              <a:gd name="connsiteX222" fmla="*/ 4812882 w 5593163"/>
              <a:gd name="connsiteY222" fmla="*/ 2057565 h 4305008"/>
              <a:gd name="connsiteX223" fmla="*/ 4820346 w 5593163"/>
              <a:gd name="connsiteY223" fmla="*/ 2149296 h 4305008"/>
              <a:gd name="connsiteX224" fmla="*/ 4821717 w 5593163"/>
              <a:gd name="connsiteY224" fmla="*/ 2166144 h 4305008"/>
              <a:gd name="connsiteX225" fmla="*/ 4821124 w 5593163"/>
              <a:gd name="connsiteY225" fmla="*/ 2177494 h 4305008"/>
              <a:gd name="connsiteX226" fmla="*/ 4820625 w 5593163"/>
              <a:gd name="connsiteY226" fmla="*/ 2177461 h 4305008"/>
              <a:gd name="connsiteX227" fmla="*/ 4820599 w 5593163"/>
              <a:gd name="connsiteY227" fmla="*/ 2177952 h 4305008"/>
              <a:gd name="connsiteX228" fmla="*/ 4803481 w 5593163"/>
              <a:gd name="connsiteY228" fmla="*/ 2176339 h 4305008"/>
              <a:gd name="connsiteX229" fmla="*/ 4708054 w 5593163"/>
              <a:gd name="connsiteY229" fmla="*/ 2167348 h 4305008"/>
              <a:gd name="connsiteX230" fmla="*/ 4691837 w 5593163"/>
              <a:gd name="connsiteY230" fmla="*/ 2165820 h 4305008"/>
              <a:gd name="connsiteX231" fmla="*/ 4691721 w 5593163"/>
              <a:gd name="connsiteY231" fmla="*/ 2164681 h 4305008"/>
              <a:gd name="connsiteX232" fmla="*/ 4001556 w 5593163"/>
              <a:gd name="connsiteY232" fmla="*/ 1477083 h 4305008"/>
              <a:gd name="connsiteX233" fmla="*/ 4001050 w 5593163"/>
              <a:gd name="connsiteY233" fmla="*/ 1477021 h 4305008"/>
              <a:gd name="connsiteX234" fmla="*/ 4000512 w 5593163"/>
              <a:gd name="connsiteY234" fmla="*/ 1470397 h 4305008"/>
              <a:gd name="connsiteX235" fmla="*/ 3993045 w 5593163"/>
              <a:gd name="connsiteY235" fmla="*/ 1378647 h 4305008"/>
              <a:gd name="connsiteX236" fmla="*/ 3991674 w 5593163"/>
              <a:gd name="connsiteY236" fmla="*/ 1361805 h 4305008"/>
              <a:gd name="connsiteX237" fmla="*/ 3991674 w 5593163"/>
              <a:gd name="connsiteY237" fmla="*/ 3010804 h 4305008"/>
              <a:gd name="connsiteX238" fmla="*/ 3993045 w 5593163"/>
              <a:gd name="connsiteY238" fmla="*/ 2993823 h 4305008"/>
              <a:gd name="connsiteX239" fmla="*/ 4000509 w 5593163"/>
              <a:gd name="connsiteY239" fmla="*/ 2901366 h 4305008"/>
              <a:gd name="connsiteX240" fmla="*/ 4001049 w 5593163"/>
              <a:gd name="connsiteY240" fmla="*/ 2894676 h 4305008"/>
              <a:gd name="connsiteX241" fmla="*/ 4001555 w 5593163"/>
              <a:gd name="connsiteY241" fmla="*/ 2894613 h 4305008"/>
              <a:gd name="connsiteX242" fmla="*/ 4691720 w 5593163"/>
              <a:gd name="connsiteY242" fmla="*/ 2201572 h 4305008"/>
              <a:gd name="connsiteX243" fmla="*/ 4691837 w 5593163"/>
              <a:gd name="connsiteY243" fmla="*/ 2200424 h 4305008"/>
              <a:gd name="connsiteX244" fmla="*/ 4708050 w 5593163"/>
              <a:gd name="connsiteY244" fmla="*/ 2198885 h 4305008"/>
              <a:gd name="connsiteX245" fmla="*/ 4803512 w 5593163"/>
              <a:gd name="connsiteY245" fmla="*/ 2189820 h 4305008"/>
              <a:gd name="connsiteX246" fmla="*/ 4820599 w 5593163"/>
              <a:gd name="connsiteY246" fmla="*/ 2188197 h 4305008"/>
              <a:gd name="connsiteX247" fmla="*/ 4820625 w 5593163"/>
              <a:gd name="connsiteY247" fmla="*/ 2188691 h 4305008"/>
              <a:gd name="connsiteX248" fmla="*/ 4821123 w 5593163"/>
              <a:gd name="connsiteY248" fmla="*/ 2188658 h 4305008"/>
              <a:gd name="connsiteX249" fmla="*/ 4821717 w 5593163"/>
              <a:gd name="connsiteY249" fmla="*/ 2200098 h 4305008"/>
              <a:gd name="connsiteX250" fmla="*/ 4820346 w 5593163"/>
              <a:gd name="connsiteY250" fmla="*/ 2217074 h 4305008"/>
              <a:gd name="connsiteX251" fmla="*/ 4812879 w 5593163"/>
              <a:gd name="connsiteY251" fmla="*/ 2309550 h 4305008"/>
              <a:gd name="connsiteX252" fmla="*/ 4812341 w 5593163"/>
              <a:gd name="connsiteY252" fmla="*/ 2316226 h 4305008"/>
              <a:gd name="connsiteX253" fmla="*/ 4811835 w 5593163"/>
              <a:gd name="connsiteY253" fmla="*/ 2316289 h 4305008"/>
              <a:gd name="connsiteX254" fmla="*/ 4121670 w 5593163"/>
              <a:gd name="connsiteY254" fmla="*/ 3009330 h 4305008"/>
              <a:gd name="connsiteX255" fmla="*/ 4121554 w 5593163"/>
              <a:gd name="connsiteY255" fmla="*/ 3010478 h 4305008"/>
              <a:gd name="connsiteX256" fmla="*/ 4105337 w 5593163"/>
              <a:gd name="connsiteY256" fmla="*/ 3012018 h 4305008"/>
              <a:gd name="connsiteX257" fmla="*/ 4009911 w 5593163"/>
              <a:gd name="connsiteY257" fmla="*/ 3021080 h 4305008"/>
              <a:gd name="connsiteX258" fmla="*/ 3992792 w 5593163"/>
              <a:gd name="connsiteY258" fmla="*/ 3022706 h 4305008"/>
              <a:gd name="connsiteX259" fmla="*/ 3992766 w 5593163"/>
              <a:gd name="connsiteY259" fmla="*/ 3022211 h 4305008"/>
              <a:gd name="connsiteX260" fmla="*/ 3992267 w 5593163"/>
              <a:gd name="connsiteY260" fmla="*/ 3022244 h 4305008"/>
              <a:gd name="connsiteX261" fmla="*/ 3991674 w 5593163"/>
              <a:gd name="connsiteY261" fmla="*/ 3010804 h 4305008"/>
              <a:gd name="connsiteX262" fmla="*/ 3991674 w 5593163"/>
              <a:gd name="connsiteY262" fmla="*/ 3058630 h 4305008"/>
              <a:gd name="connsiteX263" fmla="*/ 3992268 w 5593163"/>
              <a:gd name="connsiteY263" fmla="*/ 3047280 h 4305008"/>
              <a:gd name="connsiteX264" fmla="*/ 3992766 w 5593163"/>
              <a:gd name="connsiteY264" fmla="*/ 3047312 h 4305008"/>
              <a:gd name="connsiteX265" fmla="*/ 3992792 w 5593163"/>
              <a:gd name="connsiteY265" fmla="*/ 3046822 h 4305008"/>
              <a:gd name="connsiteX266" fmla="*/ 4009880 w 5593163"/>
              <a:gd name="connsiteY266" fmla="*/ 3048432 h 4305008"/>
              <a:gd name="connsiteX267" fmla="*/ 4105341 w 5593163"/>
              <a:gd name="connsiteY267" fmla="*/ 3057426 h 4305008"/>
              <a:gd name="connsiteX268" fmla="*/ 4121554 w 5593163"/>
              <a:gd name="connsiteY268" fmla="*/ 3058953 h 4305008"/>
              <a:gd name="connsiteX269" fmla="*/ 4121671 w 5593163"/>
              <a:gd name="connsiteY269" fmla="*/ 3060092 h 4305008"/>
              <a:gd name="connsiteX270" fmla="*/ 4811836 w 5593163"/>
              <a:gd name="connsiteY270" fmla="*/ 3747690 h 4305008"/>
              <a:gd name="connsiteX271" fmla="*/ 4812342 w 5593163"/>
              <a:gd name="connsiteY271" fmla="*/ 3747753 h 4305008"/>
              <a:gd name="connsiteX272" fmla="*/ 4812882 w 5593163"/>
              <a:gd name="connsiteY272" fmla="*/ 3754390 h 4305008"/>
              <a:gd name="connsiteX273" fmla="*/ 4820346 w 5593163"/>
              <a:gd name="connsiteY273" fmla="*/ 3846121 h 4305008"/>
              <a:gd name="connsiteX274" fmla="*/ 4821717 w 5593163"/>
              <a:gd name="connsiteY274" fmla="*/ 3862969 h 4305008"/>
              <a:gd name="connsiteX275" fmla="*/ 4821124 w 5593163"/>
              <a:gd name="connsiteY275" fmla="*/ 3874319 h 4305008"/>
              <a:gd name="connsiteX276" fmla="*/ 4820625 w 5593163"/>
              <a:gd name="connsiteY276" fmla="*/ 3874286 h 4305008"/>
              <a:gd name="connsiteX277" fmla="*/ 4820599 w 5593163"/>
              <a:gd name="connsiteY277" fmla="*/ 3874777 h 4305008"/>
              <a:gd name="connsiteX278" fmla="*/ 4803481 w 5593163"/>
              <a:gd name="connsiteY278" fmla="*/ 3873164 h 4305008"/>
              <a:gd name="connsiteX279" fmla="*/ 4708054 w 5593163"/>
              <a:gd name="connsiteY279" fmla="*/ 3864173 h 4305008"/>
              <a:gd name="connsiteX280" fmla="*/ 4691837 w 5593163"/>
              <a:gd name="connsiteY280" fmla="*/ 3862645 h 4305008"/>
              <a:gd name="connsiteX281" fmla="*/ 4691721 w 5593163"/>
              <a:gd name="connsiteY281" fmla="*/ 3861506 h 4305008"/>
              <a:gd name="connsiteX282" fmla="*/ 4001556 w 5593163"/>
              <a:gd name="connsiteY282" fmla="*/ 3173908 h 4305008"/>
              <a:gd name="connsiteX283" fmla="*/ 4001050 w 5593163"/>
              <a:gd name="connsiteY283" fmla="*/ 3173846 h 4305008"/>
              <a:gd name="connsiteX284" fmla="*/ 4000512 w 5593163"/>
              <a:gd name="connsiteY284" fmla="*/ 3167222 h 4305008"/>
              <a:gd name="connsiteX285" fmla="*/ 3993045 w 5593163"/>
              <a:gd name="connsiteY285" fmla="*/ 3075472 h 4305008"/>
              <a:gd name="connsiteX286" fmla="*/ 3991674 w 5593163"/>
              <a:gd name="connsiteY286" fmla="*/ 3058630 h 4305008"/>
              <a:gd name="connsiteX287" fmla="*/ 3293448 w 5593163"/>
              <a:gd name="connsiteY287" fmla="*/ 636203 h 4305008"/>
              <a:gd name="connsiteX288" fmla="*/ 3836757 w 5593163"/>
              <a:gd name="connsiteY288" fmla="*/ 1181049 h 4305008"/>
              <a:gd name="connsiteX289" fmla="*/ 3293448 w 5593163"/>
              <a:gd name="connsiteY289" fmla="*/ 636203 h 4305008"/>
              <a:gd name="connsiteX290" fmla="*/ 3293448 w 5593163"/>
              <a:gd name="connsiteY290" fmla="*/ 2333028 h 4305008"/>
              <a:gd name="connsiteX291" fmla="*/ 3836757 w 5593163"/>
              <a:gd name="connsiteY291" fmla="*/ 2877874 h 4305008"/>
              <a:gd name="connsiteX292" fmla="*/ 3293448 w 5593163"/>
              <a:gd name="connsiteY292" fmla="*/ 2333028 h 4305008"/>
              <a:gd name="connsiteX293" fmla="*/ 3293446 w 5593163"/>
              <a:gd name="connsiteY293" fmla="*/ 2034258 h 4305008"/>
              <a:gd name="connsiteX294" fmla="*/ 3836755 w 5593163"/>
              <a:gd name="connsiteY294" fmla="*/ 1493690 h 4305008"/>
              <a:gd name="connsiteX295" fmla="*/ 3293446 w 5593163"/>
              <a:gd name="connsiteY295" fmla="*/ 2034258 h 4305008"/>
              <a:gd name="connsiteX296" fmla="*/ 3293446 w 5593163"/>
              <a:gd name="connsiteY296" fmla="*/ 3731083 h 4305008"/>
              <a:gd name="connsiteX297" fmla="*/ 3836755 w 5593163"/>
              <a:gd name="connsiteY297" fmla="*/ 3190516 h 4305008"/>
              <a:gd name="connsiteX298" fmla="*/ 3293446 w 5593163"/>
              <a:gd name="connsiteY298" fmla="*/ 3731083 h 4305008"/>
              <a:gd name="connsiteX299" fmla="*/ 3150081 w 5593163"/>
              <a:gd name="connsiteY299" fmla="*/ 503273 h 4305008"/>
              <a:gd name="connsiteX300" fmla="*/ 3150675 w 5593163"/>
              <a:gd name="connsiteY300" fmla="*/ 491833 h 4305008"/>
              <a:gd name="connsiteX301" fmla="*/ 3151173 w 5593163"/>
              <a:gd name="connsiteY301" fmla="*/ 491866 h 4305008"/>
              <a:gd name="connsiteX302" fmla="*/ 3151199 w 5593163"/>
              <a:gd name="connsiteY302" fmla="*/ 491372 h 4305008"/>
              <a:gd name="connsiteX303" fmla="*/ 3168287 w 5593163"/>
              <a:gd name="connsiteY303" fmla="*/ 492995 h 4305008"/>
              <a:gd name="connsiteX304" fmla="*/ 3263748 w 5593163"/>
              <a:gd name="connsiteY304" fmla="*/ 502060 h 4305008"/>
              <a:gd name="connsiteX305" fmla="*/ 3279961 w 5593163"/>
              <a:gd name="connsiteY305" fmla="*/ 503599 h 4305008"/>
              <a:gd name="connsiteX306" fmla="*/ 3280078 w 5593163"/>
              <a:gd name="connsiteY306" fmla="*/ 504747 h 4305008"/>
              <a:gd name="connsiteX307" fmla="*/ 3970244 w 5593163"/>
              <a:gd name="connsiteY307" fmla="*/ 1197788 h 4305008"/>
              <a:gd name="connsiteX308" fmla="*/ 3970749 w 5593163"/>
              <a:gd name="connsiteY308" fmla="*/ 1197851 h 4305008"/>
              <a:gd name="connsiteX309" fmla="*/ 3971290 w 5593163"/>
              <a:gd name="connsiteY309" fmla="*/ 1204541 h 4305008"/>
              <a:gd name="connsiteX310" fmla="*/ 3978754 w 5593163"/>
              <a:gd name="connsiteY310" fmla="*/ 1296998 h 4305008"/>
              <a:gd name="connsiteX311" fmla="*/ 3980124 w 5593163"/>
              <a:gd name="connsiteY311" fmla="*/ 1313979 h 4305008"/>
              <a:gd name="connsiteX312" fmla="*/ 3979531 w 5593163"/>
              <a:gd name="connsiteY312" fmla="*/ 1325419 h 4305008"/>
              <a:gd name="connsiteX313" fmla="*/ 3979032 w 5593163"/>
              <a:gd name="connsiteY313" fmla="*/ 1325386 h 4305008"/>
              <a:gd name="connsiteX314" fmla="*/ 3979006 w 5593163"/>
              <a:gd name="connsiteY314" fmla="*/ 1325881 h 4305008"/>
              <a:gd name="connsiteX315" fmla="*/ 3961888 w 5593163"/>
              <a:gd name="connsiteY315" fmla="*/ 1324255 h 4305008"/>
              <a:gd name="connsiteX316" fmla="*/ 3866461 w 5593163"/>
              <a:gd name="connsiteY316" fmla="*/ 1315193 h 4305008"/>
              <a:gd name="connsiteX317" fmla="*/ 3850245 w 5593163"/>
              <a:gd name="connsiteY317" fmla="*/ 1313653 h 4305008"/>
              <a:gd name="connsiteX318" fmla="*/ 3850129 w 5593163"/>
              <a:gd name="connsiteY318" fmla="*/ 1312505 h 4305008"/>
              <a:gd name="connsiteX319" fmla="*/ 3159963 w 5593163"/>
              <a:gd name="connsiteY319" fmla="*/ 619464 h 4305008"/>
              <a:gd name="connsiteX320" fmla="*/ 3159457 w 5593163"/>
              <a:gd name="connsiteY320" fmla="*/ 619401 h 4305008"/>
              <a:gd name="connsiteX321" fmla="*/ 3158919 w 5593163"/>
              <a:gd name="connsiteY321" fmla="*/ 612725 h 4305008"/>
              <a:gd name="connsiteX322" fmla="*/ 3151452 w 5593163"/>
              <a:gd name="connsiteY322" fmla="*/ 520249 h 4305008"/>
              <a:gd name="connsiteX323" fmla="*/ 3150081 w 5593163"/>
              <a:gd name="connsiteY323" fmla="*/ 503273 h 4305008"/>
              <a:gd name="connsiteX324" fmla="*/ 3150081 w 5593163"/>
              <a:gd name="connsiteY324" fmla="*/ 2200098 h 4305008"/>
              <a:gd name="connsiteX325" fmla="*/ 3150675 w 5593163"/>
              <a:gd name="connsiteY325" fmla="*/ 2188658 h 4305008"/>
              <a:gd name="connsiteX326" fmla="*/ 3151173 w 5593163"/>
              <a:gd name="connsiteY326" fmla="*/ 2188691 h 4305008"/>
              <a:gd name="connsiteX327" fmla="*/ 3151199 w 5593163"/>
              <a:gd name="connsiteY327" fmla="*/ 2188197 h 4305008"/>
              <a:gd name="connsiteX328" fmla="*/ 3168287 w 5593163"/>
              <a:gd name="connsiteY328" fmla="*/ 2189820 h 4305008"/>
              <a:gd name="connsiteX329" fmla="*/ 3263748 w 5593163"/>
              <a:gd name="connsiteY329" fmla="*/ 2198885 h 4305008"/>
              <a:gd name="connsiteX330" fmla="*/ 3279961 w 5593163"/>
              <a:gd name="connsiteY330" fmla="*/ 2200424 h 4305008"/>
              <a:gd name="connsiteX331" fmla="*/ 3280078 w 5593163"/>
              <a:gd name="connsiteY331" fmla="*/ 2201572 h 4305008"/>
              <a:gd name="connsiteX332" fmla="*/ 3970244 w 5593163"/>
              <a:gd name="connsiteY332" fmla="*/ 2894613 h 4305008"/>
              <a:gd name="connsiteX333" fmla="*/ 3970749 w 5593163"/>
              <a:gd name="connsiteY333" fmla="*/ 2894676 h 4305008"/>
              <a:gd name="connsiteX334" fmla="*/ 3971290 w 5593163"/>
              <a:gd name="connsiteY334" fmla="*/ 2901366 h 4305008"/>
              <a:gd name="connsiteX335" fmla="*/ 3978754 w 5593163"/>
              <a:gd name="connsiteY335" fmla="*/ 2993823 h 4305008"/>
              <a:gd name="connsiteX336" fmla="*/ 3980124 w 5593163"/>
              <a:gd name="connsiteY336" fmla="*/ 3010804 h 4305008"/>
              <a:gd name="connsiteX337" fmla="*/ 3979531 w 5593163"/>
              <a:gd name="connsiteY337" fmla="*/ 3022244 h 4305008"/>
              <a:gd name="connsiteX338" fmla="*/ 3979032 w 5593163"/>
              <a:gd name="connsiteY338" fmla="*/ 3022211 h 4305008"/>
              <a:gd name="connsiteX339" fmla="*/ 3979006 w 5593163"/>
              <a:gd name="connsiteY339" fmla="*/ 3022706 h 4305008"/>
              <a:gd name="connsiteX340" fmla="*/ 3961888 w 5593163"/>
              <a:gd name="connsiteY340" fmla="*/ 3021080 h 4305008"/>
              <a:gd name="connsiteX341" fmla="*/ 3866461 w 5593163"/>
              <a:gd name="connsiteY341" fmla="*/ 3012018 h 4305008"/>
              <a:gd name="connsiteX342" fmla="*/ 3850245 w 5593163"/>
              <a:gd name="connsiteY342" fmla="*/ 3010478 h 4305008"/>
              <a:gd name="connsiteX343" fmla="*/ 3850129 w 5593163"/>
              <a:gd name="connsiteY343" fmla="*/ 3009330 h 4305008"/>
              <a:gd name="connsiteX344" fmla="*/ 3159963 w 5593163"/>
              <a:gd name="connsiteY344" fmla="*/ 2316289 h 4305008"/>
              <a:gd name="connsiteX345" fmla="*/ 3159457 w 5593163"/>
              <a:gd name="connsiteY345" fmla="*/ 2316226 h 4305008"/>
              <a:gd name="connsiteX346" fmla="*/ 3158919 w 5593163"/>
              <a:gd name="connsiteY346" fmla="*/ 2309550 h 4305008"/>
              <a:gd name="connsiteX347" fmla="*/ 3151452 w 5593163"/>
              <a:gd name="connsiteY347" fmla="*/ 2217074 h 4305008"/>
              <a:gd name="connsiteX348" fmla="*/ 3150081 w 5593163"/>
              <a:gd name="connsiteY348" fmla="*/ 2200098 h 4305008"/>
              <a:gd name="connsiteX349" fmla="*/ 3150081 w 5593163"/>
              <a:gd name="connsiteY349" fmla="*/ 3896923 h 4305008"/>
              <a:gd name="connsiteX350" fmla="*/ 3150675 w 5593163"/>
              <a:gd name="connsiteY350" fmla="*/ 3885483 h 4305008"/>
              <a:gd name="connsiteX351" fmla="*/ 3151173 w 5593163"/>
              <a:gd name="connsiteY351" fmla="*/ 3885516 h 4305008"/>
              <a:gd name="connsiteX352" fmla="*/ 3151199 w 5593163"/>
              <a:gd name="connsiteY352" fmla="*/ 3885022 h 4305008"/>
              <a:gd name="connsiteX353" fmla="*/ 3168287 w 5593163"/>
              <a:gd name="connsiteY353" fmla="*/ 3886645 h 4305008"/>
              <a:gd name="connsiteX354" fmla="*/ 3263748 w 5593163"/>
              <a:gd name="connsiteY354" fmla="*/ 3895710 h 4305008"/>
              <a:gd name="connsiteX355" fmla="*/ 3279961 w 5593163"/>
              <a:gd name="connsiteY355" fmla="*/ 3897249 h 4305008"/>
              <a:gd name="connsiteX356" fmla="*/ 3280078 w 5593163"/>
              <a:gd name="connsiteY356" fmla="*/ 3898397 h 4305008"/>
              <a:gd name="connsiteX357" fmla="*/ 3840331 w 5593163"/>
              <a:gd name="connsiteY357" fmla="*/ 4255797 h 4305008"/>
              <a:gd name="connsiteX358" fmla="*/ 3868775 w 5593163"/>
              <a:gd name="connsiteY358" fmla="*/ 4305008 h 4305008"/>
              <a:gd name="connsiteX359" fmla="*/ 3717725 w 5593163"/>
              <a:gd name="connsiteY359" fmla="*/ 4305008 h 4305008"/>
              <a:gd name="connsiteX360" fmla="*/ 3665602 w 5593163"/>
              <a:gd name="connsiteY360" fmla="*/ 4241205 h 4305008"/>
              <a:gd name="connsiteX361" fmla="*/ 3293448 w 5593163"/>
              <a:gd name="connsiteY361" fmla="*/ 4029853 h 4305008"/>
              <a:gd name="connsiteX362" fmla="*/ 3392629 w 5593163"/>
              <a:gd name="connsiteY362" fmla="*/ 4271827 h 4305008"/>
              <a:gd name="connsiteX363" fmla="*/ 3419311 w 5593163"/>
              <a:gd name="connsiteY363" fmla="*/ 4305008 h 4305008"/>
              <a:gd name="connsiteX364" fmla="*/ 3265201 w 5593163"/>
              <a:gd name="connsiteY364" fmla="*/ 4305008 h 4305008"/>
              <a:gd name="connsiteX365" fmla="*/ 3235080 w 5593163"/>
              <a:gd name="connsiteY365" fmla="*/ 4254710 h 4305008"/>
              <a:gd name="connsiteX366" fmla="*/ 3159963 w 5593163"/>
              <a:gd name="connsiteY366" fmla="*/ 4013114 h 4305008"/>
              <a:gd name="connsiteX367" fmla="*/ 3159457 w 5593163"/>
              <a:gd name="connsiteY367" fmla="*/ 4013051 h 4305008"/>
              <a:gd name="connsiteX368" fmla="*/ 3158919 w 5593163"/>
              <a:gd name="connsiteY368" fmla="*/ 4006375 h 4305008"/>
              <a:gd name="connsiteX369" fmla="*/ 3151452 w 5593163"/>
              <a:gd name="connsiteY369" fmla="*/ 3913899 h 4305008"/>
              <a:gd name="connsiteX370" fmla="*/ 3150081 w 5593163"/>
              <a:gd name="connsiteY370" fmla="*/ 3896923 h 4305008"/>
              <a:gd name="connsiteX371" fmla="*/ 3150079 w 5593163"/>
              <a:gd name="connsiteY371" fmla="*/ 469318 h 4305008"/>
              <a:gd name="connsiteX372" fmla="*/ 3151450 w 5593163"/>
              <a:gd name="connsiteY372" fmla="*/ 452471 h 4305008"/>
              <a:gd name="connsiteX373" fmla="*/ 3158914 w 5593163"/>
              <a:gd name="connsiteY373" fmla="*/ 360740 h 4305008"/>
              <a:gd name="connsiteX374" fmla="*/ 3159454 w 5593163"/>
              <a:gd name="connsiteY374" fmla="*/ 354103 h 4305008"/>
              <a:gd name="connsiteX375" fmla="*/ 3159960 w 5593163"/>
              <a:gd name="connsiteY375" fmla="*/ 354040 h 4305008"/>
              <a:gd name="connsiteX376" fmla="*/ 3244173 w 5593163"/>
              <a:gd name="connsiteY376" fmla="*/ 96778 h 4305008"/>
              <a:gd name="connsiteX377" fmla="*/ 3306807 w 5593163"/>
              <a:gd name="connsiteY377" fmla="*/ 0 h 4305008"/>
              <a:gd name="connsiteX378" fmla="*/ 3475182 w 5593163"/>
              <a:gd name="connsiteY378" fmla="*/ 0 h 4305008"/>
              <a:gd name="connsiteX379" fmla="*/ 3406954 w 5593163"/>
              <a:gd name="connsiteY379" fmla="*/ 76659 h 4305008"/>
              <a:gd name="connsiteX380" fmla="*/ 3293446 w 5593163"/>
              <a:gd name="connsiteY380" fmla="*/ 337433 h 4305008"/>
              <a:gd name="connsiteX381" fmla="*/ 3732420 w 5593163"/>
              <a:gd name="connsiteY381" fmla="*/ 44350 h 4305008"/>
              <a:gd name="connsiteX382" fmla="*/ 3754649 w 5593163"/>
              <a:gd name="connsiteY382" fmla="*/ 0 h 4305008"/>
              <a:gd name="connsiteX383" fmla="*/ 3903287 w 5593163"/>
              <a:gd name="connsiteY383" fmla="*/ 0 h 4305008"/>
              <a:gd name="connsiteX384" fmla="*/ 3851448 w 5593163"/>
              <a:gd name="connsiteY384" fmla="*/ 95636 h 4305008"/>
              <a:gd name="connsiteX385" fmla="*/ 3280075 w 5593163"/>
              <a:gd name="connsiteY385" fmla="*/ 467856 h 4305008"/>
              <a:gd name="connsiteX386" fmla="*/ 3279959 w 5593163"/>
              <a:gd name="connsiteY386" fmla="*/ 468995 h 4305008"/>
              <a:gd name="connsiteX387" fmla="*/ 3263742 w 5593163"/>
              <a:gd name="connsiteY387" fmla="*/ 470523 h 4305008"/>
              <a:gd name="connsiteX388" fmla="*/ 3168316 w 5593163"/>
              <a:gd name="connsiteY388" fmla="*/ 479514 h 4305008"/>
              <a:gd name="connsiteX389" fmla="*/ 3151197 w 5593163"/>
              <a:gd name="connsiteY389" fmla="*/ 481127 h 4305008"/>
              <a:gd name="connsiteX390" fmla="*/ 3151171 w 5593163"/>
              <a:gd name="connsiteY390" fmla="*/ 480636 h 4305008"/>
              <a:gd name="connsiteX391" fmla="*/ 3150672 w 5593163"/>
              <a:gd name="connsiteY391" fmla="*/ 480669 h 4305008"/>
              <a:gd name="connsiteX392" fmla="*/ 3150079 w 5593163"/>
              <a:gd name="connsiteY392" fmla="*/ 469318 h 4305008"/>
              <a:gd name="connsiteX393" fmla="*/ 3150079 w 5593163"/>
              <a:gd name="connsiteY393" fmla="*/ 2166144 h 4305008"/>
              <a:gd name="connsiteX394" fmla="*/ 3151450 w 5593163"/>
              <a:gd name="connsiteY394" fmla="*/ 2149296 h 4305008"/>
              <a:gd name="connsiteX395" fmla="*/ 3158914 w 5593163"/>
              <a:gd name="connsiteY395" fmla="*/ 2057565 h 4305008"/>
              <a:gd name="connsiteX396" fmla="*/ 3159454 w 5593163"/>
              <a:gd name="connsiteY396" fmla="*/ 2050928 h 4305008"/>
              <a:gd name="connsiteX397" fmla="*/ 3159960 w 5593163"/>
              <a:gd name="connsiteY397" fmla="*/ 2050865 h 4305008"/>
              <a:gd name="connsiteX398" fmla="*/ 3850126 w 5593163"/>
              <a:gd name="connsiteY398" fmla="*/ 1363267 h 4305008"/>
              <a:gd name="connsiteX399" fmla="*/ 3850243 w 5593163"/>
              <a:gd name="connsiteY399" fmla="*/ 1362128 h 4305008"/>
              <a:gd name="connsiteX400" fmla="*/ 3866455 w 5593163"/>
              <a:gd name="connsiteY400" fmla="*/ 1360601 h 4305008"/>
              <a:gd name="connsiteX401" fmla="*/ 3961917 w 5593163"/>
              <a:gd name="connsiteY401" fmla="*/ 1351607 h 4305008"/>
              <a:gd name="connsiteX402" fmla="*/ 3979004 w 5593163"/>
              <a:gd name="connsiteY402" fmla="*/ 1349997 h 4305008"/>
              <a:gd name="connsiteX403" fmla="*/ 3979030 w 5593163"/>
              <a:gd name="connsiteY403" fmla="*/ 1350487 h 4305008"/>
              <a:gd name="connsiteX404" fmla="*/ 3979528 w 5593163"/>
              <a:gd name="connsiteY404" fmla="*/ 1350455 h 4305008"/>
              <a:gd name="connsiteX405" fmla="*/ 3980122 w 5593163"/>
              <a:gd name="connsiteY405" fmla="*/ 1361805 h 4305008"/>
              <a:gd name="connsiteX406" fmla="*/ 3978752 w 5593163"/>
              <a:gd name="connsiteY406" fmla="*/ 1378647 h 4305008"/>
              <a:gd name="connsiteX407" fmla="*/ 3971285 w 5593163"/>
              <a:gd name="connsiteY407" fmla="*/ 1470397 h 4305008"/>
              <a:gd name="connsiteX408" fmla="*/ 3970746 w 5593163"/>
              <a:gd name="connsiteY408" fmla="*/ 1477021 h 4305008"/>
              <a:gd name="connsiteX409" fmla="*/ 3970241 w 5593163"/>
              <a:gd name="connsiteY409" fmla="*/ 1477083 h 4305008"/>
              <a:gd name="connsiteX410" fmla="*/ 3280075 w 5593163"/>
              <a:gd name="connsiteY410" fmla="*/ 2164681 h 4305008"/>
              <a:gd name="connsiteX411" fmla="*/ 3279959 w 5593163"/>
              <a:gd name="connsiteY411" fmla="*/ 2165820 h 4305008"/>
              <a:gd name="connsiteX412" fmla="*/ 3263742 w 5593163"/>
              <a:gd name="connsiteY412" fmla="*/ 2167348 h 4305008"/>
              <a:gd name="connsiteX413" fmla="*/ 3168316 w 5593163"/>
              <a:gd name="connsiteY413" fmla="*/ 2176339 h 4305008"/>
              <a:gd name="connsiteX414" fmla="*/ 3151197 w 5593163"/>
              <a:gd name="connsiteY414" fmla="*/ 2177952 h 4305008"/>
              <a:gd name="connsiteX415" fmla="*/ 3151171 w 5593163"/>
              <a:gd name="connsiteY415" fmla="*/ 2177461 h 4305008"/>
              <a:gd name="connsiteX416" fmla="*/ 3150672 w 5593163"/>
              <a:gd name="connsiteY416" fmla="*/ 2177494 h 4305008"/>
              <a:gd name="connsiteX417" fmla="*/ 3150079 w 5593163"/>
              <a:gd name="connsiteY417" fmla="*/ 2166144 h 4305008"/>
              <a:gd name="connsiteX418" fmla="*/ 3150079 w 5593163"/>
              <a:gd name="connsiteY418" fmla="*/ 3862969 h 4305008"/>
              <a:gd name="connsiteX419" fmla="*/ 3151450 w 5593163"/>
              <a:gd name="connsiteY419" fmla="*/ 3846121 h 4305008"/>
              <a:gd name="connsiteX420" fmla="*/ 3158914 w 5593163"/>
              <a:gd name="connsiteY420" fmla="*/ 3754390 h 4305008"/>
              <a:gd name="connsiteX421" fmla="*/ 3159454 w 5593163"/>
              <a:gd name="connsiteY421" fmla="*/ 3747753 h 4305008"/>
              <a:gd name="connsiteX422" fmla="*/ 3159960 w 5593163"/>
              <a:gd name="connsiteY422" fmla="*/ 3747690 h 4305008"/>
              <a:gd name="connsiteX423" fmla="*/ 3850126 w 5593163"/>
              <a:gd name="connsiteY423" fmla="*/ 3060092 h 4305008"/>
              <a:gd name="connsiteX424" fmla="*/ 3850243 w 5593163"/>
              <a:gd name="connsiteY424" fmla="*/ 3058953 h 4305008"/>
              <a:gd name="connsiteX425" fmla="*/ 3866455 w 5593163"/>
              <a:gd name="connsiteY425" fmla="*/ 3057426 h 4305008"/>
              <a:gd name="connsiteX426" fmla="*/ 3961917 w 5593163"/>
              <a:gd name="connsiteY426" fmla="*/ 3048432 h 4305008"/>
              <a:gd name="connsiteX427" fmla="*/ 3979004 w 5593163"/>
              <a:gd name="connsiteY427" fmla="*/ 3046822 h 4305008"/>
              <a:gd name="connsiteX428" fmla="*/ 3979030 w 5593163"/>
              <a:gd name="connsiteY428" fmla="*/ 3047312 h 4305008"/>
              <a:gd name="connsiteX429" fmla="*/ 3979528 w 5593163"/>
              <a:gd name="connsiteY429" fmla="*/ 3047280 h 4305008"/>
              <a:gd name="connsiteX430" fmla="*/ 3980122 w 5593163"/>
              <a:gd name="connsiteY430" fmla="*/ 3058630 h 4305008"/>
              <a:gd name="connsiteX431" fmla="*/ 3978752 w 5593163"/>
              <a:gd name="connsiteY431" fmla="*/ 3075472 h 4305008"/>
              <a:gd name="connsiteX432" fmla="*/ 3971285 w 5593163"/>
              <a:gd name="connsiteY432" fmla="*/ 3167222 h 4305008"/>
              <a:gd name="connsiteX433" fmla="*/ 3970746 w 5593163"/>
              <a:gd name="connsiteY433" fmla="*/ 3173846 h 4305008"/>
              <a:gd name="connsiteX434" fmla="*/ 3970241 w 5593163"/>
              <a:gd name="connsiteY434" fmla="*/ 3173908 h 4305008"/>
              <a:gd name="connsiteX435" fmla="*/ 3280075 w 5593163"/>
              <a:gd name="connsiteY435" fmla="*/ 3861506 h 4305008"/>
              <a:gd name="connsiteX436" fmla="*/ 3279959 w 5593163"/>
              <a:gd name="connsiteY436" fmla="*/ 3862645 h 4305008"/>
              <a:gd name="connsiteX437" fmla="*/ 3263742 w 5593163"/>
              <a:gd name="connsiteY437" fmla="*/ 3864173 h 4305008"/>
              <a:gd name="connsiteX438" fmla="*/ 3168316 w 5593163"/>
              <a:gd name="connsiteY438" fmla="*/ 3873164 h 4305008"/>
              <a:gd name="connsiteX439" fmla="*/ 3151197 w 5593163"/>
              <a:gd name="connsiteY439" fmla="*/ 3874777 h 4305008"/>
              <a:gd name="connsiteX440" fmla="*/ 3151171 w 5593163"/>
              <a:gd name="connsiteY440" fmla="*/ 3874286 h 4305008"/>
              <a:gd name="connsiteX441" fmla="*/ 3150672 w 5593163"/>
              <a:gd name="connsiteY441" fmla="*/ 3874319 h 4305008"/>
              <a:gd name="connsiteX442" fmla="*/ 3150079 w 5593163"/>
              <a:gd name="connsiteY442" fmla="*/ 3862969 h 4305008"/>
              <a:gd name="connsiteX443" fmla="*/ 2442890 w 5593163"/>
              <a:gd name="connsiteY443" fmla="*/ 1181049 h 4305008"/>
              <a:gd name="connsiteX444" fmla="*/ 2986199 w 5593163"/>
              <a:gd name="connsiteY444" fmla="*/ 636203 h 4305008"/>
              <a:gd name="connsiteX445" fmla="*/ 2442890 w 5593163"/>
              <a:gd name="connsiteY445" fmla="*/ 1181049 h 4305008"/>
              <a:gd name="connsiteX446" fmla="*/ 2442890 w 5593163"/>
              <a:gd name="connsiteY446" fmla="*/ 1493690 h 4305008"/>
              <a:gd name="connsiteX447" fmla="*/ 2986199 w 5593163"/>
              <a:gd name="connsiteY447" fmla="*/ 2034258 h 4305008"/>
              <a:gd name="connsiteX448" fmla="*/ 2442890 w 5593163"/>
              <a:gd name="connsiteY448" fmla="*/ 1493690 h 4305008"/>
              <a:gd name="connsiteX449" fmla="*/ 2442890 w 5593163"/>
              <a:gd name="connsiteY449" fmla="*/ 2877874 h 4305008"/>
              <a:gd name="connsiteX450" fmla="*/ 2986199 w 5593163"/>
              <a:gd name="connsiteY450" fmla="*/ 2333028 h 4305008"/>
              <a:gd name="connsiteX451" fmla="*/ 2442890 w 5593163"/>
              <a:gd name="connsiteY451" fmla="*/ 2877874 h 4305008"/>
              <a:gd name="connsiteX452" fmla="*/ 2442890 w 5593163"/>
              <a:gd name="connsiteY452" fmla="*/ 3190516 h 4305008"/>
              <a:gd name="connsiteX453" fmla="*/ 2986199 w 5593163"/>
              <a:gd name="connsiteY453" fmla="*/ 3731083 h 4305008"/>
              <a:gd name="connsiteX454" fmla="*/ 2442890 w 5593163"/>
              <a:gd name="connsiteY454" fmla="*/ 3190516 h 4305008"/>
              <a:gd name="connsiteX455" fmla="*/ 2410871 w 5593163"/>
              <a:gd name="connsiteY455" fmla="*/ 4305008 h 4305008"/>
              <a:gd name="connsiteX456" fmla="*/ 2439316 w 5593163"/>
              <a:gd name="connsiteY456" fmla="*/ 4255797 h 4305008"/>
              <a:gd name="connsiteX457" fmla="*/ 2999569 w 5593163"/>
              <a:gd name="connsiteY457" fmla="*/ 3898397 h 4305008"/>
              <a:gd name="connsiteX458" fmla="*/ 2999686 w 5593163"/>
              <a:gd name="connsiteY458" fmla="*/ 3897249 h 4305008"/>
              <a:gd name="connsiteX459" fmla="*/ 3015899 w 5593163"/>
              <a:gd name="connsiteY459" fmla="*/ 3895710 h 4305008"/>
              <a:gd name="connsiteX460" fmla="*/ 3111360 w 5593163"/>
              <a:gd name="connsiteY460" fmla="*/ 3886645 h 4305008"/>
              <a:gd name="connsiteX461" fmla="*/ 3128448 w 5593163"/>
              <a:gd name="connsiteY461" fmla="*/ 3885022 h 4305008"/>
              <a:gd name="connsiteX462" fmla="*/ 3128474 w 5593163"/>
              <a:gd name="connsiteY462" fmla="*/ 3885516 h 4305008"/>
              <a:gd name="connsiteX463" fmla="*/ 3128972 w 5593163"/>
              <a:gd name="connsiteY463" fmla="*/ 3885483 h 4305008"/>
              <a:gd name="connsiteX464" fmla="*/ 3129566 w 5593163"/>
              <a:gd name="connsiteY464" fmla="*/ 3896923 h 4305008"/>
              <a:gd name="connsiteX465" fmla="*/ 3128195 w 5593163"/>
              <a:gd name="connsiteY465" fmla="*/ 3913899 h 4305008"/>
              <a:gd name="connsiteX466" fmla="*/ 3120728 w 5593163"/>
              <a:gd name="connsiteY466" fmla="*/ 4006375 h 4305008"/>
              <a:gd name="connsiteX467" fmla="*/ 3120190 w 5593163"/>
              <a:gd name="connsiteY467" fmla="*/ 4013051 h 4305008"/>
              <a:gd name="connsiteX468" fmla="*/ 3119684 w 5593163"/>
              <a:gd name="connsiteY468" fmla="*/ 4013114 h 4305008"/>
              <a:gd name="connsiteX469" fmla="*/ 3044567 w 5593163"/>
              <a:gd name="connsiteY469" fmla="*/ 4254710 h 4305008"/>
              <a:gd name="connsiteX470" fmla="*/ 3014445 w 5593163"/>
              <a:gd name="connsiteY470" fmla="*/ 4305008 h 4305008"/>
              <a:gd name="connsiteX471" fmla="*/ 2860336 w 5593163"/>
              <a:gd name="connsiteY471" fmla="*/ 4305008 h 4305008"/>
              <a:gd name="connsiteX472" fmla="*/ 2887018 w 5593163"/>
              <a:gd name="connsiteY472" fmla="*/ 4271827 h 4305008"/>
              <a:gd name="connsiteX473" fmla="*/ 2986199 w 5593163"/>
              <a:gd name="connsiteY473" fmla="*/ 4029853 h 4305008"/>
              <a:gd name="connsiteX474" fmla="*/ 2614045 w 5593163"/>
              <a:gd name="connsiteY474" fmla="*/ 4241205 h 4305008"/>
              <a:gd name="connsiteX475" fmla="*/ 2561922 w 5593163"/>
              <a:gd name="connsiteY475" fmla="*/ 4305008 h 4305008"/>
              <a:gd name="connsiteX476" fmla="*/ 2376360 w 5593163"/>
              <a:gd name="connsiteY476" fmla="*/ 0 h 4305008"/>
              <a:gd name="connsiteX477" fmla="*/ 2524998 w 5593163"/>
              <a:gd name="connsiteY477" fmla="*/ 0 h 4305008"/>
              <a:gd name="connsiteX478" fmla="*/ 2547226 w 5593163"/>
              <a:gd name="connsiteY478" fmla="*/ 44350 h 4305008"/>
              <a:gd name="connsiteX479" fmla="*/ 2986199 w 5593163"/>
              <a:gd name="connsiteY479" fmla="*/ 337433 h 4305008"/>
              <a:gd name="connsiteX480" fmla="*/ 2872691 w 5593163"/>
              <a:gd name="connsiteY480" fmla="*/ 76659 h 4305008"/>
              <a:gd name="connsiteX481" fmla="*/ 2804464 w 5593163"/>
              <a:gd name="connsiteY481" fmla="*/ 0 h 4305008"/>
              <a:gd name="connsiteX482" fmla="*/ 2972839 w 5593163"/>
              <a:gd name="connsiteY482" fmla="*/ 0 h 4305008"/>
              <a:gd name="connsiteX483" fmla="*/ 3035473 w 5593163"/>
              <a:gd name="connsiteY483" fmla="*/ 96778 h 4305008"/>
              <a:gd name="connsiteX484" fmla="*/ 3119686 w 5593163"/>
              <a:gd name="connsiteY484" fmla="*/ 354040 h 4305008"/>
              <a:gd name="connsiteX485" fmla="*/ 3120191 w 5593163"/>
              <a:gd name="connsiteY485" fmla="*/ 354103 h 4305008"/>
              <a:gd name="connsiteX486" fmla="*/ 3120732 w 5593163"/>
              <a:gd name="connsiteY486" fmla="*/ 360740 h 4305008"/>
              <a:gd name="connsiteX487" fmla="*/ 3128196 w 5593163"/>
              <a:gd name="connsiteY487" fmla="*/ 452471 h 4305008"/>
              <a:gd name="connsiteX488" fmla="*/ 3129566 w 5593163"/>
              <a:gd name="connsiteY488" fmla="*/ 469318 h 4305008"/>
              <a:gd name="connsiteX489" fmla="*/ 3128973 w 5593163"/>
              <a:gd name="connsiteY489" fmla="*/ 480669 h 4305008"/>
              <a:gd name="connsiteX490" fmla="*/ 3128474 w 5593163"/>
              <a:gd name="connsiteY490" fmla="*/ 480636 h 4305008"/>
              <a:gd name="connsiteX491" fmla="*/ 3128448 w 5593163"/>
              <a:gd name="connsiteY491" fmla="*/ 481127 h 4305008"/>
              <a:gd name="connsiteX492" fmla="*/ 3111330 w 5593163"/>
              <a:gd name="connsiteY492" fmla="*/ 479514 h 4305008"/>
              <a:gd name="connsiteX493" fmla="*/ 3015903 w 5593163"/>
              <a:gd name="connsiteY493" fmla="*/ 470523 h 4305008"/>
              <a:gd name="connsiteX494" fmla="*/ 2999687 w 5593163"/>
              <a:gd name="connsiteY494" fmla="*/ 468995 h 4305008"/>
              <a:gd name="connsiteX495" fmla="*/ 2999571 w 5593163"/>
              <a:gd name="connsiteY495" fmla="*/ 467856 h 4305008"/>
              <a:gd name="connsiteX496" fmla="*/ 2428199 w 5593163"/>
              <a:gd name="connsiteY496" fmla="*/ 95636 h 4305008"/>
              <a:gd name="connsiteX497" fmla="*/ 2299523 w 5593163"/>
              <a:gd name="connsiteY497" fmla="*/ 1313979 h 4305008"/>
              <a:gd name="connsiteX498" fmla="*/ 2300894 w 5593163"/>
              <a:gd name="connsiteY498" fmla="*/ 1296998 h 4305008"/>
              <a:gd name="connsiteX499" fmla="*/ 2308358 w 5593163"/>
              <a:gd name="connsiteY499" fmla="*/ 1204541 h 4305008"/>
              <a:gd name="connsiteX500" fmla="*/ 2308898 w 5593163"/>
              <a:gd name="connsiteY500" fmla="*/ 1197851 h 4305008"/>
              <a:gd name="connsiteX501" fmla="*/ 2309404 w 5593163"/>
              <a:gd name="connsiteY501" fmla="*/ 1197788 h 4305008"/>
              <a:gd name="connsiteX502" fmla="*/ 2999570 w 5593163"/>
              <a:gd name="connsiteY502" fmla="*/ 504747 h 4305008"/>
              <a:gd name="connsiteX503" fmla="*/ 2999687 w 5593163"/>
              <a:gd name="connsiteY503" fmla="*/ 503599 h 4305008"/>
              <a:gd name="connsiteX504" fmla="*/ 3015899 w 5593163"/>
              <a:gd name="connsiteY504" fmla="*/ 502060 h 4305008"/>
              <a:gd name="connsiteX505" fmla="*/ 3111361 w 5593163"/>
              <a:gd name="connsiteY505" fmla="*/ 492995 h 4305008"/>
              <a:gd name="connsiteX506" fmla="*/ 3128448 w 5593163"/>
              <a:gd name="connsiteY506" fmla="*/ 491372 h 4305008"/>
              <a:gd name="connsiteX507" fmla="*/ 3128474 w 5593163"/>
              <a:gd name="connsiteY507" fmla="*/ 491866 h 4305008"/>
              <a:gd name="connsiteX508" fmla="*/ 3128972 w 5593163"/>
              <a:gd name="connsiteY508" fmla="*/ 491833 h 4305008"/>
              <a:gd name="connsiteX509" fmla="*/ 3129566 w 5593163"/>
              <a:gd name="connsiteY509" fmla="*/ 503273 h 4305008"/>
              <a:gd name="connsiteX510" fmla="*/ 3128196 w 5593163"/>
              <a:gd name="connsiteY510" fmla="*/ 520249 h 4305008"/>
              <a:gd name="connsiteX511" fmla="*/ 3120729 w 5593163"/>
              <a:gd name="connsiteY511" fmla="*/ 612725 h 4305008"/>
              <a:gd name="connsiteX512" fmla="*/ 3120190 w 5593163"/>
              <a:gd name="connsiteY512" fmla="*/ 619401 h 4305008"/>
              <a:gd name="connsiteX513" fmla="*/ 3119685 w 5593163"/>
              <a:gd name="connsiteY513" fmla="*/ 619464 h 4305008"/>
              <a:gd name="connsiteX514" fmla="*/ 2429519 w 5593163"/>
              <a:gd name="connsiteY514" fmla="*/ 1312505 h 4305008"/>
              <a:gd name="connsiteX515" fmla="*/ 2429403 w 5593163"/>
              <a:gd name="connsiteY515" fmla="*/ 1313653 h 4305008"/>
              <a:gd name="connsiteX516" fmla="*/ 2413186 w 5593163"/>
              <a:gd name="connsiteY516" fmla="*/ 1315193 h 4305008"/>
              <a:gd name="connsiteX517" fmla="*/ 2317760 w 5593163"/>
              <a:gd name="connsiteY517" fmla="*/ 1324255 h 4305008"/>
              <a:gd name="connsiteX518" fmla="*/ 2300641 w 5593163"/>
              <a:gd name="connsiteY518" fmla="*/ 1325881 h 4305008"/>
              <a:gd name="connsiteX519" fmla="*/ 2300615 w 5593163"/>
              <a:gd name="connsiteY519" fmla="*/ 1325386 h 4305008"/>
              <a:gd name="connsiteX520" fmla="*/ 2300116 w 5593163"/>
              <a:gd name="connsiteY520" fmla="*/ 1325419 h 4305008"/>
              <a:gd name="connsiteX521" fmla="*/ 2299523 w 5593163"/>
              <a:gd name="connsiteY521" fmla="*/ 1313979 h 4305008"/>
              <a:gd name="connsiteX522" fmla="*/ 2299523 w 5593163"/>
              <a:gd name="connsiteY522" fmla="*/ 1361805 h 4305008"/>
              <a:gd name="connsiteX523" fmla="*/ 2300117 w 5593163"/>
              <a:gd name="connsiteY523" fmla="*/ 1350455 h 4305008"/>
              <a:gd name="connsiteX524" fmla="*/ 2300615 w 5593163"/>
              <a:gd name="connsiteY524" fmla="*/ 1350487 h 4305008"/>
              <a:gd name="connsiteX525" fmla="*/ 2300641 w 5593163"/>
              <a:gd name="connsiteY525" fmla="*/ 1349997 h 4305008"/>
              <a:gd name="connsiteX526" fmla="*/ 2317729 w 5593163"/>
              <a:gd name="connsiteY526" fmla="*/ 1351607 h 4305008"/>
              <a:gd name="connsiteX527" fmla="*/ 2413190 w 5593163"/>
              <a:gd name="connsiteY527" fmla="*/ 1360601 h 4305008"/>
              <a:gd name="connsiteX528" fmla="*/ 2429403 w 5593163"/>
              <a:gd name="connsiteY528" fmla="*/ 1362128 h 4305008"/>
              <a:gd name="connsiteX529" fmla="*/ 2429520 w 5593163"/>
              <a:gd name="connsiteY529" fmla="*/ 1363267 h 4305008"/>
              <a:gd name="connsiteX530" fmla="*/ 3119686 w 5593163"/>
              <a:gd name="connsiteY530" fmla="*/ 2050865 h 4305008"/>
              <a:gd name="connsiteX531" fmla="*/ 3120191 w 5593163"/>
              <a:gd name="connsiteY531" fmla="*/ 2050928 h 4305008"/>
              <a:gd name="connsiteX532" fmla="*/ 3120732 w 5593163"/>
              <a:gd name="connsiteY532" fmla="*/ 2057565 h 4305008"/>
              <a:gd name="connsiteX533" fmla="*/ 3128196 w 5593163"/>
              <a:gd name="connsiteY533" fmla="*/ 2149296 h 4305008"/>
              <a:gd name="connsiteX534" fmla="*/ 3129566 w 5593163"/>
              <a:gd name="connsiteY534" fmla="*/ 2166144 h 4305008"/>
              <a:gd name="connsiteX535" fmla="*/ 3128973 w 5593163"/>
              <a:gd name="connsiteY535" fmla="*/ 2177494 h 4305008"/>
              <a:gd name="connsiteX536" fmla="*/ 3128474 w 5593163"/>
              <a:gd name="connsiteY536" fmla="*/ 2177461 h 4305008"/>
              <a:gd name="connsiteX537" fmla="*/ 3128448 w 5593163"/>
              <a:gd name="connsiteY537" fmla="*/ 2177952 h 4305008"/>
              <a:gd name="connsiteX538" fmla="*/ 3111330 w 5593163"/>
              <a:gd name="connsiteY538" fmla="*/ 2176339 h 4305008"/>
              <a:gd name="connsiteX539" fmla="*/ 3015903 w 5593163"/>
              <a:gd name="connsiteY539" fmla="*/ 2167348 h 4305008"/>
              <a:gd name="connsiteX540" fmla="*/ 2999687 w 5593163"/>
              <a:gd name="connsiteY540" fmla="*/ 2165820 h 4305008"/>
              <a:gd name="connsiteX541" fmla="*/ 2999571 w 5593163"/>
              <a:gd name="connsiteY541" fmla="*/ 2164681 h 4305008"/>
              <a:gd name="connsiteX542" fmla="*/ 2309405 w 5593163"/>
              <a:gd name="connsiteY542" fmla="*/ 1477083 h 4305008"/>
              <a:gd name="connsiteX543" fmla="*/ 2308899 w 5593163"/>
              <a:gd name="connsiteY543" fmla="*/ 1477021 h 4305008"/>
              <a:gd name="connsiteX544" fmla="*/ 2308361 w 5593163"/>
              <a:gd name="connsiteY544" fmla="*/ 1470397 h 4305008"/>
              <a:gd name="connsiteX545" fmla="*/ 2300894 w 5593163"/>
              <a:gd name="connsiteY545" fmla="*/ 1378647 h 4305008"/>
              <a:gd name="connsiteX546" fmla="*/ 2299523 w 5593163"/>
              <a:gd name="connsiteY546" fmla="*/ 1361805 h 4305008"/>
              <a:gd name="connsiteX547" fmla="*/ 2299523 w 5593163"/>
              <a:gd name="connsiteY547" fmla="*/ 3010804 h 4305008"/>
              <a:gd name="connsiteX548" fmla="*/ 2300894 w 5593163"/>
              <a:gd name="connsiteY548" fmla="*/ 2993823 h 4305008"/>
              <a:gd name="connsiteX549" fmla="*/ 2308358 w 5593163"/>
              <a:gd name="connsiteY549" fmla="*/ 2901366 h 4305008"/>
              <a:gd name="connsiteX550" fmla="*/ 2308898 w 5593163"/>
              <a:gd name="connsiteY550" fmla="*/ 2894676 h 4305008"/>
              <a:gd name="connsiteX551" fmla="*/ 2309404 w 5593163"/>
              <a:gd name="connsiteY551" fmla="*/ 2894613 h 4305008"/>
              <a:gd name="connsiteX552" fmla="*/ 2999570 w 5593163"/>
              <a:gd name="connsiteY552" fmla="*/ 2201572 h 4305008"/>
              <a:gd name="connsiteX553" fmla="*/ 2999687 w 5593163"/>
              <a:gd name="connsiteY553" fmla="*/ 2200424 h 4305008"/>
              <a:gd name="connsiteX554" fmla="*/ 3015899 w 5593163"/>
              <a:gd name="connsiteY554" fmla="*/ 2198885 h 4305008"/>
              <a:gd name="connsiteX555" fmla="*/ 3111361 w 5593163"/>
              <a:gd name="connsiteY555" fmla="*/ 2189820 h 4305008"/>
              <a:gd name="connsiteX556" fmla="*/ 3128448 w 5593163"/>
              <a:gd name="connsiteY556" fmla="*/ 2188197 h 4305008"/>
              <a:gd name="connsiteX557" fmla="*/ 3128474 w 5593163"/>
              <a:gd name="connsiteY557" fmla="*/ 2188691 h 4305008"/>
              <a:gd name="connsiteX558" fmla="*/ 3128972 w 5593163"/>
              <a:gd name="connsiteY558" fmla="*/ 2188658 h 4305008"/>
              <a:gd name="connsiteX559" fmla="*/ 3129566 w 5593163"/>
              <a:gd name="connsiteY559" fmla="*/ 2200098 h 4305008"/>
              <a:gd name="connsiteX560" fmla="*/ 3128196 w 5593163"/>
              <a:gd name="connsiteY560" fmla="*/ 2217074 h 4305008"/>
              <a:gd name="connsiteX561" fmla="*/ 3120729 w 5593163"/>
              <a:gd name="connsiteY561" fmla="*/ 2309550 h 4305008"/>
              <a:gd name="connsiteX562" fmla="*/ 3120190 w 5593163"/>
              <a:gd name="connsiteY562" fmla="*/ 2316226 h 4305008"/>
              <a:gd name="connsiteX563" fmla="*/ 3119685 w 5593163"/>
              <a:gd name="connsiteY563" fmla="*/ 2316289 h 4305008"/>
              <a:gd name="connsiteX564" fmla="*/ 2429519 w 5593163"/>
              <a:gd name="connsiteY564" fmla="*/ 3009330 h 4305008"/>
              <a:gd name="connsiteX565" fmla="*/ 2429403 w 5593163"/>
              <a:gd name="connsiteY565" fmla="*/ 3010478 h 4305008"/>
              <a:gd name="connsiteX566" fmla="*/ 2413186 w 5593163"/>
              <a:gd name="connsiteY566" fmla="*/ 3012018 h 4305008"/>
              <a:gd name="connsiteX567" fmla="*/ 2317760 w 5593163"/>
              <a:gd name="connsiteY567" fmla="*/ 3021080 h 4305008"/>
              <a:gd name="connsiteX568" fmla="*/ 2300641 w 5593163"/>
              <a:gd name="connsiteY568" fmla="*/ 3022706 h 4305008"/>
              <a:gd name="connsiteX569" fmla="*/ 2300615 w 5593163"/>
              <a:gd name="connsiteY569" fmla="*/ 3022211 h 4305008"/>
              <a:gd name="connsiteX570" fmla="*/ 2300116 w 5593163"/>
              <a:gd name="connsiteY570" fmla="*/ 3022244 h 4305008"/>
              <a:gd name="connsiteX571" fmla="*/ 2299523 w 5593163"/>
              <a:gd name="connsiteY571" fmla="*/ 3010804 h 4305008"/>
              <a:gd name="connsiteX572" fmla="*/ 2299523 w 5593163"/>
              <a:gd name="connsiteY572" fmla="*/ 3058630 h 4305008"/>
              <a:gd name="connsiteX573" fmla="*/ 2300117 w 5593163"/>
              <a:gd name="connsiteY573" fmla="*/ 3047280 h 4305008"/>
              <a:gd name="connsiteX574" fmla="*/ 2300615 w 5593163"/>
              <a:gd name="connsiteY574" fmla="*/ 3047312 h 4305008"/>
              <a:gd name="connsiteX575" fmla="*/ 2300641 w 5593163"/>
              <a:gd name="connsiteY575" fmla="*/ 3046822 h 4305008"/>
              <a:gd name="connsiteX576" fmla="*/ 2317729 w 5593163"/>
              <a:gd name="connsiteY576" fmla="*/ 3048432 h 4305008"/>
              <a:gd name="connsiteX577" fmla="*/ 2413190 w 5593163"/>
              <a:gd name="connsiteY577" fmla="*/ 3057426 h 4305008"/>
              <a:gd name="connsiteX578" fmla="*/ 2429403 w 5593163"/>
              <a:gd name="connsiteY578" fmla="*/ 3058953 h 4305008"/>
              <a:gd name="connsiteX579" fmla="*/ 2429520 w 5593163"/>
              <a:gd name="connsiteY579" fmla="*/ 3060092 h 4305008"/>
              <a:gd name="connsiteX580" fmla="*/ 3119686 w 5593163"/>
              <a:gd name="connsiteY580" fmla="*/ 3747690 h 4305008"/>
              <a:gd name="connsiteX581" fmla="*/ 3120191 w 5593163"/>
              <a:gd name="connsiteY581" fmla="*/ 3747753 h 4305008"/>
              <a:gd name="connsiteX582" fmla="*/ 3120732 w 5593163"/>
              <a:gd name="connsiteY582" fmla="*/ 3754390 h 4305008"/>
              <a:gd name="connsiteX583" fmla="*/ 3128196 w 5593163"/>
              <a:gd name="connsiteY583" fmla="*/ 3846121 h 4305008"/>
              <a:gd name="connsiteX584" fmla="*/ 3129566 w 5593163"/>
              <a:gd name="connsiteY584" fmla="*/ 3862969 h 4305008"/>
              <a:gd name="connsiteX585" fmla="*/ 3128973 w 5593163"/>
              <a:gd name="connsiteY585" fmla="*/ 3874319 h 4305008"/>
              <a:gd name="connsiteX586" fmla="*/ 3128474 w 5593163"/>
              <a:gd name="connsiteY586" fmla="*/ 3874286 h 4305008"/>
              <a:gd name="connsiteX587" fmla="*/ 3128448 w 5593163"/>
              <a:gd name="connsiteY587" fmla="*/ 3874777 h 4305008"/>
              <a:gd name="connsiteX588" fmla="*/ 3111330 w 5593163"/>
              <a:gd name="connsiteY588" fmla="*/ 3873164 h 4305008"/>
              <a:gd name="connsiteX589" fmla="*/ 3015903 w 5593163"/>
              <a:gd name="connsiteY589" fmla="*/ 3864173 h 4305008"/>
              <a:gd name="connsiteX590" fmla="*/ 2999687 w 5593163"/>
              <a:gd name="connsiteY590" fmla="*/ 3862645 h 4305008"/>
              <a:gd name="connsiteX591" fmla="*/ 2999571 w 5593163"/>
              <a:gd name="connsiteY591" fmla="*/ 3861506 h 4305008"/>
              <a:gd name="connsiteX592" fmla="*/ 2309405 w 5593163"/>
              <a:gd name="connsiteY592" fmla="*/ 3173908 h 4305008"/>
              <a:gd name="connsiteX593" fmla="*/ 2308899 w 5593163"/>
              <a:gd name="connsiteY593" fmla="*/ 3173846 h 4305008"/>
              <a:gd name="connsiteX594" fmla="*/ 2308361 w 5593163"/>
              <a:gd name="connsiteY594" fmla="*/ 3167222 h 4305008"/>
              <a:gd name="connsiteX595" fmla="*/ 2300894 w 5593163"/>
              <a:gd name="connsiteY595" fmla="*/ 3075472 h 4305008"/>
              <a:gd name="connsiteX596" fmla="*/ 2299523 w 5593163"/>
              <a:gd name="connsiteY596" fmla="*/ 3058630 h 4305008"/>
              <a:gd name="connsiteX597" fmla="*/ 1601297 w 5593163"/>
              <a:gd name="connsiteY597" fmla="*/ 636203 h 4305008"/>
              <a:gd name="connsiteX598" fmla="*/ 2144606 w 5593163"/>
              <a:gd name="connsiteY598" fmla="*/ 1181049 h 4305008"/>
              <a:gd name="connsiteX599" fmla="*/ 1601297 w 5593163"/>
              <a:gd name="connsiteY599" fmla="*/ 636203 h 4305008"/>
              <a:gd name="connsiteX600" fmla="*/ 1601297 w 5593163"/>
              <a:gd name="connsiteY600" fmla="*/ 2333028 h 4305008"/>
              <a:gd name="connsiteX601" fmla="*/ 2144606 w 5593163"/>
              <a:gd name="connsiteY601" fmla="*/ 2877874 h 4305008"/>
              <a:gd name="connsiteX602" fmla="*/ 1601297 w 5593163"/>
              <a:gd name="connsiteY602" fmla="*/ 2333028 h 4305008"/>
              <a:gd name="connsiteX603" fmla="*/ 1601295 w 5593163"/>
              <a:gd name="connsiteY603" fmla="*/ 2034258 h 4305008"/>
              <a:gd name="connsiteX604" fmla="*/ 2144604 w 5593163"/>
              <a:gd name="connsiteY604" fmla="*/ 1493690 h 4305008"/>
              <a:gd name="connsiteX605" fmla="*/ 1601295 w 5593163"/>
              <a:gd name="connsiteY605" fmla="*/ 2034258 h 4305008"/>
              <a:gd name="connsiteX606" fmla="*/ 1601295 w 5593163"/>
              <a:gd name="connsiteY606" fmla="*/ 3731083 h 4305008"/>
              <a:gd name="connsiteX607" fmla="*/ 2144604 w 5593163"/>
              <a:gd name="connsiteY607" fmla="*/ 3190516 h 4305008"/>
              <a:gd name="connsiteX608" fmla="*/ 1601295 w 5593163"/>
              <a:gd name="connsiteY608" fmla="*/ 3731083 h 4305008"/>
              <a:gd name="connsiteX609" fmla="*/ 1457930 w 5593163"/>
              <a:gd name="connsiteY609" fmla="*/ 503273 h 4305008"/>
              <a:gd name="connsiteX610" fmla="*/ 1458524 w 5593163"/>
              <a:gd name="connsiteY610" fmla="*/ 491833 h 4305008"/>
              <a:gd name="connsiteX611" fmla="*/ 1459022 w 5593163"/>
              <a:gd name="connsiteY611" fmla="*/ 491866 h 4305008"/>
              <a:gd name="connsiteX612" fmla="*/ 1459048 w 5593163"/>
              <a:gd name="connsiteY612" fmla="*/ 491372 h 4305008"/>
              <a:gd name="connsiteX613" fmla="*/ 1476135 w 5593163"/>
              <a:gd name="connsiteY613" fmla="*/ 492995 h 4305008"/>
              <a:gd name="connsiteX614" fmla="*/ 1571597 w 5593163"/>
              <a:gd name="connsiteY614" fmla="*/ 502060 h 4305008"/>
              <a:gd name="connsiteX615" fmla="*/ 1587809 w 5593163"/>
              <a:gd name="connsiteY615" fmla="*/ 503599 h 4305008"/>
              <a:gd name="connsiteX616" fmla="*/ 1587926 w 5593163"/>
              <a:gd name="connsiteY616" fmla="*/ 504747 h 4305008"/>
              <a:gd name="connsiteX617" fmla="*/ 2278092 w 5593163"/>
              <a:gd name="connsiteY617" fmla="*/ 1197788 h 4305008"/>
              <a:gd name="connsiteX618" fmla="*/ 2278598 w 5593163"/>
              <a:gd name="connsiteY618" fmla="*/ 1197851 h 4305008"/>
              <a:gd name="connsiteX619" fmla="*/ 2279138 w 5593163"/>
              <a:gd name="connsiteY619" fmla="*/ 1204541 h 4305008"/>
              <a:gd name="connsiteX620" fmla="*/ 2286602 w 5593163"/>
              <a:gd name="connsiteY620" fmla="*/ 1296998 h 4305008"/>
              <a:gd name="connsiteX621" fmla="*/ 2287973 w 5593163"/>
              <a:gd name="connsiteY621" fmla="*/ 1313979 h 4305008"/>
              <a:gd name="connsiteX622" fmla="*/ 2287380 w 5593163"/>
              <a:gd name="connsiteY622" fmla="*/ 1325419 h 4305008"/>
              <a:gd name="connsiteX623" fmla="*/ 2286881 w 5593163"/>
              <a:gd name="connsiteY623" fmla="*/ 1325386 h 4305008"/>
              <a:gd name="connsiteX624" fmla="*/ 2286855 w 5593163"/>
              <a:gd name="connsiteY624" fmla="*/ 1325881 h 4305008"/>
              <a:gd name="connsiteX625" fmla="*/ 2269736 w 5593163"/>
              <a:gd name="connsiteY625" fmla="*/ 1324255 h 4305008"/>
              <a:gd name="connsiteX626" fmla="*/ 2174310 w 5593163"/>
              <a:gd name="connsiteY626" fmla="*/ 1315193 h 4305008"/>
              <a:gd name="connsiteX627" fmla="*/ 2158093 w 5593163"/>
              <a:gd name="connsiteY627" fmla="*/ 1313653 h 4305008"/>
              <a:gd name="connsiteX628" fmla="*/ 2157977 w 5593163"/>
              <a:gd name="connsiteY628" fmla="*/ 1312505 h 4305008"/>
              <a:gd name="connsiteX629" fmla="*/ 1467811 w 5593163"/>
              <a:gd name="connsiteY629" fmla="*/ 619464 h 4305008"/>
              <a:gd name="connsiteX630" fmla="*/ 1467306 w 5593163"/>
              <a:gd name="connsiteY630" fmla="*/ 619401 h 4305008"/>
              <a:gd name="connsiteX631" fmla="*/ 1466767 w 5593163"/>
              <a:gd name="connsiteY631" fmla="*/ 612725 h 4305008"/>
              <a:gd name="connsiteX632" fmla="*/ 1459300 w 5593163"/>
              <a:gd name="connsiteY632" fmla="*/ 520249 h 4305008"/>
              <a:gd name="connsiteX633" fmla="*/ 1457930 w 5593163"/>
              <a:gd name="connsiteY633" fmla="*/ 503273 h 4305008"/>
              <a:gd name="connsiteX634" fmla="*/ 1457930 w 5593163"/>
              <a:gd name="connsiteY634" fmla="*/ 2200098 h 4305008"/>
              <a:gd name="connsiteX635" fmla="*/ 1458524 w 5593163"/>
              <a:gd name="connsiteY635" fmla="*/ 2188658 h 4305008"/>
              <a:gd name="connsiteX636" fmla="*/ 1459022 w 5593163"/>
              <a:gd name="connsiteY636" fmla="*/ 2188691 h 4305008"/>
              <a:gd name="connsiteX637" fmla="*/ 1459048 w 5593163"/>
              <a:gd name="connsiteY637" fmla="*/ 2188197 h 4305008"/>
              <a:gd name="connsiteX638" fmla="*/ 1476135 w 5593163"/>
              <a:gd name="connsiteY638" fmla="*/ 2189820 h 4305008"/>
              <a:gd name="connsiteX639" fmla="*/ 1571597 w 5593163"/>
              <a:gd name="connsiteY639" fmla="*/ 2198885 h 4305008"/>
              <a:gd name="connsiteX640" fmla="*/ 1587809 w 5593163"/>
              <a:gd name="connsiteY640" fmla="*/ 2200424 h 4305008"/>
              <a:gd name="connsiteX641" fmla="*/ 1587926 w 5593163"/>
              <a:gd name="connsiteY641" fmla="*/ 2201572 h 4305008"/>
              <a:gd name="connsiteX642" fmla="*/ 2278092 w 5593163"/>
              <a:gd name="connsiteY642" fmla="*/ 2894613 h 4305008"/>
              <a:gd name="connsiteX643" fmla="*/ 2278598 w 5593163"/>
              <a:gd name="connsiteY643" fmla="*/ 2894676 h 4305008"/>
              <a:gd name="connsiteX644" fmla="*/ 2279138 w 5593163"/>
              <a:gd name="connsiteY644" fmla="*/ 2901366 h 4305008"/>
              <a:gd name="connsiteX645" fmla="*/ 2286602 w 5593163"/>
              <a:gd name="connsiteY645" fmla="*/ 2993823 h 4305008"/>
              <a:gd name="connsiteX646" fmla="*/ 2287973 w 5593163"/>
              <a:gd name="connsiteY646" fmla="*/ 3010804 h 4305008"/>
              <a:gd name="connsiteX647" fmla="*/ 2287380 w 5593163"/>
              <a:gd name="connsiteY647" fmla="*/ 3022244 h 4305008"/>
              <a:gd name="connsiteX648" fmla="*/ 2286881 w 5593163"/>
              <a:gd name="connsiteY648" fmla="*/ 3022211 h 4305008"/>
              <a:gd name="connsiteX649" fmla="*/ 2286855 w 5593163"/>
              <a:gd name="connsiteY649" fmla="*/ 3022706 h 4305008"/>
              <a:gd name="connsiteX650" fmla="*/ 2269736 w 5593163"/>
              <a:gd name="connsiteY650" fmla="*/ 3021080 h 4305008"/>
              <a:gd name="connsiteX651" fmla="*/ 2174310 w 5593163"/>
              <a:gd name="connsiteY651" fmla="*/ 3012018 h 4305008"/>
              <a:gd name="connsiteX652" fmla="*/ 2158093 w 5593163"/>
              <a:gd name="connsiteY652" fmla="*/ 3010478 h 4305008"/>
              <a:gd name="connsiteX653" fmla="*/ 2157977 w 5593163"/>
              <a:gd name="connsiteY653" fmla="*/ 3009330 h 4305008"/>
              <a:gd name="connsiteX654" fmla="*/ 1467811 w 5593163"/>
              <a:gd name="connsiteY654" fmla="*/ 2316289 h 4305008"/>
              <a:gd name="connsiteX655" fmla="*/ 1467306 w 5593163"/>
              <a:gd name="connsiteY655" fmla="*/ 2316226 h 4305008"/>
              <a:gd name="connsiteX656" fmla="*/ 1466767 w 5593163"/>
              <a:gd name="connsiteY656" fmla="*/ 2309550 h 4305008"/>
              <a:gd name="connsiteX657" fmla="*/ 1459300 w 5593163"/>
              <a:gd name="connsiteY657" fmla="*/ 2217074 h 4305008"/>
              <a:gd name="connsiteX658" fmla="*/ 1457930 w 5593163"/>
              <a:gd name="connsiteY658" fmla="*/ 2200098 h 4305008"/>
              <a:gd name="connsiteX659" fmla="*/ 1457930 w 5593163"/>
              <a:gd name="connsiteY659" fmla="*/ 3896923 h 4305008"/>
              <a:gd name="connsiteX660" fmla="*/ 1458524 w 5593163"/>
              <a:gd name="connsiteY660" fmla="*/ 3885483 h 4305008"/>
              <a:gd name="connsiteX661" fmla="*/ 1459022 w 5593163"/>
              <a:gd name="connsiteY661" fmla="*/ 3885516 h 4305008"/>
              <a:gd name="connsiteX662" fmla="*/ 1459048 w 5593163"/>
              <a:gd name="connsiteY662" fmla="*/ 3885022 h 4305008"/>
              <a:gd name="connsiteX663" fmla="*/ 1476135 w 5593163"/>
              <a:gd name="connsiteY663" fmla="*/ 3886645 h 4305008"/>
              <a:gd name="connsiteX664" fmla="*/ 1571597 w 5593163"/>
              <a:gd name="connsiteY664" fmla="*/ 3895710 h 4305008"/>
              <a:gd name="connsiteX665" fmla="*/ 1587809 w 5593163"/>
              <a:gd name="connsiteY665" fmla="*/ 3897249 h 4305008"/>
              <a:gd name="connsiteX666" fmla="*/ 1587926 w 5593163"/>
              <a:gd name="connsiteY666" fmla="*/ 3898397 h 4305008"/>
              <a:gd name="connsiteX667" fmla="*/ 2148179 w 5593163"/>
              <a:gd name="connsiteY667" fmla="*/ 4255797 h 4305008"/>
              <a:gd name="connsiteX668" fmla="*/ 2176624 w 5593163"/>
              <a:gd name="connsiteY668" fmla="*/ 4305008 h 4305008"/>
              <a:gd name="connsiteX669" fmla="*/ 2025574 w 5593163"/>
              <a:gd name="connsiteY669" fmla="*/ 4305008 h 4305008"/>
              <a:gd name="connsiteX670" fmla="*/ 1973451 w 5593163"/>
              <a:gd name="connsiteY670" fmla="*/ 4241205 h 4305008"/>
              <a:gd name="connsiteX671" fmla="*/ 1601297 w 5593163"/>
              <a:gd name="connsiteY671" fmla="*/ 4029853 h 4305008"/>
              <a:gd name="connsiteX672" fmla="*/ 1700478 w 5593163"/>
              <a:gd name="connsiteY672" fmla="*/ 4271827 h 4305008"/>
              <a:gd name="connsiteX673" fmla="*/ 1727160 w 5593163"/>
              <a:gd name="connsiteY673" fmla="*/ 4305008 h 4305008"/>
              <a:gd name="connsiteX674" fmla="*/ 1573050 w 5593163"/>
              <a:gd name="connsiteY674" fmla="*/ 4305008 h 4305008"/>
              <a:gd name="connsiteX675" fmla="*/ 1542929 w 5593163"/>
              <a:gd name="connsiteY675" fmla="*/ 4254710 h 4305008"/>
              <a:gd name="connsiteX676" fmla="*/ 1467811 w 5593163"/>
              <a:gd name="connsiteY676" fmla="*/ 4013114 h 4305008"/>
              <a:gd name="connsiteX677" fmla="*/ 1467306 w 5593163"/>
              <a:gd name="connsiteY677" fmla="*/ 4013051 h 4305008"/>
              <a:gd name="connsiteX678" fmla="*/ 1466767 w 5593163"/>
              <a:gd name="connsiteY678" fmla="*/ 4006375 h 4305008"/>
              <a:gd name="connsiteX679" fmla="*/ 1459300 w 5593163"/>
              <a:gd name="connsiteY679" fmla="*/ 3913899 h 4305008"/>
              <a:gd name="connsiteX680" fmla="*/ 1457930 w 5593163"/>
              <a:gd name="connsiteY680" fmla="*/ 3896923 h 4305008"/>
              <a:gd name="connsiteX681" fmla="*/ 1457928 w 5593163"/>
              <a:gd name="connsiteY681" fmla="*/ 469318 h 4305008"/>
              <a:gd name="connsiteX682" fmla="*/ 1459298 w 5593163"/>
              <a:gd name="connsiteY682" fmla="*/ 452471 h 4305008"/>
              <a:gd name="connsiteX683" fmla="*/ 1466762 w 5593163"/>
              <a:gd name="connsiteY683" fmla="*/ 360740 h 4305008"/>
              <a:gd name="connsiteX684" fmla="*/ 1467303 w 5593163"/>
              <a:gd name="connsiteY684" fmla="*/ 354103 h 4305008"/>
              <a:gd name="connsiteX685" fmla="*/ 1467808 w 5593163"/>
              <a:gd name="connsiteY685" fmla="*/ 354040 h 4305008"/>
              <a:gd name="connsiteX686" fmla="*/ 1552022 w 5593163"/>
              <a:gd name="connsiteY686" fmla="*/ 96778 h 4305008"/>
              <a:gd name="connsiteX687" fmla="*/ 1614656 w 5593163"/>
              <a:gd name="connsiteY687" fmla="*/ 0 h 4305008"/>
              <a:gd name="connsiteX688" fmla="*/ 1783031 w 5593163"/>
              <a:gd name="connsiteY688" fmla="*/ 0 h 4305008"/>
              <a:gd name="connsiteX689" fmla="*/ 1714803 w 5593163"/>
              <a:gd name="connsiteY689" fmla="*/ 76659 h 4305008"/>
              <a:gd name="connsiteX690" fmla="*/ 1601295 w 5593163"/>
              <a:gd name="connsiteY690" fmla="*/ 337433 h 4305008"/>
              <a:gd name="connsiteX691" fmla="*/ 2040269 w 5593163"/>
              <a:gd name="connsiteY691" fmla="*/ 44350 h 4305008"/>
              <a:gd name="connsiteX692" fmla="*/ 2062497 w 5593163"/>
              <a:gd name="connsiteY692" fmla="*/ 0 h 4305008"/>
              <a:gd name="connsiteX693" fmla="*/ 2211135 w 5593163"/>
              <a:gd name="connsiteY693" fmla="*/ 0 h 4305008"/>
              <a:gd name="connsiteX694" fmla="*/ 2159296 w 5593163"/>
              <a:gd name="connsiteY694" fmla="*/ 95636 h 4305008"/>
              <a:gd name="connsiteX695" fmla="*/ 1587923 w 5593163"/>
              <a:gd name="connsiteY695" fmla="*/ 467856 h 4305008"/>
              <a:gd name="connsiteX696" fmla="*/ 1587807 w 5593163"/>
              <a:gd name="connsiteY696" fmla="*/ 468995 h 4305008"/>
              <a:gd name="connsiteX697" fmla="*/ 1571591 w 5593163"/>
              <a:gd name="connsiteY697" fmla="*/ 470523 h 4305008"/>
              <a:gd name="connsiteX698" fmla="*/ 1476164 w 5593163"/>
              <a:gd name="connsiteY698" fmla="*/ 479514 h 4305008"/>
              <a:gd name="connsiteX699" fmla="*/ 1459046 w 5593163"/>
              <a:gd name="connsiteY699" fmla="*/ 481127 h 4305008"/>
              <a:gd name="connsiteX700" fmla="*/ 1459020 w 5593163"/>
              <a:gd name="connsiteY700" fmla="*/ 480636 h 4305008"/>
              <a:gd name="connsiteX701" fmla="*/ 1458521 w 5593163"/>
              <a:gd name="connsiteY701" fmla="*/ 480669 h 4305008"/>
              <a:gd name="connsiteX702" fmla="*/ 1457928 w 5593163"/>
              <a:gd name="connsiteY702" fmla="*/ 469318 h 4305008"/>
              <a:gd name="connsiteX703" fmla="*/ 1457928 w 5593163"/>
              <a:gd name="connsiteY703" fmla="*/ 2166144 h 4305008"/>
              <a:gd name="connsiteX704" fmla="*/ 1459298 w 5593163"/>
              <a:gd name="connsiteY704" fmla="*/ 2149296 h 4305008"/>
              <a:gd name="connsiteX705" fmla="*/ 1466762 w 5593163"/>
              <a:gd name="connsiteY705" fmla="*/ 2057565 h 4305008"/>
              <a:gd name="connsiteX706" fmla="*/ 1467303 w 5593163"/>
              <a:gd name="connsiteY706" fmla="*/ 2050928 h 4305008"/>
              <a:gd name="connsiteX707" fmla="*/ 1467808 w 5593163"/>
              <a:gd name="connsiteY707" fmla="*/ 2050865 h 4305008"/>
              <a:gd name="connsiteX708" fmla="*/ 2157974 w 5593163"/>
              <a:gd name="connsiteY708" fmla="*/ 1363267 h 4305008"/>
              <a:gd name="connsiteX709" fmla="*/ 2158091 w 5593163"/>
              <a:gd name="connsiteY709" fmla="*/ 1362128 h 4305008"/>
              <a:gd name="connsiteX710" fmla="*/ 2174304 w 5593163"/>
              <a:gd name="connsiteY710" fmla="*/ 1360601 h 4305008"/>
              <a:gd name="connsiteX711" fmla="*/ 2269765 w 5593163"/>
              <a:gd name="connsiteY711" fmla="*/ 1351607 h 4305008"/>
              <a:gd name="connsiteX712" fmla="*/ 2286853 w 5593163"/>
              <a:gd name="connsiteY712" fmla="*/ 1349997 h 4305008"/>
              <a:gd name="connsiteX713" fmla="*/ 2286879 w 5593163"/>
              <a:gd name="connsiteY713" fmla="*/ 1350487 h 4305008"/>
              <a:gd name="connsiteX714" fmla="*/ 2287377 w 5593163"/>
              <a:gd name="connsiteY714" fmla="*/ 1350455 h 4305008"/>
              <a:gd name="connsiteX715" fmla="*/ 2287971 w 5593163"/>
              <a:gd name="connsiteY715" fmla="*/ 1361805 h 4305008"/>
              <a:gd name="connsiteX716" fmla="*/ 2286600 w 5593163"/>
              <a:gd name="connsiteY716" fmla="*/ 1378647 h 4305008"/>
              <a:gd name="connsiteX717" fmla="*/ 2279133 w 5593163"/>
              <a:gd name="connsiteY717" fmla="*/ 1470397 h 4305008"/>
              <a:gd name="connsiteX718" fmla="*/ 2278595 w 5593163"/>
              <a:gd name="connsiteY718" fmla="*/ 1477021 h 4305008"/>
              <a:gd name="connsiteX719" fmla="*/ 2278089 w 5593163"/>
              <a:gd name="connsiteY719" fmla="*/ 1477083 h 4305008"/>
              <a:gd name="connsiteX720" fmla="*/ 1587923 w 5593163"/>
              <a:gd name="connsiteY720" fmla="*/ 2164681 h 4305008"/>
              <a:gd name="connsiteX721" fmla="*/ 1587807 w 5593163"/>
              <a:gd name="connsiteY721" fmla="*/ 2165820 h 4305008"/>
              <a:gd name="connsiteX722" fmla="*/ 1571591 w 5593163"/>
              <a:gd name="connsiteY722" fmla="*/ 2167348 h 4305008"/>
              <a:gd name="connsiteX723" fmla="*/ 1476164 w 5593163"/>
              <a:gd name="connsiteY723" fmla="*/ 2176339 h 4305008"/>
              <a:gd name="connsiteX724" fmla="*/ 1459046 w 5593163"/>
              <a:gd name="connsiteY724" fmla="*/ 2177952 h 4305008"/>
              <a:gd name="connsiteX725" fmla="*/ 1459020 w 5593163"/>
              <a:gd name="connsiteY725" fmla="*/ 2177461 h 4305008"/>
              <a:gd name="connsiteX726" fmla="*/ 1458521 w 5593163"/>
              <a:gd name="connsiteY726" fmla="*/ 2177494 h 4305008"/>
              <a:gd name="connsiteX727" fmla="*/ 1457928 w 5593163"/>
              <a:gd name="connsiteY727" fmla="*/ 2166144 h 4305008"/>
              <a:gd name="connsiteX728" fmla="*/ 1457928 w 5593163"/>
              <a:gd name="connsiteY728" fmla="*/ 3862969 h 4305008"/>
              <a:gd name="connsiteX729" fmla="*/ 1459298 w 5593163"/>
              <a:gd name="connsiteY729" fmla="*/ 3846121 h 4305008"/>
              <a:gd name="connsiteX730" fmla="*/ 1466762 w 5593163"/>
              <a:gd name="connsiteY730" fmla="*/ 3754390 h 4305008"/>
              <a:gd name="connsiteX731" fmla="*/ 1467303 w 5593163"/>
              <a:gd name="connsiteY731" fmla="*/ 3747753 h 4305008"/>
              <a:gd name="connsiteX732" fmla="*/ 1467808 w 5593163"/>
              <a:gd name="connsiteY732" fmla="*/ 3747690 h 4305008"/>
              <a:gd name="connsiteX733" fmla="*/ 2157974 w 5593163"/>
              <a:gd name="connsiteY733" fmla="*/ 3060092 h 4305008"/>
              <a:gd name="connsiteX734" fmla="*/ 2158091 w 5593163"/>
              <a:gd name="connsiteY734" fmla="*/ 3058953 h 4305008"/>
              <a:gd name="connsiteX735" fmla="*/ 2174304 w 5593163"/>
              <a:gd name="connsiteY735" fmla="*/ 3057426 h 4305008"/>
              <a:gd name="connsiteX736" fmla="*/ 2269765 w 5593163"/>
              <a:gd name="connsiteY736" fmla="*/ 3048432 h 4305008"/>
              <a:gd name="connsiteX737" fmla="*/ 2286853 w 5593163"/>
              <a:gd name="connsiteY737" fmla="*/ 3046822 h 4305008"/>
              <a:gd name="connsiteX738" fmla="*/ 2286879 w 5593163"/>
              <a:gd name="connsiteY738" fmla="*/ 3047312 h 4305008"/>
              <a:gd name="connsiteX739" fmla="*/ 2287377 w 5593163"/>
              <a:gd name="connsiteY739" fmla="*/ 3047280 h 4305008"/>
              <a:gd name="connsiteX740" fmla="*/ 2287971 w 5593163"/>
              <a:gd name="connsiteY740" fmla="*/ 3058630 h 4305008"/>
              <a:gd name="connsiteX741" fmla="*/ 2286600 w 5593163"/>
              <a:gd name="connsiteY741" fmla="*/ 3075472 h 4305008"/>
              <a:gd name="connsiteX742" fmla="*/ 2279133 w 5593163"/>
              <a:gd name="connsiteY742" fmla="*/ 3167222 h 4305008"/>
              <a:gd name="connsiteX743" fmla="*/ 2278595 w 5593163"/>
              <a:gd name="connsiteY743" fmla="*/ 3173846 h 4305008"/>
              <a:gd name="connsiteX744" fmla="*/ 2278089 w 5593163"/>
              <a:gd name="connsiteY744" fmla="*/ 3173908 h 4305008"/>
              <a:gd name="connsiteX745" fmla="*/ 1587923 w 5593163"/>
              <a:gd name="connsiteY745" fmla="*/ 3861506 h 4305008"/>
              <a:gd name="connsiteX746" fmla="*/ 1587807 w 5593163"/>
              <a:gd name="connsiteY746" fmla="*/ 3862645 h 4305008"/>
              <a:gd name="connsiteX747" fmla="*/ 1571591 w 5593163"/>
              <a:gd name="connsiteY747" fmla="*/ 3864173 h 4305008"/>
              <a:gd name="connsiteX748" fmla="*/ 1476164 w 5593163"/>
              <a:gd name="connsiteY748" fmla="*/ 3873164 h 4305008"/>
              <a:gd name="connsiteX749" fmla="*/ 1459046 w 5593163"/>
              <a:gd name="connsiteY749" fmla="*/ 3874777 h 4305008"/>
              <a:gd name="connsiteX750" fmla="*/ 1459020 w 5593163"/>
              <a:gd name="connsiteY750" fmla="*/ 3874286 h 4305008"/>
              <a:gd name="connsiteX751" fmla="*/ 1458521 w 5593163"/>
              <a:gd name="connsiteY751" fmla="*/ 3874319 h 4305008"/>
              <a:gd name="connsiteX752" fmla="*/ 1457928 w 5593163"/>
              <a:gd name="connsiteY752" fmla="*/ 3862969 h 4305008"/>
              <a:gd name="connsiteX753" fmla="*/ 750739 w 5593163"/>
              <a:gd name="connsiteY753" fmla="*/ 1181049 h 4305008"/>
              <a:gd name="connsiteX754" fmla="*/ 1294048 w 5593163"/>
              <a:gd name="connsiteY754" fmla="*/ 636203 h 4305008"/>
              <a:gd name="connsiteX755" fmla="*/ 750739 w 5593163"/>
              <a:gd name="connsiteY755" fmla="*/ 1181049 h 4305008"/>
              <a:gd name="connsiteX756" fmla="*/ 750739 w 5593163"/>
              <a:gd name="connsiteY756" fmla="*/ 1493690 h 4305008"/>
              <a:gd name="connsiteX757" fmla="*/ 1294048 w 5593163"/>
              <a:gd name="connsiteY757" fmla="*/ 2034258 h 4305008"/>
              <a:gd name="connsiteX758" fmla="*/ 750739 w 5593163"/>
              <a:gd name="connsiteY758" fmla="*/ 1493690 h 4305008"/>
              <a:gd name="connsiteX759" fmla="*/ 750739 w 5593163"/>
              <a:gd name="connsiteY759" fmla="*/ 2877874 h 4305008"/>
              <a:gd name="connsiteX760" fmla="*/ 1294048 w 5593163"/>
              <a:gd name="connsiteY760" fmla="*/ 2333028 h 4305008"/>
              <a:gd name="connsiteX761" fmla="*/ 750739 w 5593163"/>
              <a:gd name="connsiteY761" fmla="*/ 2877874 h 4305008"/>
              <a:gd name="connsiteX762" fmla="*/ 750739 w 5593163"/>
              <a:gd name="connsiteY762" fmla="*/ 3190516 h 4305008"/>
              <a:gd name="connsiteX763" fmla="*/ 1294048 w 5593163"/>
              <a:gd name="connsiteY763" fmla="*/ 3731083 h 4305008"/>
              <a:gd name="connsiteX764" fmla="*/ 750739 w 5593163"/>
              <a:gd name="connsiteY764" fmla="*/ 3190516 h 4305008"/>
              <a:gd name="connsiteX765" fmla="*/ 718720 w 5593163"/>
              <a:gd name="connsiteY765" fmla="*/ 4305008 h 4305008"/>
              <a:gd name="connsiteX766" fmla="*/ 747165 w 5593163"/>
              <a:gd name="connsiteY766" fmla="*/ 4255797 h 4305008"/>
              <a:gd name="connsiteX767" fmla="*/ 1307418 w 5593163"/>
              <a:gd name="connsiteY767" fmla="*/ 3898397 h 4305008"/>
              <a:gd name="connsiteX768" fmla="*/ 1307535 w 5593163"/>
              <a:gd name="connsiteY768" fmla="*/ 3897249 h 4305008"/>
              <a:gd name="connsiteX769" fmla="*/ 1323748 w 5593163"/>
              <a:gd name="connsiteY769" fmla="*/ 3895710 h 4305008"/>
              <a:gd name="connsiteX770" fmla="*/ 1419209 w 5593163"/>
              <a:gd name="connsiteY770" fmla="*/ 3886645 h 4305008"/>
              <a:gd name="connsiteX771" fmla="*/ 1436297 w 5593163"/>
              <a:gd name="connsiteY771" fmla="*/ 3885022 h 4305008"/>
              <a:gd name="connsiteX772" fmla="*/ 1436323 w 5593163"/>
              <a:gd name="connsiteY772" fmla="*/ 3885516 h 4305008"/>
              <a:gd name="connsiteX773" fmla="*/ 1436821 w 5593163"/>
              <a:gd name="connsiteY773" fmla="*/ 3885483 h 4305008"/>
              <a:gd name="connsiteX774" fmla="*/ 1437415 w 5593163"/>
              <a:gd name="connsiteY774" fmla="*/ 3896923 h 4305008"/>
              <a:gd name="connsiteX775" fmla="*/ 1436044 w 5593163"/>
              <a:gd name="connsiteY775" fmla="*/ 3913899 h 4305008"/>
              <a:gd name="connsiteX776" fmla="*/ 1428577 w 5593163"/>
              <a:gd name="connsiteY776" fmla="*/ 4006375 h 4305008"/>
              <a:gd name="connsiteX777" fmla="*/ 1428039 w 5593163"/>
              <a:gd name="connsiteY777" fmla="*/ 4013051 h 4305008"/>
              <a:gd name="connsiteX778" fmla="*/ 1427533 w 5593163"/>
              <a:gd name="connsiteY778" fmla="*/ 4013114 h 4305008"/>
              <a:gd name="connsiteX779" fmla="*/ 1352416 w 5593163"/>
              <a:gd name="connsiteY779" fmla="*/ 4254710 h 4305008"/>
              <a:gd name="connsiteX780" fmla="*/ 1322295 w 5593163"/>
              <a:gd name="connsiteY780" fmla="*/ 4305008 h 4305008"/>
              <a:gd name="connsiteX781" fmla="*/ 1168185 w 5593163"/>
              <a:gd name="connsiteY781" fmla="*/ 4305008 h 4305008"/>
              <a:gd name="connsiteX782" fmla="*/ 1194867 w 5593163"/>
              <a:gd name="connsiteY782" fmla="*/ 4271827 h 4305008"/>
              <a:gd name="connsiteX783" fmla="*/ 1294048 w 5593163"/>
              <a:gd name="connsiteY783" fmla="*/ 4029853 h 4305008"/>
              <a:gd name="connsiteX784" fmla="*/ 921894 w 5593163"/>
              <a:gd name="connsiteY784" fmla="*/ 4241205 h 4305008"/>
              <a:gd name="connsiteX785" fmla="*/ 869771 w 5593163"/>
              <a:gd name="connsiteY785" fmla="*/ 4305008 h 4305008"/>
              <a:gd name="connsiteX786" fmla="*/ 684209 w 5593163"/>
              <a:gd name="connsiteY786" fmla="*/ 0 h 4305008"/>
              <a:gd name="connsiteX787" fmla="*/ 832847 w 5593163"/>
              <a:gd name="connsiteY787" fmla="*/ 0 h 4305008"/>
              <a:gd name="connsiteX788" fmla="*/ 855075 w 5593163"/>
              <a:gd name="connsiteY788" fmla="*/ 44350 h 4305008"/>
              <a:gd name="connsiteX789" fmla="*/ 1294048 w 5593163"/>
              <a:gd name="connsiteY789" fmla="*/ 337433 h 4305008"/>
              <a:gd name="connsiteX790" fmla="*/ 1180541 w 5593163"/>
              <a:gd name="connsiteY790" fmla="*/ 76659 h 4305008"/>
              <a:gd name="connsiteX791" fmla="*/ 1112313 w 5593163"/>
              <a:gd name="connsiteY791" fmla="*/ 0 h 4305008"/>
              <a:gd name="connsiteX792" fmla="*/ 1280688 w 5593163"/>
              <a:gd name="connsiteY792" fmla="*/ 0 h 4305008"/>
              <a:gd name="connsiteX793" fmla="*/ 1343322 w 5593163"/>
              <a:gd name="connsiteY793" fmla="*/ 96778 h 4305008"/>
              <a:gd name="connsiteX794" fmla="*/ 1427534 w 5593163"/>
              <a:gd name="connsiteY794" fmla="*/ 354040 h 4305008"/>
              <a:gd name="connsiteX795" fmla="*/ 1428040 w 5593163"/>
              <a:gd name="connsiteY795" fmla="*/ 354102 h 4305008"/>
              <a:gd name="connsiteX796" fmla="*/ 1428580 w 5593163"/>
              <a:gd name="connsiteY796" fmla="*/ 360740 h 4305008"/>
              <a:gd name="connsiteX797" fmla="*/ 1436044 w 5593163"/>
              <a:gd name="connsiteY797" fmla="*/ 452471 h 4305008"/>
              <a:gd name="connsiteX798" fmla="*/ 1437415 w 5593163"/>
              <a:gd name="connsiteY798" fmla="*/ 469318 h 4305008"/>
              <a:gd name="connsiteX799" fmla="*/ 1436822 w 5593163"/>
              <a:gd name="connsiteY799" fmla="*/ 480669 h 4305008"/>
              <a:gd name="connsiteX800" fmla="*/ 1436323 w 5593163"/>
              <a:gd name="connsiteY800" fmla="*/ 480636 h 4305008"/>
              <a:gd name="connsiteX801" fmla="*/ 1436297 w 5593163"/>
              <a:gd name="connsiteY801" fmla="*/ 481127 h 4305008"/>
              <a:gd name="connsiteX802" fmla="*/ 1419178 w 5593163"/>
              <a:gd name="connsiteY802" fmla="*/ 479514 h 4305008"/>
              <a:gd name="connsiteX803" fmla="*/ 1323752 w 5593163"/>
              <a:gd name="connsiteY803" fmla="*/ 470523 h 4305008"/>
              <a:gd name="connsiteX804" fmla="*/ 1307535 w 5593163"/>
              <a:gd name="connsiteY804" fmla="*/ 468995 h 4305008"/>
              <a:gd name="connsiteX805" fmla="*/ 1307419 w 5593163"/>
              <a:gd name="connsiteY805" fmla="*/ 467856 h 4305008"/>
              <a:gd name="connsiteX806" fmla="*/ 736048 w 5593163"/>
              <a:gd name="connsiteY806" fmla="*/ 95636 h 4305008"/>
              <a:gd name="connsiteX807" fmla="*/ 607372 w 5593163"/>
              <a:gd name="connsiteY807" fmla="*/ 1313979 h 4305008"/>
              <a:gd name="connsiteX808" fmla="*/ 608742 w 5593163"/>
              <a:gd name="connsiteY808" fmla="*/ 1296998 h 4305008"/>
              <a:gd name="connsiteX809" fmla="*/ 616206 w 5593163"/>
              <a:gd name="connsiteY809" fmla="*/ 1204541 h 4305008"/>
              <a:gd name="connsiteX810" fmla="*/ 616747 w 5593163"/>
              <a:gd name="connsiteY810" fmla="*/ 1197851 h 4305008"/>
              <a:gd name="connsiteX811" fmla="*/ 617252 w 5593163"/>
              <a:gd name="connsiteY811" fmla="*/ 1197788 h 4305008"/>
              <a:gd name="connsiteX812" fmla="*/ 1307418 w 5593163"/>
              <a:gd name="connsiteY812" fmla="*/ 504747 h 4305008"/>
              <a:gd name="connsiteX813" fmla="*/ 1307535 w 5593163"/>
              <a:gd name="connsiteY813" fmla="*/ 503599 h 4305008"/>
              <a:gd name="connsiteX814" fmla="*/ 1323748 w 5593163"/>
              <a:gd name="connsiteY814" fmla="*/ 502060 h 4305008"/>
              <a:gd name="connsiteX815" fmla="*/ 1419209 w 5593163"/>
              <a:gd name="connsiteY815" fmla="*/ 492995 h 4305008"/>
              <a:gd name="connsiteX816" fmla="*/ 1436297 w 5593163"/>
              <a:gd name="connsiteY816" fmla="*/ 491372 h 4305008"/>
              <a:gd name="connsiteX817" fmla="*/ 1436323 w 5593163"/>
              <a:gd name="connsiteY817" fmla="*/ 491866 h 4305008"/>
              <a:gd name="connsiteX818" fmla="*/ 1436821 w 5593163"/>
              <a:gd name="connsiteY818" fmla="*/ 491833 h 4305008"/>
              <a:gd name="connsiteX819" fmla="*/ 1437415 w 5593163"/>
              <a:gd name="connsiteY819" fmla="*/ 503273 h 4305008"/>
              <a:gd name="connsiteX820" fmla="*/ 1436044 w 5593163"/>
              <a:gd name="connsiteY820" fmla="*/ 520249 h 4305008"/>
              <a:gd name="connsiteX821" fmla="*/ 1428577 w 5593163"/>
              <a:gd name="connsiteY821" fmla="*/ 612725 h 4305008"/>
              <a:gd name="connsiteX822" fmla="*/ 1428039 w 5593163"/>
              <a:gd name="connsiteY822" fmla="*/ 619401 h 4305008"/>
              <a:gd name="connsiteX823" fmla="*/ 1427533 w 5593163"/>
              <a:gd name="connsiteY823" fmla="*/ 619464 h 4305008"/>
              <a:gd name="connsiteX824" fmla="*/ 737367 w 5593163"/>
              <a:gd name="connsiteY824" fmla="*/ 1312505 h 4305008"/>
              <a:gd name="connsiteX825" fmla="*/ 737251 w 5593163"/>
              <a:gd name="connsiteY825" fmla="*/ 1313653 h 4305008"/>
              <a:gd name="connsiteX826" fmla="*/ 721035 w 5593163"/>
              <a:gd name="connsiteY826" fmla="*/ 1315193 h 4305008"/>
              <a:gd name="connsiteX827" fmla="*/ 625608 w 5593163"/>
              <a:gd name="connsiteY827" fmla="*/ 1324255 h 4305008"/>
              <a:gd name="connsiteX828" fmla="*/ 608490 w 5593163"/>
              <a:gd name="connsiteY828" fmla="*/ 1325881 h 4305008"/>
              <a:gd name="connsiteX829" fmla="*/ 608464 w 5593163"/>
              <a:gd name="connsiteY829" fmla="*/ 1325386 h 4305008"/>
              <a:gd name="connsiteX830" fmla="*/ 607965 w 5593163"/>
              <a:gd name="connsiteY830" fmla="*/ 1325419 h 4305008"/>
              <a:gd name="connsiteX831" fmla="*/ 607372 w 5593163"/>
              <a:gd name="connsiteY831" fmla="*/ 1313979 h 4305008"/>
              <a:gd name="connsiteX832" fmla="*/ 607372 w 5593163"/>
              <a:gd name="connsiteY832" fmla="*/ 1361805 h 4305008"/>
              <a:gd name="connsiteX833" fmla="*/ 607966 w 5593163"/>
              <a:gd name="connsiteY833" fmla="*/ 1350455 h 4305008"/>
              <a:gd name="connsiteX834" fmla="*/ 608464 w 5593163"/>
              <a:gd name="connsiteY834" fmla="*/ 1350487 h 4305008"/>
              <a:gd name="connsiteX835" fmla="*/ 608490 w 5593163"/>
              <a:gd name="connsiteY835" fmla="*/ 1349997 h 4305008"/>
              <a:gd name="connsiteX836" fmla="*/ 625577 w 5593163"/>
              <a:gd name="connsiteY836" fmla="*/ 1351607 h 4305008"/>
              <a:gd name="connsiteX837" fmla="*/ 721039 w 5593163"/>
              <a:gd name="connsiteY837" fmla="*/ 1360601 h 4305008"/>
              <a:gd name="connsiteX838" fmla="*/ 737251 w 5593163"/>
              <a:gd name="connsiteY838" fmla="*/ 1362128 h 4305008"/>
              <a:gd name="connsiteX839" fmla="*/ 737368 w 5593163"/>
              <a:gd name="connsiteY839" fmla="*/ 1363267 h 4305008"/>
              <a:gd name="connsiteX840" fmla="*/ 1427534 w 5593163"/>
              <a:gd name="connsiteY840" fmla="*/ 2050865 h 4305008"/>
              <a:gd name="connsiteX841" fmla="*/ 1428040 w 5593163"/>
              <a:gd name="connsiteY841" fmla="*/ 2050928 h 4305008"/>
              <a:gd name="connsiteX842" fmla="*/ 1428580 w 5593163"/>
              <a:gd name="connsiteY842" fmla="*/ 2057565 h 4305008"/>
              <a:gd name="connsiteX843" fmla="*/ 1436044 w 5593163"/>
              <a:gd name="connsiteY843" fmla="*/ 2149296 h 4305008"/>
              <a:gd name="connsiteX844" fmla="*/ 1437415 w 5593163"/>
              <a:gd name="connsiteY844" fmla="*/ 2166144 h 4305008"/>
              <a:gd name="connsiteX845" fmla="*/ 1436822 w 5593163"/>
              <a:gd name="connsiteY845" fmla="*/ 2177494 h 4305008"/>
              <a:gd name="connsiteX846" fmla="*/ 1436323 w 5593163"/>
              <a:gd name="connsiteY846" fmla="*/ 2177461 h 4305008"/>
              <a:gd name="connsiteX847" fmla="*/ 1436297 w 5593163"/>
              <a:gd name="connsiteY847" fmla="*/ 2177952 h 4305008"/>
              <a:gd name="connsiteX848" fmla="*/ 1419178 w 5593163"/>
              <a:gd name="connsiteY848" fmla="*/ 2176339 h 4305008"/>
              <a:gd name="connsiteX849" fmla="*/ 1323752 w 5593163"/>
              <a:gd name="connsiteY849" fmla="*/ 2167348 h 4305008"/>
              <a:gd name="connsiteX850" fmla="*/ 1307535 w 5593163"/>
              <a:gd name="connsiteY850" fmla="*/ 2165820 h 4305008"/>
              <a:gd name="connsiteX851" fmla="*/ 1307419 w 5593163"/>
              <a:gd name="connsiteY851" fmla="*/ 2164681 h 4305008"/>
              <a:gd name="connsiteX852" fmla="*/ 617253 w 5593163"/>
              <a:gd name="connsiteY852" fmla="*/ 1477083 h 4305008"/>
              <a:gd name="connsiteX853" fmla="*/ 616748 w 5593163"/>
              <a:gd name="connsiteY853" fmla="*/ 1477021 h 4305008"/>
              <a:gd name="connsiteX854" fmla="*/ 616209 w 5593163"/>
              <a:gd name="connsiteY854" fmla="*/ 1470397 h 4305008"/>
              <a:gd name="connsiteX855" fmla="*/ 608742 w 5593163"/>
              <a:gd name="connsiteY855" fmla="*/ 1378647 h 4305008"/>
              <a:gd name="connsiteX856" fmla="*/ 607372 w 5593163"/>
              <a:gd name="connsiteY856" fmla="*/ 1361805 h 4305008"/>
              <a:gd name="connsiteX857" fmla="*/ 607372 w 5593163"/>
              <a:gd name="connsiteY857" fmla="*/ 3010804 h 4305008"/>
              <a:gd name="connsiteX858" fmla="*/ 608742 w 5593163"/>
              <a:gd name="connsiteY858" fmla="*/ 2993823 h 4305008"/>
              <a:gd name="connsiteX859" fmla="*/ 616206 w 5593163"/>
              <a:gd name="connsiteY859" fmla="*/ 2901366 h 4305008"/>
              <a:gd name="connsiteX860" fmla="*/ 616747 w 5593163"/>
              <a:gd name="connsiteY860" fmla="*/ 2894676 h 4305008"/>
              <a:gd name="connsiteX861" fmla="*/ 617252 w 5593163"/>
              <a:gd name="connsiteY861" fmla="*/ 2894613 h 4305008"/>
              <a:gd name="connsiteX862" fmla="*/ 1307418 w 5593163"/>
              <a:gd name="connsiteY862" fmla="*/ 2201572 h 4305008"/>
              <a:gd name="connsiteX863" fmla="*/ 1307535 w 5593163"/>
              <a:gd name="connsiteY863" fmla="*/ 2200424 h 4305008"/>
              <a:gd name="connsiteX864" fmla="*/ 1323748 w 5593163"/>
              <a:gd name="connsiteY864" fmla="*/ 2198885 h 4305008"/>
              <a:gd name="connsiteX865" fmla="*/ 1419209 w 5593163"/>
              <a:gd name="connsiteY865" fmla="*/ 2189820 h 4305008"/>
              <a:gd name="connsiteX866" fmla="*/ 1436297 w 5593163"/>
              <a:gd name="connsiteY866" fmla="*/ 2188197 h 4305008"/>
              <a:gd name="connsiteX867" fmla="*/ 1436323 w 5593163"/>
              <a:gd name="connsiteY867" fmla="*/ 2188691 h 4305008"/>
              <a:gd name="connsiteX868" fmla="*/ 1436821 w 5593163"/>
              <a:gd name="connsiteY868" fmla="*/ 2188658 h 4305008"/>
              <a:gd name="connsiteX869" fmla="*/ 1437415 w 5593163"/>
              <a:gd name="connsiteY869" fmla="*/ 2200098 h 4305008"/>
              <a:gd name="connsiteX870" fmla="*/ 1436044 w 5593163"/>
              <a:gd name="connsiteY870" fmla="*/ 2217074 h 4305008"/>
              <a:gd name="connsiteX871" fmla="*/ 1428577 w 5593163"/>
              <a:gd name="connsiteY871" fmla="*/ 2309550 h 4305008"/>
              <a:gd name="connsiteX872" fmla="*/ 1428039 w 5593163"/>
              <a:gd name="connsiteY872" fmla="*/ 2316226 h 4305008"/>
              <a:gd name="connsiteX873" fmla="*/ 1427533 w 5593163"/>
              <a:gd name="connsiteY873" fmla="*/ 2316289 h 4305008"/>
              <a:gd name="connsiteX874" fmla="*/ 737367 w 5593163"/>
              <a:gd name="connsiteY874" fmla="*/ 3009330 h 4305008"/>
              <a:gd name="connsiteX875" fmla="*/ 737251 w 5593163"/>
              <a:gd name="connsiteY875" fmla="*/ 3010478 h 4305008"/>
              <a:gd name="connsiteX876" fmla="*/ 721035 w 5593163"/>
              <a:gd name="connsiteY876" fmla="*/ 3012018 h 4305008"/>
              <a:gd name="connsiteX877" fmla="*/ 625608 w 5593163"/>
              <a:gd name="connsiteY877" fmla="*/ 3021080 h 4305008"/>
              <a:gd name="connsiteX878" fmla="*/ 608490 w 5593163"/>
              <a:gd name="connsiteY878" fmla="*/ 3022706 h 4305008"/>
              <a:gd name="connsiteX879" fmla="*/ 608464 w 5593163"/>
              <a:gd name="connsiteY879" fmla="*/ 3022211 h 4305008"/>
              <a:gd name="connsiteX880" fmla="*/ 607965 w 5593163"/>
              <a:gd name="connsiteY880" fmla="*/ 3022244 h 4305008"/>
              <a:gd name="connsiteX881" fmla="*/ 607372 w 5593163"/>
              <a:gd name="connsiteY881" fmla="*/ 3010804 h 4305008"/>
              <a:gd name="connsiteX882" fmla="*/ 607372 w 5593163"/>
              <a:gd name="connsiteY882" fmla="*/ 3058630 h 4305008"/>
              <a:gd name="connsiteX883" fmla="*/ 607966 w 5593163"/>
              <a:gd name="connsiteY883" fmla="*/ 3047280 h 4305008"/>
              <a:gd name="connsiteX884" fmla="*/ 608464 w 5593163"/>
              <a:gd name="connsiteY884" fmla="*/ 3047312 h 4305008"/>
              <a:gd name="connsiteX885" fmla="*/ 608490 w 5593163"/>
              <a:gd name="connsiteY885" fmla="*/ 3046822 h 4305008"/>
              <a:gd name="connsiteX886" fmla="*/ 625577 w 5593163"/>
              <a:gd name="connsiteY886" fmla="*/ 3048432 h 4305008"/>
              <a:gd name="connsiteX887" fmla="*/ 721039 w 5593163"/>
              <a:gd name="connsiteY887" fmla="*/ 3057426 h 4305008"/>
              <a:gd name="connsiteX888" fmla="*/ 737251 w 5593163"/>
              <a:gd name="connsiteY888" fmla="*/ 3058953 h 4305008"/>
              <a:gd name="connsiteX889" fmla="*/ 737368 w 5593163"/>
              <a:gd name="connsiteY889" fmla="*/ 3060092 h 4305008"/>
              <a:gd name="connsiteX890" fmla="*/ 1427534 w 5593163"/>
              <a:gd name="connsiteY890" fmla="*/ 3747690 h 4305008"/>
              <a:gd name="connsiteX891" fmla="*/ 1428040 w 5593163"/>
              <a:gd name="connsiteY891" fmla="*/ 3747753 h 4305008"/>
              <a:gd name="connsiteX892" fmla="*/ 1428580 w 5593163"/>
              <a:gd name="connsiteY892" fmla="*/ 3754390 h 4305008"/>
              <a:gd name="connsiteX893" fmla="*/ 1436044 w 5593163"/>
              <a:gd name="connsiteY893" fmla="*/ 3846121 h 4305008"/>
              <a:gd name="connsiteX894" fmla="*/ 1437415 w 5593163"/>
              <a:gd name="connsiteY894" fmla="*/ 3862969 h 4305008"/>
              <a:gd name="connsiteX895" fmla="*/ 1436822 w 5593163"/>
              <a:gd name="connsiteY895" fmla="*/ 3874319 h 4305008"/>
              <a:gd name="connsiteX896" fmla="*/ 1436323 w 5593163"/>
              <a:gd name="connsiteY896" fmla="*/ 3874286 h 4305008"/>
              <a:gd name="connsiteX897" fmla="*/ 1436297 w 5593163"/>
              <a:gd name="connsiteY897" fmla="*/ 3874777 h 4305008"/>
              <a:gd name="connsiteX898" fmla="*/ 1419178 w 5593163"/>
              <a:gd name="connsiteY898" fmla="*/ 3873164 h 4305008"/>
              <a:gd name="connsiteX899" fmla="*/ 1323752 w 5593163"/>
              <a:gd name="connsiteY899" fmla="*/ 3864173 h 4305008"/>
              <a:gd name="connsiteX900" fmla="*/ 1307535 w 5593163"/>
              <a:gd name="connsiteY900" fmla="*/ 3862645 h 4305008"/>
              <a:gd name="connsiteX901" fmla="*/ 1307419 w 5593163"/>
              <a:gd name="connsiteY901" fmla="*/ 3861506 h 4305008"/>
              <a:gd name="connsiteX902" fmla="*/ 617253 w 5593163"/>
              <a:gd name="connsiteY902" fmla="*/ 3173908 h 4305008"/>
              <a:gd name="connsiteX903" fmla="*/ 616748 w 5593163"/>
              <a:gd name="connsiteY903" fmla="*/ 3173846 h 4305008"/>
              <a:gd name="connsiteX904" fmla="*/ 616209 w 5593163"/>
              <a:gd name="connsiteY904" fmla="*/ 3167222 h 4305008"/>
              <a:gd name="connsiteX905" fmla="*/ 608742 w 5593163"/>
              <a:gd name="connsiteY905" fmla="*/ 3075472 h 4305008"/>
              <a:gd name="connsiteX906" fmla="*/ 607372 w 5593163"/>
              <a:gd name="connsiteY906" fmla="*/ 3058630 h 4305008"/>
              <a:gd name="connsiteX907" fmla="*/ 0 w 5593163"/>
              <a:gd name="connsiteY907" fmla="*/ 116373 h 4305008"/>
              <a:gd name="connsiteX908" fmla="*/ 0 w 5593163"/>
              <a:gd name="connsiteY908" fmla="*/ 0 h 4305008"/>
              <a:gd name="connsiteX909" fmla="*/ 90880 w 5593163"/>
              <a:gd name="connsiteY909" fmla="*/ 0 h 4305008"/>
              <a:gd name="connsiteX910" fmla="*/ 22652 w 5593163"/>
              <a:gd name="connsiteY910" fmla="*/ 76659 h 4305008"/>
              <a:gd name="connsiteX911" fmla="*/ 0 w 5593163"/>
              <a:gd name="connsiteY911" fmla="*/ 443121 h 4305008"/>
              <a:gd name="connsiteX912" fmla="*/ 0 w 5593163"/>
              <a:gd name="connsiteY912" fmla="*/ 311637 h 4305008"/>
              <a:gd name="connsiteX913" fmla="*/ 82171 w 5593163"/>
              <a:gd name="connsiteY913" fmla="*/ 276703 h 4305008"/>
              <a:gd name="connsiteX914" fmla="*/ 348118 w 5593163"/>
              <a:gd name="connsiteY914" fmla="*/ 44350 h 4305008"/>
              <a:gd name="connsiteX915" fmla="*/ 370347 w 5593163"/>
              <a:gd name="connsiteY915" fmla="*/ 0 h 4305008"/>
              <a:gd name="connsiteX916" fmla="*/ 518984 w 5593163"/>
              <a:gd name="connsiteY916" fmla="*/ 0 h 4305008"/>
              <a:gd name="connsiteX917" fmla="*/ 467145 w 5593163"/>
              <a:gd name="connsiteY917" fmla="*/ 95636 h 4305008"/>
              <a:gd name="connsiteX918" fmla="*/ 13323 w 5593163"/>
              <a:gd name="connsiteY918" fmla="*/ 439959 h 4305008"/>
              <a:gd name="connsiteX919" fmla="*/ 0 w 5593163"/>
              <a:gd name="connsiteY919" fmla="*/ 1070142 h 4305008"/>
              <a:gd name="connsiteX920" fmla="*/ 0 w 5593163"/>
              <a:gd name="connsiteY920" fmla="*/ 862064 h 4305008"/>
              <a:gd name="connsiteX921" fmla="*/ 31905 w 5593163"/>
              <a:gd name="connsiteY921" fmla="*/ 912052 h 4305008"/>
              <a:gd name="connsiteX922" fmla="*/ 452455 w 5593163"/>
              <a:gd name="connsiteY922" fmla="*/ 1181049 h 4305008"/>
              <a:gd name="connsiteX923" fmla="*/ 9316 w 5593163"/>
              <a:gd name="connsiteY923" fmla="*/ 665484 h 4305008"/>
              <a:gd name="connsiteX924" fmla="*/ 0 w 5593163"/>
              <a:gd name="connsiteY924" fmla="*/ 662760 h 4305008"/>
              <a:gd name="connsiteX925" fmla="*/ 0 w 5593163"/>
              <a:gd name="connsiteY925" fmla="*/ 530567 h 4305008"/>
              <a:gd name="connsiteX926" fmla="*/ 26399 w 5593163"/>
              <a:gd name="connsiteY926" fmla="*/ 537107 h 4305008"/>
              <a:gd name="connsiteX927" fmla="*/ 585941 w 5593163"/>
              <a:gd name="connsiteY927" fmla="*/ 1197788 h 4305008"/>
              <a:gd name="connsiteX928" fmla="*/ 586447 w 5593163"/>
              <a:gd name="connsiteY928" fmla="*/ 1197851 h 4305008"/>
              <a:gd name="connsiteX929" fmla="*/ 586987 w 5593163"/>
              <a:gd name="connsiteY929" fmla="*/ 1204541 h 4305008"/>
              <a:gd name="connsiteX930" fmla="*/ 594451 w 5593163"/>
              <a:gd name="connsiteY930" fmla="*/ 1296998 h 4305008"/>
              <a:gd name="connsiteX931" fmla="*/ 595822 w 5593163"/>
              <a:gd name="connsiteY931" fmla="*/ 1313979 h 4305008"/>
              <a:gd name="connsiteX932" fmla="*/ 595229 w 5593163"/>
              <a:gd name="connsiteY932" fmla="*/ 1325419 h 4305008"/>
              <a:gd name="connsiteX933" fmla="*/ 594730 w 5593163"/>
              <a:gd name="connsiteY933" fmla="*/ 1325386 h 4305008"/>
              <a:gd name="connsiteX934" fmla="*/ 594704 w 5593163"/>
              <a:gd name="connsiteY934" fmla="*/ 1325881 h 4305008"/>
              <a:gd name="connsiteX935" fmla="*/ 577585 w 5593163"/>
              <a:gd name="connsiteY935" fmla="*/ 1324255 h 4305008"/>
              <a:gd name="connsiteX936" fmla="*/ 482159 w 5593163"/>
              <a:gd name="connsiteY936" fmla="*/ 1315193 h 4305008"/>
              <a:gd name="connsiteX937" fmla="*/ 465942 w 5593163"/>
              <a:gd name="connsiteY937" fmla="*/ 1313653 h 4305008"/>
              <a:gd name="connsiteX938" fmla="*/ 465826 w 5593163"/>
              <a:gd name="connsiteY938" fmla="*/ 1312505 h 4305008"/>
              <a:gd name="connsiteX939" fmla="*/ 5028 w 5593163"/>
              <a:gd name="connsiteY939" fmla="*/ 1076034 h 4305008"/>
              <a:gd name="connsiteX940" fmla="*/ 0 w 5593163"/>
              <a:gd name="connsiteY940" fmla="*/ 2139063 h 4305008"/>
              <a:gd name="connsiteX941" fmla="*/ 0 w 5593163"/>
              <a:gd name="connsiteY941" fmla="*/ 2007909 h 4305008"/>
              <a:gd name="connsiteX942" fmla="*/ 9314 w 5593163"/>
              <a:gd name="connsiteY942" fmla="*/ 2005207 h 4305008"/>
              <a:gd name="connsiteX943" fmla="*/ 452453 w 5593163"/>
              <a:gd name="connsiteY943" fmla="*/ 1493690 h 4305008"/>
              <a:gd name="connsiteX944" fmla="*/ 31903 w 5593163"/>
              <a:gd name="connsiteY944" fmla="*/ 1760575 h 4305008"/>
              <a:gd name="connsiteX945" fmla="*/ 0 w 5593163"/>
              <a:gd name="connsiteY945" fmla="*/ 1810167 h 4305008"/>
              <a:gd name="connsiteX946" fmla="*/ 0 w 5593163"/>
              <a:gd name="connsiteY946" fmla="*/ 1603724 h 4305008"/>
              <a:gd name="connsiteX947" fmla="*/ 5025 w 5593163"/>
              <a:gd name="connsiteY947" fmla="*/ 1597880 h 4305008"/>
              <a:gd name="connsiteX948" fmla="*/ 465823 w 5593163"/>
              <a:gd name="connsiteY948" fmla="*/ 1363267 h 4305008"/>
              <a:gd name="connsiteX949" fmla="*/ 465940 w 5593163"/>
              <a:gd name="connsiteY949" fmla="*/ 1362128 h 4305008"/>
              <a:gd name="connsiteX950" fmla="*/ 482153 w 5593163"/>
              <a:gd name="connsiteY950" fmla="*/ 1360601 h 4305008"/>
              <a:gd name="connsiteX951" fmla="*/ 577614 w 5593163"/>
              <a:gd name="connsiteY951" fmla="*/ 1351607 h 4305008"/>
              <a:gd name="connsiteX952" fmla="*/ 594702 w 5593163"/>
              <a:gd name="connsiteY952" fmla="*/ 1349997 h 4305008"/>
              <a:gd name="connsiteX953" fmla="*/ 594728 w 5593163"/>
              <a:gd name="connsiteY953" fmla="*/ 1350487 h 4305008"/>
              <a:gd name="connsiteX954" fmla="*/ 595226 w 5593163"/>
              <a:gd name="connsiteY954" fmla="*/ 1350455 h 4305008"/>
              <a:gd name="connsiteX955" fmla="*/ 595820 w 5593163"/>
              <a:gd name="connsiteY955" fmla="*/ 1361805 h 4305008"/>
              <a:gd name="connsiteX956" fmla="*/ 594449 w 5593163"/>
              <a:gd name="connsiteY956" fmla="*/ 1378647 h 4305008"/>
              <a:gd name="connsiteX957" fmla="*/ 586982 w 5593163"/>
              <a:gd name="connsiteY957" fmla="*/ 1470397 h 4305008"/>
              <a:gd name="connsiteX958" fmla="*/ 586444 w 5593163"/>
              <a:gd name="connsiteY958" fmla="*/ 1477021 h 4305008"/>
              <a:gd name="connsiteX959" fmla="*/ 585938 w 5593163"/>
              <a:gd name="connsiteY959" fmla="*/ 1477083 h 4305008"/>
              <a:gd name="connsiteX960" fmla="*/ 26396 w 5593163"/>
              <a:gd name="connsiteY960" fmla="*/ 2132575 h 4305008"/>
              <a:gd name="connsiteX961" fmla="*/ 0 w 5593163"/>
              <a:gd name="connsiteY961" fmla="*/ 2766967 h 4305008"/>
              <a:gd name="connsiteX962" fmla="*/ 0 w 5593163"/>
              <a:gd name="connsiteY962" fmla="*/ 2558889 h 4305008"/>
              <a:gd name="connsiteX963" fmla="*/ 31905 w 5593163"/>
              <a:gd name="connsiteY963" fmla="*/ 2608877 h 4305008"/>
              <a:gd name="connsiteX964" fmla="*/ 452455 w 5593163"/>
              <a:gd name="connsiteY964" fmla="*/ 2877874 h 4305008"/>
              <a:gd name="connsiteX965" fmla="*/ 9316 w 5593163"/>
              <a:gd name="connsiteY965" fmla="*/ 2362309 h 4305008"/>
              <a:gd name="connsiteX966" fmla="*/ 0 w 5593163"/>
              <a:gd name="connsiteY966" fmla="*/ 2359585 h 4305008"/>
              <a:gd name="connsiteX967" fmla="*/ 0 w 5593163"/>
              <a:gd name="connsiteY967" fmla="*/ 2227392 h 4305008"/>
              <a:gd name="connsiteX968" fmla="*/ 26399 w 5593163"/>
              <a:gd name="connsiteY968" fmla="*/ 2233932 h 4305008"/>
              <a:gd name="connsiteX969" fmla="*/ 585941 w 5593163"/>
              <a:gd name="connsiteY969" fmla="*/ 2894613 h 4305008"/>
              <a:gd name="connsiteX970" fmla="*/ 586447 w 5593163"/>
              <a:gd name="connsiteY970" fmla="*/ 2894676 h 4305008"/>
              <a:gd name="connsiteX971" fmla="*/ 586987 w 5593163"/>
              <a:gd name="connsiteY971" fmla="*/ 2901366 h 4305008"/>
              <a:gd name="connsiteX972" fmla="*/ 594451 w 5593163"/>
              <a:gd name="connsiteY972" fmla="*/ 2993823 h 4305008"/>
              <a:gd name="connsiteX973" fmla="*/ 595822 w 5593163"/>
              <a:gd name="connsiteY973" fmla="*/ 3010804 h 4305008"/>
              <a:gd name="connsiteX974" fmla="*/ 595229 w 5593163"/>
              <a:gd name="connsiteY974" fmla="*/ 3022244 h 4305008"/>
              <a:gd name="connsiteX975" fmla="*/ 594730 w 5593163"/>
              <a:gd name="connsiteY975" fmla="*/ 3022211 h 4305008"/>
              <a:gd name="connsiteX976" fmla="*/ 594704 w 5593163"/>
              <a:gd name="connsiteY976" fmla="*/ 3022706 h 4305008"/>
              <a:gd name="connsiteX977" fmla="*/ 577585 w 5593163"/>
              <a:gd name="connsiteY977" fmla="*/ 3021080 h 4305008"/>
              <a:gd name="connsiteX978" fmla="*/ 482159 w 5593163"/>
              <a:gd name="connsiteY978" fmla="*/ 3012018 h 4305008"/>
              <a:gd name="connsiteX979" fmla="*/ 465942 w 5593163"/>
              <a:gd name="connsiteY979" fmla="*/ 3010478 h 4305008"/>
              <a:gd name="connsiteX980" fmla="*/ 465826 w 5593163"/>
              <a:gd name="connsiteY980" fmla="*/ 3009330 h 4305008"/>
              <a:gd name="connsiteX981" fmla="*/ 5028 w 5593163"/>
              <a:gd name="connsiteY981" fmla="*/ 2772859 h 4305008"/>
              <a:gd name="connsiteX982" fmla="*/ 0 w 5593163"/>
              <a:gd name="connsiteY982" fmla="*/ 3835888 h 4305008"/>
              <a:gd name="connsiteX983" fmla="*/ 0 w 5593163"/>
              <a:gd name="connsiteY983" fmla="*/ 3704734 h 4305008"/>
              <a:gd name="connsiteX984" fmla="*/ 9314 w 5593163"/>
              <a:gd name="connsiteY984" fmla="*/ 3702032 h 4305008"/>
              <a:gd name="connsiteX985" fmla="*/ 452453 w 5593163"/>
              <a:gd name="connsiteY985" fmla="*/ 3190516 h 4305008"/>
              <a:gd name="connsiteX986" fmla="*/ 31903 w 5593163"/>
              <a:gd name="connsiteY986" fmla="*/ 3457400 h 4305008"/>
              <a:gd name="connsiteX987" fmla="*/ 0 w 5593163"/>
              <a:gd name="connsiteY987" fmla="*/ 3506992 h 4305008"/>
              <a:gd name="connsiteX988" fmla="*/ 0 w 5593163"/>
              <a:gd name="connsiteY988" fmla="*/ 3300549 h 4305008"/>
              <a:gd name="connsiteX989" fmla="*/ 5025 w 5593163"/>
              <a:gd name="connsiteY989" fmla="*/ 3294705 h 4305008"/>
              <a:gd name="connsiteX990" fmla="*/ 465823 w 5593163"/>
              <a:gd name="connsiteY990" fmla="*/ 3060092 h 4305008"/>
              <a:gd name="connsiteX991" fmla="*/ 465940 w 5593163"/>
              <a:gd name="connsiteY991" fmla="*/ 3058953 h 4305008"/>
              <a:gd name="connsiteX992" fmla="*/ 482153 w 5593163"/>
              <a:gd name="connsiteY992" fmla="*/ 3057426 h 4305008"/>
              <a:gd name="connsiteX993" fmla="*/ 577614 w 5593163"/>
              <a:gd name="connsiteY993" fmla="*/ 3048432 h 4305008"/>
              <a:gd name="connsiteX994" fmla="*/ 594702 w 5593163"/>
              <a:gd name="connsiteY994" fmla="*/ 3046822 h 4305008"/>
              <a:gd name="connsiteX995" fmla="*/ 594728 w 5593163"/>
              <a:gd name="connsiteY995" fmla="*/ 3047312 h 4305008"/>
              <a:gd name="connsiteX996" fmla="*/ 595226 w 5593163"/>
              <a:gd name="connsiteY996" fmla="*/ 3047280 h 4305008"/>
              <a:gd name="connsiteX997" fmla="*/ 595820 w 5593163"/>
              <a:gd name="connsiteY997" fmla="*/ 3058630 h 4305008"/>
              <a:gd name="connsiteX998" fmla="*/ 594449 w 5593163"/>
              <a:gd name="connsiteY998" fmla="*/ 3075472 h 4305008"/>
              <a:gd name="connsiteX999" fmla="*/ 586982 w 5593163"/>
              <a:gd name="connsiteY999" fmla="*/ 3167222 h 4305008"/>
              <a:gd name="connsiteX1000" fmla="*/ 586444 w 5593163"/>
              <a:gd name="connsiteY1000" fmla="*/ 3173846 h 4305008"/>
              <a:gd name="connsiteX1001" fmla="*/ 585938 w 5593163"/>
              <a:gd name="connsiteY1001" fmla="*/ 3173908 h 4305008"/>
              <a:gd name="connsiteX1002" fmla="*/ 26396 w 5593163"/>
              <a:gd name="connsiteY1002" fmla="*/ 3829400 h 4305008"/>
              <a:gd name="connsiteX1003" fmla="*/ 0 w 5593163"/>
              <a:gd name="connsiteY1003" fmla="*/ 4056079 h 4305008"/>
              <a:gd name="connsiteX1004" fmla="*/ 0 w 5593163"/>
              <a:gd name="connsiteY1004" fmla="*/ 3923091 h 4305008"/>
              <a:gd name="connsiteX1005" fmla="*/ 9850 w 5593163"/>
              <a:gd name="connsiteY1005" fmla="*/ 3925425 h 4305008"/>
              <a:gd name="connsiteX1006" fmla="*/ 456028 w 5593163"/>
              <a:gd name="connsiteY1006" fmla="*/ 4255797 h 4305008"/>
              <a:gd name="connsiteX1007" fmla="*/ 484473 w 5593163"/>
              <a:gd name="connsiteY1007" fmla="*/ 4305008 h 4305008"/>
              <a:gd name="connsiteX1008" fmla="*/ 333423 w 5593163"/>
              <a:gd name="connsiteY1008" fmla="*/ 4305008 h 4305008"/>
              <a:gd name="connsiteX1009" fmla="*/ 281300 w 5593163"/>
              <a:gd name="connsiteY1009" fmla="*/ 4241205 h 4305008"/>
              <a:gd name="connsiteX1010" fmla="*/ 75476 w 5593163"/>
              <a:gd name="connsiteY1010" fmla="*/ 4087725 h 4305008"/>
              <a:gd name="connsiteX1011" fmla="*/ 0 w 5593163"/>
              <a:gd name="connsiteY1011" fmla="*/ 4305008 h 4305008"/>
              <a:gd name="connsiteX1012" fmla="*/ 0 w 5593163"/>
              <a:gd name="connsiteY1012" fmla="*/ 4256099 h 4305008"/>
              <a:gd name="connsiteX1013" fmla="*/ 8327 w 5593163"/>
              <a:gd name="connsiteY1013" fmla="*/ 4271827 h 4305008"/>
              <a:gd name="connsiteX1014" fmla="*/ 35009 w 5593163"/>
              <a:gd name="connsiteY1014" fmla="*/ 4305008 h 4305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Lst>
            <a:rect l="l" t="t" r="r" b="b"/>
            <a:pathLst>
              <a:path w="5593163" h="4305008">
                <a:moveTo>
                  <a:pt x="4985599" y="636203"/>
                </a:moveTo>
                <a:cubicBezTo>
                  <a:pt x="5038875" y="907109"/>
                  <a:pt x="5253718" y="1121906"/>
                  <a:pt x="5528908" y="1181049"/>
                </a:cubicBezTo>
                <a:cubicBezTo>
                  <a:pt x="5475633" y="910143"/>
                  <a:pt x="5260789" y="695346"/>
                  <a:pt x="4985599" y="636203"/>
                </a:cubicBezTo>
                <a:close/>
                <a:moveTo>
                  <a:pt x="4985599" y="2333028"/>
                </a:moveTo>
                <a:cubicBezTo>
                  <a:pt x="5038875" y="2603934"/>
                  <a:pt x="5253718" y="2818731"/>
                  <a:pt x="5528908" y="2877874"/>
                </a:cubicBezTo>
                <a:cubicBezTo>
                  <a:pt x="5475633" y="2606968"/>
                  <a:pt x="5260789" y="2392171"/>
                  <a:pt x="4985599" y="2333028"/>
                </a:cubicBezTo>
                <a:close/>
                <a:moveTo>
                  <a:pt x="4985597" y="2034258"/>
                </a:moveTo>
                <a:cubicBezTo>
                  <a:pt x="5260787" y="1975579"/>
                  <a:pt x="5475630" y="1762469"/>
                  <a:pt x="5528906" y="1493690"/>
                </a:cubicBezTo>
                <a:cubicBezTo>
                  <a:pt x="5253716" y="1552369"/>
                  <a:pt x="5038872" y="1765479"/>
                  <a:pt x="4985597" y="2034258"/>
                </a:cubicBezTo>
                <a:close/>
                <a:moveTo>
                  <a:pt x="4985597" y="3731083"/>
                </a:moveTo>
                <a:cubicBezTo>
                  <a:pt x="5260787" y="3672404"/>
                  <a:pt x="5475630" y="3459294"/>
                  <a:pt x="5528906" y="3190516"/>
                </a:cubicBezTo>
                <a:cubicBezTo>
                  <a:pt x="5253716" y="3249194"/>
                  <a:pt x="5038872" y="3462304"/>
                  <a:pt x="4985597" y="3731083"/>
                </a:cubicBezTo>
                <a:close/>
                <a:moveTo>
                  <a:pt x="4842232" y="503273"/>
                </a:moveTo>
                <a:lnTo>
                  <a:pt x="4842826" y="491833"/>
                </a:lnTo>
                <a:lnTo>
                  <a:pt x="4843324" y="491866"/>
                </a:lnTo>
                <a:lnTo>
                  <a:pt x="4843350" y="491372"/>
                </a:lnTo>
                <a:lnTo>
                  <a:pt x="4860437" y="492995"/>
                </a:lnTo>
                <a:cubicBezTo>
                  <a:pt x="4892823" y="493522"/>
                  <a:pt x="4924716" y="496503"/>
                  <a:pt x="4955899" y="502060"/>
                </a:cubicBezTo>
                <a:cubicBezTo>
                  <a:pt x="4961475" y="501641"/>
                  <a:pt x="4966803" y="502589"/>
                  <a:pt x="4972112" y="503599"/>
                </a:cubicBezTo>
                <a:lnTo>
                  <a:pt x="4972229" y="504747"/>
                </a:lnTo>
                <a:cubicBezTo>
                  <a:pt x="5241367" y="549296"/>
                  <a:pt x="5466735" y="718370"/>
                  <a:pt x="5583809" y="948988"/>
                </a:cubicBezTo>
                <a:lnTo>
                  <a:pt x="5593163" y="971822"/>
                </a:lnTo>
                <a:lnTo>
                  <a:pt x="5593163" y="1318474"/>
                </a:lnTo>
                <a:lnTo>
                  <a:pt x="5558612" y="1315193"/>
                </a:lnTo>
                <a:cubicBezTo>
                  <a:pt x="5553035" y="1315612"/>
                  <a:pt x="5547706" y="1314664"/>
                  <a:pt x="5542395" y="1313653"/>
                </a:cubicBezTo>
                <a:lnTo>
                  <a:pt x="5542279" y="1312505"/>
                </a:lnTo>
                <a:cubicBezTo>
                  <a:pt x="5183428" y="1253106"/>
                  <a:pt x="4902389" y="972329"/>
                  <a:pt x="4852114" y="619464"/>
                </a:cubicBezTo>
                <a:cubicBezTo>
                  <a:pt x="4851946" y="619411"/>
                  <a:pt x="4851778" y="619406"/>
                  <a:pt x="4851608" y="619401"/>
                </a:cubicBezTo>
                <a:lnTo>
                  <a:pt x="4851070" y="612725"/>
                </a:lnTo>
                <a:cubicBezTo>
                  <a:pt x="4846011" y="582475"/>
                  <a:pt x="4843560" y="551584"/>
                  <a:pt x="4843603" y="520249"/>
                </a:cubicBezTo>
                <a:cubicBezTo>
                  <a:pt x="4842291" y="514621"/>
                  <a:pt x="4842232" y="508954"/>
                  <a:pt x="4842232" y="503273"/>
                </a:cubicBezTo>
                <a:close/>
                <a:moveTo>
                  <a:pt x="4842232" y="2200098"/>
                </a:moveTo>
                <a:lnTo>
                  <a:pt x="4842826" y="2188658"/>
                </a:lnTo>
                <a:lnTo>
                  <a:pt x="4843324" y="2188691"/>
                </a:lnTo>
                <a:lnTo>
                  <a:pt x="4843350" y="2188197"/>
                </a:lnTo>
                <a:lnTo>
                  <a:pt x="4860437" y="2189820"/>
                </a:lnTo>
                <a:cubicBezTo>
                  <a:pt x="4892823" y="2190347"/>
                  <a:pt x="4924716" y="2193328"/>
                  <a:pt x="4955899" y="2198885"/>
                </a:cubicBezTo>
                <a:cubicBezTo>
                  <a:pt x="4961475" y="2198466"/>
                  <a:pt x="4966803" y="2199414"/>
                  <a:pt x="4972112" y="2200424"/>
                </a:cubicBezTo>
                <a:lnTo>
                  <a:pt x="4972229" y="2201572"/>
                </a:lnTo>
                <a:cubicBezTo>
                  <a:pt x="5241367" y="2246121"/>
                  <a:pt x="5466735" y="2415195"/>
                  <a:pt x="5583809" y="2645813"/>
                </a:cubicBezTo>
                <a:lnTo>
                  <a:pt x="5593163" y="2668647"/>
                </a:lnTo>
                <a:lnTo>
                  <a:pt x="5593163" y="3015299"/>
                </a:lnTo>
                <a:lnTo>
                  <a:pt x="5558612" y="3012018"/>
                </a:lnTo>
                <a:cubicBezTo>
                  <a:pt x="5553035" y="3012437"/>
                  <a:pt x="5547706" y="3011489"/>
                  <a:pt x="5542395" y="3010478"/>
                </a:cubicBezTo>
                <a:lnTo>
                  <a:pt x="5542279" y="3009330"/>
                </a:lnTo>
                <a:cubicBezTo>
                  <a:pt x="5183428" y="2949931"/>
                  <a:pt x="4902389" y="2669154"/>
                  <a:pt x="4852114" y="2316289"/>
                </a:cubicBezTo>
                <a:cubicBezTo>
                  <a:pt x="4851946" y="2316236"/>
                  <a:pt x="4851778" y="2316231"/>
                  <a:pt x="4851608" y="2316226"/>
                </a:cubicBezTo>
                <a:lnTo>
                  <a:pt x="4851070" y="2309550"/>
                </a:lnTo>
                <a:cubicBezTo>
                  <a:pt x="4846011" y="2279300"/>
                  <a:pt x="4843560" y="2248409"/>
                  <a:pt x="4843603" y="2217074"/>
                </a:cubicBezTo>
                <a:cubicBezTo>
                  <a:pt x="4842291" y="2211446"/>
                  <a:pt x="4842232" y="2205779"/>
                  <a:pt x="4842232" y="2200098"/>
                </a:cubicBezTo>
                <a:close/>
                <a:moveTo>
                  <a:pt x="4842232" y="3896923"/>
                </a:moveTo>
                <a:lnTo>
                  <a:pt x="4842826" y="3885483"/>
                </a:lnTo>
                <a:lnTo>
                  <a:pt x="4843324" y="3885516"/>
                </a:lnTo>
                <a:lnTo>
                  <a:pt x="4843350" y="3885022"/>
                </a:lnTo>
                <a:lnTo>
                  <a:pt x="4860437" y="3886645"/>
                </a:lnTo>
                <a:cubicBezTo>
                  <a:pt x="4892823" y="3887172"/>
                  <a:pt x="4924716" y="3890153"/>
                  <a:pt x="4955899" y="3895710"/>
                </a:cubicBezTo>
                <a:cubicBezTo>
                  <a:pt x="4961475" y="3895291"/>
                  <a:pt x="4966803" y="3896239"/>
                  <a:pt x="4972112" y="3897249"/>
                </a:cubicBezTo>
                <a:lnTo>
                  <a:pt x="4972229" y="3898397"/>
                </a:lnTo>
                <a:cubicBezTo>
                  <a:pt x="5206288" y="3937139"/>
                  <a:pt x="5407245" y="4070062"/>
                  <a:pt x="5532481" y="4255797"/>
                </a:cubicBezTo>
                <a:lnTo>
                  <a:pt x="5560926" y="4305008"/>
                </a:lnTo>
                <a:lnTo>
                  <a:pt x="5409877" y="4305008"/>
                </a:lnTo>
                <a:lnTo>
                  <a:pt x="5357754" y="4241205"/>
                </a:lnTo>
                <a:cubicBezTo>
                  <a:pt x="5261058" y="4136681"/>
                  <a:pt x="5131850" y="4061285"/>
                  <a:pt x="4985599" y="4029853"/>
                </a:cubicBezTo>
                <a:cubicBezTo>
                  <a:pt x="5002846" y="4117553"/>
                  <a:pt x="5037026" y="4199373"/>
                  <a:pt x="5084780" y="4271827"/>
                </a:cubicBezTo>
                <a:lnTo>
                  <a:pt x="5111462" y="4305008"/>
                </a:lnTo>
                <a:lnTo>
                  <a:pt x="4957353" y="4305008"/>
                </a:lnTo>
                <a:lnTo>
                  <a:pt x="4927231" y="4254710"/>
                </a:lnTo>
                <a:cubicBezTo>
                  <a:pt x="4890029" y="4179889"/>
                  <a:pt x="4864297" y="4098618"/>
                  <a:pt x="4852114" y="4013114"/>
                </a:cubicBezTo>
                <a:cubicBezTo>
                  <a:pt x="4851946" y="4013061"/>
                  <a:pt x="4851778" y="4013056"/>
                  <a:pt x="4851608" y="4013051"/>
                </a:cubicBezTo>
                <a:lnTo>
                  <a:pt x="4851070" y="4006375"/>
                </a:lnTo>
                <a:cubicBezTo>
                  <a:pt x="4846011" y="3976125"/>
                  <a:pt x="4843560" y="3945234"/>
                  <a:pt x="4843603" y="3913899"/>
                </a:cubicBezTo>
                <a:cubicBezTo>
                  <a:pt x="4842291" y="3908271"/>
                  <a:pt x="4842232" y="3902604"/>
                  <a:pt x="4842232" y="3896923"/>
                </a:cubicBezTo>
                <a:close/>
                <a:moveTo>
                  <a:pt x="4842230" y="469318"/>
                </a:moveTo>
                <a:cubicBezTo>
                  <a:pt x="4842230" y="463681"/>
                  <a:pt x="4842289" y="458057"/>
                  <a:pt x="4843601" y="452471"/>
                </a:cubicBezTo>
                <a:cubicBezTo>
                  <a:pt x="4843558" y="421389"/>
                  <a:pt x="4846008" y="390746"/>
                  <a:pt x="4851065" y="360740"/>
                </a:cubicBezTo>
                <a:lnTo>
                  <a:pt x="4851605" y="354103"/>
                </a:lnTo>
                <a:cubicBezTo>
                  <a:pt x="4851774" y="354098"/>
                  <a:pt x="4851943" y="354093"/>
                  <a:pt x="4852110" y="354040"/>
                </a:cubicBezTo>
                <a:cubicBezTo>
                  <a:pt x="4865262" y="262463"/>
                  <a:pt x="4894203" y="175780"/>
                  <a:pt x="4936323" y="96778"/>
                </a:cubicBezTo>
                <a:lnTo>
                  <a:pt x="4998957" y="0"/>
                </a:lnTo>
                <a:lnTo>
                  <a:pt x="5167333" y="0"/>
                </a:lnTo>
                <a:lnTo>
                  <a:pt x="5099105" y="76659"/>
                </a:lnTo>
                <a:cubicBezTo>
                  <a:pt x="5043838" y="153496"/>
                  <a:pt x="5004523" y="241952"/>
                  <a:pt x="4985597" y="337433"/>
                </a:cubicBezTo>
                <a:cubicBezTo>
                  <a:pt x="5168636" y="298404"/>
                  <a:pt x="5324978" y="191052"/>
                  <a:pt x="5424571" y="44350"/>
                </a:cubicBezTo>
                <a:lnTo>
                  <a:pt x="5446799" y="0"/>
                </a:lnTo>
                <a:lnTo>
                  <a:pt x="5593163" y="0"/>
                </a:lnTo>
                <a:lnTo>
                  <a:pt x="5593163" y="4197"/>
                </a:lnTo>
                <a:lnTo>
                  <a:pt x="5543598" y="95636"/>
                </a:lnTo>
                <a:cubicBezTo>
                  <a:pt x="5419825" y="289169"/>
                  <a:pt x="5213633" y="428211"/>
                  <a:pt x="4972226" y="467856"/>
                </a:cubicBezTo>
                <a:lnTo>
                  <a:pt x="4972110" y="468995"/>
                </a:lnTo>
                <a:cubicBezTo>
                  <a:pt x="4966799" y="469998"/>
                  <a:pt x="4961470" y="470939"/>
                  <a:pt x="4955893" y="470523"/>
                </a:cubicBezTo>
                <a:cubicBezTo>
                  <a:pt x="4924721" y="476033"/>
                  <a:pt x="4892841" y="478991"/>
                  <a:pt x="4860466" y="479514"/>
                </a:cubicBezTo>
                <a:lnTo>
                  <a:pt x="4843348" y="481127"/>
                </a:lnTo>
                <a:lnTo>
                  <a:pt x="4843322" y="480636"/>
                </a:lnTo>
                <a:lnTo>
                  <a:pt x="4842823" y="480669"/>
                </a:lnTo>
                <a:cubicBezTo>
                  <a:pt x="4842257" y="476896"/>
                  <a:pt x="4842230" y="473110"/>
                  <a:pt x="4842230" y="469318"/>
                </a:cubicBezTo>
                <a:close/>
                <a:moveTo>
                  <a:pt x="4842230" y="2166144"/>
                </a:moveTo>
                <a:cubicBezTo>
                  <a:pt x="4842230" y="2160506"/>
                  <a:pt x="4842289" y="2154882"/>
                  <a:pt x="4843601" y="2149296"/>
                </a:cubicBezTo>
                <a:cubicBezTo>
                  <a:pt x="4843558" y="2118214"/>
                  <a:pt x="4846008" y="2087572"/>
                  <a:pt x="4851065" y="2057565"/>
                </a:cubicBezTo>
                <a:lnTo>
                  <a:pt x="4851605" y="2050928"/>
                </a:lnTo>
                <a:cubicBezTo>
                  <a:pt x="4851774" y="2050923"/>
                  <a:pt x="4851943" y="2050918"/>
                  <a:pt x="4852110" y="2050865"/>
                </a:cubicBezTo>
                <a:cubicBezTo>
                  <a:pt x="4902387" y="1700770"/>
                  <a:pt x="5183426" y="1422199"/>
                  <a:pt x="5542276" y="1363267"/>
                </a:cubicBezTo>
                <a:lnTo>
                  <a:pt x="5542393" y="1362128"/>
                </a:lnTo>
                <a:cubicBezTo>
                  <a:pt x="5547702" y="1361126"/>
                  <a:pt x="5553030" y="1360185"/>
                  <a:pt x="5558606" y="1360601"/>
                </a:cubicBezTo>
                <a:lnTo>
                  <a:pt x="5593163" y="1357345"/>
                </a:lnTo>
                <a:lnTo>
                  <a:pt x="5593163" y="1701268"/>
                </a:lnTo>
                <a:lnTo>
                  <a:pt x="5583807" y="1723929"/>
                </a:lnTo>
                <a:cubicBezTo>
                  <a:pt x="5466733" y="1952736"/>
                  <a:pt x="5241364" y="2120482"/>
                  <a:pt x="4972226" y="2164681"/>
                </a:cubicBezTo>
                <a:lnTo>
                  <a:pt x="4972110" y="2165820"/>
                </a:lnTo>
                <a:cubicBezTo>
                  <a:pt x="4966799" y="2166823"/>
                  <a:pt x="4961470" y="2167764"/>
                  <a:pt x="4955893" y="2167348"/>
                </a:cubicBezTo>
                <a:cubicBezTo>
                  <a:pt x="4924721" y="2172858"/>
                  <a:pt x="4892841" y="2175816"/>
                  <a:pt x="4860466" y="2176339"/>
                </a:cubicBezTo>
                <a:lnTo>
                  <a:pt x="4843348" y="2177952"/>
                </a:lnTo>
                <a:lnTo>
                  <a:pt x="4843322" y="2177461"/>
                </a:lnTo>
                <a:lnTo>
                  <a:pt x="4842823" y="2177494"/>
                </a:lnTo>
                <a:cubicBezTo>
                  <a:pt x="4842257" y="2173722"/>
                  <a:pt x="4842230" y="2169936"/>
                  <a:pt x="4842230" y="2166144"/>
                </a:cubicBezTo>
                <a:close/>
                <a:moveTo>
                  <a:pt x="4842230" y="3862969"/>
                </a:moveTo>
                <a:cubicBezTo>
                  <a:pt x="4842230" y="3857331"/>
                  <a:pt x="4842289" y="3851707"/>
                  <a:pt x="4843601" y="3846121"/>
                </a:cubicBezTo>
                <a:cubicBezTo>
                  <a:pt x="4843558" y="3815039"/>
                  <a:pt x="4846008" y="3784397"/>
                  <a:pt x="4851065" y="3754390"/>
                </a:cubicBezTo>
                <a:lnTo>
                  <a:pt x="4851605" y="3747753"/>
                </a:lnTo>
                <a:cubicBezTo>
                  <a:pt x="4851774" y="3747748"/>
                  <a:pt x="4851943" y="3747743"/>
                  <a:pt x="4852110" y="3747690"/>
                </a:cubicBezTo>
                <a:cubicBezTo>
                  <a:pt x="4902387" y="3397595"/>
                  <a:pt x="5183426" y="3119024"/>
                  <a:pt x="5542276" y="3060092"/>
                </a:cubicBezTo>
                <a:lnTo>
                  <a:pt x="5542393" y="3058953"/>
                </a:lnTo>
                <a:cubicBezTo>
                  <a:pt x="5547702" y="3057951"/>
                  <a:pt x="5553030" y="3057010"/>
                  <a:pt x="5558606" y="3057426"/>
                </a:cubicBezTo>
                <a:lnTo>
                  <a:pt x="5593163" y="3054170"/>
                </a:lnTo>
                <a:lnTo>
                  <a:pt x="5593163" y="3398093"/>
                </a:lnTo>
                <a:lnTo>
                  <a:pt x="5583807" y="3420754"/>
                </a:lnTo>
                <a:cubicBezTo>
                  <a:pt x="5466733" y="3649560"/>
                  <a:pt x="5241364" y="3817307"/>
                  <a:pt x="4972226" y="3861506"/>
                </a:cubicBezTo>
                <a:lnTo>
                  <a:pt x="4972110" y="3862645"/>
                </a:lnTo>
                <a:cubicBezTo>
                  <a:pt x="4966799" y="3863648"/>
                  <a:pt x="4961470" y="3864589"/>
                  <a:pt x="4955893" y="3864173"/>
                </a:cubicBezTo>
                <a:cubicBezTo>
                  <a:pt x="4924721" y="3869683"/>
                  <a:pt x="4892841" y="3872641"/>
                  <a:pt x="4860466" y="3873164"/>
                </a:cubicBezTo>
                <a:lnTo>
                  <a:pt x="4843348" y="3874777"/>
                </a:lnTo>
                <a:lnTo>
                  <a:pt x="4843322" y="3874286"/>
                </a:lnTo>
                <a:lnTo>
                  <a:pt x="4842823" y="3874319"/>
                </a:lnTo>
                <a:cubicBezTo>
                  <a:pt x="4842257" y="3870547"/>
                  <a:pt x="4842230" y="3866761"/>
                  <a:pt x="4842230" y="3862969"/>
                </a:cubicBezTo>
                <a:close/>
                <a:moveTo>
                  <a:pt x="4135041" y="1181049"/>
                </a:moveTo>
                <a:cubicBezTo>
                  <a:pt x="4410231" y="1121906"/>
                  <a:pt x="4625074" y="907109"/>
                  <a:pt x="4678350" y="636203"/>
                </a:cubicBezTo>
                <a:cubicBezTo>
                  <a:pt x="4403160" y="695346"/>
                  <a:pt x="4188316" y="910143"/>
                  <a:pt x="4135041" y="1181049"/>
                </a:cubicBezTo>
                <a:close/>
                <a:moveTo>
                  <a:pt x="4135041" y="1493690"/>
                </a:moveTo>
                <a:cubicBezTo>
                  <a:pt x="4188317" y="1762469"/>
                  <a:pt x="4403160" y="1975579"/>
                  <a:pt x="4678350" y="2034258"/>
                </a:cubicBezTo>
                <a:cubicBezTo>
                  <a:pt x="4625075" y="1765479"/>
                  <a:pt x="4410231" y="1552369"/>
                  <a:pt x="4135041" y="1493690"/>
                </a:cubicBezTo>
                <a:close/>
                <a:moveTo>
                  <a:pt x="4135041" y="2877874"/>
                </a:moveTo>
                <a:cubicBezTo>
                  <a:pt x="4410231" y="2818731"/>
                  <a:pt x="4625074" y="2603934"/>
                  <a:pt x="4678350" y="2333028"/>
                </a:cubicBezTo>
                <a:cubicBezTo>
                  <a:pt x="4403160" y="2392171"/>
                  <a:pt x="4188316" y="2606968"/>
                  <a:pt x="4135041" y="2877874"/>
                </a:cubicBezTo>
                <a:close/>
                <a:moveTo>
                  <a:pt x="4135041" y="3190516"/>
                </a:moveTo>
                <a:cubicBezTo>
                  <a:pt x="4188317" y="3459294"/>
                  <a:pt x="4403160" y="3672404"/>
                  <a:pt x="4678350" y="3731083"/>
                </a:cubicBezTo>
                <a:cubicBezTo>
                  <a:pt x="4625075" y="3462304"/>
                  <a:pt x="4410231" y="3249194"/>
                  <a:pt x="4135041" y="3190516"/>
                </a:cubicBezTo>
                <a:close/>
                <a:moveTo>
                  <a:pt x="4103022" y="4305008"/>
                </a:moveTo>
                <a:lnTo>
                  <a:pt x="4131467" y="4255797"/>
                </a:lnTo>
                <a:cubicBezTo>
                  <a:pt x="4256704" y="4070062"/>
                  <a:pt x="4457661" y="3937139"/>
                  <a:pt x="4691720" y="3898397"/>
                </a:cubicBezTo>
                <a:lnTo>
                  <a:pt x="4691837" y="3897249"/>
                </a:lnTo>
                <a:cubicBezTo>
                  <a:pt x="4697146" y="3896239"/>
                  <a:pt x="4702474" y="3895291"/>
                  <a:pt x="4708050" y="3895710"/>
                </a:cubicBezTo>
                <a:cubicBezTo>
                  <a:pt x="4739233" y="3890153"/>
                  <a:pt x="4771126" y="3887172"/>
                  <a:pt x="4803512" y="3886645"/>
                </a:cubicBezTo>
                <a:lnTo>
                  <a:pt x="4820599" y="3885022"/>
                </a:lnTo>
                <a:lnTo>
                  <a:pt x="4820625" y="3885516"/>
                </a:lnTo>
                <a:lnTo>
                  <a:pt x="4821123" y="3885483"/>
                </a:lnTo>
                <a:lnTo>
                  <a:pt x="4821717" y="3896923"/>
                </a:lnTo>
                <a:cubicBezTo>
                  <a:pt x="4821717" y="3902604"/>
                  <a:pt x="4821658" y="3908271"/>
                  <a:pt x="4820346" y="3913899"/>
                </a:cubicBezTo>
                <a:cubicBezTo>
                  <a:pt x="4820389" y="3945234"/>
                  <a:pt x="4817938" y="3976125"/>
                  <a:pt x="4812879" y="4006375"/>
                </a:cubicBezTo>
                <a:lnTo>
                  <a:pt x="4812341" y="4013051"/>
                </a:lnTo>
                <a:cubicBezTo>
                  <a:pt x="4812171" y="4013056"/>
                  <a:pt x="4812003" y="4013061"/>
                  <a:pt x="4811835" y="4013114"/>
                </a:cubicBezTo>
                <a:cubicBezTo>
                  <a:pt x="4799653" y="4098618"/>
                  <a:pt x="4773921" y="4179889"/>
                  <a:pt x="4736718" y="4254710"/>
                </a:cubicBezTo>
                <a:lnTo>
                  <a:pt x="4706597" y="4305008"/>
                </a:lnTo>
                <a:lnTo>
                  <a:pt x="4552487" y="4305008"/>
                </a:lnTo>
                <a:lnTo>
                  <a:pt x="4579169" y="4271827"/>
                </a:lnTo>
                <a:cubicBezTo>
                  <a:pt x="4626924" y="4199373"/>
                  <a:pt x="4661103" y="4117553"/>
                  <a:pt x="4678350" y="4029853"/>
                </a:cubicBezTo>
                <a:cubicBezTo>
                  <a:pt x="4532099" y="4061285"/>
                  <a:pt x="4402892" y="4136681"/>
                  <a:pt x="4306196" y="4241205"/>
                </a:cubicBezTo>
                <a:lnTo>
                  <a:pt x="4254073" y="4305008"/>
                </a:lnTo>
                <a:close/>
                <a:moveTo>
                  <a:pt x="4068511" y="0"/>
                </a:moveTo>
                <a:lnTo>
                  <a:pt x="4217148" y="0"/>
                </a:lnTo>
                <a:lnTo>
                  <a:pt x="4239376" y="44350"/>
                </a:lnTo>
                <a:cubicBezTo>
                  <a:pt x="4338970" y="191052"/>
                  <a:pt x="4495311" y="298404"/>
                  <a:pt x="4678350" y="337433"/>
                </a:cubicBezTo>
                <a:cubicBezTo>
                  <a:pt x="4659425" y="241952"/>
                  <a:pt x="4620110" y="153496"/>
                  <a:pt x="4564842" y="76659"/>
                </a:cubicBezTo>
                <a:lnTo>
                  <a:pt x="4496615" y="0"/>
                </a:lnTo>
                <a:lnTo>
                  <a:pt x="4664989" y="0"/>
                </a:lnTo>
                <a:lnTo>
                  <a:pt x="4727623" y="96778"/>
                </a:lnTo>
                <a:cubicBezTo>
                  <a:pt x="4769744" y="175780"/>
                  <a:pt x="4798685" y="262463"/>
                  <a:pt x="4811836" y="354040"/>
                </a:cubicBezTo>
                <a:cubicBezTo>
                  <a:pt x="4812004" y="354093"/>
                  <a:pt x="4812173" y="354098"/>
                  <a:pt x="4812342" y="354103"/>
                </a:cubicBezTo>
                <a:lnTo>
                  <a:pt x="4812882" y="360740"/>
                </a:lnTo>
                <a:cubicBezTo>
                  <a:pt x="4817939" y="390746"/>
                  <a:pt x="4820389" y="421389"/>
                  <a:pt x="4820346" y="452471"/>
                </a:cubicBezTo>
                <a:cubicBezTo>
                  <a:pt x="4821658" y="458057"/>
                  <a:pt x="4821717" y="463681"/>
                  <a:pt x="4821717" y="469318"/>
                </a:cubicBezTo>
                <a:cubicBezTo>
                  <a:pt x="4821717" y="473110"/>
                  <a:pt x="4821690" y="476896"/>
                  <a:pt x="4821124" y="480669"/>
                </a:cubicBezTo>
                <a:lnTo>
                  <a:pt x="4820625" y="480636"/>
                </a:lnTo>
                <a:lnTo>
                  <a:pt x="4820599" y="481127"/>
                </a:lnTo>
                <a:lnTo>
                  <a:pt x="4803481" y="479514"/>
                </a:lnTo>
                <a:cubicBezTo>
                  <a:pt x="4771106" y="478991"/>
                  <a:pt x="4739226" y="476033"/>
                  <a:pt x="4708054" y="470523"/>
                </a:cubicBezTo>
                <a:cubicBezTo>
                  <a:pt x="4702477" y="470939"/>
                  <a:pt x="4697148" y="469998"/>
                  <a:pt x="4691837" y="468995"/>
                </a:cubicBezTo>
                <a:lnTo>
                  <a:pt x="4691721" y="467856"/>
                </a:lnTo>
                <a:cubicBezTo>
                  <a:pt x="4450315" y="428211"/>
                  <a:pt x="4244123" y="289169"/>
                  <a:pt x="4120350" y="95636"/>
                </a:cubicBezTo>
                <a:close/>
                <a:moveTo>
                  <a:pt x="3991674" y="1313979"/>
                </a:moveTo>
                <a:cubicBezTo>
                  <a:pt x="3991674" y="1308297"/>
                  <a:pt x="3991733" y="1302628"/>
                  <a:pt x="3993045" y="1296998"/>
                </a:cubicBezTo>
                <a:cubicBezTo>
                  <a:pt x="3993003" y="1265670"/>
                  <a:pt x="3995452" y="1234785"/>
                  <a:pt x="4000509" y="1204541"/>
                </a:cubicBezTo>
                <a:lnTo>
                  <a:pt x="4001049" y="1197851"/>
                </a:lnTo>
                <a:cubicBezTo>
                  <a:pt x="4001218" y="1197846"/>
                  <a:pt x="4001387" y="1197841"/>
                  <a:pt x="4001555" y="1197788"/>
                </a:cubicBezTo>
                <a:cubicBezTo>
                  <a:pt x="4051831" y="844922"/>
                  <a:pt x="4332870" y="564145"/>
                  <a:pt x="4691720" y="504747"/>
                </a:cubicBezTo>
                <a:lnTo>
                  <a:pt x="4691837" y="503599"/>
                </a:lnTo>
                <a:cubicBezTo>
                  <a:pt x="4697146" y="502589"/>
                  <a:pt x="4702474" y="501641"/>
                  <a:pt x="4708050" y="502060"/>
                </a:cubicBezTo>
                <a:cubicBezTo>
                  <a:pt x="4739233" y="496503"/>
                  <a:pt x="4771126" y="493522"/>
                  <a:pt x="4803512" y="492995"/>
                </a:cubicBezTo>
                <a:lnTo>
                  <a:pt x="4820599" y="491372"/>
                </a:lnTo>
                <a:lnTo>
                  <a:pt x="4820625" y="491866"/>
                </a:lnTo>
                <a:lnTo>
                  <a:pt x="4821123" y="491833"/>
                </a:lnTo>
                <a:lnTo>
                  <a:pt x="4821717" y="503273"/>
                </a:lnTo>
                <a:cubicBezTo>
                  <a:pt x="4821717" y="508954"/>
                  <a:pt x="4821658" y="514621"/>
                  <a:pt x="4820346" y="520249"/>
                </a:cubicBezTo>
                <a:cubicBezTo>
                  <a:pt x="4820389" y="551584"/>
                  <a:pt x="4817938" y="582475"/>
                  <a:pt x="4812879" y="612725"/>
                </a:cubicBezTo>
                <a:lnTo>
                  <a:pt x="4812341" y="619401"/>
                </a:lnTo>
                <a:cubicBezTo>
                  <a:pt x="4812171" y="619406"/>
                  <a:pt x="4812003" y="619411"/>
                  <a:pt x="4811835" y="619464"/>
                </a:cubicBezTo>
                <a:cubicBezTo>
                  <a:pt x="4761560" y="972329"/>
                  <a:pt x="4480521" y="1253106"/>
                  <a:pt x="4121670" y="1312505"/>
                </a:cubicBezTo>
                <a:lnTo>
                  <a:pt x="4121554" y="1313653"/>
                </a:lnTo>
                <a:cubicBezTo>
                  <a:pt x="4116243" y="1314664"/>
                  <a:pt x="4110914" y="1315612"/>
                  <a:pt x="4105337" y="1315193"/>
                </a:cubicBezTo>
                <a:cubicBezTo>
                  <a:pt x="4074165" y="1320747"/>
                  <a:pt x="4042285" y="1323728"/>
                  <a:pt x="4009911" y="1324255"/>
                </a:cubicBezTo>
                <a:lnTo>
                  <a:pt x="3992792" y="1325881"/>
                </a:lnTo>
                <a:lnTo>
                  <a:pt x="3992766" y="1325386"/>
                </a:lnTo>
                <a:lnTo>
                  <a:pt x="3992267" y="1325419"/>
                </a:lnTo>
                <a:cubicBezTo>
                  <a:pt x="3991701" y="1321617"/>
                  <a:pt x="3991674" y="1317801"/>
                  <a:pt x="3991674" y="1313979"/>
                </a:cubicBezTo>
                <a:close/>
                <a:moveTo>
                  <a:pt x="3991674" y="1361805"/>
                </a:moveTo>
                <a:lnTo>
                  <a:pt x="3992268" y="1350455"/>
                </a:lnTo>
                <a:lnTo>
                  <a:pt x="3992766" y="1350487"/>
                </a:lnTo>
                <a:lnTo>
                  <a:pt x="3992792" y="1349997"/>
                </a:lnTo>
                <a:lnTo>
                  <a:pt x="4009880" y="1351607"/>
                </a:lnTo>
                <a:cubicBezTo>
                  <a:pt x="4042265" y="1352130"/>
                  <a:pt x="4074158" y="1355088"/>
                  <a:pt x="4105341" y="1360601"/>
                </a:cubicBezTo>
                <a:cubicBezTo>
                  <a:pt x="4110917" y="1360185"/>
                  <a:pt x="4116245" y="1361126"/>
                  <a:pt x="4121554" y="1362128"/>
                </a:cubicBezTo>
                <a:lnTo>
                  <a:pt x="4121671" y="1363267"/>
                </a:lnTo>
                <a:cubicBezTo>
                  <a:pt x="4480521" y="1422199"/>
                  <a:pt x="4761560" y="1700770"/>
                  <a:pt x="4811836" y="2050865"/>
                </a:cubicBezTo>
                <a:cubicBezTo>
                  <a:pt x="4812004" y="2050918"/>
                  <a:pt x="4812173" y="2050923"/>
                  <a:pt x="4812342" y="2050928"/>
                </a:cubicBezTo>
                <a:lnTo>
                  <a:pt x="4812882" y="2057565"/>
                </a:lnTo>
                <a:cubicBezTo>
                  <a:pt x="4817939" y="2087572"/>
                  <a:pt x="4820389" y="2118214"/>
                  <a:pt x="4820346" y="2149296"/>
                </a:cubicBezTo>
                <a:cubicBezTo>
                  <a:pt x="4821658" y="2154882"/>
                  <a:pt x="4821717" y="2160506"/>
                  <a:pt x="4821717" y="2166144"/>
                </a:cubicBezTo>
                <a:cubicBezTo>
                  <a:pt x="4821717" y="2169936"/>
                  <a:pt x="4821690" y="2173722"/>
                  <a:pt x="4821124" y="2177494"/>
                </a:cubicBezTo>
                <a:lnTo>
                  <a:pt x="4820625" y="2177461"/>
                </a:lnTo>
                <a:lnTo>
                  <a:pt x="4820599" y="2177952"/>
                </a:lnTo>
                <a:lnTo>
                  <a:pt x="4803481" y="2176339"/>
                </a:lnTo>
                <a:cubicBezTo>
                  <a:pt x="4771106" y="2175816"/>
                  <a:pt x="4739226" y="2172858"/>
                  <a:pt x="4708054" y="2167348"/>
                </a:cubicBezTo>
                <a:cubicBezTo>
                  <a:pt x="4702477" y="2167764"/>
                  <a:pt x="4697148" y="2166823"/>
                  <a:pt x="4691837" y="2165820"/>
                </a:cubicBezTo>
                <a:lnTo>
                  <a:pt x="4691721" y="2164681"/>
                </a:lnTo>
                <a:cubicBezTo>
                  <a:pt x="4332870" y="2105749"/>
                  <a:pt x="4051831" y="1827177"/>
                  <a:pt x="4001556" y="1477083"/>
                </a:cubicBezTo>
                <a:cubicBezTo>
                  <a:pt x="4001388" y="1477030"/>
                  <a:pt x="4001220" y="1477026"/>
                  <a:pt x="4001050" y="1477021"/>
                </a:cubicBezTo>
                <a:lnTo>
                  <a:pt x="4000512" y="1470397"/>
                </a:lnTo>
                <a:cubicBezTo>
                  <a:pt x="3995453" y="1440385"/>
                  <a:pt x="3993003" y="1409736"/>
                  <a:pt x="3993045" y="1378647"/>
                </a:cubicBezTo>
                <a:cubicBezTo>
                  <a:pt x="3991733" y="1373063"/>
                  <a:pt x="3991674" y="1367441"/>
                  <a:pt x="3991674" y="1361805"/>
                </a:cubicBezTo>
                <a:close/>
                <a:moveTo>
                  <a:pt x="3991674" y="3010804"/>
                </a:moveTo>
                <a:cubicBezTo>
                  <a:pt x="3991674" y="3005122"/>
                  <a:pt x="3991733" y="2999453"/>
                  <a:pt x="3993045" y="2993823"/>
                </a:cubicBezTo>
                <a:cubicBezTo>
                  <a:pt x="3993003" y="2962495"/>
                  <a:pt x="3995452" y="2931610"/>
                  <a:pt x="4000509" y="2901366"/>
                </a:cubicBezTo>
                <a:lnTo>
                  <a:pt x="4001049" y="2894676"/>
                </a:lnTo>
                <a:cubicBezTo>
                  <a:pt x="4001218" y="2894671"/>
                  <a:pt x="4001387" y="2894666"/>
                  <a:pt x="4001555" y="2894613"/>
                </a:cubicBezTo>
                <a:cubicBezTo>
                  <a:pt x="4051831" y="2541747"/>
                  <a:pt x="4332870" y="2260970"/>
                  <a:pt x="4691720" y="2201572"/>
                </a:cubicBezTo>
                <a:lnTo>
                  <a:pt x="4691837" y="2200424"/>
                </a:lnTo>
                <a:cubicBezTo>
                  <a:pt x="4697146" y="2199414"/>
                  <a:pt x="4702474" y="2198466"/>
                  <a:pt x="4708050" y="2198885"/>
                </a:cubicBezTo>
                <a:cubicBezTo>
                  <a:pt x="4739233" y="2193328"/>
                  <a:pt x="4771126" y="2190347"/>
                  <a:pt x="4803512" y="2189820"/>
                </a:cubicBezTo>
                <a:lnTo>
                  <a:pt x="4820599" y="2188197"/>
                </a:lnTo>
                <a:lnTo>
                  <a:pt x="4820625" y="2188691"/>
                </a:lnTo>
                <a:lnTo>
                  <a:pt x="4821123" y="2188658"/>
                </a:lnTo>
                <a:lnTo>
                  <a:pt x="4821717" y="2200098"/>
                </a:lnTo>
                <a:cubicBezTo>
                  <a:pt x="4821717" y="2205779"/>
                  <a:pt x="4821658" y="2211446"/>
                  <a:pt x="4820346" y="2217074"/>
                </a:cubicBezTo>
                <a:cubicBezTo>
                  <a:pt x="4820389" y="2248409"/>
                  <a:pt x="4817938" y="2279300"/>
                  <a:pt x="4812879" y="2309550"/>
                </a:cubicBezTo>
                <a:lnTo>
                  <a:pt x="4812341" y="2316226"/>
                </a:lnTo>
                <a:cubicBezTo>
                  <a:pt x="4812171" y="2316231"/>
                  <a:pt x="4812003" y="2316236"/>
                  <a:pt x="4811835" y="2316289"/>
                </a:cubicBezTo>
                <a:cubicBezTo>
                  <a:pt x="4761560" y="2669154"/>
                  <a:pt x="4480521" y="2949931"/>
                  <a:pt x="4121670" y="3009330"/>
                </a:cubicBezTo>
                <a:lnTo>
                  <a:pt x="4121554" y="3010478"/>
                </a:lnTo>
                <a:cubicBezTo>
                  <a:pt x="4116243" y="3011489"/>
                  <a:pt x="4110914" y="3012437"/>
                  <a:pt x="4105337" y="3012018"/>
                </a:cubicBezTo>
                <a:cubicBezTo>
                  <a:pt x="4074165" y="3017572"/>
                  <a:pt x="4042285" y="3020553"/>
                  <a:pt x="4009911" y="3021080"/>
                </a:cubicBezTo>
                <a:lnTo>
                  <a:pt x="3992792" y="3022706"/>
                </a:lnTo>
                <a:lnTo>
                  <a:pt x="3992766" y="3022211"/>
                </a:lnTo>
                <a:lnTo>
                  <a:pt x="3992267" y="3022244"/>
                </a:lnTo>
                <a:cubicBezTo>
                  <a:pt x="3991701" y="3018442"/>
                  <a:pt x="3991674" y="3014626"/>
                  <a:pt x="3991674" y="3010804"/>
                </a:cubicBezTo>
                <a:close/>
                <a:moveTo>
                  <a:pt x="3991674" y="3058630"/>
                </a:moveTo>
                <a:lnTo>
                  <a:pt x="3992268" y="3047280"/>
                </a:lnTo>
                <a:lnTo>
                  <a:pt x="3992766" y="3047312"/>
                </a:lnTo>
                <a:lnTo>
                  <a:pt x="3992792" y="3046822"/>
                </a:lnTo>
                <a:lnTo>
                  <a:pt x="4009880" y="3048432"/>
                </a:lnTo>
                <a:cubicBezTo>
                  <a:pt x="4042265" y="3048955"/>
                  <a:pt x="4074158" y="3051913"/>
                  <a:pt x="4105341" y="3057426"/>
                </a:cubicBezTo>
                <a:cubicBezTo>
                  <a:pt x="4110917" y="3057010"/>
                  <a:pt x="4116245" y="3057951"/>
                  <a:pt x="4121554" y="3058953"/>
                </a:cubicBezTo>
                <a:lnTo>
                  <a:pt x="4121671" y="3060092"/>
                </a:lnTo>
                <a:cubicBezTo>
                  <a:pt x="4480521" y="3119024"/>
                  <a:pt x="4761560" y="3397595"/>
                  <a:pt x="4811836" y="3747690"/>
                </a:cubicBezTo>
                <a:cubicBezTo>
                  <a:pt x="4812004" y="3747743"/>
                  <a:pt x="4812173" y="3747748"/>
                  <a:pt x="4812342" y="3747753"/>
                </a:cubicBezTo>
                <a:lnTo>
                  <a:pt x="4812882" y="3754390"/>
                </a:lnTo>
                <a:cubicBezTo>
                  <a:pt x="4817939" y="3784397"/>
                  <a:pt x="4820389" y="3815039"/>
                  <a:pt x="4820346" y="3846121"/>
                </a:cubicBezTo>
                <a:cubicBezTo>
                  <a:pt x="4821658" y="3851707"/>
                  <a:pt x="4821717" y="3857331"/>
                  <a:pt x="4821717" y="3862969"/>
                </a:cubicBezTo>
                <a:cubicBezTo>
                  <a:pt x="4821717" y="3866761"/>
                  <a:pt x="4821690" y="3870547"/>
                  <a:pt x="4821124" y="3874319"/>
                </a:cubicBezTo>
                <a:lnTo>
                  <a:pt x="4820625" y="3874286"/>
                </a:lnTo>
                <a:lnTo>
                  <a:pt x="4820599" y="3874777"/>
                </a:lnTo>
                <a:lnTo>
                  <a:pt x="4803481" y="3873164"/>
                </a:lnTo>
                <a:cubicBezTo>
                  <a:pt x="4771106" y="3872641"/>
                  <a:pt x="4739226" y="3869683"/>
                  <a:pt x="4708054" y="3864173"/>
                </a:cubicBezTo>
                <a:cubicBezTo>
                  <a:pt x="4702477" y="3864589"/>
                  <a:pt x="4697148" y="3863648"/>
                  <a:pt x="4691837" y="3862645"/>
                </a:cubicBezTo>
                <a:lnTo>
                  <a:pt x="4691721" y="3861506"/>
                </a:lnTo>
                <a:cubicBezTo>
                  <a:pt x="4332870" y="3802574"/>
                  <a:pt x="4051831" y="3524002"/>
                  <a:pt x="4001556" y="3173908"/>
                </a:cubicBezTo>
                <a:cubicBezTo>
                  <a:pt x="4001388" y="3173856"/>
                  <a:pt x="4001220" y="3173851"/>
                  <a:pt x="4001050" y="3173846"/>
                </a:cubicBezTo>
                <a:lnTo>
                  <a:pt x="4000512" y="3167222"/>
                </a:lnTo>
                <a:cubicBezTo>
                  <a:pt x="3995453" y="3137210"/>
                  <a:pt x="3993003" y="3106561"/>
                  <a:pt x="3993045" y="3075472"/>
                </a:cubicBezTo>
                <a:cubicBezTo>
                  <a:pt x="3991733" y="3069889"/>
                  <a:pt x="3991674" y="3064266"/>
                  <a:pt x="3991674" y="3058630"/>
                </a:cubicBezTo>
                <a:close/>
                <a:moveTo>
                  <a:pt x="3293448" y="636203"/>
                </a:moveTo>
                <a:cubicBezTo>
                  <a:pt x="3346724" y="907109"/>
                  <a:pt x="3561567" y="1121906"/>
                  <a:pt x="3836757" y="1181049"/>
                </a:cubicBezTo>
                <a:cubicBezTo>
                  <a:pt x="3783482" y="910143"/>
                  <a:pt x="3568638" y="695346"/>
                  <a:pt x="3293448" y="636203"/>
                </a:cubicBezTo>
                <a:close/>
                <a:moveTo>
                  <a:pt x="3293448" y="2333028"/>
                </a:moveTo>
                <a:cubicBezTo>
                  <a:pt x="3346724" y="2603934"/>
                  <a:pt x="3561567" y="2818731"/>
                  <a:pt x="3836757" y="2877874"/>
                </a:cubicBezTo>
                <a:cubicBezTo>
                  <a:pt x="3783482" y="2606968"/>
                  <a:pt x="3568638" y="2392171"/>
                  <a:pt x="3293448" y="2333028"/>
                </a:cubicBezTo>
                <a:close/>
                <a:moveTo>
                  <a:pt x="3293446" y="2034258"/>
                </a:moveTo>
                <a:cubicBezTo>
                  <a:pt x="3568636" y="1975579"/>
                  <a:pt x="3783479" y="1762469"/>
                  <a:pt x="3836755" y="1493690"/>
                </a:cubicBezTo>
                <a:cubicBezTo>
                  <a:pt x="3561565" y="1552369"/>
                  <a:pt x="3346721" y="1765479"/>
                  <a:pt x="3293446" y="2034258"/>
                </a:cubicBezTo>
                <a:close/>
                <a:moveTo>
                  <a:pt x="3293446" y="3731083"/>
                </a:moveTo>
                <a:cubicBezTo>
                  <a:pt x="3568636" y="3672404"/>
                  <a:pt x="3783479" y="3459294"/>
                  <a:pt x="3836755" y="3190516"/>
                </a:cubicBezTo>
                <a:cubicBezTo>
                  <a:pt x="3561565" y="3249194"/>
                  <a:pt x="3346721" y="3462304"/>
                  <a:pt x="3293446" y="3731083"/>
                </a:cubicBezTo>
                <a:close/>
                <a:moveTo>
                  <a:pt x="3150081" y="503273"/>
                </a:moveTo>
                <a:lnTo>
                  <a:pt x="3150675" y="491833"/>
                </a:lnTo>
                <a:lnTo>
                  <a:pt x="3151173" y="491866"/>
                </a:lnTo>
                <a:lnTo>
                  <a:pt x="3151199" y="491372"/>
                </a:lnTo>
                <a:lnTo>
                  <a:pt x="3168287" y="492995"/>
                </a:lnTo>
                <a:cubicBezTo>
                  <a:pt x="3200672" y="493522"/>
                  <a:pt x="3232565" y="496503"/>
                  <a:pt x="3263748" y="502060"/>
                </a:cubicBezTo>
                <a:cubicBezTo>
                  <a:pt x="3269324" y="501641"/>
                  <a:pt x="3274652" y="502589"/>
                  <a:pt x="3279961" y="503599"/>
                </a:cubicBezTo>
                <a:lnTo>
                  <a:pt x="3280078" y="504747"/>
                </a:lnTo>
                <a:cubicBezTo>
                  <a:pt x="3638928" y="564145"/>
                  <a:pt x="3919967" y="844922"/>
                  <a:pt x="3970244" y="1197788"/>
                </a:cubicBezTo>
                <a:cubicBezTo>
                  <a:pt x="3970411" y="1197841"/>
                  <a:pt x="3970581" y="1197846"/>
                  <a:pt x="3970749" y="1197851"/>
                </a:cubicBezTo>
                <a:lnTo>
                  <a:pt x="3971290" y="1204541"/>
                </a:lnTo>
                <a:cubicBezTo>
                  <a:pt x="3976346" y="1234785"/>
                  <a:pt x="3978796" y="1265670"/>
                  <a:pt x="3978754" y="1296998"/>
                </a:cubicBezTo>
                <a:cubicBezTo>
                  <a:pt x="3980066" y="1302628"/>
                  <a:pt x="3980124" y="1308297"/>
                  <a:pt x="3980124" y="1313979"/>
                </a:cubicBezTo>
                <a:cubicBezTo>
                  <a:pt x="3980124" y="1317801"/>
                  <a:pt x="3980097" y="1321617"/>
                  <a:pt x="3979531" y="1325419"/>
                </a:cubicBezTo>
                <a:lnTo>
                  <a:pt x="3979032" y="1325386"/>
                </a:lnTo>
                <a:lnTo>
                  <a:pt x="3979006" y="1325881"/>
                </a:lnTo>
                <a:lnTo>
                  <a:pt x="3961888" y="1324255"/>
                </a:lnTo>
                <a:cubicBezTo>
                  <a:pt x="3929514" y="1323728"/>
                  <a:pt x="3897633" y="1320747"/>
                  <a:pt x="3866461" y="1315193"/>
                </a:cubicBezTo>
                <a:cubicBezTo>
                  <a:pt x="3860884" y="1315612"/>
                  <a:pt x="3855555" y="1314664"/>
                  <a:pt x="3850245" y="1313653"/>
                </a:cubicBezTo>
                <a:lnTo>
                  <a:pt x="3850129" y="1312505"/>
                </a:lnTo>
                <a:cubicBezTo>
                  <a:pt x="3491277" y="1253106"/>
                  <a:pt x="3210238" y="972329"/>
                  <a:pt x="3159963" y="619464"/>
                </a:cubicBezTo>
                <a:cubicBezTo>
                  <a:pt x="3159795" y="619411"/>
                  <a:pt x="3159627" y="619406"/>
                  <a:pt x="3159457" y="619401"/>
                </a:cubicBezTo>
                <a:lnTo>
                  <a:pt x="3158919" y="612725"/>
                </a:lnTo>
                <a:cubicBezTo>
                  <a:pt x="3153860" y="582475"/>
                  <a:pt x="3151410" y="551584"/>
                  <a:pt x="3151452" y="520249"/>
                </a:cubicBezTo>
                <a:cubicBezTo>
                  <a:pt x="3150140" y="514621"/>
                  <a:pt x="3150081" y="508954"/>
                  <a:pt x="3150081" y="503273"/>
                </a:cubicBezTo>
                <a:close/>
                <a:moveTo>
                  <a:pt x="3150081" y="2200098"/>
                </a:moveTo>
                <a:lnTo>
                  <a:pt x="3150675" y="2188658"/>
                </a:lnTo>
                <a:lnTo>
                  <a:pt x="3151173" y="2188691"/>
                </a:lnTo>
                <a:lnTo>
                  <a:pt x="3151199" y="2188197"/>
                </a:lnTo>
                <a:lnTo>
                  <a:pt x="3168287" y="2189820"/>
                </a:lnTo>
                <a:cubicBezTo>
                  <a:pt x="3200672" y="2190347"/>
                  <a:pt x="3232565" y="2193328"/>
                  <a:pt x="3263748" y="2198885"/>
                </a:cubicBezTo>
                <a:cubicBezTo>
                  <a:pt x="3269324" y="2198466"/>
                  <a:pt x="3274652" y="2199414"/>
                  <a:pt x="3279961" y="2200424"/>
                </a:cubicBezTo>
                <a:lnTo>
                  <a:pt x="3280078" y="2201572"/>
                </a:lnTo>
                <a:cubicBezTo>
                  <a:pt x="3638928" y="2260970"/>
                  <a:pt x="3919967" y="2541747"/>
                  <a:pt x="3970244" y="2894613"/>
                </a:cubicBezTo>
                <a:cubicBezTo>
                  <a:pt x="3970411" y="2894666"/>
                  <a:pt x="3970581" y="2894671"/>
                  <a:pt x="3970749" y="2894676"/>
                </a:cubicBezTo>
                <a:lnTo>
                  <a:pt x="3971290" y="2901366"/>
                </a:lnTo>
                <a:cubicBezTo>
                  <a:pt x="3976346" y="2931610"/>
                  <a:pt x="3978796" y="2962495"/>
                  <a:pt x="3978754" y="2993823"/>
                </a:cubicBezTo>
                <a:cubicBezTo>
                  <a:pt x="3980066" y="2999453"/>
                  <a:pt x="3980124" y="3005122"/>
                  <a:pt x="3980124" y="3010804"/>
                </a:cubicBezTo>
                <a:cubicBezTo>
                  <a:pt x="3980124" y="3014626"/>
                  <a:pt x="3980097" y="3018442"/>
                  <a:pt x="3979531" y="3022244"/>
                </a:cubicBezTo>
                <a:lnTo>
                  <a:pt x="3979032" y="3022211"/>
                </a:lnTo>
                <a:lnTo>
                  <a:pt x="3979006" y="3022706"/>
                </a:lnTo>
                <a:lnTo>
                  <a:pt x="3961888" y="3021080"/>
                </a:lnTo>
                <a:cubicBezTo>
                  <a:pt x="3929514" y="3020553"/>
                  <a:pt x="3897633" y="3017572"/>
                  <a:pt x="3866461" y="3012018"/>
                </a:cubicBezTo>
                <a:cubicBezTo>
                  <a:pt x="3860884" y="3012437"/>
                  <a:pt x="3855555" y="3011489"/>
                  <a:pt x="3850245" y="3010478"/>
                </a:cubicBezTo>
                <a:lnTo>
                  <a:pt x="3850129" y="3009330"/>
                </a:lnTo>
                <a:cubicBezTo>
                  <a:pt x="3491277" y="2949931"/>
                  <a:pt x="3210238" y="2669154"/>
                  <a:pt x="3159963" y="2316289"/>
                </a:cubicBezTo>
                <a:cubicBezTo>
                  <a:pt x="3159795" y="2316236"/>
                  <a:pt x="3159627" y="2316231"/>
                  <a:pt x="3159457" y="2316226"/>
                </a:cubicBezTo>
                <a:lnTo>
                  <a:pt x="3158919" y="2309550"/>
                </a:lnTo>
                <a:cubicBezTo>
                  <a:pt x="3153860" y="2279300"/>
                  <a:pt x="3151410" y="2248409"/>
                  <a:pt x="3151452" y="2217074"/>
                </a:cubicBezTo>
                <a:cubicBezTo>
                  <a:pt x="3150140" y="2211446"/>
                  <a:pt x="3150081" y="2205779"/>
                  <a:pt x="3150081" y="2200098"/>
                </a:cubicBezTo>
                <a:close/>
                <a:moveTo>
                  <a:pt x="3150081" y="3896923"/>
                </a:moveTo>
                <a:lnTo>
                  <a:pt x="3150675" y="3885483"/>
                </a:lnTo>
                <a:lnTo>
                  <a:pt x="3151173" y="3885516"/>
                </a:lnTo>
                <a:lnTo>
                  <a:pt x="3151199" y="3885022"/>
                </a:lnTo>
                <a:lnTo>
                  <a:pt x="3168287" y="3886645"/>
                </a:lnTo>
                <a:cubicBezTo>
                  <a:pt x="3200672" y="3887172"/>
                  <a:pt x="3232565" y="3890153"/>
                  <a:pt x="3263748" y="3895710"/>
                </a:cubicBezTo>
                <a:cubicBezTo>
                  <a:pt x="3269324" y="3895291"/>
                  <a:pt x="3274652" y="3896239"/>
                  <a:pt x="3279961" y="3897249"/>
                </a:cubicBezTo>
                <a:lnTo>
                  <a:pt x="3280078" y="3898397"/>
                </a:lnTo>
                <a:cubicBezTo>
                  <a:pt x="3514137" y="3937139"/>
                  <a:pt x="3715094" y="4070062"/>
                  <a:pt x="3840331" y="4255797"/>
                </a:cubicBezTo>
                <a:lnTo>
                  <a:pt x="3868775" y="4305008"/>
                </a:lnTo>
                <a:lnTo>
                  <a:pt x="3717725" y="4305008"/>
                </a:lnTo>
                <a:lnTo>
                  <a:pt x="3665602" y="4241205"/>
                </a:lnTo>
                <a:cubicBezTo>
                  <a:pt x="3568906" y="4136681"/>
                  <a:pt x="3439699" y="4061285"/>
                  <a:pt x="3293448" y="4029853"/>
                </a:cubicBezTo>
                <a:cubicBezTo>
                  <a:pt x="3310695" y="4117553"/>
                  <a:pt x="3344874" y="4199373"/>
                  <a:pt x="3392629" y="4271827"/>
                </a:cubicBezTo>
                <a:lnTo>
                  <a:pt x="3419311" y="4305008"/>
                </a:lnTo>
                <a:lnTo>
                  <a:pt x="3265201" y="4305008"/>
                </a:lnTo>
                <a:lnTo>
                  <a:pt x="3235080" y="4254710"/>
                </a:lnTo>
                <a:cubicBezTo>
                  <a:pt x="3197877" y="4179889"/>
                  <a:pt x="3172145" y="4098618"/>
                  <a:pt x="3159963" y="4013114"/>
                </a:cubicBezTo>
                <a:cubicBezTo>
                  <a:pt x="3159795" y="4013061"/>
                  <a:pt x="3159627" y="4013056"/>
                  <a:pt x="3159457" y="4013051"/>
                </a:cubicBezTo>
                <a:lnTo>
                  <a:pt x="3158919" y="4006375"/>
                </a:lnTo>
                <a:cubicBezTo>
                  <a:pt x="3153860" y="3976125"/>
                  <a:pt x="3151410" y="3945234"/>
                  <a:pt x="3151452" y="3913899"/>
                </a:cubicBezTo>
                <a:cubicBezTo>
                  <a:pt x="3150140" y="3908271"/>
                  <a:pt x="3150081" y="3902604"/>
                  <a:pt x="3150081" y="3896923"/>
                </a:cubicBezTo>
                <a:close/>
                <a:moveTo>
                  <a:pt x="3150079" y="469318"/>
                </a:moveTo>
                <a:cubicBezTo>
                  <a:pt x="3150079" y="463681"/>
                  <a:pt x="3150138" y="458057"/>
                  <a:pt x="3151450" y="452471"/>
                </a:cubicBezTo>
                <a:cubicBezTo>
                  <a:pt x="3151408" y="421389"/>
                  <a:pt x="3153857" y="390746"/>
                  <a:pt x="3158914" y="360740"/>
                </a:cubicBezTo>
                <a:lnTo>
                  <a:pt x="3159454" y="354103"/>
                </a:lnTo>
                <a:cubicBezTo>
                  <a:pt x="3159623" y="354098"/>
                  <a:pt x="3159792" y="354093"/>
                  <a:pt x="3159960" y="354040"/>
                </a:cubicBezTo>
                <a:cubicBezTo>
                  <a:pt x="3173111" y="262463"/>
                  <a:pt x="3202052" y="175780"/>
                  <a:pt x="3244173" y="96778"/>
                </a:cubicBezTo>
                <a:lnTo>
                  <a:pt x="3306807" y="0"/>
                </a:lnTo>
                <a:lnTo>
                  <a:pt x="3475182" y="0"/>
                </a:lnTo>
                <a:lnTo>
                  <a:pt x="3406954" y="76659"/>
                </a:lnTo>
                <a:cubicBezTo>
                  <a:pt x="3351687" y="153496"/>
                  <a:pt x="3312372" y="241952"/>
                  <a:pt x="3293446" y="337433"/>
                </a:cubicBezTo>
                <a:cubicBezTo>
                  <a:pt x="3476486" y="298404"/>
                  <a:pt x="3632827" y="191052"/>
                  <a:pt x="3732420" y="44350"/>
                </a:cubicBezTo>
                <a:lnTo>
                  <a:pt x="3754649" y="0"/>
                </a:lnTo>
                <a:lnTo>
                  <a:pt x="3903287" y="0"/>
                </a:lnTo>
                <a:lnTo>
                  <a:pt x="3851448" y="95636"/>
                </a:lnTo>
                <a:cubicBezTo>
                  <a:pt x="3727674" y="289169"/>
                  <a:pt x="3521481" y="428211"/>
                  <a:pt x="3280075" y="467856"/>
                </a:cubicBezTo>
                <a:lnTo>
                  <a:pt x="3279959" y="468995"/>
                </a:lnTo>
                <a:cubicBezTo>
                  <a:pt x="3274648" y="469998"/>
                  <a:pt x="3269319" y="470939"/>
                  <a:pt x="3263742" y="470523"/>
                </a:cubicBezTo>
                <a:cubicBezTo>
                  <a:pt x="3232570" y="476033"/>
                  <a:pt x="3200690" y="478991"/>
                  <a:pt x="3168316" y="479514"/>
                </a:cubicBezTo>
                <a:lnTo>
                  <a:pt x="3151197" y="481127"/>
                </a:lnTo>
                <a:lnTo>
                  <a:pt x="3151171" y="480636"/>
                </a:lnTo>
                <a:lnTo>
                  <a:pt x="3150672" y="480669"/>
                </a:lnTo>
                <a:cubicBezTo>
                  <a:pt x="3150106" y="476896"/>
                  <a:pt x="3150079" y="473110"/>
                  <a:pt x="3150079" y="469318"/>
                </a:cubicBezTo>
                <a:close/>
                <a:moveTo>
                  <a:pt x="3150079" y="2166144"/>
                </a:moveTo>
                <a:cubicBezTo>
                  <a:pt x="3150079" y="2160506"/>
                  <a:pt x="3150138" y="2154882"/>
                  <a:pt x="3151450" y="2149296"/>
                </a:cubicBezTo>
                <a:cubicBezTo>
                  <a:pt x="3151408" y="2118214"/>
                  <a:pt x="3153857" y="2087572"/>
                  <a:pt x="3158914" y="2057565"/>
                </a:cubicBezTo>
                <a:lnTo>
                  <a:pt x="3159454" y="2050928"/>
                </a:lnTo>
                <a:cubicBezTo>
                  <a:pt x="3159623" y="2050923"/>
                  <a:pt x="3159792" y="2050918"/>
                  <a:pt x="3159960" y="2050865"/>
                </a:cubicBezTo>
                <a:cubicBezTo>
                  <a:pt x="3210236" y="1700770"/>
                  <a:pt x="3491275" y="1422199"/>
                  <a:pt x="3850126" y="1363267"/>
                </a:cubicBezTo>
                <a:lnTo>
                  <a:pt x="3850243" y="1362128"/>
                </a:lnTo>
                <a:cubicBezTo>
                  <a:pt x="3855551" y="1361126"/>
                  <a:pt x="3860879" y="1360185"/>
                  <a:pt x="3866455" y="1360601"/>
                </a:cubicBezTo>
                <a:cubicBezTo>
                  <a:pt x="3897639" y="1355088"/>
                  <a:pt x="3929531" y="1352130"/>
                  <a:pt x="3961917" y="1351607"/>
                </a:cubicBezTo>
                <a:lnTo>
                  <a:pt x="3979004" y="1349997"/>
                </a:lnTo>
                <a:lnTo>
                  <a:pt x="3979030" y="1350487"/>
                </a:lnTo>
                <a:lnTo>
                  <a:pt x="3979528" y="1350455"/>
                </a:lnTo>
                <a:lnTo>
                  <a:pt x="3980122" y="1361805"/>
                </a:lnTo>
                <a:cubicBezTo>
                  <a:pt x="3980122" y="1367441"/>
                  <a:pt x="3980064" y="1373063"/>
                  <a:pt x="3978752" y="1378647"/>
                </a:cubicBezTo>
                <a:cubicBezTo>
                  <a:pt x="3978794" y="1409736"/>
                  <a:pt x="3976343" y="1440385"/>
                  <a:pt x="3971285" y="1470397"/>
                </a:cubicBezTo>
                <a:lnTo>
                  <a:pt x="3970746" y="1477021"/>
                </a:lnTo>
                <a:cubicBezTo>
                  <a:pt x="3970577" y="1477026"/>
                  <a:pt x="3970408" y="1477030"/>
                  <a:pt x="3970241" y="1477083"/>
                </a:cubicBezTo>
                <a:cubicBezTo>
                  <a:pt x="3919965" y="1827177"/>
                  <a:pt x="3638926" y="2105749"/>
                  <a:pt x="3280075" y="2164681"/>
                </a:cubicBezTo>
                <a:lnTo>
                  <a:pt x="3279959" y="2165820"/>
                </a:lnTo>
                <a:cubicBezTo>
                  <a:pt x="3274648" y="2166823"/>
                  <a:pt x="3269319" y="2167764"/>
                  <a:pt x="3263742" y="2167348"/>
                </a:cubicBezTo>
                <a:cubicBezTo>
                  <a:pt x="3232570" y="2172858"/>
                  <a:pt x="3200690" y="2175816"/>
                  <a:pt x="3168316" y="2176339"/>
                </a:cubicBezTo>
                <a:lnTo>
                  <a:pt x="3151197" y="2177952"/>
                </a:lnTo>
                <a:lnTo>
                  <a:pt x="3151171" y="2177461"/>
                </a:lnTo>
                <a:lnTo>
                  <a:pt x="3150672" y="2177494"/>
                </a:lnTo>
                <a:cubicBezTo>
                  <a:pt x="3150106" y="2173722"/>
                  <a:pt x="3150079" y="2169936"/>
                  <a:pt x="3150079" y="2166144"/>
                </a:cubicBezTo>
                <a:close/>
                <a:moveTo>
                  <a:pt x="3150079" y="3862969"/>
                </a:moveTo>
                <a:cubicBezTo>
                  <a:pt x="3150079" y="3857331"/>
                  <a:pt x="3150138" y="3851707"/>
                  <a:pt x="3151450" y="3846121"/>
                </a:cubicBezTo>
                <a:cubicBezTo>
                  <a:pt x="3151408" y="3815039"/>
                  <a:pt x="3153857" y="3784397"/>
                  <a:pt x="3158914" y="3754390"/>
                </a:cubicBezTo>
                <a:lnTo>
                  <a:pt x="3159454" y="3747753"/>
                </a:lnTo>
                <a:cubicBezTo>
                  <a:pt x="3159623" y="3747748"/>
                  <a:pt x="3159792" y="3747743"/>
                  <a:pt x="3159960" y="3747690"/>
                </a:cubicBezTo>
                <a:cubicBezTo>
                  <a:pt x="3210236" y="3397595"/>
                  <a:pt x="3491275" y="3119024"/>
                  <a:pt x="3850126" y="3060092"/>
                </a:cubicBezTo>
                <a:lnTo>
                  <a:pt x="3850243" y="3058953"/>
                </a:lnTo>
                <a:cubicBezTo>
                  <a:pt x="3855551" y="3057951"/>
                  <a:pt x="3860879" y="3057010"/>
                  <a:pt x="3866455" y="3057426"/>
                </a:cubicBezTo>
                <a:cubicBezTo>
                  <a:pt x="3897639" y="3051913"/>
                  <a:pt x="3929531" y="3048955"/>
                  <a:pt x="3961917" y="3048432"/>
                </a:cubicBezTo>
                <a:lnTo>
                  <a:pt x="3979004" y="3046822"/>
                </a:lnTo>
                <a:lnTo>
                  <a:pt x="3979030" y="3047312"/>
                </a:lnTo>
                <a:lnTo>
                  <a:pt x="3979528" y="3047280"/>
                </a:lnTo>
                <a:lnTo>
                  <a:pt x="3980122" y="3058630"/>
                </a:lnTo>
                <a:cubicBezTo>
                  <a:pt x="3980122" y="3064266"/>
                  <a:pt x="3980064" y="3069889"/>
                  <a:pt x="3978752" y="3075472"/>
                </a:cubicBezTo>
                <a:cubicBezTo>
                  <a:pt x="3978794" y="3106561"/>
                  <a:pt x="3976343" y="3137210"/>
                  <a:pt x="3971285" y="3167222"/>
                </a:cubicBezTo>
                <a:lnTo>
                  <a:pt x="3970746" y="3173846"/>
                </a:lnTo>
                <a:cubicBezTo>
                  <a:pt x="3970577" y="3173851"/>
                  <a:pt x="3970408" y="3173856"/>
                  <a:pt x="3970241" y="3173908"/>
                </a:cubicBezTo>
                <a:cubicBezTo>
                  <a:pt x="3919965" y="3524002"/>
                  <a:pt x="3638926" y="3802574"/>
                  <a:pt x="3280075" y="3861506"/>
                </a:cubicBezTo>
                <a:lnTo>
                  <a:pt x="3279959" y="3862645"/>
                </a:lnTo>
                <a:cubicBezTo>
                  <a:pt x="3274648" y="3863648"/>
                  <a:pt x="3269319" y="3864589"/>
                  <a:pt x="3263742" y="3864173"/>
                </a:cubicBezTo>
                <a:cubicBezTo>
                  <a:pt x="3232570" y="3869683"/>
                  <a:pt x="3200690" y="3872641"/>
                  <a:pt x="3168316" y="3873164"/>
                </a:cubicBezTo>
                <a:lnTo>
                  <a:pt x="3151197" y="3874777"/>
                </a:lnTo>
                <a:lnTo>
                  <a:pt x="3151171" y="3874286"/>
                </a:lnTo>
                <a:lnTo>
                  <a:pt x="3150672" y="3874319"/>
                </a:lnTo>
                <a:cubicBezTo>
                  <a:pt x="3150106" y="3870547"/>
                  <a:pt x="3150079" y="3866761"/>
                  <a:pt x="3150079" y="3862969"/>
                </a:cubicBezTo>
                <a:close/>
                <a:moveTo>
                  <a:pt x="2442890" y="1181049"/>
                </a:moveTo>
                <a:cubicBezTo>
                  <a:pt x="2718080" y="1121906"/>
                  <a:pt x="2932923" y="907109"/>
                  <a:pt x="2986199" y="636203"/>
                </a:cubicBezTo>
                <a:cubicBezTo>
                  <a:pt x="2711009" y="695346"/>
                  <a:pt x="2496165" y="910143"/>
                  <a:pt x="2442890" y="1181049"/>
                </a:cubicBezTo>
                <a:close/>
                <a:moveTo>
                  <a:pt x="2442890" y="1493690"/>
                </a:moveTo>
                <a:cubicBezTo>
                  <a:pt x="2496166" y="1762469"/>
                  <a:pt x="2711009" y="1975579"/>
                  <a:pt x="2986199" y="2034258"/>
                </a:cubicBezTo>
                <a:cubicBezTo>
                  <a:pt x="2932924" y="1765479"/>
                  <a:pt x="2718080" y="1552369"/>
                  <a:pt x="2442890" y="1493690"/>
                </a:cubicBezTo>
                <a:close/>
                <a:moveTo>
                  <a:pt x="2442890" y="2877874"/>
                </a:moveTo>
                <a:cubicBezTo>
                  <a:pt x="2718080" y="2818731"/>
                  <a:pt x="2932923" y="2603934"/>
                  <a:pt x="2986199" y="2333028"/>
                </a:cubicBezTo>
                <a:cubicBezTo>
                  <a:pt x="2711009" y="2392171"/>
                  <a:pt x="2496165" y="2606968"/>
                  <a:pt x="2442890" y="2877874"/>
                </a:cubicBezTo>
                <a:close/>
                <a:moveTo>
                  <a:pt x="2442890" y="3190516"/>
                </a:moveTo>
                <a:cubicBezTo>
                  <a:pt x="2496166" y="3459294"/>
                  <a:pt x="2711009" y="3672404"/>
                  <a:pt x="2986199" y="3731083"/>
                </a:cubicBezTo>
                <a:cubicBezTo>
                  <a:pt x="2932924" y="3462304"/>
                  <a:pt x="2718080" y="3249194"/>
                  <a:pt x="2442890" y="3190516"/>
                </a:cubicBezTo>
                <a:close/>
                <a:moveTo>
                  <a:pt x="2410871" y="4305008"/>
                </a:moveTo>
                <a:lnTo>
                  <a:pt x="2439316" y="4255797"/>
                </a:lnTo>
                <a:cubicBezTo>
                  <a:pt x="2564553" y="4070062"/>
                  <a:pt x="2765510" y="3937139"/>
                  <a:pt x="2999569" y="3898397"/>
                </a:cubicBezTo>
                <a:lnTo>
                  <a:pt x="2999686" y="3897249"/>
                </a:lnTo>
                <a:cubicBezTo>
                  <a:pt x="3004995" y="3896239"/>
                  <a:pt x="3010323" y="3895291"/>
                  <a:pt x="3015899" y="3895710"/>
                </a:cubicBezTo>
                <a:cubicBezTo>
                  <a:pt x="3047082" y="3890153"/>
                  <a:pt x="3078975" y="3887172"/>
                  <a:pt x="3111360" y="3886645"/>
                </a:cubicBezTo>
                <a:lnTo>
                  <a:pt x="3128448" y="3885022"/>
                </a:lnTo>
                <a:lnTo>
                  <a:pt x="3128474" y="3885516"/>
                </a:lnTo>
                <a:lnTo>
                  <a:pt x="3128972" y="3885483"/>
                </a:lnTo>
                <a:lnTo>
                  <a:pt x="3129566" y="3896923"/>
                </a:lnTo>
                <a:cubicBezTo>
                  <a:pt x="3129566" y="3902604"/>
                  <a:pt x="3129507" y="3908271"/>
                  <a:pt x="3128195" y="3913899"/>
                </a:cubicBezTo>
                <a:cubicBezTo>
                  <a:pt x="3128237" y="3945234"/>
                  <a:pt x="3125787" y="3976125"/>
                  <a:pt x="3120728" y="4006375"/>
                </a:cubicBezTo>
                <a:lnTo>
                  <a:pt x="3120190" y="4013051"/>
                </a:lnTo>
                <a:cubicBezTo>
                  <a:pt x="3120020" y="4013056"/>
                  <a:pt x="3119852" y="4013061"/>
                  <a:pt x="3119684" y="4013114"/>
                </a:cubicBezTo>
                <a:cubicBezTo>
                  <a:pt x="3107502" y="4098618"/>
                  <a:pt x="3081770" y="4179889"/>
                  <a:pt x="3044567" y="4254710"/>
                </a:cubicBezTo>
                <a:lnTo>
                  <a:pt x="3014445" y="4305008"/>
                </a:lnTo>
                <a:lnTo>
                  <a:pt x="2860336" y="4305008"/>
                </a:lnTo>
                <a:lnTo>
                  <a:pt x="2887018" y="4271827"/>
                </a:lnTo>
                <a:cubicBezTo>
                  <a:pt x="2934773" y="4199373"/>
                  <a:pt x="2968952" y="4117553"/>
                  <a:pt x="2986199" y="4029853"/>
                </a:cubicBezTo>
                <a:cubicBezTo>
                  <a:pt x="2839947" y="4061285"/>
                  <a:pt x="2710740" y="4136681"/>
                  <a:pt x="2614045" y="4241205"/>
                </a:cubicBezTo>
                <a:lnTo>
                  <a:pt x="2561922" y="4305008"/>
                </a:lnTo>
                <a:close/>
                <a:moveTo>
                  <a:pt x="2376360" y="0"/>
                </a:moveTo>
                <a:lnTo>
                  <a:pt x="2524998" y="0"/>
                </a:lnTo>
                <a:lnTo>
                  <a:pt x="2547226" y="44350"/>
                </a:lnTo>
                <a:cubicBezTo>
                  <a:pt x="2646819" y="191052"/>
                  <a:pt x="2803160" y="298404"/>
                  <a:pt x="2986199" y="337433"/>
                </a:cubicBezTo>
                <a:cubicBezTo>
                  <a:pt x="2967274" y="241952"/>
                  <a:pt x="2927959" y="153496"/>
                  <a:pt x="2872691" y="76659"/>
                </a:cubicBezTo>
                <a:lnTo>
                  <a:pt x="2804464" y="0"/>
                </a:lnTo>
                <a:lnTo>
                  <a:pt x="2972839" y="0"/>
                </a:lnTo>
                <a:lnTo>
                  <a:pt x="3035473" y="96778"/>
                </a:lnTo>
                <a:cubicBezTo>
                  <a:pt x="3077594" y="175780"/>
                  <a:pt x="3106535" y="262463"/>
                  <a:pt x="3119686" y="354040"/>
                </a:cubicBezTo>
                <a:cubicBezTo>
                  <a:pt x="3119853" y="354093"/>
                  <a:pt x="3120023" y="354098"/>
                  <a:pt x="3120191" y="354103"/>
                </a:cubicBezTo>
                <a:lnTo>
                  <a:pt x="3120732" y="360740"/>
                </a:lnTo>
                <a:cubicBezTo>
                  <a:pt x="3125788" y="390746"/>
                  <a:pt x="3128238" y="421389"/>
                  <a:pt x="3128196" y="452471"/>
                </a:cubicBezTo>
                <a:cubicBezTo>
                  <a:pt x="3129508" y="458057"/>
                  <a:pt x="3129566" y="463681"/>
                  <a:pt x="3129566" y="469318"/>
                </a:cubicBezTo>
                <a:cubicBezTo>
                  <a:pt x="3129566" y="473110"/>
                  <a:pt x="3129539" y="476896"/>
                  <a:pt x="3128973" y="480669"/>
                </a:cubicBezTo>
                <a:lnTo>
                  <a:pt x="3128474" y="480636"/>
                </a:lnTo>
                <a:lnTo>
                  <a:pt x="3128448" y="481127"/>
                </a:lnTo>
                <a:lnTo>
                  <a:pt x="3111330" y="479514"/>
                </a:lnTo>
                <a:cubicBezTo>
                  <a:pt x="3078956" y="478991"/>
                  <a:pt x="3047075" y="476033"/>
                  <a:pt x="3015903" y="470523"/>
                </a:cubicBezTo>
                <a:cubicBezTo>
                  <a:pt x="3010326" y="470939"/>
                  <a:pt x="3004997" y="469998"/>
                  <a:pt x="2999687" y="468995"/>
                </a:cubicBezTo>
                <a:lnTo>
                  <a:pt x="2999571" y="467856"/>
                </a:lnTo>
                <a:cubicBezTo>
                  <a:pt x="2758165" y="428211"/>
                  <a:pt x="2551973" y="289169"/>
                  <a:pt x="2428199" y="95636"/>
                </a:cubicBezTo>
                <a:close/>
                <a:moveTo>
                  <a:pt x="2299523" y="1313979"/>
                </a:moveTo>
                <a:cubicBezTo>
                  <a:pt x="2299523" y="1308297"/>
                  <a:pt x="2299582" y="1302628"/>
                  <a:pt x="2300894" y="1296998"/>
                </a:cubicBezTo>
                <a:cubicBezTo>
                  <a:pt x="2300852" y="1265670"/>
                  <a:pt x="2303301" y="1234785"/>
                  <a:pt x="2308358" y="1204541"/>
                </a:cubicBezTo>
                <a:lnTo>
                  <a:pt x="2308898" y="1197851"/>
                </a:lnTo>
                <a:cubicBezTo>
                  <a:pt x="2309067" y="1197846"/>
                  <a:pt x="2309236" y="1197841"/>
                  <a:pt x="2309404" y="1197788"/>
                </a:cubicBezTo>
                <a:cubicBezTo>
                  <a:pt x="2359680" y="844922"/>
                  <a:pt x="2640719" y="564145"/>
                  <a:pt x="2999570" y="504747"/>
                </a:cubicBezTo>
                <a:lnTo>
                  <a:pt x="2999687" y="503599"/>
                </a:lnTo>
                <a:cubicBezTo>
                  <a:pt x="3004995" y="502589"/>
                  <a:pt x="3010323" y="501641"/>
                  <a:pt x="3015899" y="502060"/>
                </a:cubicBezTo>
                <a:cubicBezTo>
                  <a:pt x="3047083" y="496503"/>
                  <a:pt x="3078975" y="493522"/>
                  <a:pt x="3111361" y="492995"/>
                </a:cubicBezTo>
                <a:lnTo>
                  <a:pt x="3128448" y="491372"/>
                </a:lnTo>
                <a:lnTo>
                  <a:pt x="3128474" y="491866"/>
                </a:lnTo>
                <a:lnTo>
                  <a:pt x="3128972" y="491833"/>
                </a:lnTo>
                <a:lnTo>
                  <a:pt x="3129566" y="503273"/>
                </a:lnTo>
                <a:cubicBezTo>
                  <a:pt x="3129566" y="508954"/>
                  <a:pt x="3129508" y="514621"/>
                  <a:pt x="3128196" y="520249"/>
                </a:cubicBezTo>
                <a:cubicBezTo>
                  <a:pt x="3128238" y="551584"/>
                  <a:pt x="3125787" y="582475"/>
                  <a:pt x="3120729" y="612725"/>
                </a:cubicBezTo>
                <a:lnTo>
                  <a:pt x="3120190" y="619401"/>
                </a:lnTo>
                <a:cubicBezTo>
                  <a:pt x="3120021" y="619406"/>
                  <a:pt x="3119852" y="619411"/>
                  <a:pt x="3119685" y="619464"/>
                </a:cubicBezTo>
                <a:cubicBezTo>
                  <a:pt x="3069409" y="972329"/>
                  <a:pt x="2788370" y="1253106"/>
                  <a:pt x="2429519" y="1312505"/>
                </a:cubicBezTo>
                <a:lnTo>
                  <a:pt x="2429403" y="1313653"/>
                </a:lnTo>
                <a:cubicBezTo>
                  <a:pt x="2424092" y="1314664"/>
                  <a:pt x="2418763" y="1315612"/>
                  <a:pt x="2413186" y="1315193"/>
                </a:cubicBezTo>
                <a:cubicBezTo>
                  <a:pt x="2382014" y="1320747"/>
                  <a:pt x="2350134" y="1323728"/>
                  <a:pt x="2317760" y="1324255"/>
                </a:cubicBezTo>
                <a:lnTo>
                  <a:pt x="2300641" y="1325881"/>
                </a:lnTo>
                <a:lnTo>
                  <a:pt x="2300615" y="1325386"/>
                </a:lnTo>
                <a:lnTo>
                  <a:pt x="2300116" y="1325419"/>
                </a:lnTo>
                <a:cubicBezTo>
                  <a:pt x="2299550" y="1321617"/>
                  <a:pt x="2299523" y="1317801"/>
                  <a:pt x="2299523" y="1313979"/>
                </a:cubicBezTo>
                <a:close/>
                <a:moveTo>
                  <a:pt x="2299523" y="1361805"/>
                </a:moveTo>
                <a:lnTo>
                  <a:pt x="2300117" y="1350455"/>
                </a:lnTo>
                <a:lnTo>
                  <a:pt x="2300615" y="1350487"/>
                </a:lnTo>
                <a:lnTo>
                  <a:pt x="2300641" y="1349997"/>
                </a:lnTo>
                <a:lnTo>
                  <a:pt x="2317729" y="1351607"/>
                </a:lnTo>
                <a:cubicBezTo>
                  <a:pt x="2350114" y="1352130"/>
                  <a:pt x="2382007" y="1355088"/>
                  <a:pt x="2413190" y="1360601"/>
                </a:cubicBezTo>
                <a:cubicBezTo>
                  <a:pt x="2418766" y="1360185"/>
                  <a:pt x="2424094" y="1361126"/>
                  <a:pt x="2429403" y="1362128"/>
                </a:cubicBezTo>
                <a:lnTo>
                  <a:pt x="2429520" y="1363267"/>
                </a:lnTo>
                <a:cubicBezTo>
                  <a:pt x="2788370" y="1422199"/>
                  <a:pt x="3069409" y="1700770"/>
                  <a:pt x="3119686" y="2050865"/>
                </a:cubicBezTo>
                <a:cubicBezTo>
                  <a:pt x="3119853" y="2050918"/>
                  <a:pt x="3120023" y="2050923"/>
                  <a:pt x="3120191" y="2050928"/>
                </a:cubicBezTo>
                <a:lnTo>
                  <a:pt x="3120732" y="2057565"/>
                </a:lnTo>
                <a:cubicBezTo>
                  <a:pt x="3125788" y="2087572"/>
                  <a:pt x="3128238" y="2118214"/>
                  <a:pt x="3128196" y="2149296"/>
                </a:cubicBezTo>
                <a:cubicBezTo>
                  <a:pt x="3129508" y="2154882"/>
                  <a:pt x="3129566" y="2160506"/>
                  <a:pt x="3129566" y="2166144"/>
                </a:cubicBezTo>
                <a:cubicBezTo>
                  <a:pt x="3129566" y="2169936"/>
                  <a:pt x="3129539" y="2173722"/>
                  <a:pt x="3128973" y="2177494"/>
                </a:cubicBezTo>
                <a:lnTo>
                  <a:pt x="3128474" y="2177461"/>
                </a:lnTo>
                <a:lnTo>
                  <a:pt x="3128448" y="2177952"/>
                </a:lnTo>
                <a:lnTo>
                  <a:pt x="3111330" y="2176339"/>
                </a:lnTo>
                <a:cubicBezTo>
                  <a:pt x="3078956" y="2175816"/>
                  <a:pt x="3047075" y="2172858"/>
                  <a:pt x="3015903" y="2167348"/>
                </a:cubicBezTo>
                <a:cubicBezTo>
                  <a:pt x="3010326" y="2167764"/>
                  <a:pt x="3004997" y="2166823"/>
                  <a:pt x="2999687" y="2165820"/>
                </a:cubicBezTo>
                <a:lnTo>
                  <a:pt x="2999571" y="2164681"/>
                </a:lnTo>
                <a:cubicBezTo>
                  <a:pt x="2640719" y="2105749"/>
                  <a:pt x="2359680" y="1827177"/>
                  <a:pt x="2309405" y="1477083"/>
                </a:cubicBezTo>
                <a:cubicBezTo>
                  <a:pt x="2309237" y="1477030"/>
                  <a:pt x="2309069" y="1477026"/>
                  <a:pt x="2308899" y="1477021"/>
                </a:cubicBezTo>
                <a:lnTo>
                  <a:pt x="2308361" y="1470397"/>
                </a:lnTo>
                <a:cubicBezTo>
                  <a:pt x="2303302" y="1440385"/>
                  <a:pt x="2300852" y="1409736"/>
                  <a:pt x="2300894" y="1378647"/>
                </a:cubicBezTo>
                <a:cubicBezTo>
                  <a:pt x="2299582" y="1373063"/>
                  <a:pt x="2299523" y="1367441"/>
                  <a:pt x="2299523" y="1361805"/>
                </a:cubicBezTo>
                <a:close/>
                <a:moveTo>
                  <a:pt x="2299523" y="3010804"/>
                </a:moveTo>
                <a:cubicBezTo>
                  <a:pt x="2299523" y="3005122"/>
                  <a:pt x="2299582" y="2999453"/>
                  <a:pt x="2300894" y="2993823"/>
                </a:cubicBezTo>
                <a:cubicBezTo>
                  <a:pt x="2300852" y="2962495"/>
                  <a:pt x="2303301" y="2931610"/>
                  <a:pt x="2308358" y="2901366"/>
                </a:cubicBezTo>
                <a:lnTo>
                  <a:pt x="2308898" y="2894676"/>
                </a:lnTo>
                <a:cubicBezTo>
                  <a:pt x="2309067" y="2894671"/>
                  <a:pt x="2309236" y="2894666"/>
                  <a:pt x="2309404" y="2894613"/>
                </a:cubicBezTo>
                <a:cubicBezTo>
                  <a:pt x="2359680" y="2541747"/>
                  <a:pt x="2640719" y="2260970"/>
                  <a:pt x="2999570" y="2201572"/>
                </a:cubicBezTo>
                <a:lnTo>
                  <a:pt x="2999687" y="2200424"/>
                </a:lnTo>
                <a:cubicBezTo>
                  <a:pt x="3004995" y="2199414"/>
                  <a:pt x="3010323" y="2198466"/>
                  <a:pt x="3015899" y="2198885"/>
                </a:cubicBezTo>
                <a:cubicBezTo>
                  <a:pt x="3047083" y="2193328"/>
                  <a:pt x="3078975" y="2190347"/>
                  <a:pt x="3111361" y="2189820"/>
                </a:cubicBezTo>
                <a:lnTo>
                  <a:pt x="3128448" y="2188197"/>
                </a:lnTo>
                <a:lnTo>
                  <a:pt x="3128474" y="2188691"/>
                </a:lnTo>
                <a:lnTo>
                  <a:pt x="3128972" y="2188658"/>
                </a:lnTo>
                <a:lnTo>
                  <a:pt x="3129566" y="2200098"/>
                </a:lnTo>
                <a:cubicBezTo>
                  <a:pt x="3129566" y="2205779"/>
                  <a:pt x="3129508" y="2211446"/>
                  <a:pt x="3128196" y="2217074"/>
                </a:cubicBezTo>
                <a:cubicBezTo>
                  <a:pt x="3128238" y="2248409"/>
                  <a:pt x="3125787" y="2279300"/>
                  <a:pt x="3120729" y="2309550"/>
                </a:cubicBezTo>
                <a:lnTo>
                  <a:pt x="3120190" y="2316226"/>
                </a:lnTo>
                <a:cubicBezTo>
                  <a:pt x="3120021" y="2316231"/>
                  <a:pt x="3119852" y="2316236"/>
                  <a:pt x="3119685" y="2316289"/>
                </a:cubicBezTo>
                <a:cubicBezTo>
                  <a:pt x="3069409" y="2669154"/>
                  <a:pt x="2788370" y="2949931"/>
                  <a:pt x="2429519" y="3009330"/>
                </a:cubicBezTo>
                <a:lnTo>
                  <a:pt x="2429403" y="3010478"/>
                </a:lnTo>
                <a:cubicBezTo>
                  <a:pt x="2424092" y="3011489"/>
                  <a:pt x="2418763" y="3012437"/>
                  <a:pt x="2413186" y="3012018"/>
                </a:cubicBezTo>
                <a:cubicBezTo>
                  <a:pt x="2382014" y="3017572"/>
                  <a:pt x="2350134" y="3020553"/>
                  <a:pt x="2317760" y="3021080"/>
                </a:cubicBezTo>
                <a:lnTo>
                  <a:pt x="2300641" y="3022706"/>
                </a:lnTo>
                <a:lnTo>
                  <a:pt x="2300615" y="3022211"/>
                </a:lnTo>
                <a:lnTo>
                  <a:pt x="2300116" y="3022244"/>
                </a:lnTo>
                <a:cubicBezTo>
                  <a:pt x="2299550" y="3018442"/>
                  <a:pt x="2299523" y="3014626"/>
                  <a:pt x="2299523" y="3010804"/>
                </a:cubicBezTo>
                <a:close/>
                <a:moveTo>
                  <a:pt x="2299523" y="3058630"/>
                </a:moveTo>
                <a:lnTo>
                  <a:pt x="2300117" y="3047280"/>
                </a:lnTo>
                <a:lnTo>
                  <a:pt x="2300615" y="3047312"/>
                </a:lnTo>
                <a:lnTo>
                  <a:pt x="2300641" y="3046822"/>
                </a:lnTo>
                <a:lnTo>
                  <a:pt x="2317729" y="3048432"/>
                </a:lnTo>
                <a:cubicBezTo>
                  <a:pt x="2350114" y="3048955"/>
                  <a:pt x="2382007" y="3051913"/>
                  <a:pt x="2413190" y="3057426"/>
                </a:cubicBezTo>
                <a:cubicBezTo>
                  <a:pt x="2418766" y="3057010"/>
                  <a:pt x="2424094" y="3057951"/>
                  <a:pt x="2429403" y="3058953"/>
                </a:cubicBezTo>
                <a:lnTo>
                  <a:pt x="2429520" y="3060092"/>
                </a:lnTo>
                <a:cubicBezTo>
                  <a:pt x="2788370" y="3119024"/>
                  <a:pt x="3069409" y="3397595"/>
                  <a:pt x="3119686" y="3747690"/>
                </a:cubicBezTo>
                <a:cubicBezTo>
                  <a:pt x="3119853" y="3747743"/>
                  <a:pt x="3120023" y="3747748"/>
                  <a:pt x="3120191" y="3747753"/>
                </a:cubicBezTo>
                <a:lnTo>
                  <a:pt x="3120732" y="3754390"/>
                </a:lnTo>
                <a:cubicBezTo>
                  <a:pt x="3125788" y="3784397"/>
                  <a:pt x="3128238" y="3815039"/>
                  <a:pt x="3128196" y="3846121"/>
                </a:cubicBezTo>
                <a:cubicBezTo>
                  <a:pt x="3129508" y="3851707"/>
                  <a:pt x="3129566" y="3857331"/>
                  <a:pt x="3129566" y="3862969"/>
                </a:cubicBezTo>
                <a:cubicBezTo>
                  <a:pt x="3129566" y="3866761"/>
                  <a:pt x="3129539" y="3870547"/>
                  <a:pt x="3128973" y="3874319"/>
                </a:cubicBezTo>
                <a:lnTo>
                  <a:pt x="3128474" y="3874286"/>
                </a:lnTo>
                <a:lnTo>
                  <a:pt x="3128448" y="3874777"/>
                </a:lnTo>
                <a:lnTo>
                  <a:pt x="3111330" y="3873164"/>
                </a:lnTo>
                <a:cubicBezTo>
                  <a:pt x="3078956" y="3872641"/>
                  <a:pt x="3047075" y="3869683"/>
                  <a:pt x="3015903" y="3864173"/>
                </a:cubicBezTo>
                <a:cubicBezTo>
                  <a:pt x="3010326" y="3864589"/>
                  <a:pt x="3004997" y="3863648"/>
                  <a:pt x="2999687" y="3862645"/>
                </a:cubicBezTo>
                <a:lnTo>
                  <a:pt x="2999571" y="3861506"/>
                </a:lnTo>
                <a:cubicBezTo>
                  <a:pt x="2640719" y="3802574"/>
                  <a:pt x="2359680" y="3524002"/>
                  <a:pt x="2309405" y="3173908"/>
                </a:cubicBezTo>
                <a:cubicBezTo>
                  <a:pt x="2309237" y="3173856"/>
                  <a:pt x="2309069" y="3173851"/>
                  <a:pt x="2308899" y="3173846"/>
                </a:cubicBezTo>
                <a:lnTo>
                  <a:pt x="2308361" y="3167222"/>
                </a:lnTo>
                <a:cubicBezTo>
                  <a:pt x="2303302" y="3137210"/>
                  <a:pt x="2300852" y="3106561"/>
                  <a:pt x="2300894" y="3075472"/>
                </a:cubicBezTo>
                <a:cubicBezTo>
                  <a:pt x="2299582" y="3069889"/>
                  <a:pt x="2299523" y="3064266"/>
                  <a:pt x="2299523" y="3058630"/>
                </a:cubicBezTo>
                <a:close/>
                <a:moveTo>
                  <a:pt x="1601297" y="636203"/>
                </a:moveTo>
                <a:cubicBezTo>
                  <a:pt x="1654573" y="907109"/>
                  <a:pt x="1869416" y="1121906"/>
                  <a:pt x="2144606" y="1181049"/>
                </a:cubicBezTo>
                <a:cubicBezTo>
                  <a:pt x="2091331" y="910143"/>
                  <a:pt x="1876487" y="695346"/>
                  <a:pt x="1601297" y="636203"/>
                </a:cubicBezTo>
                <a:close/>
                <a:moveTo>
                  <a:pt x="1601297" y="2333028"/>
                </a:moveTo>
                <a:cubicBezTo>
                  <a:pt x="1654573" y="2603934"/>
                  <a:pt x="1869416" y="2818731"/>
                  <a:pt x="2144606" y="2877874"/>
                </a:cubicBezTo>
                <a:cubicBezTo>
                  <a:pt x="2091331" y="2606968"/>
                  <a:pt x="1876487" y="2392171"/>
                  <a:pt x="1601297" y="2333028"/>
                </a:cubicBezTo>
                <a:close/>
                <a:moveTo>
                  <a:pt x="1601295" y="2034258"/>
                </a:moveTo>
                <a:cubicBezTo>
                  <a:pt x="1876485" y="1975579"/>
                  <a:pt x="2091328" y="1762469"/>
                  <a:pt x="2144604" y="1493690"/>
                </a:cubicBezTo>
                <a:cubicBezTo>
                  <a:pt x="1869414" y="1552369"/>
                  <a:pt x="1654570" y="1765479"/>
                  <a:pt x="1601295" y="2034258"/>
                </a:cubicBezTo>
                <a:close/>
                <a:moveTo>
                  <a:pt x="1601295" y="3731083"/>
                </a:moveTo>
                <a:cubicBezTo>
                  <a:pt x="1876485" y="3672404"/>
                  <a:pt x="2091328" y="3459294"/>
                  <a:pt x="2144604" y="3190516"/>
                </a:cubicBezTo>
                <a:cubicBezTo>
                  <a:pt x="1869414" y="3249194"/>
                  <a:pt x="1654570" y="3462304"/>
                  <a:pt x="1601295" y="3731083"/>
                </a:cubicBezTo>
                <a:close/>
                <a:moveTo>
                  <a:pt x="1457930" y="503273"/>
                </a:moveTo>
                <a:lnTo>
                  <a:pt x="1458524" y="491833"/>
                </a:lnTo>
                <a:lnTo>
                  <a:pt x="1459022" y="491866"/>
                </a:lnTo>
                <a:lnTo>
                  <a:pt x="1459048" y="491372"/>
                </a:lnTo>
                <a:lnTo>
                  <a:pt x="1476135" y="492995"/>
                </a:lnTo>
                <a:cubicBezTo>
                  <a:pt x="1508521" y="493522"/>
                  <a:pt x="1540413" y="496503"/>
                  <a:pt x="1571597" y="502060"/>
                </a:cubicBezTo>
                <a:cubicBezTo>
                  <a:pt x="1577173" y="501641"/>
                  <a:pt x="1582501" y="502589"/>
                  <a:pt x="1587809" y="503599"/>
                </a:cubicBezTo>
                <a:lnTo>
                  <a:pt x="1587926" y="504747"/>
                </a:lnTo>
                <a:cubicBezTo>
                  <a:pt x="1946777" y="564145"/>
                  <a:pt x="2227816" y="844922"/>
                  <a:pt x="2278092" y="1197788"/>
                </a:cubicBezTo>
                <a:cubicBezTo>
                  <a:pt x="2278260" y="1197841"/>
                  <a:pt x="2278429" y="1197846"/>
                  <a:pt x="2278598" y="1197851"/>
                </a:cubicBezTo>
                <a:lnTo>
                  <a:pt x="2279138" y="1204541"/>
                </a:lnTo>
                <a:cubicBezTo>
                  <a:pt x="2284195" y="1234785"/>
                  <a:pt x="2286644" y="1265670"/>
                  <a:pt x="2286602" y="1296998"/>
                </a:cubicBezTo>
                <a:cubicBezTo>
                  <a:pt x="2287914" y="1302628"/>
                  <a:pt x="2287973" y="1308297"/>
                  <a:pt x="2287973" y="1313979"/>
                </a:cubicBezTo>
                <a:cubicBezTo>
                  <a:pt x="2287973" y="1317801"/>
                  <a:pt x="2287946" y="1321617"/>
                  <a:pt x="2287380" y="1325419"/>
                </a:cubicBezTo>
                <a:lnTo>
                  <a:pt x="2286881" y="1325386"/>
                </a:lnTo>
                <a:lnTo>
                  <a:pt x="2286855" y="1325881"/>
                </a:lnTo>
                <a:lnTo>
                  <a:pt x="2269736" y="1324255"/>
                </a:lnTo>
                <a:cubicBezTo>
                  <a:pt x="2237362" y="1323728"/>
                  <a:pt x="2205482" y="1320747"/>
                  <a:pt x="2174310" y="1315193"/>
                </a:cubicBezTo>
                <a:cubicBezTo>
                  <a:pt x="2168733" y="1315612"/>
                  <a:pt x="2163404" y="1314664"/>
                  <a:pt x="2158093" y="1313653"/>
                </a:cubicBezTo>
                <a:lnTo>
                  <a:pt x="2157977" y="1312505"/>
                </a:lnTo>
                <a:cubicBezTo>
                  <a:pt x="1799126" y="1253106"/>
                  <a:pt x="1518087" y="972329"/>
                  <a:pt x="1467811" y="619464"/>
                </a:cubicBezTo>
                <a:cubicBezTo>
                  <a:pt x="1467644" y="619411"/>
                  <a:pt x="1467475" y="619406"/>
                  <a:pt x="1467306" y="619401"/>
                </a:cubicBezTo>
                <a:lnTo>
                  <a:pt x="1466767" y="612725"/>
                </a:lnTo>
                <a:cubicBezTo>
                  <a:pt x="1461709" y="582475"/>
                  <a:pt x="1459258" y="551584"/>
                  <a:pt x="1459300" y="520249"/>
                </a:cubicBezTo>
                <a:cubicBezTo>
                  <a:pt x="1457988" y="514621"/>
                  <a:pt x="1457930" y="508954"/>
                  <a:pt x="1457930" y="503273"/>
                </a:cubicBezTo>
                <a:close/>
                <a:moveTo>
                  <a:pt x="1457930" y="2200098"/>
                </a:moveTo>
                <a:lnTo>
                  <a:pt x="1458524" y="2188658"/>
                </a:lnTo>
                <a:lnTo>
                  <a:pt x="1459022" y="2188691"/>
                </a:lnTo>
                <a:lnTo>
                  <a:pt x="1459048" y="2188197"/>
                </a:lnTo>
                <a:lnTo>
                  <a:pt x="1476135" y="2189820"/>
                </a:lnTo>
                <a:cubicBezTo>
                  <a:pt x="1508521" y="2190347"/>
                  <a:pt x="1540413" y="2193328"/>
                  <a:pt x="1571597" y="2198885"/>
                </a:cubicBezTo>
                <a:cubicBezTo>
                  <a:pt x="1577173" y="2198466"/>
                  <a:pt x="1582501" y="2199414"/>
                  <a:pt x="1587809" y="2200424"/>
                </a:cubicBezTo>
                <a:lnTo>
                  <a:pt x="1587926" y="2201572"/>
                </a:lnTo>
                <a:cubicBezTo>
                  <a:pt x="1946777" y="2260970"/>
                  <a:pt x="2227816" y="2541747"/>
                  <a:pt x="2278092" y="2894613"/>
                </a:cubicBezTo>
                <a:cubicBezTo>
                  <a:pt x="2278260" y="2894666"/>
                  <a:pt x="2278429" y="2894671"/>
                  <a:pt x="2278598" y="2894676"/>
                </a:cubicBezTo>
                <a:lnTo>
                  <a:pt x="2279138" y="2901366"/>
                </a:lnTo>
                <a:cubicBezTo>
                  <a:pt x="2284195" y="2931610"/>
                  <a:pt x="2286644" y="2962495"/>
                  <a:pt x="2286602" y="2993823"/>
                </a:cubicBezTo>
                <a:cubicBezTo>
                  <a:pt x="2287914" y="2999453"/>
                  <a:pt x="2287973" y="3005122"/>
                  <a:pt x="2287973" y="3010804"/>
                </a:cubicBezTo>
                <a:cubicBezTo>
                  <a:pt x="2287973" y="3014626"/>
                  <a:pt x="2287946" y="3018442"/>
                  <a:pt x="2287380" y="3022244"/>
                </a:cubicBezTo>
                <a:lnTo>
                  <a:pt x="2286881" y="3022211"/>
                </a:lnTo>
                <a:lnTo>
                  <a:pt x="2286855" y="3022706"/>
                </a:lnTo>
                <a:lnTo>
                  <a:pt x="2269736" y="3021080"/>
                </a:lnTo>
                <a:cubicBezTo>
                  <a:pt x="2237362" y="3020553"/>
                  <a:pt x="2205482" y="3017572"/>
                  <a:pt x="2174310" y="3012018"/>
                </a:cubicBezTo>
                <a:cubicBezTo>
                  <a:pt x="2168733" y="3012437"/>
                  <a:pt x="2163404" y="3011489"/>
                  <a:pt x="2158093" y="3010478"/>
                </a:cubicBezTo>
                <a:lnTo>
                  <a:pt x="2157977" y="3009330"/>
                </a:lnTo>
                <a:cubicBezTo>
                  <a:pt x="1799126" y="2949931"/>
                  <a:pt x="1518087" y="2669154"/>
                  <a:pt x="1467811" y="2316289"/>
                </a:cubicBezTo>
                <a:cubicBezTo>
                  <a:pt x="1467644" y="2316236"/>
                  <a:pt x="1467475" y="2316231"/>
                  <a:pt x="1467306" y="2316226"/>
                </a:cubicBezTo>
                <a:lnTo>
                  <a:pt x="1466767" y="2309550"/>
                </a:lnTo>
                <a:cubicBezTo>
                  <a:pt x="1461709" y="2279300"/>
                  <a:pt x="1459258" y="2248409"/>
                  <a:pt x="1459300" y="2217074"/>
                </a:cubicBezTo>
                <a:cubicBezTo>
                  <a:pt x="1457988" y="2211446"/>
                  <a:pt x="1457930" y="2205779"/>
                  <a:pt x="1457930" y="2200098"/>
                </a:cubicBezTo>
                <a:close/>
                <a:moveTo>
                  <a:pt x="1457930" y="3896923"/>
                </a:moveTo>
                <a:lnTo>
                  <a:pt x="1458524" y="3885483"/>
                </a:lnTo>
                <a:lnTo>
                  <a:pt x="1459022" y="3885516"/>
                </a:lnTo>
                <a:lnTo>
                  <a:pt x="1459048" y="3885022"/>
                </a:lnTo>
                <a:lnTo>
                  <a:pt x="1476135" y="3886645"/>
                </a:lnTo>
                <a:cubicBezTo>
                  <a:pt x="1508521" y="3887172"/>
                  <a:pt x="1540413" y="3890153"/>
                  <a:pt x="1571597" y="3895710"/>
                </a:cubicBezTo>
                <a:cubicBezTo>
                  <a:pt x="1577173" y="3895291"/>
                  <a:pt x="1582501" y="3896239"/>
                  <a:pt x="1587809" y="3897249"/>
                </a:cubicBezTo>
                <a:lnTo>
                  <a:pt x="1587926" y="3898397"/>
                </a:lnTo>
                <a:cubicBezTo>
                  <a:pt x="1821986" y="3937139"/>
                  <a:pt x="2022942" y="4070062"/>
                  <a:pt x="2148179" y="4255797"/>
                </a:cubicBezTo>
                <a:lnTo>
                  <a:pt x="2176624" y="4305008"/>
                </a:lnTo>
                <a:lnTo>
                  <a:pt x="2025574" y="4305008"/>
                </a:lnTo>
                <a:lnTo>
                  <a:pt x="1973451" y="4241205"/>
                </a:lnTo>
                <a:cubicBezTo>
                  <a:pt x="1876755" y="4136681"/>
                  <a:pt x="1747549" y="4061285"/>
                  <a:pt x="1601297" y="4029853"/>
                </a:cubicBezTo>
                <a:cubicBezTo>
                  <a:pt x="1618544" y="4117553"/>
                  <a:pt x="1652724" y="4199373"/>
                  <a:pt x="1700478" y="4271827"/>
                </a:cubicBezTo>
                <a:lnTo>
                  <a:pt x="1727160" y="4305008"/>
                </a:lnTo>
                <a:lnTo>
                  <a:pt x="1573050" y="4305008"/>
                </a:lnTo>
                <a:lnTo>
                  <a:pt x="1542929" y="4254710"/>
                </a:lnTo>
                <a:cubicBezTo>
                  <a:pt x="1505726" y="4179889"/>
                  <a:pt x="1479994" y="4098618"/>
                  <a:pt x="1467811" y="4013114"/>
                </a:cubicBezTo>
                <a:cubicBezTo>
                  <a:pt x="1467644" y="4013061"/>
                  <a:pt x="1467475" y="4013056"/>
                  <a:pt x="1467306" y="4013051"/>
                </a:cubicBezTo>
                <a:lnTo>
                  <a:pt x="1466767" y="4006375"/>
                </a:lnTo>
                <a:cubicBezTo>
                  <a:pt x="1461709" y="3976125"/>
                  <a:pt x="1459258" y="3945234"/>
                  <a:pt x="1459300" y="3913899"/>
                </a:cubicBezTo>
                <a:cubicBezTo>
                  <a:pt x="1457988" y="3908271"/>
                  <a:pt x="1457930" y="3902604"/>
                  <a:pt x="1457930" y="3896923"/>
                </a:cubicBezTo>
                <a:close/>
                <a:moveTo>
                  <a:pt x="1457928" y="469318"/>
                </a:moveTo>
                <a:cubicBezTo>
                  <a:pt x="1457928" y="463681"/>
                  <a:pt x="1457986" y="458057"/>
                  <a:pt x="1459298" y="452471"/>
                </a:cubicBezTo>
                <a:cubicBezTo>
                  <a:pt x="1459256" y="421389"/>
                  <a:pt x="1461706" y="390746"/>
                  <a:pt x="1466762" y="360740"/>
                </a:cubicBezTo>
                <a:lnTo>
                  <a:pt x="1467303" y="354103"/>
                </a:lnTo>
                <a:cubicBezTo>
                  <a:pt x="1467471" y="354098"/>
                  <a:pt x="1467641" y="354093"/>
                  <a:pt x="1467808" y="354040"/>
                </a:cubicBezTo>
                <a:cubicBezTo>
                  <a:pt x="1480960" y="262463"/>
                  <a:pt x="1509901" y="175780"/>
                  <a:pt x="1552022" y="96778"/>
                </a:cubicBezTo>
                <a:lnTo>
                  <a:pt x="1614656" y="0"/>
                </a:lnTo>
                <a:lnTo>
                  <a:pt x="1783031" y="0"/>
                </a:lnTo>
                <a:lnTo>
                  <a:pt x="1714803" y="76659"/>
                </a:lnTo>
                <a:cubicBezTo>
                  <a:pt x="1659536" y="153496"/>
                  <a:pt x="1620221" y="241952"/>
                  <a:pt x="1601295" y="337433"/>
                </a:cubicBezTo>
                <a:cubicBezTo>
                  <a:pt x="1784335" y="298404"/>
                  <a:pt x="1940676" y="191052"/>
                  <a:pt x="2040269" y="44350"/>
                </a:cubicBezTo>
                <a:lnTo>
                  <a:pt x="2062497" y="0"/>
                </a:lnTo>
                <a:lnTo>
                  <a:pt x="2211135" y="0"/>
                </a:lnTo>
                <a:lnTo>
                  <a:pt x="2159296" y="95636"/>
                </a:lnTo>
                <a:cubicBezTo>
                  <a:pt x="2035522" y="289169"/>
                  <a:pt x="1829330" y="428211"/>
                  <a:pt x="1587923" y="467856"/>
                </a:cubicBezTo>
                <a:lnTo>
                  <a:pt x="1587807" y="468995"/>
                </a:lnTo>
                <a:cubicBezTo>
                  <a:pt x="1582497" y="469998"/>
                  <a:pt x="1577168" y="470939"/>
                  <a:pt x="1571591" y="470523"/>
                </a:cubicBezTo>
                <a:cubicBezTo>
                  <a:pt x="1540419" y="476033"/>
                  <a:pt x="1508538" y="478991"/>
                  <a:pt x="1476164" y="479514"/>
                </a:cubicBezTo>
                <a:lnTo>
                  <a:pt x="1459046" y="481127"/>
                </a:lnTo>
                <a:lnTo>
                  <a:pt x="1459020" y="480636"/>
                </a:lnTo>
                <a:lnTo>
                  <a:pt x="1458521" y="480669"/>
                </a:lnTo>
                <a:cubicBezTo>
                  <a:pt x="1457955" y="476896"/>
                  <a:pt x="1457928" y="473110"/>
                  <a:pt x="1457928" y="469318"/>
                </a:cubicBezTo>
                <a:close/>
                <a:moveTo>
                  <a:pt x="1457928" y="2166144"/>
                </a:moveTo>
                <a:cubicBezTo>
                  <a:pt x="1457928" y="2160506"/>
                  <a:pt x="1457986" y="2154882"/>
                  <a:pt x="1459298" y="2149296"/>
                </a:cubicBezTo>
                <a:cubicBezTo>
                  <a:pt x="1459256" y="2118214"/>
                  <a:pt x="1461706" y="2087572"/>
                  <a:pt x="1466762" y="2057565"/>
                </a:cubicBezTo>
                <a:lnTo>
                  <a:pt x="1467303" y="2050928"/>
                </a:lnTo>
                <a:cubicBezTo>
                  <a:pt x="1467471" y="2050923"/>
                  <a:pt x="1467641" y="2050918"/>
                  <a:pt x="1467808" y="2050865"/>
                </a:cubicBezTo>
                <a:cubicBezTo>
                  <a:pt x="1518085" y="1700770"/>
                  <a:pt x="1799124" y="1422199"/>
                  <a:pt x="2157974" y="1363267"/>
                </a:cubicBezTo>
                <a:lnTo>
                  <a:pt x="2158091" y="1362128"/>
                </a:lnTo>
                <a:cubicBezTo>
                  <a:pt x="2163400" y="1361126"/>
                  <a:pt x="2168728" y="1360185"/>
                  <a:pt x="2174304" y="1360601"/>
                </a:cubicBezTo>
                <a:cubicBezTo>
                  <a:pt x="2205487" y="1355088"/>
                  <a:pt x="2237380" y="1352130"/>
                  <a:pt x="2269765" y="1351607"/>
                </a:cubicBezTo>
                <a:lnTo>
                  <a:pt x="2286853" y="1349997"/>
                </a:lnTo>
                <a:lnTo>
                  <a:pt x="2286879" y="1350487"/>
                </a:lnTo>
                <a:lnTo>
                  <a:pt x="2287377" y="1350455"/>
                </a:lnTo>
                <a:lnTo>
                  <a:pt x="2287971" y="1361805"/>
                </a:lnTo>
                <a:cubicBezTo>
                  <a:pt x="2287971" y="1367441"/>
                  <a:pt x="2287912" y="1373063"/>
                  <a:pt x="2286600" y="1378647"/>
                </a:cubicBezTo>
                <a:cubicBezTo>
                  <a:pt x="2286642" y="1409736"/>
                  <a:pt x="2284192" y="1440385"/>
                  <a:pt x="2279133" y="1470397"/>
                </a:cubicBezTo>
                <a:lnTo>
                  <a:pt x="2278595" y="1477021"/>
                </a:lnTo>
                <a:cubicBezTo>
                  <a:pt x="2278425" y="1477026"/>
                  <a:pt x="2278257" y="1477030"/>
                  <a:pt x="2278089" y="1477083"/>
                </a:cubicBezTo>
                <a:cubicBezTo>
                  <a:pt x="2227814" y="1827177"/>
                  <a:pt x="1946775" y="2105749"/>
                  <a:pt x="1587923" y="2164681"/>
                </a:cubicBezTo>
                <a:lnTo>
                  <a:pt x="1587807" y="2165820"/>
                </a:lnTo>
                <a:cubicBezTo>
                  <a:pt x="1582497" y="2166823"/>
                  <a:pt x="1577168" y="2167764"/>
                  <a:pt x="1571591" y="2167348"/>
                </a:cubicBezTo>
                <a:cubicBezTo>
                  <a:pt x="1540419" y="2172858"/>
                  <a:pt x="1508538" y="2175816"/>
                  <a:pt x="1476164" y="2176339"/>
                </a:cubicBezTo>
                <a:lnTo>
                  <a:pt x="1459046" y="2177952"/>
                </a:lnTo>
                <a:lnTo>
                  <a:pt x="1459020" y="2177461"/>
                </a:lnTo>
                <a:lnTo>
                  <a:pt x="1458521" y="2177494"/>
                </a:lnTo>
                <a:cubicBezTo>
                  <a:pt x="1457955" y="2173722"/>
                  <a:pt x="1457928" y="2169936"/>
                  <a:pt x="1457928" y="2166144"/>
                </a:cubicBezTo>
                <a:close/>
                <a:moveTo>
                  <a:pt x="1457928" y="3862969"/>
                </a:moveTo>
                <a:cubicBezTo>
                  <a:pt x="1457928" y="3857331"/>
                  <a:pt x="1457986" y="3851707"/>
                  <a:pt x="1459298" y="3846121"/>
                </a:cubicBezTo>
                <a:cubicBezTo>
                  <a:pt x="1459256" y="3815039"/>
                  <a:pt x="1461706" y="3784397"/>
                  <a:pt x="1466762" y="3754390"/>
                </a:cubicBezTo>
                <a:lnTo>
                  <a:pt x="1467303" y="3747753"/>
                </a:lnTo>
                <a:cubicBezTo>
                  <a:pt x="1467471" y="3747748"/>
                  <a:pt x="1467641" y="3747743"/>
                  <a:pt x="1467808" y="3747690"/>
                </a:cubicBezTo>
                <a:cubicBezTo>
                  <a:pt x="1518085" y="3397595"/>
                  <a:pt x="1799124" y="3119024"/>
                  <a:pt x="2157974" y="3060092"/>
                </a:cubicBezTo>
                <a:lnTo>
                  <a:pt x="2158091" y="3058953"/>
                </a:lnTo>
                <a:cubicBezTo>
                  <a:pt x="2163400" y="3057951"/>
                  <a:pt x="2168728" y="3057010"/>
                  <a:pt x="2174304" y="3057426"/>
                </a:cubicBezTo>
                <a:cubicBezTo>
                  <a:pt x="2205487" y="3051913"/>
                  <a:pt x="2237380" y="3048955"/>
                  <a:pt x="2269765" y="3048432"/>
                </a:cubicBezTo>
                <a:lnTo>
                  <a:pt x="2286853" y="3046822"/>
                </a:lnTo>
                <a:lnTo>
                  <a:pt x="2286879" y="3047312"/>
                </a:lnTo>
                <a:lnTo>
                  <a:pt x="2287377" y="3047280"/>
                </a:lnTo>
                <a:lnTo>
                  <a:pt x="2287971" y="3058630"/>
                </a:lnTo>
                <a:cubicBezTo>
                  <a:pt x="2287971" y="3064266"/>
                  <a:pt x="2287912" y="3069889"/>
                  <a:pt x="2286600" y="3075472"/>
                </a:cubicBezTo>
                <a:cubicBezTo>
                  <a:pt x="2286642" y="3106561"/>
                  <a:pt x="2284192" y="3137210"/>
                  <a:pt x="2279133" y="3167222"/>
                </a:cubicBezTo>
                <a:lnTo>
                  <a:pt x="2278595" y="3173846"/>
                </a:lnTo>
                <a:cubicBezTo>
                  <a:pt x="2278425" y="3173851"/>
                  <a:pt x="2278257" y="3173856"/>
                  <a:pt x="2278089" y="3173908"/>
                </a:cubicBezTo>
                <a:cubicBezTo>
                  <a:pt x="2227814" y="3524002"/>
                  <a:pt x="1946775" y="3802574"/>
                  <a:pt x="1587923" y="3861506"/>
                </a:cubicBezTo>
                <a:lnTo>
                  <a:pt x="1587807" y="3862645"/>
                </a:lnTo>
                <a:cubicBezTo>
                  <a:pt x="1582497" y="3863648"/>
                  <a:pt x="1577168" y="3864589"/>
                  <a:pt x="1571591" y="3864173"/>
                </a:cubicBezTo>
                <a:cubicBezTo>
                  <a:pt x="1540419" y="3869683"/>
                  <a:pt x="1508538" y="3872641"/>
                  <a:pt x="1476164" y="3873164"/>
                </a:cubicBezTo>
                <a:lnTo>
                  <a:pt x="1459046" y="3874777"/>
                </a:lnTo>
                <a:lnTo>
                  <a:pt x="1459020" y="3874286"/>
                </a:lnTo>
                <a:lnTo>
                  <a:pt x="1458521" y="3874319"/>
                </a:lnTo>
                <a:cubicBezTo>
                  <a:pt x="1457955" y="3870547"/>
                  <a:pt x="1457928" y="3866761"/>
                  <a:pt x="1457928" y="3862969"/>
                </a:cubicBezTo>
                <a:close/>
                <a:moveTo>
                  <a:pt x="750739" y="1181049"/>
                </a:moveTo>
                <a:cubicBezTo>
                  <a:pt x="1025929" y="1121906"/>
                  <a:pt x="1240772" y="907109"/>
                  <a:pt x="1294048" y="636203"/>
                </a:cubicBezTo>
                <a:cubicBezTo>
                  <a:pt x="1018858" y="695346"/>
                  <a:pt x="804014" y="910143"/>
                  <a:pt x="750739" y="1181049"/>
                </a:cubicBezTo>
                <a:close/>
                <a:moveTo>
                  <a:pt x="750739" y="1493690"/>
                </a:moveTo>
                <a:cubicBezTo>
                  <a:pt x="804015" y="1762469"/>
                  <a:pt x="1018858" y="1975579"/>
                  <a:pt x="1294048" y="2034258"/>
                </a:cubicBezTo>
                <a:cubicBezTo>
                  <a:pt x="1240773" y="1765479"/>
                  <a:pt x="1025929" y="1552369"/>
                  <a:pt x="750739" y="1493690"/>
                </a:cubicBezTo>
                <a:close/>
                <a:moveTo>
                  <a:pt x="750739" y="2877874"/>
                </a:moveTo>
                <a:cubicBezTo>
                  <a:pt x="1025929" y="2818731"/>
                  <a:pt x="1240772" y="2603934"/>
                  <a:pt x="1294048" y="2333028"/>
                </a:cubicBezTo>
                <a:cubicBezTo>
                  <a:pt x="1018858" y="2392171"/>
                  <a:pt x="804014" y="2606968"/>
                  <a:pt x="750739" y="2877874"/>
                </a:cubicBezTo>
                <a:close/>
                <a:moveTo>
                  <a:pt x="750739" y="3190516"/>
                </a:moveTo>
                <a:cubicBezTo>
                  <a:pt x="804015" y="3459294"/>
                  <a:pt x="1018858" y="3672404"/>
                  <a:pt x="1294048" y="3731083"/>
                </a:cubicBezTo>
                <a:cubicBezTo>
                  <a:pt x="1240773" y="3462304"/>
                  <a:pt x="1025929" y="3249194"/>
                  <a:pt x="750739" y="3190516"/>
                </a:cubicBezTo>
                <a:close/>
                <a:moveTo>
                  <a:pt x="718720" y="4305008"/>
                </a:moveTo>
                <a:lnTo>
                  <a:pt x="747165" y="4255797"/>
                </a:lnTo>
                <a:cubicBezTo>
                  <a:pt x="872402" y="4070062"/>
                  <a:pt x="1073359" y="3937139"/>
                  <a:pt x="1307418" y="3898397"/>
                </a:cubicBezTo>
                <a:lnTo>
                  <a:pt x="1307535" y="3897249"/>
                </a:lnTo>
                <a:cubicBezTo>
                  <a:pt x="1312844" y="3896239"/>
                  <a:pt x="1318172" y="3895291"/>
                  <a:pt x="1323748" y="3895710"/>
                </a:cubicBezTo>
                <a:cubicBezTo>
                  <a:pt x="1354931" y="3890153"/>
                  <a:pt x="1386824" y="3887172"/>
                  <a:pt x="1419209" y="3886645"/>
                </a:cubicBezTo>
                <a:lnTo>
                  <a:pt x="1436297" y="3885022"/>
                </a:lnTo>
                <a:lnTo>
                  <a:pt x="1436323" y="3885516"/>
                </a:lnTo>
                <a:lnTo>
                  <a:pt x="1436821" y="3885483"/>
                </a:lnTo>
                <a:lnTo>
                  <a:pt x="1437415" y="3896923"/>
                </a:lnTo>
                <a:cubicBezTo>
                  <a:pt x="1437415" y="3902604"/>
                  <a:pt x="1437356" y="3908271"/>
                  <a:pt x="1436044" y="3913899"/>
                </a:cubicBezTo>
                <a:cubicBezTo>
                  <a:pt x="1436086" y="3945234"/>
                  <a:pt x="1433636" y="3976125"/>
                  <a:pt x="1428577" y="4006375"/>
                </a:cubicBezTo>
                <a:lnTo>
                  <a:pt x="1428039" y="4013051"/>
                </a:lnTo>
                <a:cubicBezTo>
                  <a:pt x="1427869" y="4013056"/>
                  <a:pt x="1427701" y="4013061"/>
                  <a:pt x="1427533" y="4013114"/>
                </a:cubicBezTo>
                <a:cubicBezTo>
                  <a:pt x="1415351" y="4098618"/>
                  <a:pt x="1389619" y="4179889"/>
                  <a:pt x="1352416" y="4254710"/>
                </a:cubicBezTo>
                <a:lnTo>
                  <a:pt x="1322295" y="4305008"/>
                </a:lnTo>
                <a:lnTo>
                  <a:pt x="1168185" y="4305008"/>
                </a:lnTo>
                <a:lnTo>
                  <a:pt x="1194867" y="4271827"/>
                </a:lnTo>
                <a:cubicBezTo>
                  <a:pt x="1242622" y="4199373"/>
                  <a:pt x="1276801" y="4117553"/>
                  <a:pt x="1294048" y="4029853"/>
                </a:cubicBezTo>
                <a:cubicBezTo>
                  <a:pt x="1147796" y="4061285"/>
                  <a:pt x="1018589" y="4136681"/>
                  <a:pt x="921894" y="4241205"/>
                </a:cubicBezTo>
                <a:lnTo>
                  <a:pt x="869771" y="4305008"/>
                </a:lnTo>
                <a:close/>
                <a:moveTo>
                  <a:pt x="684209" y="0"/>
                </a:moveTo>
                <a:lnTo>
                  <a:pt x="832847" y="0"/>
                </a:lnTo>
                <a:lnTo>
                  <a:pt x="855075" y="44350"/>
                </a:lnTo>
                <a:cubicBezTo>
                  <a:pt x="954668" y="191053"/>
                  <a:pt x="1111009" y="298404"/>
                  <a:pt x="1294048" y="337433"/>
                </a:cubicBezTo>
                <a:cubicBezTo>
                  <a:pt x="1275123" y="241952"/>
                  <a:pt x="1235808" y="153496"/>
                  <a:pt x="1180541" y="76659"/>
                </a:cubicBezTo>
                <a:lnTo>
                  <a:pt x="1112313" y="0"/>
                </a:lnTo>
                <a:lnTo>
                  <a:pt x="1280688" y="0"/>
                </a:lnTo>
                <a:lnTo>
                  <a:pt x="1343322" y="96778"/>
                </a:lnTo>
                <a:cubicBezTo>
                  <a:pt x="1385443" y="175780"/>
                  <a:pt x="1414383" y="262463"/>
                  <a:pt x="1427534" y="354040"/>
                </a:cubicBezTo>
                <a:cubicBezTo>
                  <a:pt x="1427702" y="354093"/>
                  <a:pt x="1427871" y="354098"/>
                  <a:pt x="1428040" y="354102"/>
                </a:cubicBezTo>
                <a:lnTo>
                  <a:pt x="1428580" y="360740"/>
                </a:lnTo>
                <a:cubicBezTo>
                  <a:pt x="1433637" y="390746"/>
                  <a:pt x="1436086" y="421389"/>
                  <a:pt x="1436044" y="452471"/>
                </a:cubicBezTo>
                <a:cubicBezTo>
                  <a:pt x="1437356" y="458057"/>
                  <a:pt x="1437415" y="463681"/>
                  <a:pt x="1437415" y="469318"/>
                </a:cubicBezTo>
                <a:cubicBezTo>
                  <a:pt x="1437415" y="473111"/>
                  <a:pt x="1437388" y="476896"/>
                  <a:pt x="1436822" y="480669"/>
                </a:cubicBezTo>
                <a:lnTo>
                  <a:pt x="1436323" y="480636"/>
                </a:lnTo>
                <a:lnTo>
                  <a:pt x="1436297" y="481127"/>
                </a:lnTo>
                <a:lnTo>
                  <a:pt x="1419178" y="479514"/>
                </a:lnTo>
                <a:cubicBezTo>
                  <a:pt x="1386804" y="478991"/>
                  <a:pt x="1354924" y="476033"/>
                  <a:pt x="1323752" y="470523"/>
                </a:cubicBezTo>
                <a:cubicBezTo>
                  <a:pt x="1318175" y="470939"/>
                  <a:pt x="1312846" y="469998"/>
                  <a:pt x="1307535" y="468995"/>
                </a:cubicBezTo>
                <a:lnTo>
                  <a:pt x="1307419" y="467856"/>
                </a:lnTo>
                <a:cubicBezTo>
                  <a:pt x="1066014" y="428211"/>
                  <a:pt x="859822" y="289169"/>
                  <a:pt x="736048" y="95636"/>
                </a:cubicBezTo>
                <a:close/>
                <a:moveTo>
                  <a:pt x="607372" y="1313979"/>
                </a:moveTo>
                <a:cubicBezTo>
                  <a:pt x="607372" y="1308297"/>
                  <a:pt x="607430" y="1302628"/>
                  <a:pt x="608742" y="1296998"/>
                </a:cubicBezTo>
                <a:cubicBezTo>
                  <a:pt x="608700" y="1265670"/>
                  <a:pt x="611150" y="1234785"/>
                  <a:pt x="616206" y="1204541"/>
                </a:cubicBezTo>
                <a:lnTo>
                  <a:pt x="616747" y="1197851"/>
                </a:lnTo>
                <a:cubicBezTo>
                  <a:pt x="616915" y="1197846"/>
                  <a:pt x="617085" y="1197841"/>
                  <a:pt x="617252" y="1197788"/>
                </a:cubicBezTo>
                <a:cubicBezTo>
                  <a:pt x="667529" y="844922"/>
                  <a:pt x="948568" y="564145"/>
                  <a:pt x="1307418" y="504747"/>
                </a:cubicBezTo>
                <a:lnTo>
                  <a:pt x="1307535" y="503599"/>
                </a:lnTo>
                <a:cubicBezTo>
                  <a:pt x="1312844" y="502589"/>
                  <a:pt x="1318172" y="501641"/>
                  <a:pt x="1323748" y="502060"/>
                </a:cubicBezTo>
                <a:cubicBezTo>
                  <a:pt x="1354931" y="496503"/>
                  <a:pt x="1386824" y="493522"/>
                  <a:pt x="1419209" y="492995"/>
                </a:cubicBezTo>
                <a:lnTo>
                  <a:pt x="1436297" y="491372"/>
                </a:lnTo>
                <a:lnTo>
                  <a:pt x="1436323" y="491866"/>
                </a:lnTo>
                <a:lnTo>
                  <a:pt x="1436821" y="491833"/>
                </a:lnTo>
                <a:lnTo>
                  <a:pt x="1437415" y="503273"/>
                </a:lnTo>
                <a:cubicBezTo>
                  <a:pt x="1437415" y="508954"/>
                  <a:pt x="1437356" y="514621"/>
                  <a:pt x="1436044" y="520249"/>
                </a:cubicBezTo>
                <a:cubicBezTo>
                  <a:pt x="1436086" y="551584"/>
                  <a:pt x="1433636" y="582475"/>
                  <a:pt x="1428577" y="612725"/>
                </a:cubicBezTo>
                <a:lnTo>
                  <a:pt x="1428039" y="619401"/>
                </a:lnTo>
                <a:cubicBezTo>
                  <a:pt x="1427869" y="619406"/>
                  <a:pt x="1427701" y="619411"/>
                  <a:pt x="1427533" y="619464"/>
                </a:cubicBezTo>
                <a:cubicBezTo>
                  <a:pt x="1377258" y="972329"/>
                  <a:pt x="1096219" y="1253106"/>
                  <a:pt x="737367" y="1312505"/>
                </a:cubicBezTo>
                <a:lnTo>
                  <a:pt x="737251" y="1313653"/>
                </a:lnTo>
                <a:cubicBezTo>
                  <a:pt x="731941" y="1314664"/>
                  <a:pt x="726612" y="1315612"/>
                  <a:pt x="721035" y="1315193"/>
                </a:cubicBezTo>
                <a:cubicBezTo>
                  <a:pt x="689863" y="1320747"/>
                  <a:pt x="657982" y="1323728"/>
                  <a:pt x="625608" y="1324255"/>
                </a:cubicBezTo>
                <a:lnTo>
                  <a:pt x="608490" y="1325881"/>
                </a:lnTo>
                <a:lnTo>
                  <a:pt x="608464" y="1325386"/>
                </a:lnTo>
                <a:lnTo>
                  <a:pt x="607965" y="1325419"/>
                </a:lnTo>
                <a:cubicBezTo>
                  <a:pt x="607399" y="1321617"/>
                  <a:pt x="607372" y="1317801"/>
                  <a:pt x="607372" y="1313979"/>
                </a:cubicBezTo>
                <a:close/>
                <a:moveTo>
                  <a:pt x="607372" y="1361805"/>
                </a:moveTo>
                <a:lnTo>
                  <a:pt x="607966" y="1350455"/>
                </a:lnTo>
                <a:lnTo>
                  <a:pt x="608464" y="1350487"/>
                </a:lnTo>
                <a:lnTo>
                  <a:pt x="608490" y="1349997"/>
                </a:lnTo>
                <a:lnTo>
                  <a:pt x="625577" y="1351607"/>
                </a:lnTo>
                <a:cubicBezTo>
                  <a:pt x="657963" y="1352130"/>
                  <a:pt x="689855" y="1355088"/>
                  <a:pt x="721039" y="1360601"/>
                </a:cubicBezTo>
                <a:cubicBezTo>
                  <a:pt x="726615" y="1360185"/>
                  <a:pt x="731943" y="1361126"/>
                  <a:pt x="737251" y="1362128"/>
                </a:cubicBezTo>
                <a:lnTo>
                  <a:pt x="737368" y="1363267"/>
                </a:lnTo>
                <a:cubicBezTo>
                  <a:pt x="1096219" y="1422199"/>
                  <a:pt x="1377258" y="1700770"/>
                  <a:pt x="1427534" y="2050865"/>
                </a:cubicBezTo>
                <a:cubicBezTo>
                  <a:pt x="1427702" y="2050918"/>
                  <a:pt x="1427871" y="2050923"/>
                  <a:pt x="1428040" y="2050928"/>
                </a:cubicBezTo>
                <a:lnTo>
                  <a:pt x="1428580" y="2057565"/>
                </a:lnTo>
                <a:cubicBezTo>
                  <a:pt x="1433637" y="2087572"/>
                  <a:pt x="1436086" y="2118214"/>
                  <a:pt x="1436044" y="2149296"/>
                </a:cubicBezTo>
                <a:cubicBezTo>
                  <a:pt x="1437356" y="2154882"/>
                  <a:pt x="1437415" y="2160506"/>
                  <a:pt x="1437415" y="2166144"/>
                </a:cubicBezTo>
                <a:cubicBezTo>
                  <a:pt x="1437415" y="2169936"/>
                  <a:pt x="1437388" y="2173722"/>
                  <a:pt x="1436822" y="2177494"/>
                </a:cubicBezTo>
                <a:lnTo>
                  <a:pt x="1436323" y="2177461"/>
                </a:lnTo>
                <a:lnTo>
                  <a:pt x="1436297" y="2177952"/>
                </a:lnTo>
                <a:lnTo>
                  <a:pt x="1419178" y="2176339"/>
                </a:lnTo>
                <a:cubicBezTo>
                  <a:pt x="1386804" y="2175816"/>
                  <a:pt x="1354924" y="2172858"/>
                  <a:pt x="1323752" y="2167348"/>
                </a:cubicBezTo>
                <a:cubicBezTo>
                  <a:pt x="1318175" y="2167764"/>
                  <a:pt x="1312846" y="2166823"/>
                  <a:pt x="1307535" y="2165820"/>
                </a:cubicBezTo>
                <a:lnTo>
                  <a:pt x="1307419" y="2164681"/>
                </a:lnTo>
                <a:cubicBezTo>
                  <a:pt x="948568" y="2105749"/>
                  <a:pt x="667529" y="1827177"/>
                  <a:pt x="617253" y="1477083"/>
                </a:cubicBezTo>
                <a:cubicBezTo>
                  <a:pt x="617086" y="1477030"/>
                  <a:pt x="616917" y="1477026"/>
                  <a:pt x="616748" y="1477021"/>
                </a:cubicBezTo>
                <a:lnTo>
                  <a:pt x="616209" y="1470397"/>
                </a:lnTo>
                <a:cubicBezTo>
                  <a:pt x="611151" y="1440385"/>
                  <a:pt x="608700" y="1409736"/>
                  <a:pt x="608742" y="1378647"/>
                </a:cubicBezTo>
                <a:cubicBezTo>
                  <a:pt x="607430" y="1373063"/>
                  <a:pt x="607372" y="1367441"/>
                  <a:pt x="607372" y="1361805"/>
                </a:cubicBezTo>
                <a:close/>
                <a:moveTo>
                  <a:pt x="607372" y="3010804"/>
                </a:moveTo>
                <a:cubicBezTo>
                  <a:pt x="607372" y="3005122"/>
                  <a:pt x="607430" y="2999453"/>
                  <a:pt x="608742" y="2993823"/>
                </a:cubicBezTo>
                <a:cubicBezTo>
                  <a:pt x="608700" y="2962495"/>
                  <a:pt x="611150" y="2931610"/>
                  <a:pt x="616206" y="2901366"/>
                </a:cubicBezTo>
                <a:lnTo>
                  <a:pt x="616747" y="2894676"/>
                </a:lnTo>
                <a:cubicBezTo>
                  <a:pt x="616915" y="2894671"/>
                  <a:pt x="617085" y="2894666"/>
                  <a:pt x="617252" y="2894613"/>
                </a:cubicBezTo>
                <a:cubicBezTo>
                  <a:pt x="667529" y="2541747"/>
                  <a:pt x="948568" y="2260970"/>
                  <a:pt x="1307418" y="2201572"/>
                </a:cubicBezTo>
                <a:lnTo>
                  <a:pt x="1307535" y="2200424"/>
                </a:lnTo>
                <a:cubicBezTo>
                  <a:pt x="1312844" y="2199414"/>
                  <a:pt x="1318172" y="2198466"/>
                  <a:pt x="1323748" y="2198885"/>
                </a:cubicBezTo>
                <a:cubicBezTo>
                  <a:pt x="1354931" y="2193328"/>
                  <a:pt x="1386824" y="2190347"/>
                  <a:pt x="1419209" y="2189820"/>
                </a:cubicBezTo>
                <a:lnTo>
                  <a:pt x="1436297" y="2188197"/>
                </a:lnTo>
                <a:lnTo>
                  <a:pt x="1436323" y="2188691"/>
                </a:lnTo>
                <a:lnTo>
                  <a:pt x="1436821" y="2188658"/>
                </a:lnTo>
                <a:lnTo>
                  <a:pt x="1437415" y="2200098"/>
                </a:lnTo>
                <a:cubicBezTo>
                  <a:pt x="1437415" y="2205779"/>
                  <a:pt x="1437356" y="2211446"/>
                  <a:pt x="1436044" y="2217074"/>
                </a:cubicBezTo>
                <a:cubicBezTo>
                  <a:pt x="1436086" y="2248409"/>
                  <a:pt x="1433636" y="2279300"/>
                  <a:pt x="1428577" y="2309550"/>
                </a:cubicBezTo>
                <a:lnTo>
                  <a:pt x="1428039" y="2316226"/>
                </a:lnTo>
                <a:cubicBezTo>
                  <a:pt x="1427869" y="2316231"/>
                  <a:pt x="1427701" y="2316236"/>
                  <a:pt x="1427533" y="2316289"/>
                </a:cubicBezTo>
                <a:cubicBezTo>
                  <a:pt x="1377258" y="2669154"/>
                  <a:pt x="1096219" y="2949931"/>
                  <a:pt x="737367" y="3009330"/>
                </a:cubicBezTo>
                <a:lnTo>
                  <a:pt x="737251" y="3010478"/>
                </a:lnTo>
                <a:cubicBezTo>
                  <a:pt x="731941" y="3011489"/>
                  <a:pt x="726612" y="3012437"/>
                  <a:pt x="721035" y="3012018"/>
                </a:cubicBezTo>
                <a:cubicBezTo>
                  <a:pt x="689863" y="3017572"/>
                  <a:pt x="657982" y="3020553"/>
                  <a:pt x="625608" y="3021080"/>
                </a:cubicBezTo>
                <a:lnTo>
                  <a:pt x="608490" y="3022706"/>
                </a:lnTo>
                <a:lnTo>
                  <a:pt x="608464" y="3022211"/>
                </a:lnTo>
                <a:lnTo>
                  <a:pt x="607965" y="3022244"/>
                </a:lnTo>
                <a:cubicBezTo>
                  <a:pt x="607399" y="3018442"/>
                  <a:pt x="607372" y="3014626"/>
                  <a:pt x="607372" y="3010804"/>
                </a:cubicBezTo>
                <a:close/>
                <a:moveTo>
                  <a:pt x="607372" y="3058630"/>
                </a:moveTo>
                <a:lnTo>
                  <a:pt x="607966" y="3047280"/>
                </a:lnTo>
                <a:lnTo>
                  <a:pt x="608464" y="3047312"/>
                </a:lnTo>
                <a:lnTo>
                  <a:pt x="608490" y="3046822"/>
                </a:lnTo>
                <a:lnTo>
                  <a:pt x="625577" y="3048432"/>
                </a:lnTo>
                <a:cubicBezTo>
                  <a:pt x="657963" y="3048955"/>
                  <a:pt x="689855" y="3051913"/>
                  <a:pt x="721039" y="3057426"/>
                </a:cubicBezTo>
                <a:cubicBezTo>
                  <a:pt x="726615" y="3057010"/>
                  <a:pt x="731943" y="3057951"/>
                  <a:pt x="737251" y="3058953"/>
                </a:cubicBezTo>
                <a:lnTo>
                  <a:pt x="737368" y="3060092"/>
                </a:lnTo>
                <a:cubicBezTo>
                  <a:pt x="1096219" y="3119024"/>
                  <a:pt x="1377258" y="3397595"/>
                  <a:pt x="1427534" y="3747690"/>
                </a:cubicBezTo>
                <a:cubicBezTo>
                  <a:pt x="1427702" y="3747743"/>
                  <a:pt x="1427871" y="3747748"/>
                  <a:pt x="1428040" y="3747753"/>
                </a:cubicBezTo>
                <a:lnTo>
                  <a:pt x="1428580" y="3754390"/>
                </a:lnTo>
                <a:cubicBezTo>
                  <a:pt x="1433637" y="3784397"/>
                  <a:pt x="1436086" y="3815039"/>
                  <a:pt x="1436044" y="3846121"/>
                </a:cubicBezTo>
                <a:cubicBezTo>
                  <a:pt x="1437356" y="3851707"/>
                  <a:pt x="1437415" y="3857331"/>
                  <a:pt x="1437415" y="3862969"/>
                </a:cubicBezTo>
                <a:cubicBezTo>
                  <a:pt x="1437415" y="3866761"/>
                  <a:pt x="1437388" y="3870547"/>
                  <a:pt x="1436822" y="3874319"/>
                </a:cubicBezTo>
                <a:lnTo>
                  <a:pt x="1436323" y="3874286"/>
                </a:lnTo>
                <a:lnTo>
                  <a:pt x="1436297" y="3874777"/>
                </a:lnTo>
                <a:lnTo>
                  <a:pt x="1419178" y="3873164"/>
                </a:lnTo>
                <a:cubicBezTo>
                  <a:pt x="1386804" y="3872641"/>
                  <a:pt x="1354924" y="3869683"/>
                  <a:pt x="1323752" y="3864173"/>
                </a:cubicBezTo>
                <a:cubicBezTo>
                  <a:pt x="1318175" y="3864589"/>
                  <a:pt x="1312846" y="3863648"/>
                  <a:pt x="1307535" y="3862645"/>
                </a:cubicBezTo>
                <a:lnTo>
                  <a:pt x="1307419" y="3861506"/>
                </a:lnTo>
                <a:cubicBezTo>
                  <a:pt x="948568" y="3802574"/>
                  <a:pt x="667529" y="3524002"/>
                  <a:pt x="617253" y="3173908"/>
                </a:cubicBezTo>
                <a:cubicBezTo>
                  <a:pt x="617086" y="3173856"/>
                  <a:pt x="616917" y="3173851"/>
                  <a:pt x="616748" y="3173846"/>
                </a:cubicBezTo>
                <a:lnTo>
                  <a:pt x="616209" y="3167222"/>
                </a:lnTo>
                <a:cubicBezTo>
                  <a:pt x="611151" y="3137210"/>
                  <a:pt x="608700" y="3106561"/>
                  <a:pt x="608742" y="3075472"/>
                </a:cubicBezTo>
                <a:cubicBezTo>
                  <a:pt x="607430" y="3069889"/>
                  <a:pt x="607372" y="3064266"/>
                  <a:pt x="607372" y="3058630"/>
                </a:cubicBezTo>
                <a:close/>
                <a:moveTo>
                  <a:pt x="0" y="116373"/>
                </a:moveTo>
                <a:lnTo>
                  <a:pt x="0" y="0"/>
                </a:lnTo>
                <a:lnTo>
                  <a:pt x="90880" y="0"/>
                </a:lnTo>
                <a:lnTo>
                  <a:pt x="22652" y="76659"/>
                </a:lnTo>
                <a:close/>
                <a:moveTo>
                  <a:pt x="0" y="443121"/>
                </a:moveTo>
                <a:lnTo>
                  <a:pt x="0" y="311637"/>
                </a:lnTo>
                <a:lnTo>
                  <a:pt x="82171" y="276703"/>
                </a:lnTo>
                <a:cubicBezTo>
                  <a:pt x="190106" y="222464"/>
                  <a:pt x="281723" y="142152"/>
                  <a:pt x="348118" y="44350"/>
                </a:cubicBezTo>
                <a:lnTo>
                  <a:pt x="370347" y="0"/>
                </a:lnTo>
                <a:lnTo>
                  <a:pt x="518984" y="0"/>
                </a:lnTo>
                <a:lnTo>
                  <a:pt x="467145" y="95636"/>
                </a:lnTo>
                <a:cubicBezTo>
                  <a:pt x="364000" y="256913"/>
                  <a:pt x="203621" y="380350"/>
                  <a:pt x="13323" y="439959"/>
                </a:cubicBezTo>
                <a:close/>
                <a:moveTo>
                  <a:pt x="0" y="1070142"/>
                </a:moveTo>
                <a:lnTo>
                  <a:pt x="0" y="862064"/>
                </a:lnTo>
                <a:lnTo>
                  <a:pt x="31905" y="912052"/>
                </a:lnTo>
                <a:cubicBezTo>
                  <a:pt x="132041" y="1046318"/>
                  <a:pt x="280461" y="1144085"/>
                  <a:pt x="452455" y="1181049"/>
                </a:cubicBezTo>
                <a:cubicBezTo>
                  <a:pt x="405840" y="944006"/>
                  <a:pt x="235523" y="749922"/>
                  <a:pt x="9316" y="665484"/>
                </a:cubicBezTo>
                <a:lnTo>
                  <a:pt x="0" y="662760"/>
                </a:lnTo>
                <a:lnTo>
                  <a:pt x="0" y="530567"/>
                </a:lnTo>
                <a:lnTo>
                  <a:pt x="26399" y="537107"/>
                </a:lnTo>
                <a:cubicBezTo>
                  <a:pt x="321280" y="635466"/>
                  <a:pt x="541950" y="889030"/>
                  <a:pt x="585941" y="1197788"/>
                </a:cubicBezTo>
                <a:cubicBezTo>
                  <a:pt x="586109" y="1197841"/>
                  <a:pt x="586278" y="1197846"/>
                  <a:pt x="586447" y="1197851"/>
                </a:cubicBezTo>
                <a:lnTo>
                  <a:pt x="586987" y="1204541"/>
                </a:lnTo>
                <a:cubicBezTo>
                  <a:pt x="592044" y="1234785"/>
                  <a:pt x="594493" y="1265670"/>
                  <a:pt x="594451" y="1296998"/>
                </a:cubicBezTo>
                <a:cubicBezTo>
                  <a:pt x="595763" y="1302628"/>
                  <a:pt x="595822" y="1308297"/>
                  <a:pt x="595822" y="1313979"/>
                </a:cubicBezTo>
                <a:cubicBezTo>
                  <a:pt x="595822" y="1317801"/>
                  <a:pt x="595795" y="1321617"/>
                  <a:pt x="595229" y="1325419"/>
                </a:cubicBezTo>
                <a:lnTo>
                  <a:pt x="594730" y="1325386"/>
                </a:lnTo>
                <a:lnTo>
                  <a:pt x="594704" y="1325881"/>
                </a:lnTo>
                <a:lnTo>
                  <a:pt x="577585" y="1324255"/>
                </a:lnTo>
                <a:cubicBezTo>
                  <a:pt x="545211" y="1323728"/>
                  <a:pt x="513331" y="1320747"/>
                  <a:pt x="482159" y="1315193"/>
                </a:cubicBezTo>
                <a:cubicBezTo>
                  <a:pt x="476582" y="1315612"/>
                  <a:pt x="471253" y="1314664"/>
                  <a:pt x="465942" y="1313653"/>
                </a:cubicBezTo>
                <a:lnTo>
                  <a:pt x="465826" y="1312505"/>
                </a:lnTo>
                <a:cubicBezTo>
                  <a:pt x="286401" y="1282806"/>
                  <a:pt x="126428" y="1197762"/>
                  <a:pt x="5028" y="1076034"/>
                </a:cubicBezTo>
                <a:close/>
                <a:moveTo>
                  <a:pt x="0" y="2139063"/>
                </a:moveTo>
                <a:lnTo>
                  <a:pt x="0" y="2007909"/>
                </a:lnTo>
                <a:lnTo>
                  <a:pt x="9314" y="2005207"/>
                </a:lnTo>
                <a:cubicBezTo>
                  <a:pt x="235521" y="1921432"/>
                  <a:pt x="405837" y="1728872"/>
                  <a:pt x="452453" y="1493690"/>
                </a:cubicBezTo>
                <a:cubicBezTo>
                  <a:pt x="280459" y="1530364"/>
                  <a:pt x="132038" y="1627363"/>
                  <a:pt x="31903" y="1760575"/>
                </a:cubicBezTo>
                <a:lnTo>
                  <a:pt x="0" y="1810167"/>
                </a:lnTo>
                <a:lnTo>
                  <a:pt x="0" y="1603724"/>
                </a:lnTo>
                <a:lnTo>
                  <a:pt x="5025" y="1597880"/>
                </a:lnTo>
                <a:cubicBezTo>
                  <a:pt x="126426" y="1477109"/>
                  <a:pt x="286398" y="1392733"/>
                  <a:pt x="465823" y="1363267"/>
                </a:cubicBezTo>
                <a:lnTo>
                  <a:pt x="465940" y="1362128"/>
                </a:lnTo>
                <a:cubicBezTo>
                  <a:pt x="471249" y="1361126"/>
                  <a:pt x="476577" y="1360185"/>
                  <a:pt x="482153" y="1360601"/>
                </a:cubicBezTo>
                <a:cubicBezTo>
                  <a:pt x="513336" y="1355088"/>
                  <a:pt x="545229" y="1352130"/>
                  <a:pt x="577614" y="1351607"/>
                </a:cubicBezTo>
                <a:lnTo>
                  <a:pt x="594702" y="1349997"/>
                </a:lnTo>
                <a:lnTo>
                  <a:pt x="594728" y="1350487"/>
                </a:lnTo>
                <a:lnTo>
                  <a:pt x="595226" y="1350455"/>
                </a:lnTo>
                <a:lnTo>
                  <a:pt x="595820" y="1361805"/>
                </a:lnTo>
                <a:cubicBezTo>
                  <a:pt x="595820" y="1367441"/>
                  <a:pt x="595761" y="1373063"/>
                  <a:pt x="594449" y="1378647"/>
                </a:cubicBezTo>
                <a:cubicBezTo>
                  <a:pt x="594491" y="1409736"/>
                  <a:pt x="592041" y="1440385"/>
                  <a:pt x="586982" y="1470397"/>
                </a:cubicBezTo>
                <a:lnTo>
                  <a:pt x="586444" y="1477021"/>
                </a:lnTo>
                <a:cubicBezTo>
                  <a:pt x="586274" y="1477026"/>
                  <a:pt x="586106" y="1477030"/>
                  <a:pt x="585938" y="1477083"/>
                </a:cubicBezTo>
                <a:cubicBezTo>
                  <a:pt x="541948" y="1783415"/>
                  <a:pt x="321278" y="2034989"/>
                  <a:pt x="26396" y="2132575"/>
                </a:cubicBezTo>
                <a:close/>
                <a:moveTo>
                  <a:pt x="0" y="2766967"/>
                </a:moveTo>
                <a:lnTo>
                  <a:pt x="0" y="2558889"/>
                </a:lnTo>
                <a:lnTo>
                  <a:pt x="31905" y="2608877"/>
                </a:lnTo>
                <a:cubicBezTo>
                  <a:pt x="132041" y="2743143"/>
                  <a:pt x="280461" y="2840910"/>
                  <a:pt x="452455" y="2877874"/>
                </a:cubicBezTo>
                <a:cubicBezTo>
                  <a:pt x="405840" y="2640831"/>
                  <a:pt x="235523" y="2446747"/>
                  <a:pt x="9316" y="2362309"/>
                </a:cubicBezTo>
                <a:lnTo>
                  <a:pt x="0" y="2359585"/>
                </a:lnTo>
                <a:lnTo>
                  <a:pt x="0" y="2227392"/>
                </a:lnTo>
                <a:lnTo>
                  <a:pt x="26399" y="2233932"/>
                </a:lnTo>
                <a:cubicBezTo>
                  <a:pt x="321280" y="2332291"/>
                  <a:pt x="541950" y="2585855"/>
                  <a:pt x="585941" y="2894613"/>
                </a:cubicBezTo>
                <a:cubicBezTo>
                  <a:pt x="586109" y="2894666"/>
                  <a:pt x="586278" y="2894671"/>
                  <a:pt x="586447" y="2894676"/>
                </a:cubicBezTo>
                <a:lnTo>
                  <a:pt x="586987" y="2901366"/>
                </a:lnTo>
                <a:cubicBezTo>
                  <a:pt x="592044" y="2931610"/>
                  <a:pt x="594493" y="2962495"/>
                  <a:pt x="594451" y="2993823"/>
                </a:cubicBezTo>
                <a:cubicBezTo>
                  <a:pt x="595763" y="2999453"/>
                  <a:pt x="595822" y="3005122"/>
                  <a:pt x="595822" y="3010804"/>
                </a:cubicBezTo>
                <a:cubicBezTo>
                  <a:pt x="595822" y="3014626"/>
                  <a:pt x="595795" y="3018442"/>
                  <a:pt x="595229" y="3022244"/>
                </a:cubicBezTo>
                <a:lnTo>
                  <a:pt x="594730" y="3022211"/>
                </a:lnTo>
                <a:lnTo>
                  <a:pt x="594704" y="3022706"/>
                </a:lnTo>
                <a:lnTo>
                  <a:pt x="577585" y="3021080"/>
                </a:lnTo>
                <a:cubicBezTo>
                  <a:pt x="545211" y="3020553"/>
                  <a:pt x="513331" y="3017572"/>
                  <a:pt x="482159" y="3012018"/>
                </a:cubicBezTo>
                <a:cubicBezTo>
                  <a:pt x="476582" y="3012437"/>
                  <a:pt x="471253" y="3011489"/>
                  <a:pt x="465942" y="3010478"/>
                </a:cubicBezTo>
                <a:lnTo>
                  <a:pt x="465826" y="3009330"/>
                </a:lnTo>
                <a:cubicBezTo>
                  <a:pt x="286401" y="2979630"/>
                  <a:pt x="126428" y="2894586"/>
                  <a:pt x="5028" y="2772859"/>
                </a:cubicBezTo>
                <a:close/>
                <a:moveTo>
                  <a:pt x="0" y="3835888"/>
                </a:moveTo>
                <a:lnTo>
                  <a:pt x="0" y="3704734"/>
                </a:lnTo>
                <a:lnTo>
                  <a:pt x="9314" y="3702032"/>
                </a:lnTo>
                <a:cubicBezTo>
                  <a:pt x="235521" y="3618257"/>
                  <a:pt x="405837" y="3425697"/>
                  <a:pt x="452453" y="3190516"/>
                </a:cubicBezTo>
                <a:cubicBezTo>
                  <a:pt x="280459" y="3227190"/>
                  <a:pt x="132038" y="3324188"/>
                  <a:pt x="31903" y="3457400"/>
                </a:cubicBezTo>
                <a:lnTo>
                  <a:pt x="0" y="3506992"/>
                </a:lnTo>
                <a:lnTo>
                  <a:pt x="0" y="3300549"/>
                </a:lnTo>
                <a:lnTo>
                  <a:pt x="5025" y="3294705"/>
                </a:lnTo>
                <a:cubicBezTo>
                  <a:pt x="126426" y="3173934"/>
                  <a:pt x="286398" y="3089558"/>
                  <a:pt x="465823" y="3060092"/>
                </a:cubicBezTo>
                <a:lnTo>
                  <a:pt x="465940" y="3058953"/>
                </a:lnTo>
                <a:cubicBezTo>
                  <a:pt x="471249" y="3057951"/>
                  <a:pt x="476577" y="3057010"/>
                  <a:pt x="482153" y="3057426"/>
                </a:cubicBezTo>
                <a:cubicBezTo>
                  <a:pt x="513336" y="3051913"/>
                  <a:pt x="545229" y="3048955"/>
                  <a:pt x="577614" y="3048432"/>
                </a:cubicBezTo>
                <a:lnTo>
                  <a:pt x="594702" y="3046822"/>
                </a:lnTo>
                <a:lnTo>
                  <a:pt x="594728" y="3047312"/>
                </a:lnTo>
                <a:lnTo>
                  <a:pt x="595226" y="3047280"/>
                </a:lnTo>
                <a:lnTo>
                  <a:pt x="595820" y="3058630"/>
                </a:lnTo>
                <a:cubicBezTo>
                  <a:pt x="595820" y="3064266"/>
                  <a:pt x="595761" y="3069889"/>
                  <a:pt x="594449" y="3075472"/>
                </a:cubicBezTo>
                <a:cubicBezTo>
                  <a:pt x="594491" y="3106561"/>
                  <a:pt x="592041" y="3137210"/>
                  <a:pt x="586982" y="3167222"/>
                </a:cubicBezTo>
                <a:lnTo>
                  <a:pt x="586444" y="3173846"/>
                </a:lnTo>
                <a:cubicBezTo>
                  <a:pt x="586274" y="3173851"/>
                  <a:pt x="586106" y="3173856"/>
                  <a:pt x="585938" y="3173908"/>
                </a:cubicBezTo>
                <a:cubicBezTo>
                  <a:pt x="541948" y="3480240"/>
                  <a:pt x="321278" y="3731813"/>
                  <a:pt x="26396" y="3829400"/>
                </a:cubicBezTo>
                <a:close/>
                <a:moveTo>
                  <a:pt x="0" y="4056079"/>
                </a:moveTo>
                <a:lnTo>
                  <a:pt x="0" y="3923091"/>
                </a:lnTo>
                <a:lnTo>
                  <a:pt x="9850" y="3925425"/>
                </a:lnTo>
                <a:cubicBezTo>
                  <a:pt x="194718" y="3982914"/>
                  <a:pt x="351664" y="4101018"/>
                  <a:pt x="456028" y="4255797"/>
                </a:cubicBezTo>
                <a:lnTo>
                  <a:pt x="484473" y="4305008"/>
                </a:lnTo>
                <a:lnTo>
                  <a:pt x="333423" y="4305008"/>
                </a:lnTo>
                <a:lnTo>
                  <a:pt x="281300" y="4241205"/>
                </a:lnTo>
                <a:cubicBezTo>
                  <a:pt x="223282" y="4178491"/>
                  <a:pt x="153561" y="4126262"/>
                  <a:pt x="75476" y="4087725"/>
                </a:cubicBezTo>
                <a:close/>
                <a:moveTo>
                  <a:pt x="0" y="4305008"/>
                </a:moveTo>
                <a:lnTo>
                  <a:pt x="0" y="4256099"/>
                </a:lnTo>
                <a:lnTo>
                  <a:pt x="8327" y="4271827"/>
                </a:lnTo>
                <a:lnTo>
                  <a:pt x="35009" y="4305008"/>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0" name="Rectangle 19">
            <a:extLst>
              <a:ext uri="{FF2B5EF4-FFF2-40B4-BE49-F238E27FC236}">
                <a16:creationId xmlns:a16="http://schemas.microsoft.com/office/drawing/2014/main" id="{1B26E892-1320-40AA-9CA1-246721C187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28592" y="620720"/>
            <a:ext cx="7323231" cy="55931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11AD6CB6-146B-7397-6721-C572C7A2D94E}"/>
              </a:ext>
            </a:extLst>
          </p:cNvPr>
          <p:cNvSpPr>
            <a:spLocks noGrp="1"/>
          </p:cNvSpPr>
          <p:nvPr>
            <p:ph type="title"/>
          </p:nvPr>
        </p:nvSpPr>
        <p:spPr>
          <a:xfrm>
            <a:off x="4713224" y="1105351"/>
            <a:ext cx="6353967" cy="3023981"/>
          </a:xfrm>
        </p:spPr>
        <p:txBody>
          <a:bodyPr vert="horz" lIns="91440" tIns="45720" rIns="91440" bIns="45720" rtlCol="0" anchor="b">
            <a:normAutofit/>
          </a:bodyPr>
          <a:lstStyle/>
          <a:p>
            <a:pPr algn="l"/>
            <a:r>
              <a:rPr lang="en-US" sz="4800">
                <a:solidFill>
                  <a:srgbClr val="FFFFFF"/>
                </a:solidFill>
              </a:rPr>
              <a:t>Time’s up!!</a:t>
            </a:r>
          </a:p>
        </p:txBody>
      </p:sp>
      <p:sp>
        <p:nvSpPr>
          <p:cNvPr id="5" name="Text Placeholder 4">
            <a:extLst>
              <a:ext uri="{FF2B5EF4-FFF2-40B4-BE49-F238E27FC236}">
                <a16:creationId xmlns:a16="http://schemas.microsoft.com/office/drawing/2014/main" id="{619E7460-2FAF-6A29-D46E-1E9F81E4E480}"/>
              </a:ext>
            </a:extLst>
          </p:cNvPr>
          <p:cNvSpPr>
            <a:spLocks noGrp="1"/>
          </p:cNvSpPr>
          <p:nvPr>
            <p:ph type="body" idx="1"/>
          </p:nvPr>
        </p:nvSpPr>
        <p:spPr>
          <a:xfrm>
            <a:off x="4713224" y="4297556"/>
            <a:ext cx="6353968" cy="1433391"/>
          </a:xfrm>
        </p:spPr>
        <p:txBody>
          <a:bodyPr vert="horz" lIns="91440" tIns="45720" rIns="91440" bIns="45720" rtlCol="0" anchor="t">
            <a:normAutofit/>
          </a:bodyPr>
          <a:lstStyle/>
          <a:p>
            <a:endParaRPr lang="en-US">
              <a:solidFill>
                <a:srgbClr val="FFFFFF"/>
              </a:solidFill>
            </a:endParaRPr>
          </a:p>
        </p:txBody>
      </p:sp>
      <p:cxnSp>
        <p:nvCxnSpPr>
          <p:cNvPr id="22" name="Straight Connector 21">
            <a:extLst>
              <a:ext uri="{FF2B5EF4-FFF2-40B4-BE49-F238E27FC236}">
                <a16:creationId xmlns:a16="http://schemas.microsoft.com/office/drawing/2014/main" id="{C9A1F79C-E4D1-4AAE-BA11-3A09005252E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42932" y="4214336"/>
            <a:ext cx="5120640" cy="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 useBgFill="1">
        <p:nvSpPr>
          <p:cNvPr id="24" name="Rectangle 23">
            <a:extLst>
              <a:ext uri="{FF2B5EF4-FFF2-40B4-BE49-F238E27FC236}">
                <a16:creationId xmlns:a16="http://schemas.microsoft.com/office/drawing/2014/main" id="{C170DF7D-4686-4BD5-A9CD-C896492846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4000" y="-2"/>
            <a:ext cx="164592"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099443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C23416DF-B283-4D9F-A625-146552CA9E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Oval 5">
            <a:extLst>
              <a:ext uri="{FF2B5EF4-FFF2-40B4-BE49-F238E27FC236}">
                <a16:creationId xmlns:a16="http://schemas.microsoft.com/office/drawing/2014/main" id="{73834904-4D9B-41F7-8DA6-0709FD9F7E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15" name="Straight Connector 14">
            <a:extLst>
              <a:ext uri="{FF2B5EF4-FFF2-40B4-BE49-F238E27FC236}">
                <a16:creationId xmlns:a16="http://schemas.microsoft.com/office/drawing/2014/main" id="{C00D1207-ECAF-48E9-8834-2CE4D219823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19A3FD3A-4B27-4028-BA57-0810F205BC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726" cy="6858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60461F8B-A17E-4AE4-92BC-BA2E49E1AB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96613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43E1BB93-77AE-5DC0-AA0D-2BE9C16BEA30}"/>
              </a:ext>
            </a:extLst>
          </p:cNvPr>
          <p:cNvSpPr>
            <a:spLocks noGrp="1"/>
          </p:cNvSpPr>
          <p:nvPr>
            <p:ph type="title"/>
          </p:nvPr>
        </p:nvSpPr>
        <p:spPr>
          <a:xfrm>
            <a:off x="457200" y="640080"/>
            <a:ext cx="3185917" cy="3034857"/>
          </a:xfrm>
        </p:spPr>
        <p:txBody>
          <a:bodyPr vert="horz" lIns="91440" tIns="45720" rIns="91440" bIns="45720" rtlCol="0" anchor="b">
            <a:normAutofit/>
          </a:bodyPr>
          <a:lstStyle/>
          <a:p>
            <a:pPr algn="r"/>
            <a:r>
              <a:rPr lang="en-US" sz="4400" spc="200" dirty="0">
                <a:solidFill>
                  <a:srgbClr val="FFFFFF"/>
                </a:solidFill>
              </a:rPr>
              <a:t>Which is better?</a:t>
            </a:r>
          </a:p>
        </p:txBody>
      </p:sp>
      <p:cxnSp>
        <p:nvCxnSpPr>
          <p:cNvPr id="21" name="Straight Connector 20">
            <a:extLst>
              <a:ext uri="{FF2B5EF4-FFF2-40B4-BE49-F238E27FC236}">
                <a16:creationId xmlns:a16="http://schemas.microsoft.com/office/drawing/2014/main" id="{5E450F13-FCAB-474F-93BB-70469013970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68749" y="3765314"/>
            <a:ext cx="2834640" cy="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pic>
        <p:nvPicPr>
          <p:cNvPr id="6" name="Google Shape;220;p5" descr="A screenshot of a table&#10;&#10;AI-generated content may be incorrect.">
            <a:extLst>
              <a:ext uri="{FF2B5EF4-FFF2-40B4-BE49-F238E27FC236}">
                <a16:creationId xmlns:a16="http://schemas.microsoft.com/office/drawing/2014/main" id="{20983C2E-F815-12EF-3CA0-2DE3F5D07C29}"/>
              </a:ext>
            </a:extLst>
          </p:cNvPr>
          <p:cNvPicPr preferRelativeResize="0"/>
          <p:nvPr/>
        </p:nvPicPr>
        <p:blipFill rotWithShape="1">
          <a:blip r:embed="rId3"/>
          <a:stretch/>
        </p:blipFill>
        <p:spPr>
          <a:xfrm>
            <a:off x="8312373" y="2458328"/>
            <a:ext cx="3659111" cy="2012511"/>
          </a:xfrm>
          <a:prstGeom prst="rect">
            <a:avLst/>
          </a:prstGeom>
          <a:noFill/>
        </p:spPr>
      </p:pic>
      <p:cxnSp>
        <p:nvCxnSpPr>
          <p:cNvPr id="23" name="Straight Connector 22">
            <a:extLst>
              <a:ext uri="{FF2B5EF4-FFF2-40B4-BE49-F238E27FC236}">
                <a16:creationId xmlns:a16="http://schemas.microsoft.com/office/drawing/2014/main" id="{00E7859C-56C8-49DC-ABF5-6C538427CDA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95130" y="1963779"/>
            <a:ext cx="0" cy="292608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pic>
        <p:nvPicPr>
          <p:cNvPr id="5" name="Google Shape;221;p5" descr="A graph of a bar chart&#10;&#10;AI-generated content may be incorrect.">
            <a:extLst>
              <a:ext uri="{FF2B5EF4-FFF2-40B4-BE49-F238E27FC236}">
                <a16:creationId xmlns:a16="http://schemas.microsoft.com/office/drawing/2014/main" id="{0AD2FB8F-7FC7-CF73-28F7-4A569CFC3FEC}"/>
              </a:ext>
            </a:extLst>
          </p:cNvPr>
          <p:cNvPicPr preferRelativeResize="0"/>
          <p:nvPr/>
        </p:nvPicPr>
        <p:blipFill rotWithShape="1">
          <a:blip r:embed="rId4" cstate="screen">
            <a:extLst>
              <a:ext uri="{28A0092B-C50C-407E-A947-70E740481C1C}">
                <a14:useLocalDpi xmlns:a14="http://schemas.microsoft.com/office/drawing/2010/main"/>
              </a:ext>
            </a:extLst>
          </a:blip>
          <a:stretch/>
        </p:blipFill>
        <p:spPr>
          <a:xfrm>
            <a:off x="4233488" y="2339375"/>
            <a:ext cx="3644400" cy="2250417"/>
          </a:xfrm>
          <a:prstGeom prst="rect">
            <a:avLst/>
          </a:prstGeom>
          <a:noFill/>
        </p:spPr>
      </p:pic>
    </p:spTree>
    <p:extLst>
      <p:ext uri="{BB962C8B-B14F-4D97-AF65-F5344CB8AC3E}">
        <p14:creationId xmlns:p14="http://schemas.microsoft.com/office/powerpoint/2010/main" val="33843470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Shape 225"/>
        <p:cNvGrpSpPr/>
        <p:nvPr/>
      </p:nvGrpSpPr>
      <p:grpSpPr>
        <a:xfrm>
          <a:off x="0" y="0"/>
          <a:ext cx="0" cy="0"/>
          <a:chOff x="0" y="0"/>
          <a:chExt cx="0" cy="0"/>
        </a:xfrm>
      </p:grpSpPr>
      <p:sp>
        <p:nvSpPr>
          <p:cNvPr id="226" name="Google Shape;226;p6"/>
          <p:cNvSpPr txBox="1">
            <a:spLocks noGrp="1"/>
          </p:cNvSpPr>
          <p:nvPr>
            <p:ph type="body" idx="1"/>
          </p:nvPr>
        </p:nvSpPr>
        <p:spPr>
          <a:xfrm>
            <a:off x="838200" y="1825624"/>
            <a:ext cx="10698480" cy="4438015"/>
          </a:xfrm>
          <a:prstGeom prst="rect">
            <a:avLst/>
          </a:prstGeom>
          <a:noFill/>
          <a:ln>
            <a:noFill/>
          </a:ln>
        </p:spPr>
        <p:txBody>
          <a:bodyPr spcFirstLastPara="1" wrap="square" lIns="91425" tIns="45700" rIns="91425" bIns="45700" anchor="t" anchorCtr="0">
            <a:noAutofit/>
          </a:bodyPr>
          <a:lstStyle/>
          <a:p>
            <a:pPr marL="114300" lvl="0" indent="0" algn="l" rtl="0">
              <a:lnSpc>
                <a:spcPct val="122222"/>
              </a:lnSpc>
              <a:spcBef>
                <a:spcPts val="1000"/>
              </a:spcBef>
              <a:spcAft>
                <a:spcPts val="0"/>
              </a:spcAft>
              <a:buSzPts val="1800"/>
              <a:buNone/>
            </a:pPr>
            <a:r>
              <a:rPr lang="en-US" sz="3200" b="1" dirty="0"/>
              <a:t>If one or more of the following are true, use a table:</a:t>
            </a:r>
            <a:endParaRPr sz="3200" b="1" dirty="0"/>
          </a:p>
          <a:p>
            <a:pPr marL="457200" lvl="0" indent="-342900" algn="l" rtl="0">
              <a:lnSpc>
                <a:spcPct val="122222"/>
              </a:lnSpc>
              <a:spcBef>
                <a:spcPts val="600"/>
              </a:spcBef>
              <a:spcAft>
                <a:spcPts val="0"/>
              </a:spcAft>
              <a:buClr>
                <a:schemeClr val="accent1"/>
              </a:buClr>
              <a:buSzPts val="1800"/>
              <a:buChar char="•"/>
            </a:pPr>
            <a:r>
              <a:rPr lang="en-US" sz="2600" dirty="0"/>
              <a:t>Users will look up one or more individual values</a:t>
            </a:r>
            <a:endParaRPr sz="2600" dirty="0"/>
          </a:p>
          <a:p>
            <a:pPr marL="457200" lvl="0" indent="-342900" algn="l" rtl="0">
              <a:lnSpc>
                <a:spcPct val="122222"/>
              </a:lnSpc>
              <a:spcBef>
                <a:spcPts val="600"/>
              </a:spcBef>
              <a:spcAft>
                <a:spcPts val="0"/>
              </a:spcAft>
              <a:buClr>
                <a:schemeClr val="accent1"/>
              </a:buClr>
              <a:buSzPts val="1800"/>
              <a:buChar char="•"/>
            </a:pPr>
            <a:r>
              <a:rPr lang="en-US" sz="2600" dirty="0"/>
              <a:t>Purpose is for one-to-one comparisons vs focused on finding patterns in data</a:t>
            </a:r>
            <a:endParaRPr sz="2600" dirty="0"/>
          </a:p>
          <a:p>
            <a:pPr marL="457200" lvl="0" indent="-342900" algn="l" rtl="0">
              <a:lnSpc>
                <a:spcPct val="122222"/>
              </a:lnSpc>
              <a:spcBef>
                <a:spcPts val="600"/>
              </a:spcBef>
              <a:spcAft>
                <a:spcPts val="0"/>
              </a:spcAft>
              <a:buClr>
                <a:schemeClr val="accent1"/>
              </a:buClr>
              <a:buSzPts val="1800"/>
              <a:buChar char="•"/>
            </a:pPr>
            <a:r>
              <a:rPr lang="en-US" sz="2600" dirty="0"/>
              <a:t>Precise values are required (i.e., show multiple decimal places)</a:t>
            </a:r>
            <a:endParaRPr sz="2600" dirty="0"/>
          </a:p>
          <a:p>
            <a:pPr marL="457200" lvl="0" indent="-342900" algn="l" rtl="0">
              <a:lnSpc>
                <a:spcPct val="122222"/>
              </a:lnSpc>
              <a:spcBef>
                <a:spcPts val="600"/>
              </a:spcBef>
              <a:spcAft>
                <a:spcPts val="0"/>
              </a:spcAft>
              <a:buClr>
                <a:schemeClr val="accent1"/>
              </a:buClr>
              <a:buSzPts val="1800"/>
              <a:buChar char="•"/>
            </a:pPr>
            <a:r>
              <a:rPr lang="en-US" sz="2600" dirty="0"/>
              <a:t>The display includes quantitative values with more than one unit of measure</a:t>
            </a:r>
            <a:endParaRPr sz="2600" dirty="0"/>
          </a:p>
          <a:p>
            <a:pPr marL="457200" lvl="0" indent="-342900" algn="l" rtl="0">
              <a:lnSpc>
                <a:spcPct val="122222"/>
              </a:lnSpc>
              <a:spcBef>
                <a:spcPts val="600"/>
              </a:spcBef>
              <a:spcAft>
                <a:spcPts val="0"/>
              </a:spcAft>
              <a:buClr>
                <a:schemeClr val="accent1"/>
              </a:buClr>
              <a:buSzPts val="1800"/>
              <a:buChar char="•"/>
            </a:pPr>
            <a:r>
              <a:rPr lang="en-US" sz="2600" dirty="0"/>
              <a:t>Users require summary and detailed values in the same display</a:t>
            </a:r>
          </a:p>
          <a:p>
            <a:pPr marL="457200" lvl="0" indent="-342900" algn="l" rtl="0">
              <a:lnSpc>
                <a:spcPct val="122222"/>
              </a:lnSpc>
              <a:spcBef>
                <a:spcPts val="600"/>
              </a:spcBef>
              <a:spcAft>
                <a:spcPts val="0"/>
              </a:spcAft>
              <a:buClr>
                <a:schemeClr val="accent1"/>
              </a:buClr>
              <a:buSzPts val="1800"/>
              <a:buChar char="•"/>
            </a:pPr>
            <a:r>
              <a:rPr lang="en-US" sz="2600" dirty="0"/>
              <a:t>The dataset being displayed is sparse (e.g., 5-10 values)</a:t>
            </a:r>
            <a:endParaRPr sz="2600" dirty="0"/>
          </a:p>
        </p:txBody>
      </p:sp>
      <p:sp>
        <p:nvSpPr>
          <p:cNvPr id="227" name="Google Shape;227;p6"/>
          <p:cNvSpPr txBox="1">
            <a:spLocks noGrp="1"/>
          </p:cNvSpPr>
          <p:nvPr>
            <p:ph type="title"/>
          </p:nvPr>
        </p:nvSpPr>
        <p:spPr>
          <a:xfrm>
            <a:off x="838200" y="365126"/>
            <a:ext cx="10515600" cy="86762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B01F24"/>
              </a:buClr>
              <a:buSzPts val="1800"/>
              <a:buNone/>
            </a:pPr>
            <a:r>
              <a:rPr lang="en-US"/>
              <a:t>When to display data in a table?</a:t>
            </a:r>
            <a:endParaRPr/>
          </a:p>
        </p:txBody>
      </p:sp>
      <p:sp>
        <p:nvSpPr>
          <p:cNvPr id="228" name="Google Shape;228;p6"/>
          <p:cNvSpPr txBox="1">
            <a:spLocks noGrp="1"/>
          </p:cNvSpPr>
          <p:nvPr>
            <p:ph type="sldNum" idx="12"/>
          </p:nvPr>
        </p:nvSpPr>
        <p:spPr>
          <a:xfrm>
            <a:off x="254193" y="6122796"/>
            <a:ext cx="638159"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29</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Shape 233"/>
        <p:cNvGrpSpPr/>
        <p:nvPr/>
      </p:nvGrpSpPr>
      <p:grpSpPr>
        <a:xfrm>
          <a:off x="0" y="0"/>
          <a:ext cx="0" cy="0"/>
          <a:chOff x="0" y="0"/>
          <a:chExt cx="0" cy="0"/>
        </a:xfrm>
      </p:grpSpPr>
      <p:sp>
        <p:nvSpPr>
          <p:cNvPr id="234" name="Google Shape;234;g35766d32465_1_378"/>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When to Choose a Plot?</a:t>
            </a:r>
            <a:endParaRPr/>
          </a:p>
        </p:txBody>
      </p:sp>
      <p:sp>
        <p:nvSpPr>
          <p:cNvPr id="235" name="Google Shape;235;g35766d32465_1_3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p>
            <a:pPr marL="457200" lvl="0" indent="-431800" algn="l" rtl="0">
              <a:lnSpc>
                <a:spcPct val="90000"/>
              </a:lnSpc>
              <a:spcBef>
                <a:spcPts val="1000"/>
              </a:spcBef>
              <a:spcAft>
                <a:spcPts val="0"/>
              </a:spcAft>
              <a:buSzPct val="108108"/>
              <a:buChar char="•"/>
            </a:pPr>
            <a:r>
              <a:rPr lang="en-US" sz="3200" dirty="0"/>
              <a:t>Visualizing trends, relationships, distributions, uncertainty, and patterns in data sets</a:t>
            </a:r>
            <a:endParaRPr sz="3200" dirty="0"/>
          </a:p>
          <a:p>
            <a:pPr marL="482600" lvl="1" indent="0" algn="l" rtl="0">
              <a:lnSpc>
                <a:spcPct val="90000"/>
              </a:lnSpc>
              <a:spcBef>
                <a:spcPts val="0"/>
              </a:spcBef>
              <a:spcAft>
                <a:spcPts val="0"/>
              </a:spcAft>
              <a:buSzPct val="108108"/>
              <a:buNone/>
            </a:pPr>
            <a:r>
              <a:rPr lang="en-US" dirty="0"/>
              <a:t>Particularly when working with 2 or more variables</a:t>
            </a:r>
            <a:endParaRPr dirty="0"/>
          </a:p>
          <a:p>
            <a:pPr marL="0" lvl="0" indent="0" algn="l" rtl="0">
              <a:lnSpc>
                <a:spcPct val="90000"/>
              </a:lnSpc>
              <a:spcBef>
                <a:spcPts val="1000"/>
              </a:spcBef>
              <a:spcAft>
                <a:spcPts val="0"/>
              </a:spcAft>
              <a:buSzPct val="60810"/>
              <a:buNone/>
            </a:pPr>
            <a:endParaRPr sz="3200" dirty="0"/>
          </a:p>
          <a:p>
            <a:pPr marL="457200" lvl="0" indent="-431800" algn="l" rtl="0">
              <a:lnSpc>
                <a:spcPct val="90000"/>
              </a:lnSpc>
              <a:spcBef>
                <a:spcPts val="1000"/>
              </a:spcBef>
              <a:spcAft>
                <a:spcPts val="0"/>
              </a:spcAft>
              <a:buSzPct val="108108"/>
              <a:buChar char="•"/>
            </a:pPr>
            <a:r>
              <a:rPr lang="en-US" sz="3200" dirty="0"/>
              <a:t>Conveying a high-level overview of data for quick insights</a:t>
            </a:r>
            <a:endParaRPr sz="3200" dirty="0"/>
          </a:p>
          <a:p>
            <a:pPr marL="0" lvl="0" indent="0" algn="l" rtl="0">
              <a:lnSpc>
                <a:spcPct val="90000"/>
              </a:lnSpc>
              <a:spcBef>
                <a:spcPts val="1000"/>
              </a:spcBef>
              <a:spcAft>
                <a:spcPts val="0"/>
              </a:spcAft>
              <a:buSzPct val="60810"/>
              <a:buNone/>
            </a:pPr>
            <a:endParaRPr sz="3200" dirty="0"/>
          </a:p>
          <a:p>
            <a:pPr marL="457200" lvl="0" indent="-431800" algn="l" rtl="0">
              <a:lnSpc>
                <a:spcPct val="90000"/>
              </a:lnSpc>
              <a:spcBef>
                <a:spcPts val="1000"/>
              </a:spcBef>
              <a:spcAft>
                <a:spcPts val="0"/>
              </a:spcAft>
              <a:buSzPct val="108108"/>
              <a:buChar char="•"/>
            </a:pPr>
            <a:r>
              <a:rPr lang="en-US" sz="3200" dirty="0"/>
              <a:t>Visualizing large datasets</a:t>
            </a:r>
            <a:endParaRPr sz="3200" dirty="0"/>
          </a:p>
        </p:txBody>
      </p:sp>
      <p:sp>
        <p:nvSpPr>
          <p:cNvPr id="236" name="Google Shape;236;g35766d32465_1_378"/>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en-US"/>
              <a:t>30</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C1EBE4FF-37D1-8B70-AE89-D52A4474591A}"/>
              </a:ext>
            </a:extLst>
          </p:cNvPr>
          <p:cNvSpPr>
            <a:spLocks noGrp="1"/>
          </p:cNvSpPr>
          <p:nvPr>
            <p:ph type="pic" idx="2"/>
          </p:nvPr>
        </p:nvSpPr>
        <p:spPr/>
        <p:txBody>
          <a:bodyPr/>
          <a:lstStyle/>
          <a:p>
            <a:endParaRPr lang="en-US"/>
          </a:p>
        </p:txBody>
      </p:sp>
      <p:sp>
        <p:nvSpPr>
          <p:cNvPr id="8" name="Content Placeholder 7">
            <a:extLst>
              <a:ext uri="{FF2B5EF4-FFF2-40B4-BE49-F238E27FC236}">
                <a16:creationId xmlns:a16="http://schemas.microsoft.com/office/drawing/2014/main" id="{2B117873-3B47-0852-0B49-49F12DB7991E}"/>
              </a:ext>
            </a:extLst>
          </p:cNvPr>
          <p:cNvSpPr>
            <a:spLocks noGrp="1"/>
          </p:cNvSpPr>
          <p:nvPr>
            <p:ph type="body" idx="1"/>
          </p:nvPr>
        </p:nvSpPr>
        <p:spPr/>
        <p:txBody>
          <a:bodyPr>
            <a:noAutofit/>
          </a:bodyPr>
          <a:lstStyle/>
          <a:p>
            <a:pPr>
              <a:buClr>
                <a:schemeClr val="accent1"/>
              </a:buClr>
              <a:buSzPct val="140000"/>
            </a:pPr>
            <a:r>
              <a:rPr lang="en-US" sz="2600" dirty="0"/>
              <a:t>Bar represents quantity or statistic for a categorical variable</a:t>
            </a:r>
          </a:p>
          <a:p>
            <a:pPr>
              <a:buClr>
                <a:schemeClr val="accent1"/>
              </a:buClr>
              <a:buSzPct val="140000"/>
            </a:pPr>
            <a:r>
              <a:rPr lang="en-US" sz="2600" dirty="0"/>
              <a:t>Broadly applicable for visualizing individual values and for making comparisons by groups</a:t>
            </a:r>
          </a:p>
          <a:p>
            <a:pPr>
              <a:buClr>
                <a:schemeClr val="accent1"/>
              </a:buClr>
              <a:buSzPct val="140000"/>
            </a:pPr>
            <a:r>
              <a:rPr lang="en-US" sz="2600" dirty="0"/>
              <a:t>Many variations available</a:t>
            </a:r>
          </a:p>
          <a:p>
            <a:pPr>
              <a:buClr>
                <a:schemeClr val="accent1"/>
              </a:buClr>
              <a:buSzPct val="140000"/>
            </a:pPr>
            <a:r>
              <a:rPr lang="en-US" sz="2600" dirty="0"/>
              <a:t>Not best choice for continuous data</a:t>
            </a:r>
          </a:p>
        </p:txBody>
      </p:sp>
      <p:sp>
        <p:nvSpPr>
          <p:cNvPr id="7" name="Title 6">
            <a:extLst>
              <a:ext uri="{FF2B5EF4-FFF2-40B4-BE49-F238E27FC236}">
                <a16:creationId xmlns:a16="http://schemas.microsoft.com/office/drawing/2014/main" id="{16D1BDF1-D0E9-9178-60A2-703EDC9721CA}"/>
              </a:ext>
            </a:extLst>
          </p:cNvPr>
          <p:cNvSpPr>
            <a:spLocks noGrp="1"/>
          </p:cNvSpPr>
          <p:nvPr>
            <p:ph type="title"/>
          </p:nvPr>
        </p:nvSpPr>
        <p:spPr/>
        <p:txBody>
          <a:bodyPr/>
          <a:lstStyle/>
          <a:p>
            <a:r>
              <a:rPr lang="en-US" dirty="0">
                <a:solidFill>
                  <a:schemeClr val="tx1"/>
                </a:solidFill>
              </a:rPr>
              <a:t>Bar plots Compare values across categories</a:t>
            </a:r>
          </a:p>
        </p:txBody>
      </p:sp>
      <p:pic>
        <p:nvPicPr>
          <p:cNvPr id="3" name="Picture 2">
            <a:extLst>
              <a:ext uri="{FF2B5EF4-FFF2-40B4-BE49-F238E27FC236}">
                <a16:creationId xmlns:a16="http://schemas.microsoft.com/office/drawing/2014/main" id="{39FB25AD-FBFE-30F7-84FF-1E1AFCD687BE}"/>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926453" y="2275784"/>
            <a:ext cx="4317722" cy="2665183"/>
          </a:xfrm>
          <a:prstGeom prst="rect">
            <a:avLst/>
          </a:prstGeom>
        </p:spPr>
      </p:pic>
    </p:spTree>
    <p:extLst>
      <p:ext uri="{BB962C8B-B14F-4D97-AF65-F5344CB8AC3E}">
        <p14:creationId xmlns:p14="http://schemas.microsoft.com/office/powerpoint/2010/main" val="29941053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C61DD0-3BC4-E94C-2CA0-6BEBBD15ED3F}"/>
            </a:ext>
          </a:extLst>
        </p:cNvPr>
        <p:cNvGrpSpPr/>
        <p:nvPr/>
      </p:nvGrpSpPr>
      <p:grpSpPr>
        <a:xfrm>
          <a:off x="0" y="0"/>
          <a:ext cx="0" cy="0"/>
          <a:chOff x="0" y="0"/>
          <a:chExt cx="0" cy="0"/>
        </a:xfrm>
      </p:grpSpPr>
      <p:pic>
        <p:nvPicPr>
          <p:cNvPr id="15" name="Picture 14">
            <a:extLst>
              <a:ext uri="{FF2B5EF4-FFF2-40B4-BE49-F238E27FC236}">
                <a16:creationId xmlns:a16="http://schemas.microsoft.com/office/drawing/2014/main" id="{02EB06BE-75A0-0807-B2AD-A3E6D8A3508C}"/>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702507" y="4434508"/>
            <a:ext cx="3840480" cy="2370598"/>
          </a:xfrm>
          <a:prstGeom prst="rect">
            <a:avLst/>
          </a:prstGeom>
        </p:spPr>
      </p:pic>
      <p:pic>
        <p:nvPicPr>
          <p:cNvPr id="14" name="Picture 13">
            <a:extLst>
              <a:ext uri="{FF2B5EF4-FFF2-40B4-BE49-F238E27FC236}">
                <a16:creationId xmlns:a16="http://schemas.microsoft.com/office/drawing/2014/main" id="{061A0E3D-0AC0-B79F-36F3-47AECDACCFE9}"/>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857200" y="1744683"/>
            <a:ext cx="3840480" cy="2370598"/>
          </a:xfrm>
          <a:prstGeom prst="rect">
            <a:avLst/>
          </a:prstGeom>
        </p:spPr>
      </p:pic>
      <p:sp>
        <p:nvSpPr>
          <p:cNvPr id="7" name="Title 6">
            <a:extLst>
              <a:ext uri="{FF2B5EF4-FFF2-40B4-BE49-F238E27FC236}">
                <a16:creationId xmlns:a16="http://schemas.microsoft.com/office/drawing/2014/main" id="{8C8DF886-6976-CE84-F787-6906A788F667}"/>
              </a:ext>
            </a:extLst>
          </p:cNvPr>
          <p:cNvSpPr>
            <a:spLocks noGrp="1"/>
          </p:cNvSpPr>
          <p:nvPr>
            <p:ph type="title"/>
          </p:nvPr>
        </p:nvSpPr>
        <p:spPr/>
        <p:txBody>
          <a:bodyPr/>
          <a:lstStyle/>
          <a:p>
            <a:r>
              <a:rPr lang="en-US" dirty="0">
                <a:solidFill>
                  <a:schemeClr val="tx1"/>
                </a:solidFill>
              </a:rPr>
              <a:t>Examples: Lab costs by category</a:t>
            </a:r>
          </a:p>
        </p:txBody>
      </p:sp>
      <p:pic>
        <p:nvPicPr>
          <p:cNvPr id="4" name="Picture 3">
            <a:extLst>
              <a:ext uri="{FF2B5EF4-FFF2-40B4-BE49-F238E27FC236}">
                <a16:creationId xmlns:a16="http://schemas.microsoft.com/office/drawing/2014/main" id="{FEE2F0B2-72AB-E259-995A-052520939584}"/>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6551885" y="1744683"/>
            <a:ext cx="3840480" cy="2370598"/>
          </a:xfrm>
          <a:prstGeom prst="rect">
            <a:avLst/>
          </a:prstGeom>
        </p:spPr>
      </p:pic>
      <p:pic>
        <p:nvPicPr>
          <p:cNvPr id="5" name="Picture 4">
            <a:extLst>
              <a:ext uri="{FF2B5EF4-FFF2-40B4-BE49-F238E27FC236}">
                <a16:creationId xmlns:a16="http://schemas.microsoft.com/office/drawing/2014/main" id="{D5B81866-4A0F-0081-D402-13F4B31ADFD7}"/>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6551885" y="4434508"/>
            <a:ext cx="3840480" cy="2370598"/>
          </a:xfrm>
          <a:prstGeom prst="rect">
            <a:avLst/>
          </a:prstGeom>
        </p:spPr>
      </p:pic>
      <p:grpSp>
        <p:nvGrpSpPr>
          <p:cNvPr id="6" name="Google Shape;338;g35766d32465_2_86">
            <a:extLst>
              <a:ext uri="{FF2B5EF4-FFF2-40B4-BE49-F238E27FC236}">
                <a16:creationId xmlns:a16="http://schemas.microsoft.com/office/drawing/2014/main" id="{DE60F658-0B19-33C4-B7EC-806A0E10AB91}"/>
              </a:ext>
            </a:extLst>
          </p:cNvPr>
          <p:cNvGrpSpPr/>
          <p:nvPr/>
        </p:nvGrpSpPr>
        <p:grpSpPr>
          <a:xfrm>
            <a:off x="344407" y="1633670"/>
            <a:ext cx="1871293" cy="2608800"/>
            <a:chOff x="697007" y="2511155"/>
            <a:chExt cx="1871293" cy="2608800"/>
          </a:xfrm>
        </p:grpSpPr>
        <p:sp>
          <p:nvSpPr>
            <p:cNvPr id="9" name="Google Shape;339;g35766d32465_2_86">
              <a:extLst>
                <a:ext uri="{FF2B5EF4-FFF2-40B4-BE49-F238E27FC236}">
                  <a16:creationId xmlns:a16="http://schemas.microsoft.com/office/drawing/2014/main" id="{1DD83E32-9E59-A99D-938A-C1E6AA3D0F64}"/>
                </a:ext>
              </a:extLst>
            </p:cNvPr>
            <p:cNvSpPr/>
            <p:nvPr/>
          </p:nvSpPr>
          <p:spPr>
            <a:xfrm>
              <a:off x="2209800" y="2511155"/>
              <a:ext cx="358500" cy="2608800"/>
            </a:xfrm>
            <a:prstGeom prst="ellipse">
              <a:avLst/>
            </a:prstGeom>
            <a:noFill/>
            <a:ln w="381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 name="Google Shape;340;g35766d32465_2_86">
              <a:extLst>
                <a:ext uri="{FF2B5EF4-FFF2-40B4-BE49-F238E27FC236}">
                  <a16:creationId xmlns:a16="http://schemas.microsoft.com/office/drawing/2014/main" id="{2EB9764C-A80E-3955-DE7C-D00A3C045356}"/>
                </a:ext>
              </a:extLst>
            </p:cNvPr>
            <p:cNvSpPr txBox="1"/>
            <p:nvPr/>
          </p:nvSpPr>
          <p:spPr>
            <a:xfrm>
              <a:off x="697007" y="3353855"/>
              <a:ext cx="1358100" cy="9234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Calibri"/>
                  <a:ea typeface="Calibri"/>
                  <a:cs typeface="Calibri"/>
                  <a:sym typeface="Calibri"/>
                </a:rPr>
                <a:t>Numeric variable of interest</a:t>
              </a:r>
              <a:endParaRPr sz="1400" b="0" i="0" u="none" strike="noStrike" cap="none" dirty="0">
                <a:solidFill>
                  <a:srgbClr val="000000"/>
                </a:solidFill>
                <a:latin typeface="Arial"/>
                <a:ea typeface="Arial"/>
                <a:cs typeface="Arial"/>
                <a:sym typeface="Arial"/>
              </a:endParaRPr>
            </a:p>
          </p:txBody>
        </p:sp>
      </p:grpSp>
      <p:grpSp>
        <p:nvGrpSpPr>
          <p:cNvPr id="11" name="Google Shape;335;g35766d32465_2_86">
            <a:extLst>
              <a:ext uri="{FF2B5EF4-FFF2-40B4-BE49-F238E27FC236}">
                <a16:creationId xmlns:a16="http://schemas.microsoft.com/office/drawing/2014/main" id="{B0E7DAFF-A975-B216-BA22-7D1625276CB2}"/>
              </a:ext>
            </a:extLst>
          </p:cNvPr>
          <p:cNvGrpSpPr/>
          <p:nvPr/>
        </p:nvGrpSpPr>
        <p:grpSpPr>
          <a:xfrm>
            <a:off x="856098" y="3730784"/>
            <a:ext cx="5822700" cy="732322"/>
            <a:chOff x="3402105" y="5940232"/>
            <a:chExt cx="5822700" cy="732322"/>
          </a:xfrm>
        </p:grpSpPr>
        <p:sp>
          <p:nvSpPr>
            <p:cNvPr id="12" name="Google Shape;336;g35766d32465_2_86">
              <a:extLst>
                <a:ext uri="{FF2B5EF4-FFF2-40B4-BE49-F238E27FC236}">
                  <a16:creationId xmlns:a16="http://schemas.microsoft.com/office/drawing/2014/main" id="{26007DA0-B4E8-469A-DB97-94863E4412FA}"/>
                </a:ext>
              </a:extLst>
            </p:cNvPr>
            <p:cNvSpPr/>
            <p:nvPr/>
          </p:nvSpPr>
          <p:spPr>
            <a:xfrm>
              <a:off x="4894730" y="5940232"/>
              <a:ext cx="2837400" cy="365100"/>
            </a:xfrm>
            <a:prstGeom prst="ellipse">
              <a:avLst/>
            </a:prstGeom>
            <a:noFill/>
            <a:ln w="381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 name="Google Shape;337;g35766d32465_2_86">
              <a:extLst>
                <a:ext uri="{FF2B5EF4-FFF2-40B4-BE49-F238E27FC236}">
                  <a16:creationId xmlns:a16="http://schemas.microsoft.com/office/drawing/2014/main" id="{7E9520E9-C56E-5480-4EFF-D700C9FB7BED}"/>
                </a:ext>
              </a:extLst>
            </p:cNvPr>
            <p:cNvSpPr txBox="1"/>
            <p:nvPr/>
          </p:nvSpPr>
          <p:spPr>
            <a:xfrm>
              <a:off x="3402105" y="6303254"/>
              <a:ext cx="58227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dirty="0">
                  <a:solidFill>
                    <a:schemeClr val="dk1"/>
                  </a:solidFill>
                  <a:latin typeface="Calibri"/>
                  <a:ea typeface="Calibri"/>
                  <a:cs typeface="Calibri"/>
                  <a:sym typeface="Calibri"/>
                </a:rPr>
                <a:t>Categorical</a:t>
              </a:r>
              <a:r>
                <a:rPr lang="en-US" sz="1800" b="0" i="0" u="none" strike="noStrike" cap="none" dirty="0">
                  <a:solidFill>
                    <a:schemeClr val="dk1"/>
                  </a:solidFill>
                  <a:latin typeface="Calibri"/>
                  <a:ea typeface="Calibri"/>
                  <a:cs typeface="Calibri"/>
                  <a:sym typeface="Calibri"/>
                </a:rPr>
                <a:t> variable of interest</a:t>
              </a:r>
              <a:endParaRPr sz="1400" b="0" i="0" u="none" strike="noStrike" cap="none" dirty="0">
                <a:solidFill>
                  <a:srgbClr val="000000"/>
                </a:solidFill>
                <a:latin typeface="Arial"/>
                <a:ea typeface="Arial"/>
                <a:cs typeface="Arial"/>
                <a:sym typeface="Arial"/>
              </a:endParaRPr>
            </a:p>
          </p:txBody>
        </p:sp>
      </p:grpSp>
      <p:grpSp>
        <p:nvGrpSpPr>
          <p:cNvPr id="16" name="Google Shape;338;g35766d32465_2_86">
            <a:extLst>
              <a:ext uri="{FF2B5EF4-FFF2-40B4-BE49-F238E27FC236}">
                <a16:creationId xmlns:a16="http://schemas.microsoft.com/office/drawing/2014/main" id="{AC294A08-0484-ABED-B70D-FE4A88A65507}"/>
              </a:ext>
            </a:extLst>
          </p:cNvPr>
          <p:cNvGrpSpPr/>
          <p:nvPr/>
        </p:nvGrpSpPr>
        <p:grpSpPr>
          <a:xfrm>
            <a:off x="9721038" y="1748896"/>
            <a:ext cx="1906700" cy="2310154"/>
            <a:chOff x="1819137" y="2832427"/>
            <a:chExt cx="1906700" cy="2310154"/>
          </a:xfrm>
        </p:grpSpPr>
        <p:sp>
          <p:nvSpPr>
            <p:cNvPr id="17" name="Google Shape;339;g35766d32465_2_86">
              <a:extLst>
                <a:ext uri="{FF2B5EF4-FFF2-40B4-BE49-F238E27FC236}">
                  <a16:creationId xmlns:a16="http://schemas.microsoft.com/office/drawing/2014/main" id="{BE2FEE3C-95B0-C52C-CEE8-93A5FACC69E8}"/>
                </a:ext>
              </a:extLst>
            </p:cNvPr>
            <p:cNvSpPr/>
            <p:nvPr/>
          </p:nvSpPr>
          <p:spPr>
            <a:xfrm>
              <a:off x="1819137" y="2832427"/>
              <a:ext cx="609963" cy="2310154"/>
            </a:xfrm>
            <a:prstGeom prst="ellipse">
              <a:avLst/>
            </a:prstGeom>
            <a:noFill/>
            <a:ln w="381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8" name="Google Shape;340;g35766d32465_2_86">
              <a:extLst>
                <a:ext uri="{FF2B5EF4-FFF2-40B4-BE49-F238E27FC236}">
                  <a16:creationId xmlns:a16="http://schemas.microsoft.com/office/drawing/2014/main" id="{49A3F62E-D9BD-CDB5-98F5-F9164A2EF823}"/>
                </a:ext>
              </a:extLst>
            </p:cNvPr>
            <p:cNvSpPr txBox="1"/>
            <p:nvPr/>
          </p:nvSpPr>
          <p:spPr>
            <a:xfrm>
              <a:off x="2367737" y="3273927"/>
              <a:ext cx="1358100" cy="92328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dirty="0">
                  <a:solidFill>
                    <a:schemeClr val="dk1"/>
                  </a:solidFill>
                  <a:latin typeface="Calibri"/>
                  <a:ea typeface="Calibri"/>
                  <a:cs typeface="Calibri"/>
                  <a:sym typeface="Calibri"/>
                </a:rPr>
                <a:t>Categorical</a:t>
              </a:r>
              <a:r>
                <a:rPr lang="en-US" sz="1800" b="0" i="0" u="none" strike="noStrike" cap="none" dirty="0">
                  <a:solidFill>
                    <a:schemeClr val="dk1"/>
                  </a:solidFill>
                  <a:latin typeface="Calibri"/>
                  <a:ea typeface="Calibri"/>
                  <a:cs typeface="Calibri"/>
                  <a:sym typeface="Calibri"/>
                </a:rPr>
                <a:t> variable of interest 2</a:t>
              </a:r>
              <a:endParaRPr sz="1400" b="0" i="0" u="none" strike="noStrike" cap="none" dirty="0">
                <a:solidFill>
                  <a:srgbClr val="000000"/>
                </a:solidFill>
                <a:latin typeface="Arial"/>
                <a:ea typeface="Arial"/>
                <a:cs typeface="Arial"/>
                <a:sym typeface="Arial"/>
              </a:endParaRPr>
            </a:p>
          </p:txBody>
        </p:sp>
      </p:grpSp>
    </p:spTree>
    <p:extLst>
      <p:ext uri="{BB962C8B-B14F-4D97-AF65-F5344CB8AC3E}">
        <p14:creationId xmlns:p14="http://schemas.microsoft.com/office/powerpoint/2010/main" val="2483025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A7C2F2-CC7D-DB40-7B56-78670EC629E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059EF2E-7BDE-A78F-C544-E11E0C5C4EE8}"/>
              </a:ext>
            </a:extLst>
          </p:cNvPr>
          <p:cNvSpPr>
            <a:spLocks noGrp="1"/>
          </p:cNvSpPr>
          <p:nvPr>
            <p:ph type="title"/>
          </p:nvPr>
        </p:nvSpPr>
        <p:spPr/>
        <p:txBody>
          <a:bodyPr>
            <a:normAutofit fontScale="90000"/>
          </a:bodyPr>
          <a:lstStyle/>
          <a:p>
            <a:r>
              <a:rPr lang="en-US" dirty="0"/>
              <a:t>Caution when using Bar plots for continuous data -- may mask important aspects</a:t>
            </a:r>
          </a:p>
        </p:txBody>
      </p:sp>
      <p:pic>
        <p:nvPicPr>
          <p:cNvPr id="7" name="Graphic 6">
            <a:extLst>
              <a:ext uri="{FF2B5EF4-FFF2-40B4-BE49-F238E27FC236}">
                <a16:creationId xmlns:a16="http://schemas.microsoft.com/office/drawing/2014/main" id="{F05515AC-D589-480D-9715-6EBA28DFD070}"/>
              </a:ext>
            </a:extLst>
          </p:cNvPr>
          <p:cNvPicPr>
            <a:picLocks noChangeAspect="1"/>
          </p:cNvPicPr>
          <p:nvPr/>
        </p:nvPicPr>
        <p:blipFill>
          <a:blip r:embed="rId3">
            <a:extLst>
              <a:ext uri="{96DAC541-7B7A-43D3-8B79-37D633B846F1}">
                <asvg:svgBlip xmlns:asvg="http://schemas.microsoft.com/office/drawing/2016/SVG/main" r:embed="rId4"/>
              </a:ext>
            </a:extLst>
          </a:blip>
          <a:srcRect t="28808"/>
          <a:stretch>
            <a:fillRect/>
          </a:stretch>
        </p:blipFill>
        <p:spPr>
          <a:xfrm>
            <a:off x="790270" y="2303318"/>
            <a:ext cx="10611460" cy="3726873"/>
          </a:xfrm>
          <a:prstGeom prst="rect">
            <a:avLst/>
          </a:prstGeom>
        </p:spPr>
      </p:pic>
      <p:sp>
        <p:nvSpPr>
          <p:cNvPr id="2" name="TextBox 1">
            <a:extLst>
              <a:ext uri="{FF2B5EF4-FFF2-40B4-BE49-F238E27FC236}">
                <a16:creationId xmlns:a16="http://schemas.microsoft.com/office/drawing/2014/main" id="{56BE031B-3C49-A777-9D34-ACBEC2F7C288}"/>
              </a:ext>
            </a:extLst>
          </p:cNvPr>
          <p:cNvSpPr txBox="1"/>
          <p:nvPr/>
        </p:nvSpPr>
        <p:spPr>
          <a:xfrm>
            <a:off x="2032580" y="6272784"/>
            <a:ext cx="8126840" cy="369332"/>
          </a:xfrm>
          <a:prstGeom prst="rect">
            <a:avLst/>
          </a:prstGeom>
          <a:noFill/>
        </p:spPr>
        <p:txBody>
          <a:bodyPr wrap="none" rtlCol="0">
            <a:spAutoFit/>
          </a:bodyPr>
          <a:lstStyle/>
          <a:p>
            <a:r>
              <a:rPr lang="en-US" dirty="0"/>
              <a:t>https://</a:t>
            </a:r>
            <a:r>
              <a:rPr lang="en-US" dirty="0" err="1"/>
              <a:t>knowablemagazine.org</a:t>
            </a:r>
            <a:r>
              <a:rPr lang="en-US" dirty="0"/>
              <a:t>/content/article/mind/2019/science-data-visualization</a:t>
            </a:r>
          </a:p>
        </p:txBody>
      </p:sp>
    </p:spTree>
    <p:extLst>
      <p:ext uri="{BB962C8B-B14F-4D97-AF65-F5344CB8AC3E}">
        <p14:creationId xmlns:p14="http://schemas.microsoft.com/office/powerpoint/2010/main" val="35557872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Shape 321"/>
        <p:cNvGrpSpPr/>
        <p:nvPr/>
      </p:nvGrpSpPr>
      <p:grpSpPr>
        <a:xfrm>
          <a:off x="0" y="0"/>
          <a:ext cx="0" cy="0"/>
          <a:chOff x="0" y="0"/>
          <a:chExt cx="0" cy="0"/>
        </a:xfrm>
      </p:grpSpPr>
      <p:sp>
        <p:nvSpPr>
          <p:cNvPr id="322" name="Google Shape;322;g35766d32465_2_78"/>
          <p:cNvSpPr txBox="1">
            <a:spLocks noGrp="1"/>
          </p:cNvSpPr>
          <p:nvPr>
            <p:ph type="body" idx="1"/>
          </p:nvPr>
        </p:nvSpPr>
        <p:spPr>
          <a:xfrm>
            <a:off x="5025250" y="1837450"/>
            <a:ext cx="6328500" cy="3937800"/>
          </a:xfrm>
          <a:prstGeom prst="rect">
            <a:avLst/>
          </a:prstGeom>
          <a:noFill/>
          <a:ln>
            <a:noFill/>
          </a:ln>
        </p:spPr>
        <p:txBody>
          <a:bodyPr spcFirstLastPara="1" wrap="square" lIns="91425" tIns="45700" rIns="91425" bIns="45700" anchor="t" anchorCtr="0">
            <a:normAutofit/>
          </a:bodyPr>
          <a:lstStyle/>
          <a:p>
            <a:pPr marL="342900" lvl="0" algn="l" rtl="0">
              <a:lnSpc>
                <a:spcPct val="100000"/>
              </a:lnSpc>
              <a:spcBef>
                <a:spcPts val="0"/>
              </a:spcBef>
              <a:spcAft>
                <a:spcPts val="0"/>
              </a:spcAft>
              <a:buClr>
                <a:schemeClr val="accent1"/>
              </a:buClr>
              <a:buSzPts val="4200"/>
              <a:buChar char="•"/>
            </a:pPr>
            <a:r>
              <a:rPr lang="en-US" sz="3000" dirty="0"/>
              <a:t>2 separate variables represented on x- and y-axes</a:t>
            </a:r>
            <a:endParaRPr sz="3000" dirty="0"/>
          </a:p>
          <a:p>
            <a:pPr marL="342900" lvl="0" algn="l" rtl="0">
              <a:lnSpc>
                <a:spcPct val="100000"/>
              </a:lnSpc>
              <a:spcBef>
                <a:spcPts val="0"/>
              </a:spcBef>
              <a:spcAft>
                <a:spcPts val="0"/>
              </a:spcAft>
              <a:buClr>
                <a:schemeClr val="accent1"/>
              </a:buClr>
              <a:buSzPts val="4200"/>
              <a:buChar char="•"/>
            </a:pPr>
            <a:r>
              <a:rPr lang="en-US" sz="3000" dirty="0"/>
              <a:t>Each dot represents a single data point or transaction</a:t>
            </a:r>
            <a:endParaRPr sz="3000" dirty="0"/>
          </a:p>
          <a:p>
            <a:pPr marL="342900" lvl="0" algn="l" rtl="0">
              <a:lnSpc>
                <a:spcPct val="100000"/>
              </a:lnSpc>
              <a:spcBef>
                <a:spcPts val="0"/>
              </a:spcBef>
              <a:spcAft>
                <a:spcPts val="0"/>
              </a:spcAft>
              <a:buClr>
                <a:schemeClr val="accent1"/>
              </a:buClr>
              <a:buSzPts val="4200"/>
              <a:buChar char="•"/>
            </a:pPr>
            <a:r>
              <a:rPr lang="en-US" sz="3000" dirty="0"/>
              <a:t>Lab context: each dot is a single sample with two variables (e.g. methods)</a:t>
            </a:r>
            <a:endParaRPr sz="3000" dirty="0"/>
          </a:p>
        </p:txBody>
      </p:sp>
      <p:sp>
        <p:nvSpPr>
          <p:cNvPr id="323" name="Google Shape;323;g35766d32465_2_78"/>
          <p:cNvSpPr txBox="1">
            <a:spLocks noGrp="1"/>
          </p:cNvSpPr>
          <p:nvPr>
            <p:ph type="title"/>
          </p:nvPr>
        </p:nvSpPr>
        <p:spPr>
          <a:xfrm>
            <a:off x="838200" y="365126"/>
            <a:ext cx="10515600" cy="8676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rgbClr val="B01F24"/>
              </a:buClr>
              <a:buSzPct val="100000"/>
              <a:buFont typeface="Arial"/>
              <a:buNone/>
            </a:pPr>
            <a:r>
              <a:rPr lang="en-US" dirty="0"/>
              <a:t>Scatterplots show relationships between quantitative variables</a:t>
            </a:r>
            <a:endParaRPr dirty="0"/>
          </a:p>
        </p:txBody>
      </p:sp>
      <p:sp>
        <p:nvSpPr>
          <p:cNvPr id="324" name="Google Shape;324;g35766d32465_2_78"/>
          <p:cNvSpPr txBox="1">
            <a:spLocks noGrp="1"/>
          </p:cNvSpPr>
          <p:nvPr>
            <p:ph type="ftr" idx="11"/>
          </p:nvPr>
        </p:nvSpPr>
        <p:spPr>
          <a:xfrm>
            <a:off x="984211" y="6122795"/>
            <a:ext cx="2247600" cy="3651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Footer Text</a:t>
            </a:r>
            <a:endParaRPr/>
          </a:p>
        </p:txBody>
      </p:sp>
      <p:sp>
        <p:nvSpPr>
          <p:cNvPr id="325" name="Google Shape;325;g35766d32465_2_78"/>
          <p:cNvSpPr txBox="1">
            <a:spLocks noGrp="1"/>
          </p:cNvSpPr>
          <p:nvPr>
            <p:ph type="sldNum" idx="12"/>
          </p:nvPr>
        </p:nvSpPr>
        <p:spPr>
          <a:xfrm>
            <a:off x="254193" y="6122796"/>
            <a:ext cx="6381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en-US"/>
              <a:t>34</a:t>
            </a:fld>
            <a:endParaRPr/>
          </a:p>
        </p:txBody>
      </p:sp>
      <p:pic>
        <p:nvPicPr>
          <p:cNvPr id="326" name="Google Shape;326;g35766d32465_2_78"/>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696300" y="2471702"/>
            <a:ext cx="3897800" cy="255355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Shape 330"/>
        <p:cNvGrpSpPr/>
        <p:nvPr/>
      </p:nvGrpSpPr>
      <p:grpSpPr>
        <a:xfrm>
          <a:off x="0" y="0"/>
          <a:ext cx="0" cy="0"/>
          <a:chOff x="0" y="0"/>
          <a:chExt cx="0" cy="0"/>
        </a:xfrm>
      </p:grpSpPr>
      <p:sp>
        <p:nvSpPr>
          <p:cNvPr id="331" name="Google Shape;331;g35766d32465_2_86"/>
          <p:cNvSpPr txBox="1">
            <a:spLocks noGrp="1"/>
          </p:cNvSpPr>
          <p:nvPr>
            <p:ph type="title"/>
          </p:nvPr>
        </p:nvSpPr>
        <p:spPr>
          <a:xfrm>
            <a:off x="838200" y="365126"/>
            <a:ext cx="10515600" cy="867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B01F24"/>
              </a:buClr>
              <a:buSzPct val="100000"/>
              <a:buFont typeface="Arial"/>
              <a:buNone/>
            </a:pPr>
            <a:r>
              <a:rPr lang="en-US"/>
              <a:t>Example: correlation between liver enzymes</a:t>
            </a:r>
            <a:endParaRPr/>
          </a:p>
        </p:txBody>
      </p:sp>
      <p:sp>
        <p:nvSpPr>
          <p:cNvPr id="332" name="Google Shape;332;g35766d32465_2_86"/>
          <p:cNvSpPr txBox="1">
            <a:spLocks noGrp="1"/>
          </p:cNvSpPr>
          <p:nvPr>
            <p:ph type="ftr" idx="11"/>
          </p:nvPr>
        </p:nvSpPr>
        <p:spPr>
          <a:xfrm>
            <a:off x="984211" y="6122795"/>
            <a:ext cx="2247600" cy="3651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Footer Text</a:t>
            </a:r>
            <a:endParaRPr/>
          </a:p>
        </p:txBody>
      </p:sp>
      <p:sp>
        <p:nvSpPr>
          <p:cNvPr id="333" name="Google Shape;333;g35766d32465_2_86"/>
          <p:cNvSpPr txBox="1">
            <a:spLocks noGrp="1"/>
          </p:cNvSpPr>
          <p:nvPr>
            <p:ph type="sldNum" idx="12"/>
          </p:nvPr>
        </p:nvSpPr>
        <p:spPr>
          <a:xfrm>
            <a:off x="254193" y="6122796"/>
            <a:ext cx="6381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en-US"/>
              <a:t>35</a:t>
            </a:fld>
            <a:endParaRPr/>
          </a:p>
        </p:txBody>
      </p:sp>
      <p:pic>
        <p:nvPicPr>
          <p:cNvPr id="334" name="Google Shape;334;g35766d32465_2_86" descr="A graph showing a number of dots&#10;&#10;AI-generated content may be incorrect."/>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2209800" y="1508245"/>
            <a:ext cx="7772398" cy="4797113"/>
          </a:xfrm>
          <a:prstGeom prst="rect">
            <a:avLst/>
          </a:prstGeom>
          <a:noFill/>
          <a:ln>
            <a:noFill/>
          </a:ln>
        </p:spPr>
      </p:pic>
      <p:grpSp>
        <p:nvGrpSpPr>
          <p:cNvPr id="335" name="Google Shape;335;g35766d32465_2_86"/>
          <p:cNvGrpSpPr/>
          <p:nvPr/>
        </p:nvGrpSpPr>
        <p:grpSpPr>
          <a:xfrm>
            <a:off x="3402105" y="5940232"/>
            <a:ext cx="5822700" cy="732322"/>
            <a:chOff x="3402105" y="5940232"/>
            <a:chExt cx="5822700" cy="732322"/>
          </a:xfrm>
        </p:grpSpPr>
        <p:sp>
          <p:nvSpPr>
            <p:cNvPr id="336" name="Google Shape;336;g35766d32465_2_86"/>
            <p:cNvSpPr/>
            <p:nvPr/>
          </p:nvSpPr>
          <p:spPr>
            <a:xfrm>
              <a:off x="4894730" y="5940232"/>
              <a:ext cx="2837400" cy="365100"/>
            </a:xfrm>
            <a:prstGeom prst="ellipse">
              <a:avLst/>
            </a:prstGeom>
            <a:noFill/>
            <a:ln w="381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37" name="Google Shape;337;g35766d32465_2_86"/>
            <p:cNvSpPr txBox="1"/>
            <p:nvPr/>
          </p:nvSpPr>
          <p:spPr>
            <a:xfrm>
              <a:off x="3402105" y="6303254"/>
              <a:ext cx="58227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Numeric variable of interest 1</a:t>
              </a:r>
              <a:endParaRPr sz="1400" b="0" i="0" u="none" strike="noStrike" cap="none">
                <a:solidFill>
                  <a:srgbClr val="000000"/>
                </a:solidFill>
                <a:latin typeface="Arial"/>
                <a:ea typeface="Arial"/>
                <a:cs typeface="Arial"/>
                <a:sym typeface="Arial"/>
              </a:endParaRPr>
            </a:p>
          </p:txBody>
        </p:sp>
      </p:grpSp>
      <p:grpSp>
        <p:nvGrpSpPr>
          <p:cNvPr id="338" name="Google Shape;338;g35766d32465_2_86"/>
          <p:cNvGrpSpPr/>
          <p:nvPr/>
        </p:nvGrpSpPr>
        <p:grpSpPr>
          <a:xfrm>
            <a:off x="697007" y="2511155"/>
            <a:ext cx="1871293" cy="2608800"/>
            <a:chOff x="697007" y="2511155"/>
            <a:chExt cx="1871293" cy="2608800"/>
          </a:xfrm>
        </p:grpSpPr>
        <p:sp>
          <p:nvSpPr>
            <p:cNvPr id="339" name="Google Shape;339;g35766d32465_2_86"/>
            <p:cNvSpPr/>
            <p:nvPr/>
          </p:nvSpPr>
          <p:spPr>
            <a:xfrm>
              <a:off x="2209800" y="2511155"/>
              <a:ext cx="358500" cy="2608800"/>
            </a:xfrm>
            <a:prstGeom prst="ellipse">
              <a:avLst/>
            </a:prstGeom>
            <a:noFill/>
            <a:ln w="381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40" name="Google Shape;340;g35766d32465_2_86"/>
            <p:cNvSpPr txBox="1"/>
            <p:nvPr/>
          </p:nvSpPr>
          <p:spPr>
            <a:xfrm>
              <a:off x="697007" y="3353855"/>
              <a:ext cx="1358100" cy="9234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Numeric variable of interest 2</a:t>
              </a:r>
              <a:endParaRPr sz="1400" b="0" i="0" u="none" strike="noStrike" cap="none">
                <a:solidFill>
                  <a:srgbClr val="000000"/>
                </a:solidFill>
                <a:latin typeface="Arial"/>
                <a:ea typeface="Arial"/>
                <a:cs typeface="Arial"/>
                <a:sym typeface="Arial"/>
              </a:endParaRPr>
            </a:p>
          </p:txBody>
        </p:sp>
      </p:grpSp>
      <p:grpSp>
        <p:nvGrpSpPr>
          <p:cNvPr id="341" name="Google Shape;341;g35766d32465_2_86"/>
          <p:cNvGrpSpPr/>
          <p:nvPr/>
        </p:nvGrpSpPr>
        <p:grpSpPr>
          <a:xfrm>
            <a:off x="6933394" y="2739236"/>
            <a:ext cx="2495376" cy="1010132"/>
            <a:chOff x="6933394" y="2739236"/>
            <a:chExt cx="2495376" cy="1010132"/>
          </a:xfrm>
        </p:grpSpPr>
        <p:cxnSp>
          <p:nvCxnSpPr>
            <p:cNvPr id="342" name="Google Shape;342;g35766d32465_2_86"/>
            <p:cNvCxnSpPr/>
            <p:nvPr/>
          </p:nvCxnSpPr>
          <p:spPr>
            <a:xfrm flipH="1">
              <a:off x="6933394" y="3108568"/>
              <a:ext cx="516600" cy="640800"/>
            </a:xfrm>
            <a:prstGeom prst="straightConnector1">
              <a:avLst/>
            </a:prstGeom>
            <a:noFill/>
            <a:ln w="38100" cap="flat" cmpd="sng">
              <a:solidFill>
                <a:schemeClr val="accent1"/>
              </a:solidFill>
              <a:prstDash val="solid"/>
              <a:miter lim="800000"/>
              <a:headEnd type="none" w="sm" len="sm"/>
              <a:tailEnd type="triangle" w="med" len="med"/>
            </a:ln>
          </p:spPr>
        </p:cxnSp>
        <p:sp>
          <p:nvSpPr>
            <p:cNvPr id="343" name="Google Shape;343;g35766d32465_2_86"/>
            <p:cNvSpPr txBox="1"/>
            <p:nvPr/>
          </p:nvSpPr>
          <p:spPr>
            <a:xfrm>
              <a:off x="7487770" y="2739236"/>
              <a:ext cx="19410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Single observation</a:t>
              </a:r>
              <a:endParaRPr sz="1400" b="0" i="0" u="none" strike="noStrike" cap="none">
                <a:solidFill>
                  <a:srgbClr val="000000"/>
                </a:solidFill>
                <a:latin typeface="Arial"/>
                <a:ea typeface="Arial"/>
                <a:cs typeface="Arial"/>
                <a:sym typeface="Arial"/>
              </a:endParaRPr>
            </a:p>
          </p:txBody>
        </p:sp>
      </p:grpSp>
      <p:grpSp>
        <p:nvGrpSpPr>
          <p:cNvPr id="344" name="Google Shape;344;g35766d32465_2_86"/>
          <p:cNvGrpSpPr/>
          <p:nvPr/>
        </p:nvGrpSpPr>
        <p:grpSpPr>
          <a:xfrm>
            <a:off x="3402247" y="2866150"/>
            <a:ext cx="2236083" cy="2253770"/>
            <a:chOff x="3402247" y="2866150"/>
            <a:chExt cx="2236083" cy="2253770"/>
          </a:xfrm>
        </p:grpSpPr>
        <p:cxnSp>
          <p:nvCxnSpPr>
            <p:cNvPr id="345" name="Google Shape;345;g35766d32465_2_86"/>
            <p:cNvCxnSpPr/>
            <p:nvPr/>
          </p:nvCxnSpPr>
          <p:spPr>
            <a:xfrm flipH="1">
              <a:off x="3402247" y="3815520"/>
              <a:ext cx="268800" cy="1304400"/>
            </a:xfrm>
            <a:prstGeom prst="straightConnector1">
              <a:avLst/>
            </a:prstGeom>
            <a:noFill/>
            <a:ln w="38100" cap="flat" cmpd="sng">
              <a:solidFill>
                <a:schemeClr val="accent1"/>
              </a:solidFill>
              <a:prstDash val="solid"/>
              <a:miter lim="800000"/>
              <a:headEnd type="none" w="sm" len="sm"/>
              <a:tailEnd type="triangle" w="med" len="med"/>
            </a:ln>
          </p:spPr>
        </p:cxnSp>
        <p:sp>
          <p:nvSpPr>
            <p:cNvPr id="346" name="Google Shape;346;g35766d32465_2_86"/>
            <p:cNvSpPr txBox="1"/>
            <p:nvPr/>
          </p:nvSpPr>
          <p:spPr>
            <a:xfrm>
              <a:off x="3580930" y="2866150"/>
              <a:ext cx="2057400" cy="923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High density may obscure number of observations</a:t>
              </a:r>
              <a:endParaRPr sz="1400" b="0" i="0" u="none" strike="noStrike" cap="none">
                <a:solidFill>
                  <a:srgbClr val="000000"/>
                </a:solidFill>
                <a:latin typeface="Arial"/>
                <a:ea typeface="Arial"/>
                <a:cs typeface="Arial"/>
                <a:sym typeface="Aria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3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4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Shape 350"/>
        <p:cNvGrpSpPr/>
        <p:nvPr/>
      </p:nvGrpSpPr>
      <p:grpSpPr>
        <a:xfrm>
          <a:off x="0" y="0"/>
          <a:ext cx="0" cy="0"/>
          <a:chOff x="0" y="0"/>
          <a:chExt cx="0" cy="0"/>
        </a:xfrm>
      </p:grpSpPr>
      <p:sp>
        <p:nvSpPr>
          <p:cNvPr id="351" name="Google Shape;351;g35766d32465_2_105"/>
          <p:cNvSpPr txBox="1">
            <a:spLocks noGrp="1"/>
          </p:cNvSpPr>
          <p:nvPr>
            <p:ph type="body" idx="1"/>
          </p:nvPr>
        </p:nvSpPr>
        <p:spPr>
          <a:xfrm>
            <a:off x="5285400" y="1825625"/>
            <a:ext cx="6068400" cy="3937800"/>
          </a:xfrm>
          <a:prstGeom prst="rect">
            <a:avLst/>
          </a:prstGeom>
          <a:noFill/>
          <a:ln>
            <a:noFill/>
          </a:ln>
        </p:spPr>
        <p:txBody>
          <a:bodyPr spcFirstLastPara="1" wrap="square" lIns="91425" tIns="45700" rIns="91425" bIns="45700" anchor="t" anchorCtr="0">
            <a:noAutofit/>
          </a:bodyPr>
          <a:lstStyle/>
          <a:p>
            <a:pPr marL="279400" lvl="0" indent="-279400" algn="l" rtl="0">
              <a:lnSpc>
                <a:spcPct val="100000"/>
              </a:lnSpc>
              <a:spcBef>
                <a:spcPts val="0"/>
              </a:spcBef>
              <a:spcAft>
                <a:spcPts val="0"/>
              </a:spcAft>
              <a:buClr>
                <a:schemeClr val="accent1"/>
              </a:buClr>
              <a:buSzPts val="4200"/>
              <a:buChar char="•"/>
            </a:pPr>
            <a:r>
              <a:rPr lang="en-US" sz="3000" dirty="0"/>
              <a:t>Another representation of 2 separate variables, with one being ordered</a:t>
            </a:r>
            <a:endParaRPr sz="3000" dirty="0"/>
          </a:p>
          <a:p>
            <a:pPr marL="279400" lvl="0" indent="-279400" algn="l" rtl="0">
              <a:lnSpc>
                <a:spcPct val="100000"/>
              </a:lnSpc>
              <a:spcBef>
                <a:spcPts val="1000"/>
              </a:spcBef>
              <a:spcAft>
                <a:spcPts val="0"/>
              </a:spcAft>
              <a:buClr>
                <a:schemeClr val="accent1"/>
              </a:buClr>
              <a:buSzPts val="4200"/>
              <a:buChar char="•"/>
            </a:pPr>
            <a:r>
              <a:rPr lang="en-US" sz="3000" dirty="0"/>
              <a:t>Ordered variable most commonly = time</a:t>
            </a:r>
            <a:endParaRPr sz="3000" dirty="0"/>
          </a:p>
          <a:p>
            <a:pPr marL="279400" lvl="0" indent="-279400" algn="l" rtl="0">
              <a:lnSpc>
                <a:spcPct val="100000"/>
              </a:lnSpc>
              <a:spcBef>
                <a:spcPts val="1000"/>
              </a:spcBef>
              <a:spcAft>
                <a:spcPts val="0"/>
              </a:spcAft>
              <a:buClr>
                <a:schemeClr val="accent1"/>
              </a:buClr>
              <a:buSzPts val="4200"/>
              <a:buChar char="•"/>
            </a:pPr>
            <a:r>
              <a:rPr lang="en-US" sz="3000" dirty="0"/>
              <a:t>Data points connected to help visualize change across the ordered variable</a:t>
            </a:r>
            <a:endParaRPr sz="3000" dirty="0"/>
          </a:p>
        </p:txBody>
      </p:sp>
      <p:sp>
        <p:nvSpPr>
          <p:cNvPr id="352" name="Google Shape;352;g35766d32465_2_105"/>
          <p:cNvSpPr txBox="1">
            <a:spLocks noGrp="1"/>
          </p:cNvSpPr>
          <p:nvPr>
            <p:ph type="title"/>
          </p:nvPr>
        </p:nvSpPr>
        <p:spPr>
          <a:xfrm>
            <a:off x="838200" y="365126"/>
            <a:ext cx="10515600" cy="867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B01F24"/>
              </a:buClr>
              <a:buSzPct val="100000"/>
              <a:buFont typeface="Arial"/>
              <a:buNone/>
            </a:pPr>
            <a:r>
              <a:rPr lang="en-US" dirty="0"/>
              <a:t>Line charts help visualize trends over time</a:t>
            </a:r>
            <a:endParaRPr dirty="0"/>
          </a:p>
        </p:txBody>
      </p:sp>
      <p:sp>
        <p:nvSpPr>
          <p:cNvPr id="353" name="Google Shape;353;g35766d32465_2_105"/>
          <p:cNvSpPr txBox="1">
            <a:spLocks noGrp="1"/>
          </p:cNvSpPr>
          <p:nvPr>
            <p:ph type="ftr" idx="11"/>
          </p:nvPr>
        </p:nvSpPr>
        <p:spPr>
          <a:xfrm>
            <a:off x="984211" y="6122795"/>
            <a:ext cx="2247600" cy="3651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Footer Text</a:t>
            </a:r>
            <a:endParaRPr/>
          </a:p>
        </p:txBody>
      </p:sp>
      <p:sp>
        <p:nvSpPr>
          <p:cNvPr id="354" name="Google Shape;354;g35766d32465_2_105"/>
          <p:cNvSpPr txBox="1">
            <a:spLocks noGrp="1"/>
          </p:cNvSpPr>
          <p:nvPr>
            <p:ph type="sldNum" idx="12"/>
          </p:nvPr>
        </p:nvSpPr>
        <p:spPr>
          <a:xfrm>
            <a:off x="254193" y="6122796"/>
            <a:ext cx="6381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en-US"/>
              <a:t>36</a:t>
            </a:fld>
            <a:endParaRPr/>
          </a:p>
        </p:txBody>
      </p:sp>
      <p:pic>
        <p:nvPicPr>
          <p:cNvPr id="355" name="Google Shape;355;g35766d32465_2_105"/>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201025" y="2529043"/>
            <a:ext cx="4804101" cy="2530972"/>
          </a:xfrm>
          <a:prstGeom prst="rect">
            <a:avLst/>
          </a:prstGeom>
          <a:noFill/>
          <a:ln>
            <a:noFill/>
          </a:ln>
        </p:spPr>
      </p:pic>
      <p:grpSp>
        <p:nvGrpSpPr>
          <p:cNvPr id="356" name="Google Shape;356;g35766d32465_2_105"/>
          <p:cNvGrpSpPr/>
          <p:nvPr/>
        </p:nvGrpSpPr>
        <p:grpSpPr>
          <a:xfrm>
            <a:off x="337080" y="2428022"/>
            <a:ext cx="4531990" cy="2798557"/>
            <a:chOff x="337080" y="2428022"/>
            <a:chExt cx="4531990" cy="2798557"/>
          </a:xfrm>
        </p:grpSpPr>
        <p:pic>
          <p:nvPicPr>
            <p:cNvPr id="357" name="Google Shape;357;g35766d32465_2_105" descr="A graph with a line and a line&#10;&#10;AI-generated content may be incorrect."/>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337080" y="2428022"/>
              <a:ext cx="4531990" cy="2235871"/>
            </a:xfrm>
            <a:prstGeom prst="rect">
              <a:avLst/>
            </a:prstGeom>
            <a:noFill/>
            <a:ln>
              <a:noFill/>
            </a:ln>
          </p:spPr>
        </p:pic>
        <p:sp>
          <p:nvSpPr>
            <p:cNvPr id="358" name="Google Shape;358;g35766d32465_2_105"/>
            <p:cNvSpPr txBox="1"/>
            <p:nvPr/>
          </p:nvSpPr>
          <p:spPr>
            <a:xfrm>
              <a:off x="387133" y="4764914"/>
              <a:ext cx="4431883" cy="46166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2400" b="0" i="0" u="none" strike="noStrike" cap="none">
                  <a:solidFill>
                    <a:srgbClr val="000000"/>
                  </a:solidFill>
                  <a:latin typeface="Arial"/>
                  <a:ea typeface="Arial"/>
                  <a:cs typeface="Arial"/>
                  <a:sym typeface="Arial"/>
                </a:rPr>
                <a:t>Levey-Jennings Chart</a:t>
              </a: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Shape 362"/>
        <p:cNvGrpSpPr/>
        <p:nvPr/>
      </p:nvGrpSpPr>
      <p:grpSpPr>
        <a:xfrm>
          <a:off x="0" y="0"/>
          <a:ext cx="0" cy="0"/>
          <a:chOff x="0" y="0"/>
          <a:chExt cx="0" cy="0"/>
        </a:xfrm>
      </p:grpSpPr>
      <p:sp>
        <p:nvSpPr>
          <p:cNvPr id="363" name="Google Shape;363;g35766d32465_2_113"/>
          <p:cNvSpPr txBox="1">
            <a:spLocks noGrp="1"/>
          </p:cNvSpPr>
          <p:nvPr>
            <p:ph type="title"/>
          </p:nvPr>
        </p:nvSpPr>
        <p:spPr>
          <a:xfrm>
            <a:off x="838200" y="365126"/>
            <a:ext cx="10515600" cy="867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B01F24"/>
              </a:buClr>
              <a:buSzPct val="100000"/>
              <a:buFont typeface="Arial"/>
              <a:buNone/>
            </a:pPr>
            <a:r>
              <a:rPr lang="en-US"/>
              <a:t>Example: SARS-CoV 2 positivity rates over time</a:t>
            </a:r>
            <a:endParaRPr/>
          </a:p>
        </p:txBody>
      </p:sp>
      <p:sp>
        <p:nvSpPr>
          <p:cNvPr id="364" name="Google Shape;364;g35766d32465_2_113"/>
          <p:cNvSpPr txBox="1">
            <a:spLocks noGrp="1"/>
          </p:cNvSpPr>
          <p:nvPr>
            <p:ph type="ftr" idx="11"/>
          </p:nvPr>
        </p:nvSpPr>
        <p:spPr>
          <a:xfrm>
            <a:off x="984211" y="6122795"/>
            <a:ext cx="2247600" cy="3651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Footer Text</a:t>
            </a:r>
            <a:endParaRPr/>
          </a:p>
        </p:txBody>
      </p:sp>
      <p:sp>
        <p:nvSpPr>
          <p:cNvPr id="365" name="Google Shape;365;g35766d32465_2_113"/>
          <p:cNvSpPr txBox="1">
            <a:spLocks noGrp="1"/>
          </p:cNvSpPr>
          <p:nvPr>
            <p:ph type="sldNum" idx="12"/>
          </p:nvPr>
        </p:nvSpPr>
        <p:spPr>
          <a:xfrm>
            <a:off x="254193" y="6122796"/>
            <a:ext cx="6381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en-US"/>
              <a:t>37</a:t>
            </a:fld>
            <a:endParaRPr/>
          </a:p>
        </p:txBody>
      </p:sp>
      <p:pic>
        <p:nvPicPr>
          <p:cNvPr id="366" name="Google Shape;366;g35766d32465_2_113" descr="A graph showing the percentage of positivity&#10;&#10;AI-generated content may be incorrect."/>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2209800" y="1506365"/>
            <a:ext cx="7772401" cy="4798993"/>
          </a:xfrm>
          <a:prstGeom prst="rect">
            <a:avLst/>
          </a:prstGeom>
          <a:noFill/>
          <a:ln>
            <a:noFill/>
          </a:ln>
        </p:spPr>
      </p:pic>
      <p:grpSp>
        <p:nvGrpSpPr>
          <p:cNvPr id="367" name="Google Shape;367;g35766d32465_2_113"/>
          <p:cNvGrpSpPr/>
          <p:nvPr/>
        </p:nvGrpSpPr>
        <p:grpSpPr>
          <a:xfrm>
            <a:off x="697007" y="2861186"/>
            <a:ext cx="1871293" cy="2035200"/>
            <a:chOff x="697007" y="2861186"/>
            <a:chExt cx="1871293" cy="2035200"/>
          </a:xfrm>
        </p:grpSpPr>
        <p:sp>
          <p:nvSpPr>
            <p:cNvPr id="368" name="Google Shape;368;g35766d32465_2_113"/>
            <p:cNvSpPr/>
            <p:nvPr/>
          </p:nvSpPr>
          <p:spPr>
            <a:xfrm>
              <a:off x="2209800" y="2861186"/>
              <a:ext cx="358500" cy="2035200"/>
            </a:xfrm>
            <a:prstGeom prst="ellipse">
              <a:avLst/>
            </a:prstGeom>
            <a:noFill/>
            <a:ln w="381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69" name="Google Shape;369;g35766d32465_2_113"/>
            <p:cNvSpPr txBox="1"/>
            <p:nvPr/>
          </p:nvSpPr>
          <p:spPr>
            <a:xfrm>
              <a:off x="697007" y="3353855"/>
              <a:ext cx="1358100" cy="9234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Numeric variable of interest</a:t>
              </a:r>
              <a:endParaRPr sz="1400" b="0" i="0" u="none" strike="noStrike" cap="none">
                <a:solidFill>
                  <a:srgbClr val="000000"/>
                </a:solidFill>
                <a:latin typeface="Arial"/>
                <a:ea typeface="Arial"/>
                <a:cs typeface="Arial"/>
                <a:sym typeface="Arial"/>
              </a:endParaRPr>
            </a:p>
          </p:txBody>
        </p:sp>
      </p:grpSp>
      <p:grpSp>
        <p:nvGrpSpPr>
          <p:cNvPr id="370" name="Google Shape;370;g35766d32465_2_113"/>
          <p:cNvGrpSpPr/>
          <p:nvPr/>
        </p:nvGrpSpPr>
        <p:grpSpPr>
          <a:xfrm>
            <a:off x="3402105" y="6029639"/>
            <a:ext cx="5822700" cy="642915"/>
            <a:chOff x="3402105" y="6029639"/>
            <a:chExt cx="5822700" cy="642915"/>
          </a:xfrm>
        </p:grpSpPr>
        <p:sp>
          <p:nvSpPr>
            <p:cNvPr id="371" name="Google Shape;371;g35766d32465_2_113"/>
            <p:cNvSpPr/>
            <p:nvPr/>
          </p:nvSpPr>
          <p:spPr>
            <a:xfrm>
              <a:off x="5899355" y="6029639"/>
              <a:ext cx="943800" cy="273600"/>
            </a:xfrm>
            <a:prstGeom prst="ellipse">
              <a:avLst/>
            </a:prstGeom>
            <a:noFill/>
            <a:ln w="381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72" name="Google Shape;372;g35766d32465_2_113"/>
            <p:cNvSpPr txBox="1"/>
            <p:nvPr/>
          </p:nvSpPr>
          <p:spPr>
            <a:xfrm>
              <a:off x="3402105" y="6303254"/>
              <a:ext cx="58227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Time variable</a:t>
              </a:r>
              <a:endParaRPr sz="1400" b="0" i="0" u="none" strike="noStrike" cap="none">
                <a:solidFill>
                  <a:srgbClr val="000000"/>
                </a:solidFill>
                <a:latin typeface="Arial"/>
                <a:ea typeface="Arial"/>
                <a:cs typeface="Arial"/>
                <a:sym typeface="Arial"/>
              </a:endParaRPr>
            </a:p>
          </p:txBody>
        </p:sp>
      </p:grpSp>
      <p:grpSp>
        <p:nvGrpSpPr>
          <p:cNvPr id="373" name="Google Shape;373;g35766d32465_2_113"/>
          <p:cNvGrpSpPr/>
          <p:nvPr/>
        </p:nvGrpSpPr>
        <p:grpSpPr>
          <a:xfrm>
            <a:off x="7169369" y="2356088"/>
            <a:ext cx="2495376" cy="1010132"/>
            <a:chOff x="6933394" y="2739236"/>
            <a:chExt cx="2495376" cy="1010132"/>
          </a:xfrm>
        </p:grpSpPr>
        <p:cxnSp>
          <p:nvCxnSpPr>
            <p:cNvPr id="374" name="Google Shape;374;g35766d32465_2_113"/>
            <p:cNvCxnSpPr/>
            <p:nvPr/>
          </p:nvCxnSpPr>
          <p:spPr>
            <a:xfrm flipH="1">
              <a:off x="6933394" y="3108568"/>
              <a:ext cx="516600" cy="640800"/>
            </a:xfrm>
            <a:prstGeom prst="straightConnector1">
              <a:avLst/>
            </a:prstGeom>
            <a:noFill/>
            <a:ln w="38100" cap="flat" cmpd="sng">
              <a:solidFill>
                <a:schemeClr val="accent1"/>
              </a:solidFill>
              <a:prstDash val="solid"/>
              <a:miter lim="800000"/>
              <a:headEnd type="none" w="sm" len="sm"/>
              <a:tailEnd type="triangle" w="med" len="med"/>
            </a:ln>
          </p:spPr>
        </p:cxnSp>
        <p:sp>
          <p:nvSpPr>
            <p:cNvPr id="375" name="Google Shape;375;g35766d32465_2_113"/>
            <p:cNvSpPr txBox="1"/>
            <p:nvPr/>
          </p:nvSpPr>
          <p:spPr>
            <a:xfrm>
              <a:off x="7487770" y="2739236"/>
              <a:ext cx="19410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Single observation</a:t>
              </a:r>
              <a:endParaRPr sz="1400" b="0" i="0" u="none" strike="noStrike" cap="none">
                <a:solidFill>
                  <a:srgbClr val="000000"/>
                </a:solidFill>
                <a:latin typeface="Arial"/>
                <a:ea typeface="Arial"/>
                <a:cs typeface="Arial"/>
                <a:sym typeface="Aria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7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4F50313-FFB5-ECE6-D431-FD3C9ABE77AF}"/>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5C3EED2-1040-0197-9BED-7C244CCD5C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cxnSp>
        <p:nvCxnSpPr>
          <p:cNvPr id="10" name="Straight Connector 9">
            <a:extLst>
              <a:ext uri="{FF2B5EF4-FFF2-40B4-BE49-F238E27FC236}">
                <a16:creationId xmlns:a16="http://schemas.microsoft.com/office/drawing/2014/main" id="{DF0AE79A-7866-A1C3-4C27-CD0E79AB0AF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77597" y="1600200"/>
            <a:ext cx="0" cy="36576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6424A180-3237-2957-D758-47C807212915}"/>
              </a:ext>
            </a:extLst>
          </p:cNvPr>
          <p:cNvSpPr>
            <a:spLocks noGrp="1"/>
          </p:cNvSpPr>
          <p:nvPr>
            <p:ph idx="1"/>
          </p:nvPr>
        </p:nvSpPr>
        <p:spPr>
          <a:xfrm>
            <a:off x="4999330" y="804333"/>
            <a:ext cx="7040265" cy="5249334"/>
          </a:xfrm>
        </p:spPr>
        <p:txBody>
          <a:bodyPr anchor="ctr">
            <a:normAutofit/>
          </a:bodyPr>
          <a:lstStyle/>
          <a:p>
            <a:pPr marL="0" indent="0">
              <a:buNone/>
            </a:pPr>
            <a:r>
              <a:rPr lang="en-US" dirty="0"/>
              <a:t>What is the key message for the audience?</a:t>
            </a:r>
          </a:p>
          <a:p>
            <a:pPr marL="402336" lvl="1" indent="-228600"/>
            <a:r>
              <a:rPr lang="en-US" dirty="0"/>
              <a:t>Focus the content for this purpose</a:t>
            </a:r>
          </a:p>
          <a:p>
            <a:pPr marL="0" indent="0">
              <a:buNone/>
            </a:pPr>
            <a:endParaRPr lang="en-US" dirty="0"/>
          </a:p>
          <a:p>
            <a:pPr marL="0" indent="0">
              <a:buNone/>
            </a:pPr>
            <a:r>
              <a:rPr lang="en-US" dirty="0"/>
              <a:t>How can you make it more obvious?</a:t>
            </a:r>
          </a:p>
          <a:p>
            <a:pPr marL="402336" lvl="1" indent="-228600"/>
            <a:r>
              <a:rPr lang="en-US" dirty="0"/>
              <a:t>Refine graphic and display elements</a:t>
            </a:r>
          </a:p>
        </p:txBody>
      </p:sp>
      <p:grpSp>
        <p:nvGrpSpPr>
          <p:cNvPr id="7" name="Group 6">
            <a:extLst>
              <a:ext uri="{FF2B5EF4-FFF2-40B4-BE49-F238E27FC236}">
                <a16:creationId xmlns:a16="http://schemas.microsoft.com/office/drawing/2014/main" id="{62ED22CE-82BB-1937-917C-B578CE705803}"/>
              </a:ext>
            </a:extLst>
          </p:cNvPr>
          <p:cNvGrpSpPr/>
          <p:nvPr/>
        </p:nvGrpSpPr>
        <p:grpSpPr>
          <a:xfrm>
            <a:off x="1771956" y="2057818"/>
            <a:ext cx="2292425" cy="1100364"/>
            <a:chOff x="189" y="635907"/>
            <a:chExt cx="2292425" cy="1100364"/>
          </a:xfrm>
        </p:grpSpPr>
        <p:sp>
          <p:nvSpPr>
            <p:cNvPr id="9" name="Rectangle 8">
              <a:extLst>
                <a:ext uri="{FF2B5EF4-FFF2-40B4-BE49-F238E27FC236}">
                  <a16:creationId xmlns:a16="http://schemas.microsoft.com/office/drawing/2014/main" id="{5B38A0C4-6DF1-443A-D789-196D2ADA8C1E}"/>
                </a:ext>
              </a:extLst>
            </p:cNvPr>
            <p:cNvSpPr/>
            <p:nvPr/>
          </p:nvSpPr>
          <p:spPr>
            <a:xfrm>
              <a:off x="189" y="635907"/>
              <a:ext cx="2292425" cy="1100364"/>
            </a:xfrm>
            <a:prstGeom prst="rect">
              <a:avLst/>
            </a:prstGeom>
            <a:noFill/>
            <a:ln>
              <a:noFill/>
            </a:ln>
            <a:sp3d/>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11" name="TextBox 10">
              <a:extLst>
                <a:ext uri="{FF2B5EF4-FFF2-40B4-BE49-F238E27FC236}">
                  <a16:creationId xmlns:a16="http://schemas.microsoft.com/office/drawing/2014/main" id="{81F2AB96-4CD9-A5B6-9BD1-36BDD7EC907B}"/>
                </a:ext>
              </a:extLst>
            </p:cNvPr>
            <p:cNvSpPr txBox="1"/>
            <p:nvPr/>
          </p:nvSpPr>
          <p:spPr>
            <a:xfrm>
              <a:off x="189" y="635907"/>
              <a:ext cx="2292425" cy="1100364"/>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226441" tIns="165100" rIns="226441" bIns="165100" numCol="1" spcCol="1270" anchor="ctr" anchorCtr="0">
              <a:noAutofit/>
            </a:bodyPr>
            <a:lstStyle/>
            <a:p>
              <a:pPr marL="0" marR="0" lvl="0" indent="0" algn="l" defTabSz="2711450" rtl="0" eaLnBrk="1" fontAlgn="auto" latinLnBrk="0" hangingPunct="1">
                <a:lnSpc>
                  <a:spcPct val="90000"/>
                </a:lnSpc>
                <a:spcBef>
                  <a:spcPct val="0"/>
                </a:spcBef>
                <a:spcAft>
                  <a:spcPct val="35000"/>
                </a:spcAft>
                <a:buClrTx/>
                <a:buSzTx/>
                <a:buFontTx/>
                <a:buNone/>
                <a:tabLst/>
                <a:defRPr/>
              </a:pPr>
              <a:r>
                <a:rPr kumimoji="0" lang="en-US" sz="6100" b="0" i="0" u="none" strike="noStrike" kern="1200" cap="none" spc="0" normalizeH="0" baseline="0" noProof="0">
                  <a:ln>
                    <a:noFill/>
                  </a:ln>
                  <a:solidFill>
                    <a:prstClr val="white"/>
                  </a:solidFill>
                  <a:effectLst/>
                  <a:uLnTx/>
                  <a:uFillTx/>
                  <a:latin typeface="Tw Cen MT" panose="020B0602020104020603"/>
                  <a:ea typeface="+mn-ea"/>
                  <a:cs typeface="+mn-cs"/>
                </a:rPr>
                <a:t>01</a:t>
              </a:r>
            </a:p>
          </p:txBody>
        </p:sp>
      </p:grpSp>
      <p:pic>
        <p:nvPicPr>
          <p:cNvPr id="13" name="Picture 12">
            <a:extLst>
              <a:ext uri="{FF2B5EF4-FFF2-40B4-BE49-F238E27FC236}">
                <a16:creationId xmlns:a16="http://schemas.microsoft.com/office/drawing/2014/main" id="{E679642A-C77E-F439-6EA3-EA0EF3082ED6}"/>
              </a:ext>
            </a:extLst>
          </p:cNvPr>
          <p:cNvPicPr>
            <a:picLocks noChangeAspect="1"/>
          </p:cNvPicPr>
          <p:nvPr/>
        </p:nvPicPr>
        <p:blipFill>
          <a:blip r:embed="rId2"/>
          <a:stretch>
            <a:fillRect/>
          </a:stretch>
        </p:blipFill>
        <p:spPr>
          <a:xfrm>
            <a:off x="1230671" y="1727663"/>
            <a:ext cx="2860134" cy="3429000"/>
          </a:xfrm>
          <a:prstGeom prst="rect">
            <a:avLst/>
          </a:prstGeom>
        </p:spPr>
      </p:pic>
    </p:spTree>
    <p:extLst>
      <p:ext uri="{BB962C8B-B14F-4D97-AF65-F5344CB8AC3E}">
        <p14:creationId xmlns:p14="http://schemas.microsoft.com/office/powerpoint/2010/main" val="383824147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C70DE6-DE98-B35D-0F78-5E6E7E8ED1F9}"/>
              </a:ext>
            </a:extLst>
          </p:cNvPr>
          <p:cNvSpPr>
            <a:spLocks noGrp="1"/>
          </p:cNvSpPr>
          <p:nvPr>
            <p:ph type="title"/>
          </p:nvPr>
        </p:nvSpPr>
        <p:spPr/>
        <p:txBody>
          <a:bodyPr/>
          <a:lstStyle/>
          <a:p>
            <a:r>
              <a:rPr lang="en-US" dirty="0"/>
              <a:t>How to make comparisons effortless?</a:t>
            </a:r>
          </a:p>
        </p:txBody>
      </p:sp>
      <p:sp>
        <p:nvSpPr>
          <p:cNvPr id="3" name="Content Placeholder 2">
            <a:extLst>
              <a:ext uri="{FF2B5EF4-FFF2-40B4-BE49-F238E27FC236}">
                <a16:creationId xmlns:a16="http://schemas.microsoft.com/office/drawing/2014/main" id="{99D1644C-06CE-4283-80BA-1E827A919953}"/>
              </a:ext>
            </a:extLst>
          </p:cNvPr>
          <p:cNvSpPr>
            <a:spLocks noGrp="1"/>
          </p:cNvSpPr>
          <p:nvPr>
            <p:ph idx="1"/>
          </p:nvPr>
        </p:nvSpPr>
        <p:spPr>
          <a:xfrm>
            <a:off x="1024128" y="2286000"/>
            <a:ext cx="4520145" cy="4023360"/>
          </a:xfrm>
        </p:spPr>
        <p:txBody>
          <a:bodyPr>
            <a:normAutofit/>
          </a:bodyPr>
          <a:lstStyle/>
          <a:p>
            <a:pPr marL="0" indent="0">
              <a:buNone/>
            </a:pPr>
            <a:r>
              <a:rPr lang="en-US" dirty="0"/>
              <a:t>Which labs have the highest and lowest expenses?</a:t>
            </a:r>
          </a:p>
          <a:p>
            <a:pPr marL="0" indent="0">
              <a:buNone/>
            </a:pPr>
            <a:endParaRPr lang="en-US" dirty="0"/>
          </a:p>
          <a:p>
            <a:pPr marL="0" indent="0">
              <a:buNone/>
            </a:pPr>
            <a:r>
              <a:rPr lang="en-US" dirty="0"/>
              <a:t>What can we change to make comparisons easier for this bar plot?</a:t>
            </a:r>
          </a:p>
          <a:p>
            <a:endParaRPr lang="en-US" dirty="0">
              <a:solidFill>
                <a:srgbClr val="FF0000"/>
              </a:solidFill>
            </a:endParaRPr>
          </a:p>
        </p:txBody>
      </p:sp>
      <p:sp>
        <p:nvSpPr>
          <p:cNvPr id="4" name="TextBox 3">
            <a:extLst>
              <a:ext uri="{FF2B5EF4-FFF2-40B4-BE49-F238E27FC236}">
                <a16:creationId xmlns:a16="http://schemas.microsoft.com/office/drawing/2014/main" id="{6543F5A8-02CB-1F85-E214-ADEE74F6BE42}"/>
              </a:ext>
            </a:extLst>
          </p:cNvPr>
          <p:cNvSpPr txBox="1"/>
          <p:nvPr/>
        </p:nvSpPr>
        <p:spPr>
          <a:xfrm>
            <a:off x="10105688" y="198773"/>
            <a:ext cx="1591141" cy="1200329"/>
          </a:xfrm>
          <a:prstGeom prst="rect">
            <a:avLst/>
          </a:prstGeom>
          <a:noFill/>
        </p:spPr>
        <p:txBody>
          <a:bodyPr wrap="none" rtlCol="0">
            <a:spAutoFit/>
          </a:bodyPr>
          <a:lstStyle/>
          <a:p>
            <a:r>
              <a:rPr lang="en-US" sz="7200" b="1" dirty="0">
                <a:solidFill>
                  <a:schemeClr val="accent1"/>
                </a:solidFill>
              </a:rPr>
              <a:t>Poll</a:t>
            </a:r>
          </a:p>
        </p:txBody>
      </p:sp>
      <p:pic>
        <p:nvPicPr>
          <p:cNvPr id="13" name="Picture 12">
            <a:extLst>
              <a:ext uri="{FF2B5EF4-FFF2-40B4-BE49-F238E27FC236}">
                <a16:creationId xmlns:a16="http://schemas.microsoft.com/office/drawing/2014/main" id="{2BBEFEE5-EA1D-5F29-88E7-DAFF8CF8B01F}"/>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697781" y="2392735"/>
            <a:ext cx="6172200" cy="3809890"/>
          </a:xfrm>
          <a:prstGeom prst="rect">
            <a:avLst/>
          </a:prstGeom>
        </p:spPr>
      </p:pic>
    </p:spTree>
    <p:extLst>
      <p:ext uri="{BB962C8B-B14F-4D97-AF65-F5344CB8AC3E}">
        <p14:creationId xmlns:p14="http://schemas.microsoft.com/office/powerpoint/2010/main" val="2413506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DE6D591-456C-D644-B3CC-915B9FFC3EC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D22418A-E562-2468-222F-666741DC94E8}"/>
              </a:ext>
            </a:extLst>
          </p:cNvPr>
          <p:cNvSpPr>
            <a:spLocks noGrp="1"/>
          </p:cNvSpPr>
          <p:nvPr>
            <p:ph type="title"/>
          </p:nvPr>
        </p:nvSpPr>
        <p:spPr/>
        <p:txBody>
          <a:bodyPr vert="horz" lIns="91440" tIns="45720" rIns="91440" bIns="45720" rtlCol="0" anchor="ctr">
            <a:normAutofit/>
          </a:bodyPr>
          <a:lstStyle/>
          <a:p>
            <a:r>
              <a:rPr lang="en-US" sz="4400" spc="200" dirty="0">
                <a:solidFill>
                  <a:schemeClr val="tx1"/>
                </a:solidFill>
              </a:rPr>
              <a:t>Sorting categories by the metric is better</a:t>
            </a:r>
          </a:p>
        </p:txBody>
      </p:sp>
      <p:pic>
        <p:nvPicPr>
          <p:cNvPr id="2" name="Picture 1">
            <a:extLst>
              <a:ext uri="{FF2B5EF4-FFF2-40B4-BE49-F238E27FC236}">
                <a16:creationId xmlns:a16="http://schemas.microsoft.com/office/drawing/2014/main" id="{B2C16A93-4B8E-CE1C-F4BD-BC81DFA90010}"/>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0" y="2083410"/>
            <a:ext cx="5737371" cy="3541484"/>
          </a:xfrm>
          <a:prstGeom prst="rect">
            <a:avLst/>
          </a:prstGeom>
        </p:spPr>
      </p:pic>
      <p:pic>
        <p:nvPicPr>
          <p:cNvPr id="3" name="Picture 2">
            <a:extLst>
              <a:ext uri="{FF2B5EF4-FFF2-40B4-BE49-F238E27FC236}">
                <a16:creationId xmlns:a16="http://schemas.microsoft.com/office/drawing/2014/main" id="{E71F769E-CF93-22A7-9384-F77BDCC99855}"/>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313683" y="2083410"/>
            <a:ext cx="5735147" cy="3540113"/>
          </a:xfrm>
          <a:prstGeom prst="rect">
            <a:avLst/>
          </a:prstGeom>
        </p:spPr>
      </p:pic>
    </p:spTree>
    <p:extLst>
      <p:ext uri="{BB962C8B-B14F-4D97-AF65-F5344CB8AC3E}">
        <p14:creationId xmlns:p14="http://schemas.microsoft.com/office/powerpoint/2010/main" val="21708499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42C9FFF-9C90-CBBC-CFE6-E6AC1F73D65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6FA5344-D4DB-5700-A4EC-9B752B908B3B}"/>
              </a:ext>
            </a:extLst>
          </p:cNvPr>
          <p:cNvSpPr>
            <a:spLocks noGrp="1"/>
          </p:cNvSpPr>
          <p:nvPr>
            <p:ph type="title"/>
          </p:nvPr>
        </p:nvSpPr>
        <p:spPr/>
        <p:txBody>
          <a:bodyPr vert="horz" lIns="91440" tIns="45720" rIns="91440" bIns="45720" rtlCol="0" anchor="ctr">
            <a:normAutofit/>
          </a:bodyPr>
          <a:lstStyle/>
          <a:p>
            <a:r>
              <a:rPr lang="en-US" spc="200" dirty="0">
                <a:solidFill>
                  <a:schemeClr val="tx1"/>
                </a:solidFill>
              </a:rPr>
              <a:t>Which is better?</a:t>
            </a:r>
          </a:p>
        </p:txBody>
      </p:sp>
      <p:sp>
        <p:nvSpPr>
          <p:cNvPr id="29" name="TextBox 28">
            <a:extLst>
              <a:ext uri="{FF2B5EF4-FFF2-40B4-BE49-F238E27FC236}">
                <a16:creationId xmlns:a16="http://schemas.microsoft.com/office/drawing/2014/main" id="{25341ECB-E083-0DC3-6FFC-5561EB96EBA7}"/>
              </a:ext>
            </a:extLst>
          </p:cNvPr>
          <p:cNvSpPr txBox="1"/>
          <p:nvPr/>
        </p:nvSpPr>
        <p:spPr>
          <a:xfrm>
            <a:off x="10105688" y="198773"/>
            <a:ext cx="1591141" cy="1200329"/>
          </a:xfrm>
          <a:prstGeom prst="rect">
            <a:avLst/>
          </a:prstGeom>
          <a:noFill/>
        </p:spPr>
        <p:txBody>
          <a:bodyPr wrap="none" rtlCol="0">
            <a:spAutoFit/>
          </a:bodyPr>
          <a:lstStyle/>
          <a:p>
            <a:r>
              <a:rPr lang="en-US" sz="7200" b="1" dirty="0">
                <a:solidFill>
                  <a:schemeClr val="accent1"/>
                </a:solidFill>
              </a:rPr>
              <a:t>Poll</a:t>
            </a:r>
          </a:p>
        </p:txBody>
      </p:sp>
      <p:pic>
        <p:nvPicPr>
          <p:cNvPr id="34" name="Picture 33">
            <a:extLst>
              <a:ext uri="{FF2B5EF4-FFF2-40B4-BE49-F238E27FC236}">
                <a16:creationId xmlns:a16="http://schemas.microsoft.com/office/drawing/2014/main" id="{42DDDFB0-24E5-4399-A61D-0585C48E4930}"/>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82657" y="2084832"/>
            <a:ext cx="5303520" cy="3273683"/>
          </a:xfrm>
          <a:prstGeom prst="rect">
            <a:avLst/>
          </a:prstGeom>
        </p:spPr>
      </p:pic>
      <p:pic>
        <p:nvPicPr>
          <p:cNvPr id="37" name="Picture 36">
            <a:extLst>
              <a:ext uri="{FF2B5EF4-FFF2-40B4-BE49-F238E27FC236}">
                <a16:creationId xmlns:a16="http://schemas.microsoft.com/office/drawing/2014/main" id="{ED1972FE-9C53-CAB8-ACE7-12286CC822DC}"/>
              </a:ext>
            </a:extLst>
          </p:cNvPr>
          <p:cNvPicPr>
            <a:picLocks noChangeAspect="1"/>
          </p:cNvPicPr>
          <p:nvPr/>
        </p:nvPicPr>
        <p:blipFill>
          <a:blip r:embed="rId4"/>
          <a:stretch>
            <a:fillRect/>
          </a:stretch>
        </p:blipFill>
        <p:spPr>
          <a:xfrm>
            <a:off x="6377940" y="2082811"/>
            <a:ext cx="5303520" cy="3275704"/>
          </a:xfrm>
          <a:prstGeom prst="rect">
            <a:avLst/>
          </a:prstGeom>
        </p:spPr>
      </p:pic>
      <p:cxnSp>
        <p:nvCxnSpPr>
          <p:cNvPr id="38" name="Straight Connector 37">
            <a:extLst>
              <a:ext uri="{FF2B5EF4-FFF2-40B4-BE49-F238E27FC236}">
                <a16:creationId xmlns:a16="http://schemas.microsoft.com/office/drawing/2014/main" id="{2B6511E0-F9FB-D9AB-7CC7-1072744E04E6}"/>
              </a:ext>
            </a:extLst>
          </p:cNvPr>
          <p:cNvCxnSpPr/>
          <p:nvPr/>
        </p:nvCxnSpPr>
        <p:spPr>
          <a:xfrm>
            <a:off x="6082145" y="2438399"/>
            <a:ext cx="0" cy="22860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7882632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9A64D9F-F17B-A84F-4CA3-1A4C6231DD50}"/>
            </a:ext>
          </a:extLst>
        </p:cNvPr>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B47D9493-B6CD-91AA-9798-FE9F2779106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useBgFill="1">
        <p:nvSpPr>
          <p:cNvPr id="20" name="Rectangle 19">
            <a:extLst>
              <a:ext uri="{FF2B5EF4-FFF2-40B4-BE49-F238E27FC236}">
                <a16:creationId xmlns:a16="http://schemas.microsoft.com/office/drawing/2014/main" id="{E8848416-7ED0-0762-E818-034955E83A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4" name="Title 3">
            <a:extLst>
              <a:ext uri="{FF2B5EF4-FFF2-40B4-BE49-F238E27FC236}">
                <a16:creationId xmlns:a16="http://schemas.microsoft.com/office/drawing/2014/main" id="{CC13EC06-5D86-C71D-0126-35041F8A1EAE}"/>
              </a:ext>
            </a:extLst>
          </p:cNvPr>
          <p:cNvSpPr>
            <a:spLocks noGrp="1"/>
          </p:cNvSpPr>
          <p:nvPr>
            <p:ph type="title"/>
          </p:nvPr>
        </p:nvSpPr>
        <p:spPr>
          <a:xfrm>
            <a:off x="964788" y="804333"/>
            <a:ext cx="3391900" cy="5249334"/>
          </a:xfrm>
        </p:spPr>
        <p:txBody>
          <a:bodyPr vert="horz" lIns="91440" tIns="45720" rIns="91440" bIns="45720" rtlCol="0" anchor="ctr">
            <a:normAutofit/>
          </a:bodyPr>
          <a:lstStyle/>
          <a:p>
            <a:pPr algn="r"/>
            <a:r>
              <a:rPr lang="en-US" dirty="0"/>
              <a:t>Use </a:t>
            </a:r>
            <a:r>
              <a:rPr lang="en-US" dirty="0" err="1"/>
              <a:t>LAYOUt</a:t>
            </a:r>
            <a:r>
              <a:rPr lang="en-US" dirty="0"/>
              <a:t> &amp; scales effectively</a:t>
            </a:r>
          </a:p>
        </p:txBody>
      </p:sp>
      <p:cxnSp>
        <p:nvCxnSpPr>
          <p:cNvPr id="22" name="Straight Connector 21">
            <a:extLst>
              <a:ext uri="{FF2B5EF4-FFF2-40B4-BE49-F238E27FC236}">
                <a16:creationId xmlns:a16="http://schemas.microsoft.com/office/drawing/2014/main" id="{D8990074-5D96-C421-BACB-DE2BB6BB2DA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77597" y="1600200"/>
            <a:ext cx="0" cy="36576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CE337205-3ACF-9061-EDF5-13A9580585C6}"/>
              </a:ext>
            </a:extLst>
          </p:cNvPr>
          <p:cNvSpPr>
            <a:spLocks noGrp="1"/>
          </p:cNvSpPr>
          <p:nvPr>
            <p:ph sz="half" idx="1"/>
          </p:nvPr>
        </p:nvSpPr>
        <p:spPr>
          <a:xfrm>
            <a:off x="4999330" y="804332"/>
            <a:ext cx="6608468" cy="5532967"/>
          </a:xfrm>
        </p:spPr>
        <p:txBody>
          <a:bodyPr vert="horz" lIns="45720" tIns="45720" rIns="45720" bIns="45720" rtlCol="0" anchor="ctr">
            <a:noAutofit/>
          </a:bodyPr>
          <a:lstStyle/>
          <a:p>
            <a:pPr marL="176213" indent="-176213">
              <a:buFont typeface="Arial" panose="020B0604020202020204" pitchFamily="34" charset="0"/>
              <a:buChar char="•"/>
            </a:pPr>
            <a:r>
              <a:rPr lang="en-US" sz="2400" dirty="0"/>
              <a:t>Sort categories by the metric (e.g., </a:t>
            </a:r>
            <a:r>
              <a:rPr lang="en-US" sz="2400" dirty="0" err="1"/>
              <a:t>high→low</a:t>
            </a:r>
            <a:r>
              <a:rPr lang="en-US" sz="2400" dirty="0"/>
              <a:t>) and keep the same order across panels</a:t>
            </a:r>
          </a:p>
          <a:p>
            <a:pPr marL="176213" indent="-176213">
              <a:buFont typeface="Arial" panose="020B0604020202020204" pitchFamily="34" charset="0"/>
              <a:buChar char="•"/>
            </a:pPr>
            <a:r>
              <a:rPr lang="en-US" sz="2400" dirty="0"/>
              <a:t>Use consistent axes across small multiples; align zero baselines</a:t>
            </a:r>
          </a:p>
          <a:p>
            <a:pPr marL="176213" indent="-176213">
              <a:buFont typeface="Arial" panose="020B0604020202020204" pitchFamily="34" charset="0"/>
              <a:buChar char="•"/>
            </a:pPr>
            <a:r>
              <a:rPr lang="en-US" sz="2400" dirty="0"/>
              <a:t>Keep aspect ratios that don’t exaggerate slopes; avoid dual y-axes and 3D</a:t>
            </a:r>
          </a:p>
        </p:txBody>
      </p:sp>
    </p:spTree>
    <p:extLst>
      <p:ext uri="{BB962C8B-B14F-4D97-AF65-F5344CB8AC3E}">
        <p14:creationId xmlns:p14="http://schemas.microsoft.com/office/powerpoint/2010/main" val="261631649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66A11F-098E-6CB2-4143-394546897B14}"/>
              </a:ext>
            </a:extLst>
          </p:cNvPr>
          <p:cNvSpPr>
            <a:spLocks noGrp="1"/>
          </p:cNvSpPr>
          <p:nvPr>
            <p:ph type="title"/>
          </p:nvPr>
        </p:nvSpPr>
        <p:spPr/>
        <p:txBody>
          <a:bodyPr/>
          <a:lstStyle/>
          <a:p>
            <a:r>
              <a:rPr lang="en-US" dirty="0"/>
              <a:t>Truncated SCALES can be misleading</a:t>
            </a:r>
          </a:p>
        </p:txBody>
      </p:sp>
      <p:pic>
        <p:nvPicPr>
          <p:cNvPr id="5" name="Picture 4" descr="A graph of a number of blue squares&#10;&#10;AI-generated content may be incorrect.">
            <a:extLst>
              <a:ext uri="{FF2B5EF4-FFF2-40B4-BE49-F238E27FC236}">
                <a16:creationId xmlns:a16="http://schemas.microsoft.com/office/drawing/2014/main" id="{213C4868-8BE6-B4EC-7052-B365532C8B67}"/>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026049" y="2233675"/>
            <a:ext cx="4471851" cy="3106993"/>
          </a:xfrm>
          <a:prstGeom prst="rect">
            <a:avLst/>
          </a:prstGeom>
        </p:spPr>
      </p:pic>
      <p:pic>
        <p:nvPicPr>
          <p:cNvPr id="7" name="Picture 6" descr="A graph with a bar chart&#10;&#10;AI-generated content may be incorrect.">
            <a:extLst>
              <a:ext uri="{FF2B5EF4-FFF2-40B4-BE49-F238E27FC236}">
                <a16:creationId xmlns:a16="http://schemas.microsoft.com/office/drawing/2014/main" id="{A23BC398-7940-7004-F486-176CEC44825A}"/>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94100" y="2233675"/>
            <a:ext cx="4793647" cy="3106993"/>
          </a:xfrm>
          <a:prstGeom prst="rect">
            <a:avLst/>
          </a:prstGeom>
        </p:spPr>
      </p:pic>
      <p:sp>
        <p:nvSpPr>
          <p:cNvPr id="3" name="TextBox 2">
            <a:extLst>
              <a:ext uri="{FF2B5EF4-FFF2-40B4-BE49-F238E27FC236}">
                <a16:creationId xmlns:a16="http://schemas.microsoft.com/office/drawing/2014/main" id="{98619EA9-2DE8-66F2-C221-1F2CEB4E8E41}"/>
              </a:ext>
            </a:extLst>
          </p:cNvPr>
          <p:cNvSpPr txBox="1"/>
          <p:nvPr/>
        </p:nvSpPr>
        <p:spPr>
          <a:xfrm>
            <a:off x="1485900" y="2808239"/>
            <a:ext cx="3214278" cy="369332"/>
          </a:xfrm>
          <a:prstGeom prst="rect">
            <a:avLst/>
          </a:prstGeom>
          <a:solidFill>
            <a:schemeClr val="bg1"/>
          </a:solidFill>
        </p:spPr>
        <p:txBody>
          <a:bodyPr wrap="none" rtlCol="0">
            <a:spAutoFit/>
          </a:bodyPr>
          <a:lstStyle/>
          <a:p>
            <a:r>
              <a:rPr lang="en-US" dirty="0"/>
              <a:t>The mean TAT difference is 2 min</a:t>
            </a:r>
          </a:p>
        </p:txBody>
      </p:sp>
      <p:sp>
        <p:nvSpPr>
          <p:cNvPr id="4" name="TextBox 3">
            <a:extLst>
              <a:ext uri="{FF2B5EF4-FFF2-40B4-BE49-F238E27FC236}">
                <a16:creationId xmlns:a16="http://schemas.microsoft.com/office/drawing/2014/main" id="{225BBFB4-F6AB-8B8A-5304-AD540163A98B}"/>
              </a:ext>
            </a:extLst>
          </p:cNvPr>
          <p:cNvSpPr txBox="1"/>
          <p:nvPr/>
        </p:nvSpPr>
        <p:spPr>
          <a:xfrm>
            <a:off x="362399" y="2123915"/>
            <a:ext cx="5894499" cy="369332"/>
          </a:xfrm>
          <a:prstGeom prst="rect">
            <a:avLst/>
          </a:prstGeom>
          <a:solidFill>
            <a:schemeClr val="bg1"/>
          </a:solidFill>
        </p:spPr>
        <p:txBody>
          <a:bodyPr wrap="none" rtlCol="0">
            <a:spAutoFit/>
          </a:bodyPr>
          <a:lstStyle/>
          <a:p>
            <a:r>
              <a:rPr lang="en-US" dirty="0"/>
              <a:t>Better: Truncated axis but direct label avoids wrong conclusion</a:t>
            </a:r>
          </a:p>
        </p:txBody>
      </p:sp>
    </p:spTree>
    <p:extLst>
      <p:ext uri="{BB962C8B-B14F-4D97-AF65-F5344CB8AC3E}">
        <p14:creationId xmlns:p14="http://schemas.microsoft.com/office/powerpoint/2010/main" val="4174253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F90B05-D49F-C52B-7FCA-E76AE9FFB3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54E3A2-BED6-DE7D-7216-D950080C9B6F}"/>
              </a:ext>
            </a:extLst>
          </p:cNvPr>
          <p:cNvSpPr>
            <a:spLocks noGrp="1"/>
          </p:cNvSpPr>
          <p:nvPr>
            <p:ph type="title"/>
          </p:nvPr>
        </p:nvSpPr>
        <p:spPr/>
        <p:txBody>
          <a:bodyPr/>
          <a:lstStyle/>
          <a:p>
            <a:r>
              <a:rPr lang="en-US" dirty="0"/>
              <a:t>Always avoid Dual y axes</a:t>
            </a:r>
          </a:p>
        </p:txBody>
      </p:sp>
      <p:sp>
        <p:nvSpPr>
          <p:cNvPr id="6" name="TextBox 5">
            <a:extLst>
              <a:ext uri="{FF2B5EF4-FFF2-40B4-BE49-F238E27FC236}">
                <a16:creationId xmlns:a16="http://schemas.microsoft.com/office/drawing/2014/main" id="{69AFE4E1-82B9-30A9-56FA-8A3A7DF7AE2D}"/>
              </a:ext>
            </a:extLst>
          </p:cNvPr>
          <p:cNvSpPr txBox="1"/>
          <p:nvPr/>
        </p:nvSpPr>
        <p:spPr>
          <a:xfrm>
            <a:off x="692727" y="2084832"/>
            <a:ext cx="5501072" cy="3693319"/>
          </a:xfrm>
          <a:prstGeom prst="rect">
            <a:avLst/>
          </a:prstGeom>
          <a:noFill/>
        </p:spPr>
        <p:txBody>
          <a:bodyPr wrap="square" rtlCol="0">
            <a:spAutoFit/>
          </a:bodyPr>
          <a:lstStyle/>
          <a:p>
            <a:r>
              <a:rPr lang="en-US" sz="2400" b="1" dirty="0"/>
              <a:t>Why do this?</a:t>
            </a:r>
          </a:p>
          <a:p>
            <a:pPr marL="285750" indent="-285750">
              <a:buClr>
                <a:schemeClr val="accent1"/>
              </a:buClr>
              <a:buFont typeface="Arial" panose="020B0604020202020204" pitchFamily="34" charset="0"/>
              <a:buChar char="•"/>
            </a:pPr>
            <a:r>
              <a:rPr lang="en-US" sz="2400" dirty="0"/>
              <a:t>Same units but different magnitude</a:t>
            </a:r>
          </a:p>
          <a:p>
            <a:pPr marL="285750" indent="-285750">
              <a:buClr>
                <a:schemeClr val="accent1"/>
              </a:buClr>
              <a:buFont typeface="Arial" panose="020B0604020202020204" pitchFamily="34" charset="0"/>
              <a:buChar char="•"/>
            </a:pPr>
            <a:r>
              <a:rPr lang="en-US" sz="2400" dirty="0"/>
              <a:t>Different units</a:t>
            </a:r>
          </a:p>
          <a:p>
            <a:endParaRPr lang="en-US" sz="2400" b="1" dirty="0"/>
          </a:p>
          <a:p>
            <a:r>
              <a:rPr lang="en-US" sz="2400" b="1" dirty="0"/>
              <a:t>Problems:</a:t>
            </a:r>
          </a:p>
          <a:p>
            <a:pPr marL="354013" indent="-354013">
              <a:buFont typeface="+mj-lt"/>
              <a:buAutoNum type="arabicPeriod"/>
            </a:pPr>
            <a:r>
              <a:rPr lang="en-US" sz="2400" dirty="0"/>
              <a:t>Data to axis match is often not clear</a:t>
            </a:r>
          </a:p>
          <a:p>
            <a:pPr marL="354013" indent="-354013">
              <a:buFont typeface="+mj-lt"/>
              <a:buAutoNum type="arabicPeriod"/>
            </a:pPr>
            <a:r>
              <a:rPr lang="en-US" sz="2400" dirty="0"/>
              <a:t>Crossing lines and changes can be misleading</a:t>
            </a:r>
          </a:p>
          <a:p>
            <a:pPr marL="354013" indent="-354013">
              <a:buFont typeface="+mj-lt"/>
              <a:buAutoNum type="arabicPeriod"/>
            </a:pPr>
            <a:r>
              <a:rPr lang="en-US" sz="2400" dirty="0"/>
              <a:t>Changing scales may alter interpretation</a:t>
            </a:r>
          </a:p>
          <a:p>
            <a:endParaRPr lang="en-US" dirty="0"/>
          </a:p>
        </p:txBody>
      </p:sp>
      <p:pic>
        <p:nvPicPr>
          <p:cNvPr id="7" name="Picture 6">
            <a:extLst>
              <a:ext uri="{FF2B5EF4-FFF2-40B4-BE49-F238E27FC236}">
                <a16:creationId xmlns:a16="http://schemas.microsoft.com/office/drawing/2014/main" id="{4BBE7217-60EC-6AC2-3BC8-4CA00AB5F979}"/>
              </a:ext>
            </a:extLst>
          </p:cNvPr>
          <p:cNvPicPr>
            <a:picLocks noChangeAspect="1"/>
          </p:cNvPicPr>
          <p:nvPr/>
        </p:nvPicPr>
        <p:blipFill>
          <a:blip r:embed="rId3" cstate="screen">
            <a:extLst>
              <a:ext uri="{28A0092B-C50C-407E-A947-70E740481C1C}">
                <a14:useLocalDpi xmlns:a14="http://schemas.microsoft.com/office/drawing/2010/main"/>
              </a:ext>
            </a:extLst>
          </a:blip>
          <a:srcRect b="36387"/>
          <a:stretch>
            <a:fillRect/>
          </a:stretch>
        </p:blipFill>
        <p:spPr>
          <a:xfrm>
            <a:off x="6406199" y="1943099"/>
            <a:ext cx="5486400" cy="2810538"/>
          </a:xfrm>
          <a:prstGeom prst="rect">
            <a:avLst/>
          </a:prstGeom>
          <a:ln>
            <a:solidFill>
              <a:schemeClr val="tx1">
                <a:lumMod val="75000"/>
                <a:lumOff val="25000"/>
              </a:schemeClr>
            </a:solidFill>
          </a:ln>
        </p:spPr>
      </p:pic>
    </p:spTree>
    <p:extLst>
      <p:ext uri="{BB962C8B-B14F-4D97-AF65-F5344CB8AC3E}">
        <p14:creationId xmlns:p14="http://schemas.microsoft.com/office/powerpoint/2010/main" val="220517535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4CD37A-6377-533C-B46F-A590B6C1110B}"/>
              </a:ext>
            </a:extLst>
          </p:cNvPr>
          <p:cNvSpPr>
            <a:spLocks noGrp="1"/>
          </p:cNvSpPr>
          <p:nvPr>
            <p:ph type="title"/>
          </p:nvPr>
        </p:nvSpPr>
        <p:spPr/>
        <p:txBody>
          <a:bodyPr/>
          <a:lstStyle/>
          <a:p>
            <a:r>
              <a:rPr lang="en-US" dirty="0"/>
              <a:t>Try A better alternative</a:t>
            </a:r>
          </a:p>
        </p:txBody>
      </p:sp>
      <p:pic>
        <p:nvPicPr>
          <p:cNvPr id="7" name="Picture 6" descr="A comparison of a graph&#10;&#10;AI-generated content may be incorrect.">
            <a:extLst>
              <a:ext uri="{FF2B5EF4-FFF2-40B4-BE49-F238E27FC236}">
                <a16:creationId xmlns:a16="http://schemas.microsoft.com/office/drawing/2014/main" id="{ABD07576-3FA0-9728-0F65-A4F5330DDAAF}"/>
              </a:ext>
            </a:extLst>
          </p:cNvPr>
          <p:cNvPicPr>
            <a:picLocks noChangeAspect="1"/>
          </p:cNvPicPr>
          <p:nvPr/>
        </p:nvPicPr>
        <p:blipFill>
          <a:blip r:embed="rId3"/>
          <a:stretch>
            <a:fillRect/>
          </a:stretch>
        </p:blipFill>
        <p:spPr>
          <a:xfrm>
            <a:off x="855182" y="2095500"/>
            <a:ext cx="10575254" cy="3787485"/>
          </a:xfrm>
          <a:prstGeom prst="rect">
            <a:avLst/>
          </a:prstGeom>
        </p:spPr>
      </p:pic>
      <p:sp>
        <p:nvSpPr>
          <p:cNvPr id="8" name="TextBox 7">
            <a:extLst>
              <a:ext uri="{FF2B5EF4-FFF2-40B4-BE49-F238E27FC236}">
                <a16:creationId xmlns:a16="http://schemas.microsoft.com/office/drawing/2014/main" id="{DFAF7642-5E39-9842-253D-13708DA74C0A}"/>
              </a:ext>
            </a:extLst>
          </p:cNvPr>
          <p:cNvSpPr txBox="1"/>
          <p:nvPr/>
        </p:nvSpPr>
        <p:spPr>
          <a:xfrm>
            <a:off x="2993868" y="6386945"/>
            <a:ext cx="6204263" cy="338554"/>
          </a:xfrm>
          <a:prstGeom prst="rect">
            <a:avLst/>
          </a:prstGeom>
          <a:noFill/>
        </p:spPr>
        <p:txBody>
          <a:bodyPr wrap="none" rtlCol="0">
            <a:spAutoFit/>
          </a:bodyPr>
          <a:lstStyle/>
          <a:p>
            <a:r>
              <a:rPr lang="en-US" sz="1600" dirty="0"/>
              <a:t>https://</a:t>
            </a:r>
            <a:r>
              <a:rPr lang="en-US" sz="1600" dirty="0" err="1"/>
              <a:t>www.storytellingwithdata.com</a:t>
            </a:r>
            <a:r>
              <a:rPr lang="en-US" sz="1600" dirty="0"/>
              <a:t>/blog/declutter-a-dual-y-axis-chart</a:t>
            </a:r>
          </a:p>
        </p:txBody>
      </p:sp>
    </p:spTree>
    <p:extLst>
      <p:ext uri="{BB962C8B-B14F-4D97-AF65-F5344CB8AC3E}">
        <p14:creationId xmlns:p14="http://schemas.microsoft.com/office/powerpoint/2010/main" val="17328545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45000EE-42AF-7DE5-1774-F10D4D28D1AE}"/>
            </a:ext>
          </a:extLst>
        </p:cNvPr>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A094BA76-3571-3EFC-91FC-B735FB5DD11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useBgFill="1">
        <p:nvSpPr>
          <p:cNvPr id="20" name="Rectangle 19">
            <a:extLst>
              <a:ext uri="{FF2B5EF4-FFF2-40B4-BE49-F238E27FC236}">
                <a16:creationId xmlns:a16="http://schemas.microsoft.com/office/drawing/2014/main" id="{B4800EA0-C681-BC6D-682B-E19D4E052C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4" name="Title 3">
            <a:extLst>
              <a:ext uri="{FF2B5EF4-FFF2-40B4-BE49-F238E27FC236}">
                <a16:creationId xmlns:a16="http://schemas.microsoft.com/office/drawing/2014/main" id="{07ECD5EC-F623-D243-6438-35073F612BE0}"/>
              </a:ext>
            </a:extLst>
          </p:cNvPr>
          <p:cNvSpPr>
            <a:spLocks noGrp="1"/>
          </p:cNvSpPr>
          <p:nvPr>
            <p:ph type="title"/>
          </p:nvPr>
        </p:nvSpPr>
        <p:spPr>
          <a:xfrm>
            <a:off x="964788" y="804333"/>
            <a:ext cx="3391900" cy="5249334"/>
          </a:xfrm>
        </p:spPr>
        <p:txBody>
          <a:bodyPr vert="horz" lIns="91440" tIns="45720" rIns="91440" bIns="45720" rtlCol="0" anchor="ctr">
            <a:normAutofit/>
          </a:bodyPr>
          <a:lstStyle/>
          <a:p>
            <a:pPr algn="r"/>
            <a:r>
              <a:rPr lang="en-US" dirty="0"/>
              <a:t>Normalize &amp; provide reference</a:t>
            </a:r>
          </a:p>
        </p:txBody>
      </p:sp>
      <p:cxnSp>
        <p:nvCxnSpPr>
          <p:cNvPr id="22" name="Straight Connector 21">
            <a:extLst>
              <a:ext uri="{FF2B5EF4-FFF2-40B4-BE49-F238E27FC236}">
                <a16:creationId xmlns:a16="http://schemas.microsoft.com/office/drawing/2014/main" id="{82891437-7495-FECC-D999-151DD059DB8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77597" y="1600200"/>
            <a:ext cx="0" cy="36576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407C8AD-F9FA-8D0B-4ADE-AF697F9BAD83}"/>
              </a:ext>
            </a:extLst>
          </p:cNvPr>
          <p:cNvSpPr>
            <a:spLocks noGrp="1"/>
          </p:cNvSpPr>
          <p:nvPr>
            <p:ph sz="half" idx="1"/>
          </p:nvPr>
        </p:nvSpPr>
        <p:spPr>
          <a:xfrm>
            <a:off x="4999330" y="804332"/>
            <a:ext cx="6608468" cy="5532967"/>
          </a:xfrm>
        </p:spPr>
        <p:txBody>
          <a:bodyPr vert="horz" lIns="45720" tIns="45720" rIns="45720" bIns="45720" rtlCol="0" anchor="ctr">
            <a:noAutofit/>
          </a:bodyPr>
          <a:lstStyle/>
          <a:p>
            <a:pPr marL="176213" indent="-176213">
              <a:buFont typeface="Arial" panose="020B0604020202020204" pitchFamily="34" charset="0"/>
              <a:buChar char="•"/>
            </a:pPr>
            <a:r>
              <a:rPr lang="en-US" sz="2400" dirty="0"/>
              <a:t>Show rates/percentages (with denominators) when group sizes differ</a:t>
            </a:r>
          </a:p>
          <a:p>
            <a:pPr marL="176213" indent="-176213">
              <a:buFont typeface="Arial" panose="020B0604020202020204" pitchFamily="34" charset="0"/>
              <a:buChar char="•"/>
            </a:pPr>
            <a:r>
              <a:rPr lang="en-US" sz="2400" dirty="0"/>
              <a:t>Add benchmarks (targets, medians) or difference-from-baseline views</a:t>
            </a:r>
          </a:p>
          <a:p>
            <a:pPr marL="176213" indent="-176213">
              <a:buFont typeface="Arial" panose="020B0604020202020204" pitchFamily="34" charset="0"/>
              <a:buChar char="•"/>
            </a:pPr>
            <a:r>
              <a:rPr lang="en-US" sz="2400" dirty="0"/>
              <a:t>Use per-unit scaling (e.g., per 1,000 tests) to put groups on comparable scales</a:t>
            </a:r>
          </a:p>
          <a:p>
            <a:pPr marL="176213" indent="-176213">
              <a:buFont typeface="Arial" panose="020B0604020202020204" pitchFamily="34" charset="0"/>
              <a:buChar char="•"/>
            </a:pPr>
            <a:r>
              <a:rPr lang="en-US" sz="2400" dirty="0"/>
              <a:t>Direct-label series/bars; minimize legend lookups</a:t>
            </a:r>
          </a:p>
          <a:p>
            <a:pPr marL="176213" indent="-176213">
              <a:buFont typeface="Arial" panose="020B0604020202020204" pitchFamily="34" charset="0"/>
              <a:buChar char="•"/>
            </a:pPr>
            <a:r>
              <a:rPr lang="en-US" sz="2400" dirty="0"/>
              <a:t>Put units in axis titles; add n and confidence intervals where relevant</a:t>
            </a:r>
          </a:p>
          <a:p>
            <a:pPr marL="176213" indent="-176213">
              <a:buFont typeface="Arial" panose="020B0604020202020204" pitchFamily="34" charset="0"/>
              <a:buChar char="•"/>
            </a:pPr>
            <a:r>
              <a:rPr lang="en-US" sz="2400" dirty="0"/>
              <a:t>Annotate key events (intervention, lot swap) right on the plot</a:t>
            </a:r>
          </a:p>
        </p:txBody>
      </p:sp>
    </p:spTree>
    <p:extLst>
      <p:ext uri="{BB962C8B-B14F-4D97-AF65-F5344CB8AC3E}">
        <p14:creationId xmlns:p14="http://schemas.microsoft.com/office/powerpoint/2010/main" val="64790878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060895C-30F8-83EE-4154-3F747C62697A}"/>
            </a:ext>
          </a:extLst>
        </p:cNvPr>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F45E1F52-9B47-84FB-AA5C-6C3CFEDCD01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useBgFill="1">
        <p:nvSpPr>
          <p:cNvPr id="20" name="Rectangle 19">
            <a:extLst>
              <a:ext uri="{FF2B5EF4-FFF2-40B4-BE49-F238E27FC236}">
                <a16:creationId xmlns:a16="http://schemas.microsoft.com/office/drawing/2014/main" id="{F7F3B01B-CAD8-6F81-8F94-2E33747E5B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4" name="Title 3">
            <a:extLst>
              <a:ext uri="{FF2B5EF4-FFF2-40B4-BE49-F238E27FC236}">
                <a16:creationId xmlns:a16="http://schemas.microsoft.com/office/drawing/2014/main" id="{94BB0718-A06F-6CD5-C8A5-0B795979DF42}"/>
              </a:ext>
            </a:extLst>
          </p:cNvPr>
          <p:cNvSpPr>
            <a:spLocks noGrp="1"/>
          </p:cNvSpPr>
          <p:nvPr>
            <p:ph type="title"/>
          </p:nvPr>
        </p:nvSpPr>
        <p:spPr>
          <a:xfrm>
            <a:off x="964788" y="804333"/>
            <a:ext cx="3391900" cy="5249334"/>
          </a:xfrm>
        </p:spPr>
        <p:txBody>
          <a:bodyPr vert="horz" lIns="91440" tIns="45720" rIns="91440" bIns="45720" rtlCol="0" anchor="ctr">
            <a:normAutofit/>
          </a:bodyPr>
          <a:lstStyle/>
          <a:p>
            <a:pPr algn="r"/>
            <a:r>
              <a:rPr lang="en-US" dirty="0"/>
              <a:t>Reduce clutter &amp; clarify</a:t>
            </a:r>
          </a:p>
        </p:txBody>
      </p:sp>
      <p:cxnSp>
        <p:nvCxnSpPr>
          <p:cNvPr id="22" name="Straight Connector 21">
            <a:extLst>
              <a:ext uri="{FF2B5EF4-FFF2-40B4-BE49-F238E27FC236}">
                <a16:creationId xmlns:a16="http://schemas.microsoft.com/office/drawing/2014/main" id="{A2563C0E-3021-8929-D834-06A26B18BCF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77597" y="1600200"/>
            <a:ext cx="0" cy="36576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69A21E5E-7010-8BCC-CDE8-6DCD81720DFD}"/>
              </a:ext>
            </a:extLst>
          </p:cNvPr>
          <p:cNvSpPr>
            <a:spLocks noGrp="1"/>
          </p:cNvSpPr>
          <p:nvPr>
            <p:ph sz="half" idx="1"/>
          </p:nvPr>
        </p:nvSpPr>
        <p:spPr>
          <a:xfrm>
            <a:off x="4999330" y="804332"/>
            <a:ext cx="6608468" cy="5532967"/>
          </a:xfrm>
        </p:spPr>
        <p:txBody>
          <a:bodyPr vert="horz" lIns="45720" tIns="45720" rIns="45720" bIns="45720" rtlCol="0" anchor="ctr">
            <a:noAutofit/>
          </a:bodyPr>
          <a:lstStyle/>
          <a:p>
            <a:pPr marL="176213" indent="-176213">
              <a:buFont typeface="Arial" panose="020B0604020202020204" pitchFamily="34" charset="0"/>
              <a:buChar char="•"/>
            </a:pPr>
            <a:r>
              <a:rPr lang="en-US" sz="2400" dirty="0"/>
              <a:t>Limit categories; group “other” or use small multiples instead of one crowded chart</a:t>
            </a:r>
          </a:p>
          <a:p>
            <a:pPr marL="176213" indent="-176213">
              <a:buFont typeface="Arial" panose="020B0604020202020204" pitchFamily="34" charset="0"/>
              <a:buChar char="•"/>
            </a:pPr>
            <a:r>
              <a:rPr lang="en-US" sz="2400" dirty="0"/>
              <a:t>Use light gridlines, short tick labels, and concise titles/subtitles, remove unnecessary titles and labels</a:t>
            </a:r>
          </a:p>
          <a:p>
            <a:pPr marL="176213" indent="-176213">
              <a:buFont typeface="Arial" panose="020B0604020202020204" pitchFamily="34" charset="0"/>
              <a:buChar char="•"/>
            </a:pPr>
            <a:r>
              <a:rPr lang="en-US" sz="2400" dirty="0"/>
              <a:t>Avoid rainbow palettes; use color purposefully to highlight comparisons</a:t>
            </a:r>
          </a:p>
          <a:p>
            <a:pPr marL="176213" indent="-176213">
              <a:buFont typeface="Arial" panose="020B0604020202020204" pitchFamily="34" charset="0"/>
              <a:buChar char="•"/>
            </a:pPr>
            <a:r>
              <a:rPr lang="en-US" sz="2400" dirty="0"/>
              <a:t>Apply transparency if data density is high</a:t>
            </a:r>
          </a:p>
        </p:txBody>
      </p:sp>
    </p:spTree>
    <p:extLst>
      <p:ext uri="{BB962C8B-B14F-4D97-AF65-F5344CB8AC3E}">
        <p14:creationId xmlns:p14="http://schemas.microsoft.com/office/powerpoint/2010/main" val="223752818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224A6FB-2AC2-B5D1-467E-F03043455DC9}"/>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6ED7B5DB-37CB-D2ED-042F-BF649F79B4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9" name="Oval 5">
            <a:extLst>
              <a:ext uri="{FF2B5EF4-FFF2-40B4-BE49-F238E27FC236}">
                <a16:creationId xmlns:a16="http://schemas.microsoft.com/office/drawing/2014/main" id="{1F791C4B-6562-37C8-B37C-A1B9ECC282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cxnSp>
        <p:nvCxnSpPr>
          <p:cNvPr id="10" name="Straight Connector 9">
            <a:extLst>
              <a:ext uri="{FF2B5EF4-FFF2-40B4-BE49-F238E27FC236}">
                <a16:creationId xmlns:a16="http://schemas.microsoft.com/office/drawing/2014/main" id="{649BE79B-C626-4E5B-C0C1-0E81381524F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93DD552B-B0B7-D521-2F52-27C49788A0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726" cy="6858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14" name="Rectangle 13">
            <a:extLst>
              <a:ext uri="{FF2B5EF4-FFF2-40B4-BE49-F238E27FC236}">
                <a16:creationId xmlns:a16="http://schemas.microsoft.com/office/drawing/2014/main" id="{5670D4BA-6CD0-E96D-AB64-6F49C0E77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96613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4" name="Title 3">
            <a:extLst>
              <a:ext uri="{FF2B5EF4-FFF2-40B4-BE49-F238E27FC236}">
                <a16:creationId xmlns:a16="http://schemas.microsoft.com/office/drawing/2014/main" id="{FCC41379-FD37-E1A1-AD3F-A0BFCBB9F4DF}"/>
              </a:ext>
            </a:extLst>
          </p:cNvPr>
          <p:cNvSpPr>
            <a:spLocks noGrp="1"/>
          </p:cNvSpPr>
          <p:nvPr>
            <p:ph type="title"/>
          </p:nvPr>
        </p:nvSpPr>
        <p:spPr>
          <a:xfrm>
            <a:off x="457200" y="640080"/>
            <a:ext cx="3185917" cy="3034857"/>
          </a:xfrm>
        </p:spPr>
        <p:txBody>
          <a:bodyPr vert="horz" lIns="91440" tIns="45720" rIns="91440" bIns="45720" rtlCol="0" anchor="b">
            <a:normAutofit/>
          </a:bodyPr>
          <a:lstStyle/>
          <a:p>
            <a:pPr algn="r"/>
            <a:r>
              <a:rPr lang="en-US" sz="4400" spc="200" dirty="0">
                <a:solidFill>
                  <a:srgbClr val="FFFFFF"/>
                </a:solidFill>
              </a:rPr>
              <a:t>What is going wrong here?</a:t>
            </a:r>
          </a:p>
        </p:txBody>
      </p:sp>
      <p:cxnSp>
        <p:nvCxnSpPr>
          <p:cNvPr id="16" name="Straight Connector 15">
            <a:extLst>
              <a:ext uri="{FF2B5EF4-FFF2-40B4-BE49-F238E27FC236}">
                <a16:creationId xmlns:a16="http://schemas.microsoft.com/office/drawing/2014/main" id="{FB1EC68A-67D2-7AF6-FBC3-1278F33B0AB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68749" y="3765314"/>
            <a:ext cx="2834640" cy="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15541F13-F462-B630-530E-30192BAE43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95130" y="1963779"/>
            <a:ext cx="0" cy="292608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79AAB736-BF73-F0ED-E344-FB8E3D2A331D}"/>
              </a:ext>
            </a:extLst>
          </p:cNvPr>
          <p:cNvSpPr txBox="1"/>
          <p:nvPr/>
        </p:nvSpPr>
        <p:spPr>
          <a:xfrm>
            <a:off x="10105688" y="198773"/>
            <a:ext cx="1591141" cy="120032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7200" b="1" i="0" u="none" strike="noStrike" kern="1200" cap="none" spc="0" normalizeH="0" baseline="0" noProof="0" dirty="0">
                <a:ln>
                  <a:noFill/>
                </a:ln>
                <a:solidFill>
                  <a:srgbClr val="1CADE4"/>
                </a:solidFill>
                <a:effectLst/>
                <a:uLnTx/>
                <a:uFillTx/>
                <a:latin typeface="Tw Cen MT" panose="020B0602020104020603"/>
                <a:ea typeface="+mn-ea"/>
                <a:cs typeface="+mn-cs"/>
              </a:rPr>
              <a:t>Poll</a:t>
            </a:r>
          </a:p>
        </p:txBody>
      </p:sp>
      <p:sp>
        <p:nvSpPr>
          <p:cNvPr id="13" name="TextBox 12">
            <a:extLst>
              <a:ext uri="{FF2B5EF4-FFF2-40B4-BE49-F238E27FC236}">
                <a16:creationId xmlns:a16="http://schemas.microsoft.com/office/drawing/2014/main" id="{770222B1-5CA1-D65B-6E50-42628FE31F43}"/>
              </a:ext>
            </a:extLst>
          </p:cNvPr>
          <p:cNvSpPr txBox="1"/>
          <p:nvPr/>
        </p:nvSpPr>
        <p:spPr>
          <a:xfrm>
            <a:off x="8520818" y="2274538"/>
            <a:ext cx="442750" cy="307777"/>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Tw Cen MT" panose="020B0602020104020603"/>
                <a:ea typeface="+mn-ea"/>
                <a:cs typeface="+mn-cs"/>
              </a:rPr>
              <a:t>doc</a:t>
            </a:r>
          </a:p>
        </p:txBody>
      </p:sp>
      <p:sp>
        <p:nvSpPr>
          <p:cNvPr id="15" name="TextBox 14">
            <a:extLst>
              <a:ext uri="{FF2B5EF4-FFF2-40B4-BE49-F238E27FC236}">
                <a16:creationId xmlns:a16="http://schemas.microsoft.com/office/drawing/2014/main" id="{C5E6B35B-D199-7B8A-BD47-F131A95CCA94}"/>
              </a:ext>
            </a:extLst>
          </p:cNvPr>
          <p:cNvSpPr txBox="1"/>
          <p:nvPr/>
        </p:nvSpPr>
        <p:spPr>
          <a:xfrm>
            <a:off x="8520818" y="2533123"/>
            <a:ext cx="699230" cy="307777"/>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Tw Cen MT" panose="020B0602020104020603"/>
                <a:ea typeface="+mn-ea"/>
                <a:cs typeface="+mn-cs"/>
              </a:rPr>
              <a:t>bashful</a:t>
            </a:r>
          </a:p>
        </p:txBody>
      </p:sp>
      <p:sp>
        <p:nvSpPr>
          <p:cNvPr id="17" name="TextBox 16">
            <a:extLst>
              <a:ext uri="{FF2B5EF4-FFF2-40B4-BE49-F238E27FC236}">
                <a16:creationId xmlns:a16="http://schemas.microsoft.com/office/drawing/2014/main" id="{F41EE2BE-32AA-EC02-B051-0D04B0748E0A}"/>
              </a:ext>
            </a:extLst>
          </p:cNvPr>
          <p:cNvSpPr txBox="1"/>
          <p:nvPr/>
        </p:nvSpPr>
        <p:spPr>
          <a:xfrm>
            <a:off x="8520818" y="2782763"/>
            <a:ext cx="643959" cy="307777"/>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Tw Cen MT" panose="020B0602020104020603"/>
                <a:ea typeface="+mn-ea"/>
                <a:cs typeface="+mn-cs"/>
              </a:rPr>
              <a:t>happy</a:t>
            </a:r>
          </a:p>
        </p:txBody>
      </p:sp>
      <p:sp>
        <p:nvSpPr>
          <p:cNvPr id="19" name="TextBox 18">
            <a:extLst>
              <a:ext uri="{FF2B5EF4-FFF2-40B4-BE49-F238E27FC236}">
                <a16:creationId xmlns:a16="http://schemas.microsoft.com/office/drawing/2014/main" id="{C96EF886-4EFE-2295-15E2-2487145859AC}"/>
              </a:ext>
            </a:extLst>
          </p:cNvPr>
          <p:cNvSpPr txBox="1"/>
          <p:nvPr/>
        </p:nvSpPr>
        <p:spPr>
          <a:xfrm>
            <a:off x="8520818" y="3040354"/>
            <a:ext cx="727700" cy="307777"/>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Tw Cen MT" panose="020B0602020104020603"/>
                <a:ea typeface="+mn-ea"/>
                <a:cs typeface="+mn-cs"/>
              </a:rPr>
              <a:t>grumpy</a:t>
            </a:r>
          </a:p>
        </p:txBody>
      </p:sp>
      <p:sp>
        <p:nvSpPr>
          <p:cNvPr id="20" name="TextBox 19">
            <a:extLst>
              <a:ext uri="{FF2B5EF4-FFF2-40B4-BE49-F238E27FC236}">
                <a16:creationId xmlns:a16="http://schemas.microsoft.com/office/drawing/2014/main" id="{8BA79D3E-CDD4-0DFA-0D93-5FBADAE1B44A}"/>
              </a:ext>
            </a:extLst>
          </p:cNvPr>
          <p:cNvSpPr txBox="1"/>
          <p:nvPr/>
        </p:nvSpPr>
        <p:spPr>
          <a:xfrm>
            <a:off x="8520818" y="3297945"/>
            <a:ext cx="670376" cy="307777"/>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Tw Cen MT" panose="020B0602020104020603"/>
                <a:ea typeface="+mn-ea"/>
                <a:cs typeface="+mn-cs"/>
              </a:rPr>
              <a:t>sneezy</a:t>
            </a:r>
          </a:p>
        </p:txBody>
      </p:sp>
      <p:sp>
        <p:nvSpPr>
          <p:cNvPr id="21" name="TextBox 20">
            <a:extLst>
              <a:ext uri="{FF2B5EF4-FFF2-40B4-BE49-F238E27FC236}">
                <a16:creationId xmlns:a16="http://schemas.microsoft.com/office/drawing/2014/main" id="{0D590906-0FA6-5A99-4258-79F7C7596631}"/>
              </a:ext>
            </a:extLst>
          </p:cNvPr>
          <p:cNvSpPr txBox="1"/>
          <p:nvPr/>
        </p:nvSpPr>
        <p:spPr>
          <a:xfrm>
            <a:off x="8520818" y="3547585"/>
            <a:ext cx="645561" cy="307777"/>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Tw Cen MT" panose="020B0602020104020603"/>
                <a:ea typeface="+mn-ea"/>
                <a:cs typeface="+mn-cs"/>
              </a:rPr>
              <a:t>dopey</a:t>
            </a:r>
          </a:p>
        </p:txBody>
      </p:sp>
      <p:sp>
        <p:nvSpPr>
          <p:cNvPr id="22" name="TextBox 21">
            <a:extLst>
              <a:ext uri="{FF2B5EF4-FFF2-40B4-BE49-F238E27FC236}">
                <a16:creationId xmlns:a16="http://schemas.microsoft.com/office/drawing/2014/main" id="{1B7A5AF5-111C-9ECD-2348-E03C45460E5B}"/>
              </a:ext>
            </a:extLst>
          </p:cNvPr>
          <p:cNvSpPr txBox="1"/>
          <p:nvPr/>
        </p:nvSpPr>
        <p:spPr>
          <a:xfrm>
            <a:off x="8520818" y="3805176"/>
            <a:ext cx="645561" cy="307777"/>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Tw Cen MT" panose="020B0602020104020603"/>
                <a:ea typeface="+mn-ea"/>
                <a:cs typeface="+mn-cs"/>
              </a:rPr>
              <a:t>sleepy</a:t>
            </a:r>
          </a:p>
        </p:txBody>
      </p:sp>
      <p:sp>
        <p:nvSpPr>
          <p:cNvPr id="23" name="TextBox 22">
            <a:extLst>
              <a:ext uri="{FF2B5EF4-FFF2-40B4-BE49-F238E27FC236}">
                <a16:creationId xmlns:a16="http://schemas.microsoft.com/office/drawing/2014/main" id="{FA6C7AE4-D5DF-21F3-A76F-22FACBD0D6C5}"/>
              </a:ext>
            </a:extLst>
          </p:cNvPr>
          <p:cNvSpPr txBox="1"/>
          <p:nvPr/>
        </p:nvSpPr>
        <p:spPr>
          <a:xfrm>
            <a:off x="11178561" y="2305316"/>
            <a:ext cx="728084"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Tw Cen MT" panose="020B0602020104020603"/>
                <a:ea typeface="+mn-ea"/>
                <a:cs typeface="+mn-cs"/>
              </a:rPr>
              <a:t>0.00817</a:t>
            </a:r>
          </a:p>
        </p:txBody>
      </p:sp>
      <p:sp>
        <p:nvSpPr>
          <p:cNvPr id="24" name="TextBox 23">
            <a:extLst>
              <a:ext uri="{FF2B5EF4-FFF2-40B4-BE49-F238E27FC236}">
                <a16:creationId xmlns:a16="http://schemas.microsoft.com/office/drawing/2014/main" id="{A2FFB19A-853D-BFDE-9C5E-EA9AD094F17E}"/>
              </a:ext>
            </a:extLst>
          </p:cNvPr>
          <p:cNvSpPr txBox="1"/>
          <p:nvPr/>
        </p:nvSpPr>
        <p:spPr>
          <a:xfrm>
            <a:off x="10380011" y="3851856"/>
            <a:ext cx="728084"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Tw Cen MT" panose="020B0602020104020603"/>
                <a:ea typeface="+mn-ea"/>
                <a:cs typeface="+mn-cs"/>
              </a:rPr>
              <a:t>0.00624</a:t>
            </a:r>
            <a:endParaRPr kumimoji="0" lang="en-US" sz="1000" b="0" i="0" u="none" strike="noStrike" kern="1200" cap="none" spc="0" normalizeH="0" baseline="0" noProof="0" dirty="0">
              <a:ln>
                <a:noFill/>
              </a:ln>
              <a:solidFill>
                <a:prstClr val="white"/>
              </a:solidFill>
              <a:effectLst/>
              <a:uLnTx/>
              <a:uFillTx/>
              <a:latin typeface="Tw Cen MT" panose="020B0602020104020603"/>
              <a:ea typeface="+mn-ea"/>
              <a:cs typeface="+mn-cs"/>
            </a:endParaRPr>
          </a:p>
        </p:txBody>
      </p:sp>
      <p:pic>
        <p:nvPicPr>
          <p:cNvPr id="2" name="Picture 1">
            <a:extLst>
              <a:ext uri="{FF2B5EF4-FFF2-40B4-BE49-F238E27FC236}">
                <a16:creationId xmlns:a16="http://schemas.microsoft.com/office/drawing/2014/main" id="{93D7784E-B075-E574-F1D4-B6A762E0F25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559019" y="1300719"/>
            <a:ext cx="7137810" cy="5067300"/>
          </a:xfrm>
          <a:prstGeom prst="rect">
            <a:avLst/>
          </a:prstGeom>
        </p:spPr>
      </p:pic>
      <p:sp>
        <p:nvSpPr>
          <p:cNvPr id="5" name="TextBox 4">
            <a:extLst>
              <a:ext uri="{FF2B5EF4-FFF2-40B4-BE49-F238E27FC236}">
                <a16:creationId xmlns:a16="http://schemas.microsoft.com/office/drawing/2014/main" id="{34A5EBBA-622A-8004-231F-276404229FD6}"/>
              </a:ext>
            </a:extLst>
          </p:cNvPr>
          <p:cNvSpPr txBox="1"/>
          <p:nvPr/>
        </p:nvSpPr>
        <p:spPr>
          <a:xfrm>
            <a:off x="4664900" y="6450871"/>
            <a:ext cx="7057683" cy="338554"/>
          </a:xfrm>
          <a:prstGeom prst="rect">
            <a:avLst/>
          </a:prstGeom>
          <a:noFill/>
        </p:spPr>
        <p:txBody>
          <a:bodyPr wrap="square">
            <a:spAutoFit/>
          </a:bodyPr>
          <a:lstStyle/>
          <a:p>
            <a:r>
              <a:rPr lang="en-US" sz="1600" dirty="0"/>
              <a:t>https://</a:t>
            </a:r>
            <a:r>
              <a:rPr lang="en-US" sz="1600" dirty="0" err="1"/>
              <a:t>www.storytellingwithdata.com</a:t>
            </a:r>
            <a:r>
              <a:rPr lang="en-US" sz="1600" dirty="0"/>
              <a:t>/blog/declutter-a-dual-y-axis-chart</a:t>
            </a:r>
          </a:p>
        </p:txBody>
      </p:sp>
    </p:spTree>
    <p:extLst>
      <p:ext uri="{BB962C8B-B14F-4D97-AF65-F5344CB8AC3E}">
        <p14:creationId xmlns:p14="http://schemas.microsoft.com/office/powerpoint/2010/main" val="375524517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DD84675-9404-5068-7640-2E338D927135}"/>
            </a:ext>
          </a:extLst>
        </p:cNvPr>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F69D434A-C2EA-7CCE-2C2A-8425A865E71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useBgFill="1">
        <p:nvSpPr>
          <p:cNvPr id="20" name="Rectangle 19">
            <a:extLst>
              <a:ext uri="{FF2B5EF4-FFF2-40B4-BE49-F238E27FC236}">
                <a16:creationId xmlns:a16="http://schemas.microsoft.com/office/drawing/2014/main" id="{387E3217-0CF0-3801-5DE5-1BFBA4C744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4" name="Title 3">
            <a:extLst>
              <a:ext uri="{FF2B5EF4-FFF2-40B4-BE49-F238E27FC236}">
                <a16:creationId xmlns:a16="http://schemas.microsoft.com/office/drawing/2014/main" id="{CD2C8B18-CD91-1900-5B6E-630C90E18A5F}"/>
              </a:ext>
            </a:extLst>
          </p:cNvPr>
          <p:cNvSpPr>
            <a:spLocks noGrp="1"/>
          </p:cNvSpPr>
          <p:nvPr>
            <p:ph type="title"/>
          </p:nvPr>
        </p:nvSpPr>
        <p:spPr>
          <a:xfrm>
            <a:off x="964788" y="804333"/>
            <a:ext cx="3391900" cy="5249334"/>
          </a:xfrm>
        </p:spPr>
        <p:txBody>
          <a:bodyPr vert="horz" lIns="91440" tIns="45720" rIns="91440" bIns="45720" rtlCol="0" anchor="ctr">
            <a:normAutofit/>
          </a:bodyPr>
          <a:lstStyle/>
          <a:p>
            <a:pPr algn="r"/>
            <a:r>
              <a:rPr lang="en-US" dirty="0"/>
              <a:t>Show more than averages</a:t>
            </a:r>
          </a:p>
        </p:txBody>
      </p:sp>
      <p:cxnSp>
        <p:nvCxnSpPr>
          <p:cNvPr id="22" name="Straight Connector 21">
            <a:extLst>
              <a:ext uri="{FF2B5EF4-FFF2-40B4-BE49-F238E27FC236}">
                <a16:creationId xmlns:a16="http://schemas.microsoft.com/office/drawing/2014/main" id="{6F605A54-293E-81BE-4861-B17E9E2C5E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77597" y="1600200"/>
            <a:ext cx="0" cy="36576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0F7C88FA-DA5D-F08B-5FC6-31188DC5A91D}"/>
              </a:ext>
            </a:extLst>
          </p:cNvPr>
          <p:cNvSpPr>
            <a:spLocks noGrp="1"/>
          </p:cNvSpPr>
          <p:nvPr>
            <p:ph sz="half" idx="1"/>
          </p:nvPr>
        </p:nvSpPr>
        <p:spPr>
          <a:xfrm>
            <a:off x="4999330" y="804332"/>
            <a:ext cx="6608468" cy="5532967"/>
          </a:xfrm>
        </p:spPr>
        <p:txBody>
          <a:bodyPr vert="horz" lIns="45720" tIns="45720" rIns="45720" bIns="45720" rtlCol="0" anchor="ctr">
            <a:noAutofit/>
          </a:bodyPr>
          <a:lstStyle/>
          <a:p>
            <a:pPr marL="176213" indent="-176213">
              <a:buFont typeface="Arial" panose="020B0604020202020204" pitchFamily="34" charset="0"/>
              <a:buChar char="•"/>
            </a:pPr>
            <a:r>
              <a:rPr lang="en-US" sz="2400" dirty="0"/>
              <a:t>Replace mean ± SD bars with dot (+ CI), box/violin + jitter, or difference plots</a:t>
            </a:r>
          </a:p>
          <a:p>
            <a:pPr marL="176213" indent="-176213">
              <a:buFont typeface="Arial" panose="020B0604020202020204" pitchFamily="34" charset="0"/>
              <a:buChar char="•"/>
            </a:pPr>
            <a:r>
              <a:rPr lang="en-US" sz="2400" dirty="0"/>
              <a:t>Offer toggles (absolute vs %), tooltips for exact values, and “show table” for audit</a:t>
            </a:r>
          </a:p>
        </p:txBody>
      </p:sp>
    </p:spTree>
    <p:extLst>
      <p:ext uri="{BB962C8B-B14F-4D97-AF65-F5344CB8AC3E}">
        <p14:creationId xmlns:p14="http://schemas.microsoft.com/office/powerpoint/2010/main" val="384686138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EB8B0AB-CF30-C73F-6E6C-26056862B2F3}"/>
              </a:ext>
            </a:extLst>
          </p:cNvPr>
          <p:cNvSpPr>
            <a:spLocks noGrp="1"/>
          </p:cNvSpPr>
          <p:nvPr>
            <p:ph type="title"/>
          </p:nvPr>
        </p:nvSpPr>
        <p:spPr/>
        <p:txBody>
          <a:bodyPr/>
          <a:lstStyle/>
          <a:p>
            <a:r>
              <a:rPr lang="en-US" dirty="0"/>
              <a:t>How to make comparisons effortless?</a:t>
            </a:r>
          </a:p>
        </p:txBody>
      </p:sp>
      <p:sp>
        <p:nvSpPr>
          <p:cNvPr id="6" name="Content Placeholder 5">
            <a:extLst>
              <a:ext uri="{FF2B5EF4-FFF2-40B4-BE49-F238E27FC236}">
                <a16:creationId xmlns:a16="http://schemas.microsoft.com/office/drawing/2014/main" id="{EB885CC3-C1EE-EF8B-80A6-D019F7C5BF6D}"/>
              </a:ext>
            </a:extLst>
          </p:cNvPr>
          <p:cNvSpPr>
            <a:spLocks noGrp="1"/>
          </p:cNvSpPr>
          <p:nvPr>
            <p:ph idx="1"/>
          </p:nvPr>
        </p:nvSpPr>
        <p:spPr/>
        <p:txBody>
          <a:bodyPr/>
          <a:lstStyle/>
          <a:p>
            <a:pPr marL="0" indent="0">
              <a:buNone/>
            </a:pPr>
            <a:endParaRPr lang="en-US" i="1" dirty="0"/>
          </a:p>
          <a:p>
            <a:pPr marL="0" indent="0">
              <a:buNone/>
            </a:pPr>
            <a:r>
              <a:rPr lang="en-US" i="1" dirty="0">
                <a:solidFill>
                  <a:schemeClr val="accent1"/>
                </a:solidFill>
              </a:rPr>
              <a:t>Start with the right visualization and then refine it: </a:t>
            </a:r>
          </a:p>
          <a:p>
            <a:pPr marL="0" indent="0">
              <a:buNone/>
            </a:pPr>
            <a:r>
              <a:rPr lang="en-US" i="1" dirty="0">
                <a:solidFill>
                  <a:schemeClr val="accent1"/>
                </a:solidFill>
              </a:rPr>
              <a:t>focus, sort, align, label directly, normalize fairly, and show uncertainty</a:t>
            </a:r>
            <a:endParaRPr lang="en-US" dirty="0">
              <a:solidFill>
                <a:schemeClr val="accent1"/>
              </a:solidFill>
            </a:endParaRPr>
          </a:p>
          <a:p>
            <a:endParaRPr lang="en-US" dirty="0"/>
          </a:p>
        </p:txBody>
      </p:sp>
    </p:spTree>
    <p:extLst>
      <p:ext uri="{BB962C8B-B14F-4D97-AF65-F5344CB8AC3E}">
        <p14:creationId xmlns:p14="http://schemas.microsoft.com/office/powerpoint/2010/main" val="28015878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7EA4A47-A96B-A8B9-325B-E511367DB20B}"/>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D79F6B9-B181-5284-AAAD-8D744E1C81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cxnSp>
        <p:nvCxnSpPr>
          <p:cNvPr id="10" name="Straight Connector 9">
            <a:extLst>
              <a:ext uri="{FF2B5EF4-FFF2-40B4-BE49-F238E27FC236}">
                <a16:creationId xmlns:a16="http://schemas.microsoft.com/office/drawing/2014/main" id="{B3C126D8-D52F-9A04-DBF2-A7046BD69B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77597" y="1600200"/>
            <a:ext cx="0" cy="36576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E5FF7622-1D56-E9E3-6D3C-0805DEF371EA}"/>
              </a:ext>
            </a:extLst>
          </p:cNvPr>
          <p:cNvSpPr>
            <a:spLocks noGrp="1"/>
          </p:cNvSpPr>
          <p:nvPr>
            <p:ph idx="1"/>
          </p:nvPr>
        </p:nvSpPr>
        <p:spPr>
          <a:xfrm>
            <a:off x="4999330" y="804333"/>
            <a:ext cx="7040265" cy="5249334"/>
          </a:xfrm>
        </p:spPr>
        <p:txBody>
          <a:bodyPr anchor="ctr">
            <a:normAutofit/>
          </a:bodyPr>
          <a:lstStyle/>
          <a:p>
            <a:pPr marL="0" indent="0">
              <a:buNone/>
            </a:pPr>
            <a:r>
              <a:rPr lang="en-US" dirty="0"/>
              <a:t>How can visual encoding help or harm visualization effectiveness?</a:t>
            </a:r>
          </a:p>
          <a:p>
            <a:pPr marL="228600" indent="-228600"/>
            <a:endParaRPr lang="en-US" dirty="0"/>
          </a:p>
          <a:p>
            <a:pPr marL="0" indent="0">
              <a:buNone/>
            </a:pPr>
            <a:r>
              <a:rPr lang="en-US" dirty="0"/>
              <a:t>What are visual elements?</a:t>
            </a:r>
          </a:p>
        </p:txBody>
      </p:sp>
      <p:grpSp>
        <p:nvGrpSpPr>
          <p:cNvPr id="7" name="Group 6">
            <a:extLst>
              <a:ext uri="{FF2B5EF4-FFF2-40B4-BE49-F238E27FC236}">
                <a16:creationId xmlns:a16="http://schemas.microsoft.com/office/drawing/2014/main" id="{172071E5-A206-0AC1-770A-FD6B01B2842C}"/>
              </a:ext>
            </a:extLst>
          </p:cNvPr>
          <p:cNvGrpSpPr/>
          <p:nvPr/>
        </p:nvGrpSpPr>
        <p:grpSpPr>
          <a:xfrm>
            <a:off x="1771956" y="2057818"/>
            <a:ext cx="2292425" cy="1100364"/>
            <a:chOff x="189" y="635907"/>
            <a:chExt cx="2292425" cy="1100364"/>
          </a:xfrm>
        </p:grpSpPr>
        <p:sp>
          <p:nvSpPr>
            <p:cNvPr id="9" name="Rectangle 8">
              <a:extLst>
                <a:ext uri="{FF2B5EF4-FFF2-40B4-BE49-F238E27FC236}">
                  <a16:creationId xmlns:a16="http://schemas.microsoft.com/office/drawing/2014/main" id="{F34A78D1-E839-CED6-7A62-DA693D15870A}"/>
                </a:ext>
              </a:extLst>
            </p:cNvPr>
            <p:cNvSpPr/>
            <p:nvPr/>
          </p:nvSpPr>
          <p:spPr>
            <a:xfrm>
              <a:off x="189" y="635907"/>
              <a:ext cx="2292425" cy="1100364"/>
            </a:xfrm>
            <a:prstGeom prst="rect">
              <a:avLst/>
            </a:prstGeom>
            <a:noFill/>
            <a:ln>
              <a:noFill/>
            </a:ln>
            <a:sp3d/>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11" name="TextBox 10">
              <a:extLst>
                <a:ext uri="{FF2B5EF4-FFF2-40B4-BE49-F238E27FC236}">
                  <a16:creationId xmlns:a16="http://schemas.microsoft.com/office/drawing/2014/main" id="{2A41EF85-C7ED-A452-9728-51BDC1D02C54}"/>
                </a:ext>
              </a:extLst>
            </p:cNvPr>
            <p:cNvSpPr txBox="1"/>
            <p:nvPr/>
          </p:nvSpPr>
          <p:spPr>
            <a:xfrm>
              <a:off x="189" y="635907"/>
              <a:ext cx="2292425" cy="1100364"/>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226441" tIns="165100" rIns="226441" bIns="165100" numCol="1" spcCol="1270" anchor="ctr" anchorCtr="0">
              <a:noAutofit/>
            </a:bodyPr>
            <a:lstStyle/>
            <a:p>
              <a:pPr marL="0" marR="0" lvl="0" indent="0" algn="l" defTabSz="2711450" rtl="0" eaLnBrk="1" fontAlgn="auto" latinLnBrk="0" hangingPunct="1">
                <a:lnSpc>
                  <a:spcPct val="90000"/>
                </a:lnSpc>
                <a:spcBef>
                  <a:spcPct val="0"/>
                </a:spcBef>
                <a:spcAft>
                  <a:spcPct val="35000"/>
                </a:spcAft>
                <a:buClrTx/>
                <a:buSzTx/>
                <a:buFontTx/>
                <a:buNone/>
                <a:tabLst/>
                <a:defRPr/>
              </a:pPr>
              <a:r>
                <a:rPr kumimoji="0" lang="en-US" sz="6100" b="0" i="0" u="none" strike="noStrike" kern="1200" cap="none" spc="0" normalizeH="0" baseline="0" noProof="0">
                  <a:ln>
                    <a:noFill/>
                  </a:ln>
                  <a:solidFill>
                    <a:prstClr val="white"/>
                  </a:solidFill>
                  <a:effectLst/>
                  <a:uLnTx/>
                  <a:uFillTx/>
                  <a:latin typeface="Tw Cen MT" panose="020B0602020104020603"/>
                  <a:ea typeface="+mn-ea"/>
                  <a:cs typeface="+mn-cs"/>
                </a:rPr>
                <a:t>01</a:t>
              </a:r>
            </a:p>
          </p:txBody>
        </p:sp>
      </p:grpSp>
      <p:pic>
        <p:nvPicPr>
          <p:cNvPr id="2" name="Picture 1">
            <a:extLst>
              <a:ext uri="{FF2B5EF4-FFF2-40B4-BE49-F238E27FC236}">
                <a16:creationId xmlns:a16="http://schemas.microsoft.com/office/drawing/2014/main" id="{D3ED2DCD-0DF0-6546-49EA-B5504A0C6376}"/>
              </a:ext>
            </a:extLst>
          </p:cNvPr>
          <p:cNvPicPr>
            <a:picLocks noChangeAspect="1"/>
          </p:cNvPicPr>
          <p:nvPr/>
        </p:nvPicPr>
        <p:blipFill>
          <a:blip r:embed="rId2"/>
          <a:stretch>
            <a:fillRect/>
          </a:stretch>
        </p:blipFill>
        <p:spPr>
          <a:xfrm>
            <a:off x="1216164" y="1713338"/>
            <a:ext cx="2862072" cy="3431324"/>
          </a:xfrm>
          <a:prstGeom prst="rect">
            <a:avLst/>
          </a:prstGeom>
        </p:spPr>
      </p:pic>
    </p:spTree>
    <p:extLst>
      <p:ext uri="{BB962C8B-B14F-4D97-AF65-F5344CB8AC3E}">
        <p14:creationId xmlns:p14="http://schemas.microsoft.com/office/powerpoint/2010/main" val="226744484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6039838-5BBD-6F7E-1CB2-D9546E2A2B2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5BD511F-FD2F-C57B-7898-3EFA0D1BBEF6}"/>
              </a:ext>
            </a:extLst>
          </p:cNvPr>
          <p:cNvSpPr>
            <a:spLocks noGrp="1"/>
          </p:cNvSpPr>
          <p:nvPr>
            <p:ph type="title"/>
          </p:nvPr>
        </p:nvSpPr>
        <p:spPr/>
        <p:txBody>
          <a:bodyPr vert="horz" lIns="91440" tIns="45720" rIns="91440" bIns="45720" rtlCol="0" anchor="ctr">
            <a:normAutofit/>
          </a:bodyPr>
          <a:lstStyle/>
          <a:p>
            <a:r>
              <a:rPr lang="en-US" spc="200" dirty="0">
                <a:solidFill>
                  <a:schemeClr val="tx1"/>
                </a:solidFill>
              </a:rPr>
              <a:t>Which is better?</a:t>
            </a:r>
          </a:p>
        </p:txBody>
      </p:sp>
      <p:sp>
        <p:nvSpPr>
          <p:cNvPr id="29" name="TextBox 28">
            <a:extLst>
              <a:ext uri="{FF2B5EF4-FFF2-40B4-BE49-F238E27FC236}">
                <a16:creationId xmlns:a16="http://schemas.microsoft.com/office/drawing/2014/main" id="{5C3B857E-DB2E-6060-8CD8-8545C785EA67}"/>
              </a:ext>
            </a:extLst>
          </p:cNvPr>
          <p:cNvSpPr txBox="1"/>
          <p:nvPr/>
        </p:nvSpPr>
        <p:spPr>
          <a:xfrm>
            <a:off x="10105688" y="198773"/>
            <a:ext cx="1591141" cy="120032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7200" b="1" i="0" u="none" strike="noStrike" kern="1200" cap="none" spc="0" normalizeH="0" baseline="0" noProof="0" dirty="0">
                <a:ln>
                  <a:noFill/>
                </a:ln>
                <a:solidFill>
                  <a:srgbClr val="1CADE4"/>
                </a:solidFill>
                <a:effectLst/>
                <a:uLnTx/>
                <a:uFillTx/>
                <a:latin typeface="Tw Cen MT" panose="020B0602020104020603"/>
                <a:ea typeface="+mn-ea"/>
                <a:cs typeface="+mn-cs"/>
              </a:rPr>
              <a:t>Poll</a:t>
            </a:r>
          </a:p>
        </p:txBody>
      </p:sp>
      <p:pic>
        <p:nvPicPr>
          <p:cNvPr id="42" name="Picture 41">
            <a:extLst>
              <a:ext uri="{FF2B5EF4-FFF2-40B4-BE49-F238E27FC236}">
                <a16:creationId xmlns:a16="http://schemas.microsoft.com/office/drawing/2014/main" id="{81A2D032-FDAF-E75D-C376-420320FED0E4}"/>
              </a:ext>
            </a:extLst>
          </p:cNvPr>
          <p:cNvPicPr>
            <a:picLocks noChangeAspect="1"/>
          </p:cNvPicPr>
          <p:nvPr/>
        </p:nvPicPr>
        <p:blipFill>
          <a:blip r:embed="rId3"/>
          <a:stretch>
            <a:fillRect/>
          </a:stretch>
        </p:blipFill>
        <p:spPr>
          <a:xfrm>
            <a:off x="143170" y="2084832"/>
            <a:ext cx="5303520" cy="3275704"/>
          </a:xfrm>
          <a:prstGeom prst="rect">
            <a:avLst/>
          </a:prstGeom>
        </p:spPr>
      </p:pic>
      <p:pic>
        <p:nvPicPr>
          <p:cNvPr id="44" name="Picture 43">
            <a:extLst>
              <a:ext uri="{FF2B5EF4-FFF2-40B4-BE49-F238E27FC236}">
                <a16:creationId xmlns:a16="http://schemas.microsoft.com/office/drawing/2014/main" id="{DC33F8E1-5121-22E0-A53A-BD2D554B9275}"/>
              </a:ext>
            </a:extLst>
          </p:cNvPr>
          <p:cNvPicPr>
            <a:picLocks noChangeAspect="1"/>
          </p:cNvPicPr>
          <p:nvPr/>
        </p:nvPicPr>
        <p:blipFill>
          <a:blip r:embed="rId4"/>
          <a:stretch>
            <a:fillRect/>
          </a:stretch>
        </p:blipFill>
        <p:spPr>
          <a:xfrm>
            <a:off x="6388881" y="2084832"/>
            <a:ext cx="5307948" cy="3269255"/>
          </a:xfrm>
          <a:prstGeom prst="rect">
            <a:avLst/>
          </a:prstGeom>
        </p:spPr>
      </p:pic>
      <p:cxnSp>
        <p:nvCxnSpPr>
          <p:cNvPr id="46" name="Straight Connector 45">
            <a:extLst>
              <a:ext uri="{FF2B5EF4-FFF2-40B4-BE49-F238E27FC236}">
                <a16:creationId xmlns:a16="http://schemas.microsoft.com/office/drawing/2014/main" id="{372ACFC7-415C-3D75-59E7-DBA7E148F4F5}"/>
              </a:ext>
            </a:extLst>
          </p:cNvPr>
          <p:cNvCxnSpPr/>
          <p:nvPr/>
        </p:nvCxnSpPr>
        <p:spPr>
          <a:xfrm>
            <a:off x="6082145" y="2438399"/>
            <a:ext cx="0" cy="22860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5477434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6B382-5C1A-7EE6-A58A-AFEFB8C09C5E}"/>
              </a:ext>
            </a:extLst>
          </p:cNvPr>
          <p:cNvSpPr>
            <a:spLocks noGrp="1"/>
          </p:cNvSpPr>
          <p:nvPr>
            <p:ph type="title"/>
          </p:nvPr>
        </p:nvSpPr>
        <p:spPr/>
        <p:txBody>
          <a:bodyPr/>
          <a:lstStyle/>
          <a:p>
            <a:r>
              <a:rPr lang="en-US" dirty="0"/>
              <a:t>Visual channels can encode information</a:t>
            </a:r>
          </a:p>
        </p:txBody>
      </p:sp>
      <p:sp>
        <p:nvSpPr>
          <p:cNvPr id="3" name="Content Placeholder 2">
            <a:extLst>
              <a:ext uri="{FF2B5EF4-FFF2-40B4-BE49-F238E27FC236}">
                <a16:creationId xmlns:a16="http://schemas.microsoft.com/office/drawing/2014/main" id="{63A3974F-7F22-8C88-D1CD-0A4CCBCE682B}"/>
              </a:ext>
            </a:extLst>
          </p:cNvPr>
          <p:cNvSpPr>
            <a:spLocks noGrp="1"/>
          </p:cNvSpPr>
          <p:nvPr>
            <p:ph idx="1"/>
          </p:nvPr>
        </p:nvSpPr>
        <p:spPr/>
        <p:txBody>
          <a:bodyPr>
            <a:normAutofit fontScale="92500" lnSpcReduction="20000"/>
          </a:bodyPr>
          <a:lstStyle/>
          <a:p>
            <a:pPr marL="228600" indent="-228600"/>
            <a:r>
              <a:rPr lang="en-US" dirty="0"/>
              <a:t>Use visual attributes to make aspects stand out or encode additional information making it easier to understand, compare, and retain</a:t>
            </a:r>
          </a:p>
          <a:p>
            <a:pPr marL="228600" indent="-228600"/>
            <a:endParaRPr lang="en-US" dirty="0"/>
          </a:p>
          <a:p>
            <a:pPr marL="228600" indent="-228600"/>
            <a:r>
              <a:rPr lang="en-US" dirty="0"/>
              <a:t>Commonly used elements: size, shape, color hue and intensity, length, and position</a:t>
            </a:r>
          </a:p>
          <a:p>
            <a:pPr marL="228600" indent="-228600"/>
            <a:endParaRPr lang="en-US" dirty="0"/>
          </a:p>
          <a:p>
            <a:pPr marL="228600" indent="-228600"/>
            <a:r>
              <a:rPr lang="en-US" dirty="0"/>
              <a:t>Most humans perceive these quantitatively to different degrees and many not well at all</a:t>
            </a:r>
          </a:p>
        </p:txBody>
      </p:sp>
    </p:spTree>
    <p:extLst>
      <p:ext uri="{BB962C8B-B14F-4D97-AF65-F5344CB8AC3E}">
        <p14:creationId xmlns:p14="http://schemas.microsoft.com/office/powerpoint/2010/main" val="306271657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CB8475-1E85-D529-AA0C-3C86E3F18A4F}"/>
              </a:ext>
            </a:extLst>
          </p:cNvPr>
          <p:cNvSpPr>
            <a:spLocks noGrp="1"/>
          </p:cNvSpPr>
          <p:nvPr>
            <p:ph type="title"/>
          </p:nvPr>
        </p:nvSpPr>
        <p:spPr>
          <a:xfrm>
            <a:off x="1024128" y="585216"/>
            <a:ext cx="9847072" cy="1499616"/>
          </a:xfrm>
        </p:spPr>
        <p:txBody>
          <a:bodyPr/>
          <a:lstStyle/>
          <a:p>
            <a:r>
              <a:rPr lang="en-US" dirty="0"/>
              <a:t>How well can we perceive relative area?</a:t>
            </a:r>
          </a:p>
        </p:txBody>
      </p:sp>
      <p:sp>
        <p:nvSpPr>
          <p:cNvPr id="3" name="Content Placeholder 2">
            <a:extLst>
              <a:ext uri="{FF2B5EF4-FFF2-40B4-BE49-F238E27FC236}">
                <a16:creationId xmlns:a16="http://schemas.microsoft.com/office/drawing/2014/main" id="{0D8CADBE-FE46-4544-11C7-051688695544}"/>
              </a:ext>
            </a:extLst>
          </p:cNvPr>
          <p:cNvSpPr>
            <a:spLocks noGrp="1"/>
          </p:cNvSpPr>
          <p:nvPr>
            <p:ph idx="1"/>
          </p:nvPr>
        </p:nvSpPr>
        <p:spPr/>
        <p:txBody>
          <a:bodyPr/>
          <a:lstStyle/>
          <a:p>
            <a:pPr marL="0" indent="0">
              <a:buNone/>
            </a:pPr>
            <a:r>
              <a:rPr lang="en-US" dirty="0"/>
              <a:t>Compared to the circle on the left (A), how much bigger is the area of the circle on the right (B)?</a:t>
            </a:r>
          </a:p>
        </p:txBody>
      </p:sp>
      <p:sp>
        <p:nvSpPr>
          <p:cNvPr id="4" name="Oval 3">
            <a:extLst>
              <a:ext uri="{FF2B5EF4-FFF2-40B4-BE49-F238E27FC236}">
                <a16:creationId xmlns:a16="http://schemas.microsoft.com/office/drawing/2014/main" id="{8DB6E64A-D48D-862E-1F26-4FCAA6DE8404}"/>
              </a:ext>
            </a:extLst>
          </p:cNvPr>
          <p:cNvSpPr>
            <a:spLocks noChangeAspect="1"/>
          </p:cNvSpPr>
          <p:nvPr/>
        </p:nvSpPr>
        <p:spPr>
          <a:xfrm>
            <a:off x="7888229" y="4686300"/>
            <a:ext cx="457200" cy="457200"/>
          </a:xfrm>
          <a:prstGeom prst="ellips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5" name="Oval 4">
            <a:extLst>
              <a:ext uri="{FF2B5EF4-FFF2-40B4-BE49-F238E27FC236}">
                <a16:creationId xmlns:a16="http://schemas.microsoft.com/office/drawing/2014/main" id="{FBD66222-093C-827D-6125-70C415B1B2C2}"/>
              </a:ext>
            </a:extLst>
          </p:cNvPr>
          <p:cNvSpPr>
            <a:spLocks noChangeAspect="1"/>
          </p:cNvSpPr>
          <p:nvPr/>
        </p:nvSpPr>
        <p:spPr>
          <a:xfrm>
            <a:off x="8741921" y="3735324"/>
            <a:ext cx="1581912" cy="1581912"/>
          </a:xfrm>
          <a:prstGeom prst="ellips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7" name="TextBox 6">
            <a:extLst>
              <a:ext uri="{FF2B5EF4-FFF2-40B4-BE49-F238E27FC236}">
                <a16:creationId xmlns:a16="http://schemas.microsoft.com/office/drawing/2014/main" id="{2D3BB119-ED4B-0288-E34F-97EF0607532C}"/>
              </a:ext>
            </a:extLst>
          </p:cNvPr>
          <p:cNvSpPr txBox="1"/>
          <p:nvPr/>
        </p:nvSpPr>
        <p:spPr>
          <a:xfrm>
            <a:off x="10105688" y="198773"/>
            <a:ext cx="1591141" cy="1200329"/>
          </a:xfrm>
          <a:prstGeom prst="rect">
            <a:avLst/>
          </a:prstGeom>
          <a:noFill/>
        </p:spPr>
        <p:txBody>
          <a:bodyPr wrap="none" rtlCol="0">
            <a:spAutoFit/>
          </a:bodyPr>
          <a:lstStyle/>
          <a:p>
            <a:r>
              <a:rPr lang="en-US" sz="7200" b="1" dirty="0">
                <a:solidFill>
                  <a:schemeClr val="accent1"/>
                </a:solidFill>
              </a:rPr>
              <a:t>Poll</a:t>
            </a:r>
          </a:p>
        </p:txBody>
      </p:sp>
      <p:pic>
        <p:nvPicPr>
          <p:cNvPr id="8" name="Picture 7">
            <a:extLst>
              <a:ext uri="{FF2B5EF4-FFF2-40B4-BE49-F238E27FC236}">
                <a16:creationId xmlns:a16="http://schemas.microsoft.com/office/drawing/2014/main" id="{3CE80556-81B8-FC8C-FC08-1B18D20793F6}"/>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1024128" y="3685286"/>
            <a:ext cx="4584700" cy="2916428"/>
          </a:xfrm>
          <a:prstGeom prst="rect">
            <a:avLst/>
          </a:prstGeom>
        </p:spPr>
      </p:pic>
    </p:spTree>
    <p:extLst>
      <p:ext uri="{BB962C8B-B14F-4D97-AF65-F5344CB8AC3E}">
        <p14:creationId xmlns:p14="http://schemas.microsoft.com/office/powerpoint/2010/main" val="76980585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425"/>
        <p:cNvGrpSpPr/>
        <p:nvPr/>
      </p:nvGrpSpPr>
      <p:grpSpPr>
        <a:xfrm>
          <a:off x="0" y="0"/>
          <a:ext cx="0" cy="0"/>
          <a:chOff x="0" y="0"/>
          <a:chExt cx="0" cy="0"/>
        </a:xfrm>
      </p:grpSpPr>
      <p:pic>
        <p:nvPicPr>
          <p:cNvPr id="426" name="Google Shape;426;g35766d32465_1_208"/>
          <p:cNvPicPr preferRelativeResize="0">
            <a:picLocks noGrp="1"/>
          </p:cNvPicPr>
          <p:nvPr>
            <p:ph type="body" idx="1"/>
          </p:nvPr>
        </p:nvPicPr>
        <p:blipFill rotWithShape="1">
          <a:blip r:embed="rId3" cstate="screen">
            <a:alphaModFix/>
            <a:extLst>
              <a:ext uri="{28A0092B-C50C-407E-A947-70E740481C1C}">
                <a14:useLocalDpi xmlns:a14="http://schemas.microsoft.com/office/drawing/2010/main"/>
              </a:ext>
            </a:extLst>
          </a:blip>
          <a:srcRect/>
          <a:stretch/>
        </p:blipFill>
        <p:spPr>
          <a:xfrm>
            <a:off x="3425171" y="0"/>
            <a:ext cx="7104900" cy="6819900"/>
          </a:xfrm>
          <a:prstGeom prst="rect">
            <a:avLst/>
          </a:prstGeom>
          <a:noFill/>
          <a:ln>
            <a:noFill/>
          </a:ln>
        </p:spPr>
      </p:pic>
      <p:sp>
        <p:nvSpPr>
          <p:cNvPr id="427" name="Google Shape;427;g35766d32465_1_208"/>
          <p:cNvSpPr txBox="1"/>
          <p:nvPr/>
        </p:nvSpPr>
        <p:spPr>
          <a:xfrm>
            <a:off x="490889" y="803041"/>
            <a:ext cx="2658711" cy="954067"/>
          </a:xfrm>
          <a:prstGeom prst="rect">
            <a:avLst/>
          </a:prstGeom>
          <a:solidFill>
            <a:schemeClr val="bg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dirty="0">
                <a:solidFill>
                  <a:schemeClr val="dk1"/>
                </a:solidFill>
                <a:ea typeface="Arial"/>
                <a:cs typeface="Arial"/>
                <a:sym typeface="Arial"/>
              </a:rPr>
              <a:t>Effectiveness of Visual Elements</a:t>
            </a:r>
            <a:endParaRPr sz="1400" b="1" i="0" u="none" strike="noStrike" cap="none" dirty="0">
              <a:solidFill>
                <a:srgbClr val="000000"/>
              </a:solidFill>
              <a:ea typeface="Arial"/>
              <a:cs typeface="Arial"/>
              <a:sym typeface="Arial"/>
            </a:endParaRPr>
          </a:p>
        </p:txBody>
      </p:sp>
      <p:sp>
        <p:nvSpPr>
          <p:cNvPr id="5" name="Rounded Rectangular Callout 4">
            <a:extLst>
              <a:ext uri="{FF2B5EF4-FFF2-40B4-BE49-F238E27FC236}">
                <a16:creationId xmlns:a16="http://schemas.microsoft.com/office/drawing/2014/main" id="{64022CB5-997D-52F0-5A02-7F735934667F}"/>
              </a:ext>
            </a:extLst>
          </p:cNvPr>
          <p:cNvSpPr/>
          <p:nvPr/>
        </p:nvSpPr>
        <p:spPr>
          <a:xfrm>
            <a:off x="490889" y="2717800"/>
            <a:ext cx="2302150" cy="1193800"/>
          </a:xfrm>
          <a:prstGeom prst="wedgeRoundRectCallout">
            <a:avLst>
              <a:gd name="adj1" fmla="val 94273"/>
              <a:gd name="adj2" fmla="val 84871"/>
              <a:gd name="adj3" fmla="val 16667"/>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This is why data viz experts HATE pie charts, donut charts, and use of 3D!!</a:t>
            </a:r>
          </a:p>
        </p:txBody>
      </p:sp>
      <p:sp>
        <p:nvSpPr>
          <p:cNvPr id="2" name="TextBox 1">
            <a:extLst>
              <a:ext uri="{FF2B5EF4-FFF2-40B4-BE49-F238E27FC236}">
                <a16:creationId xmlns:a16="http://schemas.microsoft.com/office/drawing/2014/main" id="{10BE26CD-5849-126F-45EB-BFAD314282F6}"/>
              </a:ext>
            </a:extLst>
          </p:cNvPr>
          <p:cNvSpPr txBox="1"/>
          <p:nvPr/>
        </p:nvSpPr>
        <p:spPr>
          <a:xfrm rot="16200000">
            <a:off x="9197446" y="3406959"/>
            <a:ext cx="5484835" cy="276999"/>
          </a:xfrm>
          <a:prstGeom prst="rect">
            <a:avLst/>
          </a:prstGeom>
          <a:noFill/>
        </p:spPr>
        <p:txBody>
          <a:bodyPr wrap="none" rtlCol="0">
            <a:spAutoFit/>
          </a:bodyPr>
          <a:lstStyle/>
          <a:p>
            <a:r>
              <a:rPr lang="en-US" sz="1200" dirty="0"/>
              <a:t>https://</a:t>
            </a:r>
            <a:r>
              <a:rPr lang="en-US" sz="1200" dirty="0" err="1"/>
              <a:t>knowablemagazine.org</a:t>
            </a:r>
            <a:r>
              <a:rPr lang="en-US" sz="1200" dirty="0"/>
              <a:t>/content/article/mind/2019/science-data-visualization</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0ADFCBE-97A3-EF74-7425-73D07F3E99A7}"/>
            </a:ext>
          </a:extLst>
        </p:cNvPr>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75613A24-4EF1-49C9-1D8A-DDAE3B98371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useBgFill="1">
        <p:nvSpPr>
          <p:cNvPr id="20" name="Rectangle 19">
            <a:extLst>
              <a:ext uri="{FF2B5EF4-FFF2-40B4-BE49-F238E27FC236}">
                <a16:creationId xmlns:a16="http://schemas.microsoft.com/office/drawing/2014/main" id="{9E068A11-11A9-CB29-BE1C-24D31EF688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4" name="Title 3">
            <a:extLst>
              <a:ext uri="{FF2B5EF4-FFF2-40B4-BE49-F238E27FC236}">
                <a16:creationId xmlns:a16="http://schemas.microsoft.com/office/drawing/2014/main" id="{B321A72A-A7A6-1805-325A-8355C374AFCD}"/>
              </a:ext>
            </a:extLst>
          </p:cNvPr>
          <p:cNvSpPr>
            <a:spLocks noGrp="1"/>
          </p:cNvSpPr>
          <p:nvPr>
            <p:ph type="title"/>
          </p:nvPr>
        </p:nvSpPr>
        <p:spPr>
          <a:xfrm>
            <a:off x="964788" y="804333"/>
            <a:ext cx="3391900" cy="5249334"/>
          </a:xfrm>
        </p:spPr>
        <p:txBody>
          <a:bodyPr vert="horz" lIns="91440" tIns="45720" rIns="91440" bIns="45720" rtlCol="0" anchor="ctr">
            <a:normAutofit/>
          </a:bodyPr>
          <a:lstStyle/>
          <a:p>
            <a:pPr algn="r"/>
            <a:r>
              <a:rPr lang="en-US" dirty="0"/>
              <a:t>Effective use of visual channels</a:t>
            </a:r>
          </a:p>
        </p:txBody>
      </p:sp>
      <p:cxnSp>
        <p:nvCxnSpPr>
          <p:cNvPr id="22" name="Straight Connector 21">
            <a:extLst>
              <a:ext uri="{FF2B5EF4-FFF2-40B4-BE49-F238E27FC236}">
                <a16:creationId xmlns:a16="http://schemas.microsoft.com/office/drawing/2014/main" id="{567B47A8-C5D9-3BC8-900D-286BA2C8464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77597" y="1600200"/>
            <a:ext cx="0" cy="36576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72EE17DD-86E2-32FB-DD80-B1E4268AE633}"/>
              </a:ext>
            </a:extLst>
          </p:cNvPr>
          <p:cNvSpPr>
            <a:spLocks noGrp="1"/>
          </p:cNvSpPr>
          <p:nvPr>
            <p:ph sz="half" idx="1"/>
          </p:nvPr>
        </p:nvSpPr>
        <p:spPr>
          <a:xfrm>
            <a:off x="4999330" y="804332"/>
            <a:ext cx="6608468" cy="5532967"/>
          </a:xfrm>
        </p:spPr>
        <p:txBody>
          <a:bodyPr vert="horz" lIns="45720" tIns="45720" rIns="45720" bIns="45720" rtlCol="0" anchor="ctr">
            <a:noAutofit/>
          </a:bodyPr>
          <a:lstStyle/>
          <a:p>
            <a:pPr marL="0" indent="0">
              <a:buNone/>
            </a:pPr>
            <a:r>
              <a:rPr lang="en-US" sz="2400" b="1" dirty="0"/>
              <a:t>Match data type to channel and perceptual strength</a:t>
            </a:r>
            <a:endParaRPr lang="en-US" sz="2400" dirty="0"/>
          </a:p>
          <a:p>
            <a:pPr marL="349949" lvl="1" indent="-176213">
              <a:buFont typeface="Arial" panose="020B0604020202020204" pitchFamily="34" charset="0"/>
              <a:buChar char="•"/>
            </a:pPr>
            <a:r>
              <a:rPr lang="en-US" sz="2000" i="1" dirty="0"/>
              <a:t>Nominal (categories):</a:t>
            </a:r>
            <a:r>
              <a:rPr lang="en-US" sz="2000" dirty="0"/>
              <a:t> color hue or shape</a:t>
            </a:r>
          </a:p>
          <a:p>
            <a:pPr marL="349949" lvl="1" indent="-176213">
              <a:buFont typeface="Arial" panose="020B0604020202020204" pitchFamily="34" charset="0"/>
              <a:buChar char="•"/>
            </a:pPr>
            <a:r>
              <a:rPr lang="en-US" sz="2000" i="1" dirty="0"/>
              <a:t>Ordinal (ordered):</a:t>
            </a:r>
            <a:r>
              <a:rPr lang="en-US" sz="2000" dirty="0"/>
              <a:t> color lightness or position</a:t>
            </a:r>
          </a:p>
          <a:p>
            <a:pPr marL="349949" lvl="1" indent="-176213">
              <a:buFont typeface="Arial" panose="020B0604020202020204" pitchFamily="34" charset="0"/>
              <a:buChar char="•"/>
            </a:pPr>
            <a:r>
              <a:rPr lang="en-US" sz="2000" i="1" dirty="0"/>
              <a:t>Quantitative:</a:t>
            </a:r>
            <a:r>
              <a:rPr lang="en-US" sz="2000" dirty="0"/>
              <a:t> position on a common axis (best), then length; avoid area/volume for precise comparisons</a:t>
            </a:r>
            <a:endParaRPr lang="en-US" sz="800" dirty="0"/>
          </a:p>
          <a:p>
            <a:pPr marL="0" indent="0">
              <a:spcBef>
                <a:spcPts val="1600"/>
              </a:spcBef>
              <a:buNone/>
            </a:pPr>
            <a:r>
              <a:rPr lang="en-US" sz="2400" b="1" dirty="0"/>
              <a:t>Combine channels wisely</a:t>
            </a:r>
            <a:endParaRPr lang="en-US" sz="2400" dirty="0"/>
          </a:p>
          <a:p>
            <a:pPr marL="354013" lvl="1" indent="-177800">
              <a:buFont typeface="Arial" panose="020B0604020202020204" pitchFamily="34" charset="0"/>
              <a:buChar char="•"/>
            </a:pPr>
            <a:r>
              <a:rPr lang="en-US" sz="2000" dirty="0"/>
              <a:t>Favor separable pairs (e.g., color + shape) over interfering ones (length + area)</a:t>
            </a:r>
          </a:p>
          <a:p>
            <a:pPr marL="354013" lvl="1" indent="-177800">
              <a:buFont typeface="Arial" panose="020B0604020202020204" pitchFamily="34" charset="0"/>
              <a:buChar char="•"/>
            </a:pPr>
            <a:r>
              <a:rPr lang="en-US" sz="2000" dirty="0"/>
              <a:t>Use redundant encoding to reinforce meaning and improve accessibility</a:t>
            </a:r>
          </a:p>
          <a:p>
            <a:pPr marL="0" indent="0">
              <a:spcBef>
                <a:spcPts val="1600"/>
              </a:spcBef>
              <a:buNone/>
            </a:pPr>
            <a:r>
              <a:rPr lang="en-US" sz="2400" b="1" dirty="0"/>
              <a:t>Aim for simplicity and clarity</a:t>
            </a:r>
            <a:endParaRPr lang="en-US" sz="2400" dirty="0"/>
          </a:p>
          <a:p>
            <a:pPr marL="354013" lvl="1" indent="-177800">
              <a:buFont typeface="Arial" panose="020B0604020202020204" pitchFamily="34" charset="0"/>
              <a:buChar char="•"/>
            </a:pPr>
            <a:r>
              <a:rPr lang="en-US" sz="2000" dirty="0"/>
              <a:t>Use the minimal number of encodings necessary</a:t>
            </a:r>
          </a:p>
          <a:p>
            <a:pPr marL="354013" lvl="1" indent="-177800">
              <a:buFont typeface="Arial" panose="020B0604020202020204" pitchFamily="34" charset="0"/>
              <a:buChar char="•"/>
            </a:pPr>
            <a:r>
              <a:rPr lang="en-US" sz="2000" dirty="0"/>
              <a:t>Avoid visual clutter and 3D effects</a:t>
            </a:r>
          </a:p>
        </p:txBody>
      </p:sp>
    </p:spTree>
    <p:extLst>
      <p:ext uri="{BB962C8B-B14F-4D97-AF65-F5344CB8AC3E}">
        <p14:creationId xmlns:p14="http://schemas.microsoft.com/office/powerpoint/2010/main" val="37912931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A8EC506-B1DA-46A1-B44D-774E68468E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 name="Oval 5">
            <a:extLst>
              <a:ext uri="{FF2B5EF4-FFF2-40B4-BE49-F238E27FC236}">
                <a16:creationId xmlns:a16="http://schemas.microsoft.com/office/drawing/2014/main" id="{BFF30785-305E-45D7-984F-5AA93D3CA5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14" name="Straight Connector 13">
            <a:extLst>
              <a:ext uri="{FF2B5EF4-FFF2-40B4-BE49-F238E27FC236}">
                <a16:creationId xmlns:a16="http://schemas.microsoft.com/office/drawing/2014/main" id="{15E01FA5-D766-43CA-A83D-E7CF3F04E96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useBgFill="1">
        <p:nvSpPr>
          <p:cNvPr id="16" name="Rectangle 15">
            <a:extLst>
              <a:ext uri="{FF2B5EF4-FFF2-40B4-BE49-F238E27FC236}">
                <a16:creationId xmlns:a16="http://schemas.microsoft.com/office/drawing/2014/main" id="{286BE877-8405-42B2-A8E4-BF4224E015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726" cy="68589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F4916F3-5270-48BF-8D54-7990F611BF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20178" y="0"/>
            <a:ext cx="546854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9DB2939-938F-AB7B-B34A-100EA80BC3FB}"/>
              </a:ext>
            </a:extLst>
          </p:cNvPr>
          <p:cNvSpPr>
            <a:spLocks noGrp="1"/>
          </p:cNvSpPr>
          <p:nvPr>
            <p:ph type="title"/>
          </p:nvPr>
        </p:nvSpPr>
        <p:spPr>
          <a:xfrm>
            <a:off x="7354454" y="640080"/>
            <a:ext cx="4208656" cy="3034857"/>
          </a:xfrm>
        </p:spPr>
        <p:txBody>
          <a:bodyPr vert="horz" lIns="91440" tIns="45720" rIns="91440" bIns="45720" rtlCol="0" anchor="b">
            <a:normAutofit/>
          </a:bodyPr>
          <a:lstStyle/>
          <a:p>
            <a:r>
              <a:rPr lang="en-US" sz="4400" kern="1200" cap="all" spc="200" baseline="0" dirty="0">
                <a:solidFill>
                  <a:srgbClr val="FFFFFF"/>
                </a:solidFill>
                <a:latin typeface="+mj-lt"/>
                <a:ea typeface="+mj-ea"/>
                <a:cs typeface="+mj-cs"/>
              </a:rPr>
              <a:t>Example from MSACL DS101</a:t>
            </a:r>
          </a:p>
        </p:txBody>
      </p:sp>
      <p:pic>
        <p:nvPicPr>
          <p:cNvPr id="5" name="Picture 4" descr="A graph with numbers and symbols&#10;&#10;AI-generated content may be incorrect.">
            <a:extLst>
              <a:ext uri="{FF2B5EF4-FFF2-40B4-BE49-F238E27FC236}">
                <a16:creationId xmlns:a16="http://schemas.microsoft.com/office/drawing/2014/main" id="{8BBFCCB0-CE0F-477B-36AE-133989A4A0EF}"/>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53223" y="284013"/>
            <a:ext cx="4980093" cy="4980093"/>
          </a:xfrm>
          <a:prstGeom prst="rect">
            <a:avLst/>
          </a:prstGeom>
        </p:spPr>
      </p:pic>
      <p:cxnSp>
        <p:nvCxnSpPr>
          <p:cNvPr id="20" name="Straight Connector 19">
            <a:extLst>
              <a:ext uri="{FF2B5EF4-FFF2-40B4-BE49-F238E27FC236}">
                <a16:creationId xmlns:a16="http://schemas.microsoft.com/office/drawing/2014/main" id="{F49244C8-BD6D-4309-8235-706CBF26EF6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506857" y="3765314"/>
            <a:ext cx="3931920" cy="0"/>
          </a:xfrm>
          <a:prstGeom prst="line">
            <a:avLst/>
          </a:prstGeom>
          <a:ln w="1905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pic>
        <p:nvPicPr>
          <p:cNvPr id="9" name="Picture 8" descr="A close-up of words&#10;&#10;AI-generated content may be incorrect.">
            <a:extLst>
              <a:ext uri="{FF2B5EF4-FFF2-40B4-BE49-F238E27FC236}">
                <a16:creationId xmlns:a16="http://schemas.microsoft.com/office/drawing/2014/main" id="{FCDB1DD1-1F49-48A2-77F5-83D89715FCDA}"/>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30816" y="5485204"/>
            <a:ext cx="6258547" cy="969793"/>
          </a:xfrm>
          <a:prstGeom prst="rect">
            <a:avLst/>
          </a:prstGeom>
        </p:spPr>
      </p:pic>
      <p:grpSp>
        <p:nvGrpSpPr>
          <p:cNvPr id="45" name="Group 44">
            <a:extLst>
              <a:ext uri="{FF2B5EF4-FFF2-40B4-BE49-F238E27FC236}">
                <a16:creationId xmlns:a16="http://schemas.microsoft.com/office/drawing/2014/main" id="{1E114752-3372-55D2-46E7-C87632006DEC}"/>
              </a:ext>
            </a:extLst>
          </p:cNvPr>
          <p:cNvGrpSpPr/>
          <p:nvPr/>
        </p:nvGrpSpPr>
        <p:grpSpPr>
          <a:xfrm>
            <a:off x="230816" y="4975041"/>
            <a:ext cx="6012217" cy="1901257"/>
            <a:chOff x="230816" y="4975041"/>
            <a:chExt cx="6012217" cy="1901257"/>
          </a:xfrm>
        </p:grpSpPr>
        <p:grpSp>
          <p:nvGrpSpPr>
            <p:cNvPr id="40" name="Group 39">
              <a:extLst>
                <a:ext uri="{FF2B5EF4-FFF2-40B4-BE49-F238E27FC236}">
                  <a16:creationId xmlns:a16="http://schemas.microsoft.com/office/drawing/2014/main" id="{2E30BAEC-4F37-CD1D-7EED-0FCC8D6BBBBB}"/>
                </a:ext>
              </a:extLst>
            </p:cNvPr>
            <p:cNvGrpSpPr/>
            <p:nvPr/>
          </p:nvGrpSpPr>
          <p:grpSpPr>
            <a:xfrm>
              <a:off x="230816" y="4975041"/>
              <a:ext cx="1475276" cy="582811"/>
              <a:chOff x="230816" y="4975041"/>
              <a:chExt cx="1475276" cy="582811"/>
            </a:xfrm>
          </p:grpSpPr>
          <p:sp>
            <p:nvSpPr>
              <p:cNvPr id="11" name="TextBox 10">
                <a:extLst>
                  <a:ext uri="{FF2B5EF4-FFF2-40B4-BE49-F238E27FC236}">
                    <a16:creationId xmlns:a16="http://schemas.microsoft.com/office/drawing/2014/main" id="{FEF3E4F9-912C-A540-2B3B-AB109CAB01A5}"/>
                  </a:ext>
                </a:extLst>
              </p:cNvPr>
              <p:cNvSpPr txBox="1"/>
              <p:nvPr/>
            </p:nvSpPr>
            <p:spPr>
              <a:xfrm>
                <a:off x="230816" y="4975041"/>
                <a:ext cx="1475276" cy="369332"/>
              </a:xfrm>
              <a:prstGeom prst="rect">
                <a:avLst/>
              </a:prstGeom>
              <a:noFill/>
            </p:spPr>
            <p:txBody>
              <a:bodyPr wrap="none" rtlCol="0">
                <a:spAutoFit/>
              </a:bodyPr>
              <a:lstStyle/>
              <a:p>
                <a:r>
                  <a:rPr lang="en-US" dirty="0">
                    <a:solidFill>
                      <a:schemeClr val="accent1"/>
                    </a:solidFill>
                  </a:rPr>
                  <a:t>Data variable</a:t>
                </a:r>
              </a:p>
            </p:txBody>
          </p:sp>
          <p:cxnSp>
            <p:nvCxnSpPr>
              <p:cNvPr id="21" name="Straight Arrow Connector 20">
                <a:extLst>
                  <a:ext uri="{FF2B5EF4-FFF2-40B4-BE49-F238E27FC236}">
                    <a16:creationId xmlns:a16="http://schemas.microsoft.com/office/drawing/2014/main" id="{633E5D0E-3D42-4480-E354-8F53E527AE1D}"/>
                  </a:ext>
                </a:extLst>
              </p:cNvPr>
              <p:cNvCxnSpPr>
                <a:cxnSpLocks/>
              </p:cNvCxnSpPr>
              <p:nvPr/>
            </p:nvCxnSpPr>
            <p:spPr>
              <a:xfrm flipH="1">
                <a:off x="495070" y="5278853"/>
                <a:ext cx="138436" cy="278999"/>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grpSp>
          <p:nvGrpSpPr>
            <p:cNvPr id="41" name="Group 40">
              <a:extLst>
                <a:ext uri="{FF2B5EF4-FFF2-40B4-BE49-F238E27FC236}">
                  <a16:creationId xmlns:a16="http://schemas.microsoft.com/office/drawing/2014/main" id="{B3516D38-3990-A2E0-891E-8EA611AEC594}"/>
                </a:ext>
              </a:extLst>
            </p:cNvPr>
            <p:cNvGrpSpPr/>
            <p:nvPr/>
          </p:nvGrpSpPr>
          <p:grpSpPr>
            <a:xfrm>
              <a:off x="937923" y="6502428"/>
              <a:ext cx="1268143" cy="373870"/>
              <a:chOff x="937923" y="6502428"/>
              <a:chExt cx="1268143" cy="373870"/>
            </a:xfrm>
          </p:grpSpPr>
          <p:sp>
            <p:nvSpPr>
              <p:cNvPr id="13" name="TextBox 12">
                <a:extLst>
                  <a:ext uri="{FF2B5EF4-FFF2-40B4-BE49-F238E27FC236}">
                    <a16:creationId xmlns:a16="http://schemas.microsoft.com/office/drawing/2014/main" id="{7475F5A1-1BF9-8026-5D86-879F2EAEC727}"/>
                  </a:ext>
                </a:extLst>
              </p:cNvPr>
              <p:cNvSpPr txBox="1"/>
              <p:nvPr/>
            </p:nvSpPr>
            <p:spPr>
              <a:xfrm>
                <a:off x="1026128" y="6506966"/>
                <a:ext cx="1179938" cy="369332"/>
              </a:xfrm>
              <a:prstGeom prst="rect">
                <a:avLst/>
              </a:prstGeom>
              <a:noFill/>
            </p:spPr>
            <p:txBody>
              <a:bodyPr wrap="none" rtlCol="0">
                <a:spAutoFit/>
              </a:bodyPr>
              <a:lstStyle/>
              <a:p>
                <a:r>
                  <a:rPr lang="en-US" dirty="0">
                    <a:solidFill>
                      <a:schemeClr val="accent1"/>
                    </a:solidFill>
                  </a:rPr>
                  <a:t>Chart type</a:t>
                </a:r>
              </a:p>
            </p:txBody>
          </p:sp>
          <p:cxnSp>
            <p:nvCxnSpPr>
              <p:cNvPr id="25" name="Straight Arrow Connector 24">
                <a:extLst>
                  <a:ext uri="{FF2B5EF4-FFF2-40B4-BE49-F238E27FC236}">
                    <a16:creationId xmlns:a16="http://schemas.microsoft.com/office/drawing/2014/main" id="{B17E7937-1E41-29AA-905D-06FFEA3550EC}"/>
                  </a:ext>
                </a:extLst>
              </p:cNvPr>
              <p:cNvCxnSpPr>
                <a:cxnSpLocks/>
              </p:cNvCxnSpPr>
              <p:nvPr/>
            </p:nvCxnSpPr>
            <p:spPr>
              <a:xfrm flipH="1" flipV="1">
                <a:off x="937923" y="6502428"/>
                <a:ext cx="152507" cy="141208"/>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grpSp>
          <p:nvGrpSpPr>
            <p:cNvPr id="44" name="Group 43">
              <a:extLst>
                <a:ext uri="{FF2B5EF4-FFF2-40B4-BE49-F238E27FC236}">
                  <a16:creationId xmlns:a16="http://schemas.microsoft.com/office/drawing/2014/main" id="{BF984CBC-3A0F-5EE9-BFDB-65284B39589D}"/>
                </a:ext>
              </a:extLst>
            </p:cNvPr>
            <p:cNvGrpSpPr/>
            <p:nvPr/>
          </p:nvGrpSpPr>
          <p:grpSpPr>
            <a:xfrm>
              <a:off x="2752782" y="6222283"/>
              <a:ext cx="3490251" cy="584067"/>
              <a:chOff x="2752782" y="6222283"/>
              <a:chExt cx="3490251" cy="584067"/>
            </a:xfrm>
          </p:grpSpPr>
          <p:sp>
            <p:nvSpPr>
              <p:cNvPr id="17" name="TextBox 16">
                <a:extLst>
                  <a:ext uri="{FF2B5EF4-FFF2-40B4-BE49-F238E27FC236}">
                    <a16:creationId xmlns:a16="http://schemas.microsoft.com/office/drawing/2014/main" id="{68F9B4E8-77E2-29C7-92C9-B2A37AC493EB}"/>
                  </a:ext>
                </a:extLst>
              </p:cNvPr>
              <p:cNvSpPr txBox="1"/>
              <p:nvPr/>
            </p:nvSpPr>
            <p:spPr>
              <a:xfrm>
                <a:off x="2752782" y="6437018"/>
                <a:ext cx="3490251" cy="369332"/>
              </a:xfrm>
              <a:prstGeom prst="rect">
                <a:avLst/>
              </a:prstGeom>
              <a:noFill/>
            </p:spPr>
            <p:txBody>
              <a:bodyPr wrap="none" rtlCol="0">
                <a:spAutoFit/>
              </a:bodyPr>
              <a:lstStyle/>
              <a:p>
                <a:r>
                  <a:rPr lang="en-US" dirty="0">
                    <a:solidFill>
                      <a:schemeClr val="accent1"/>
                    </a:solidFill>
                  </a:rPr>
                  <a:t>Visual encoding for color and shape</a:t>
                </a:r>
              </a:p>
            </p:txBody>
          </p:sp>
          <p:cxnSp>
            <p:nvCxnSpPr>
              <p:cNvPr id="27" name="Straight Arrow Connector 26">
                <a:extLst>
                  <a:ext uri="{FF2B5EF4-FFF2-40B4-BE49-F238E27FC236}">
                    <a16:creationId xmlns:a16="http://schemas.microsoft.com/office/drawing/2014/main" id="{CB0E3C5B-BBF3-3B67-F2A3-4EE998F99B19}"/>
                  </a:ext>
                </a:extLst>
              </p:cNvPr>
              <p:cNvCxnSpPr>
                <a:cxnSpLocks/>
              </p:cNvCxnSpPr>
              <p:nvPr/>
            </p:nvCxnSpPr>
            <p:spPr>
              <a:xfrm flipH="1" flipV="1">
                <a:off x="4344604" y="6222283"/>
                <a:ext cx="343332" cy="350749"/>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F03B2ED5-ABAD-B1BD-0400-C88FA8703458}"/>
                  </a:ext>
                </a:extLst>
              </p:cNvPr>
              <p:cNvCxnSpPr>
                <a:cxnSpLocks/>
              </p:cNvCxnSpPr>
              <p:nvPr/>
            </p:nvCxnSpPr>
            <p:spPr>
              <a:xfrm flipH="1" flipV="1">
                <a:off x="5674798" y="6222283"/>
                <a:ext cx="158237" cy="350749"/>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grpSp>
          <p:nvGrpSpPr>
            <p:cNvPr id="42" name="Group 41">
              <a:extLst>
                <a:ext uri="{FF2B5EF4-FFF2-40B4-BE49-F238E27FC236}">
                  <a16:creationId xmlns:a16="http://schemas.microsoft.com/office/drawing/2014/main" id="{5B3EA056-7AEC-46C2-8D61-169770C59FC5}"/>
                </a:ext>
              </a:extLst>
            </p:cNvPr>
            <p:cNvGrpSpPr/>
            <p:nvPr/>
          </p:nvGrpSpPr>
          <p:grpSpPr>
            <a:xfrm>
              <a:off x="1784615" y="5182503"/>
              <a:ext cx="3137590" cy="870048"/>
              <a:chOff x="1784615" y="5182503"/>
              <a:chExt cx="3137590" cy="870048"/>
            </a:xfrm>
          </p:grpSpPr>
          <p:sp>
            <p:nvSpPr>
              <p:cNvPr id="15" name="TextBox 14">
                <a:extLst>
                  <a:ext uri="{FF2B5EF4-FFF2-40B4-BE49-F238E27FC236}">
                    <a16:creationId xmlns:a16="http://schemas.microsoft.com/office/drawing/2014/main" id="{AB07B0A9-7530-E674-38AE-31C2D8B2A705}"/>
                  </a:ext>
                </a:extLst>
              </p:cNvPr>
              <p:cNvSpPr txBox="1"/>
              <p:nvPr/>
            </p:nvSpPr>
            <p:spPr>
              <a:xfrm>
                <a:off x="1784615" y="5182503"/>
                <a:ext cx="3137590" cy="369332"/>
              </a:xfrm>
              <a:prstGeom prst="rect">
                <a:avLst/>
              </a:prstGeom>
              <a:noFill/>
            </p:spPr>
            <p:txBody>
              <a:bodyPr wrap="none" rtlCol="0">
                <a:spAutoFit/>
              </a:bodyPr>
              <a:lstStyle/>
              <a:p>
                <a:r>
                  <a:rPr lang="en-US" dirty="0">
                    <a:solidFill>
                      <a:schemeClr val="accent1"/>
                    </a:solidFill>
                  </a:rPr>
                  <a:t>Columns to plot on x and y axes</a:t>
                </a:r>
              </a:p>
            </p:txBody>
          </p:sp>
          <p:cxnSp>
            <p:nvCxnSpPr>
              <p:cNvPr id="34" name="Straight Arrow Connector 33">
                <a:extLst>
                  <a:ext uri="{FF2B5EF4-FFF2-40B4-BE49-F238E27FC236}">
                    <a16:creationId xmlns:a16="http://schemas.microsoft.com/office/drawing/2014/main" id="{43DE4DC7-93DE-B8BC-958D-512DE2719F1E}"/>
                  </a:ext>
                </a:extLst>
              </p:cNvPr>
              <p:cNvCxnSpPr>
                <a:cxnSpLocks/>
              </p:cNvCxnSpPr>
              <p:nvPr/>
            </p:nvCxnSpPr>
            <p:spPr>
              <a:xfrm flipH="1">
                <a:off x="2431479" y="5485204"/>
                <a:ext cx="1147124" cy="567347"/>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BD32A40B-4B94-A570-097B-31F471768007}"/>
                  </a:ext>
                </a:extLst>
              </p:cNvPr>
              <p:cNvCxnSpPr>
                <a:cxnSpLocks/>
              </p:cNvCxnSpPr>
              <p:nvPr/>
            </p:nvCxnSpPr>
            <p:spPr>
              <a:xfrm flipH="1">
                <a:off x="3299012" y="5518520"/>
                <a:ext cx="866588" cy="53403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347418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46B0682-904D-2FD4-99E2-4AEDAB724F0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CE8FF0B-EF23-63DA-D34D-8D7C178962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cxnSp>
        <p:nvCxnSpPr>
          <p:cNvPr id="10" name="Straight Connector 9">
            <a:extLst>
              <a:ext uri="{FF2B5EF4-FFF2-40B4-BE49-F238E27FC236}">
                <a16:creationId xmlns:a16="http://schemas.microsoft.com/office/drawing/2014/main" id="{54D434AF-9A31-D593-9B84-CD34A11A58E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77597" y="1600200"/>
            <a:ext cx="0" cy="36576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50D196D6-7777-476A-88FA-DE02745EFFFD}"/>
              </a:ext>
            </a:extLst>
          </p:cNvPr>
          <p:cNvSpPr>
            <a:spLocks noGrp="1"/>
          </p:cNvSpPr>
          <p:nvPr>
            <p:ph idx="1"/>
          </p:nvPr>
        </p:nvSpPr>
        <p:spPr>
          <a:xfrm>
            <a:off x="4999330" y="804333"/>
            <a:ext cx="7040265" cy="5249334"/>
          </a:xfrm>
        </p:spPr>
        <p:txBody>
          <a:bodyPr anchor="ctr">
            <a:normAutofit/>
          </a:bodyPr>
          <a:lstStyle/>
          <a:p>
            <a:pPr marL="0" indent="0">
              <a:buNone/>
            </a:pPr>
            <a:r>
              <a:rPr lang="en-US" dirty="0"/>
              <a:t>How to most effectively use color?</a:t>
            </a:r>
          </a:p>
          <a:p>
            <a:pPr marL="402336" lvl="1" indent="-228600"/>
            <a:r>
              <a:rPr lang="en-US" dirty="0"/>
              <a:t>Improve accessibility</a:t>
            </a:r>
          </a:p>
          <a:p>
            <a:pPr marL="402336" lvl="1" indent="-228600"/>
            <a:r>
              <a:rPr lang="en-US" dirty="0"/>
              <a:t>Fast and accurate interpretation</a:t>
            </a:r>
          </a:p>
          <a:p>
            <a:pPr marL="228600" indent="-228600"/>
            <a:endParaRPr lang="en-US" dirty="0"/>
          </a:p>
          <a:p>
            <a:pPr marL="0" indent="0">
              <a:buNone/>
            </a:pPr>
            <a:r>
              <a:rPr lang="en-US" dirty="0"/>
              <a:t>How to improve readability?</a:t>
            </a:r>
          </a:p>
        </p:txBody>
      </p:sp>
      <p:grpSp>
        <p:nvGrpSpPr>
          <p:cNvPr id="7" name="Group 6">
            <a:extLst>
              <a:ext uri="{FF2B5EF4-FFF2-40B4-BE49-F238E27FC236}">
                <a16:creationId xmlns:a16="http://schemas.microsoft.com/office/drawing/2014/main" id="{EF0961F6-357C-CEEB-084C-482725625C79}"/>
              </a:ext>
            </a:extLst>
          </p:cNvPr>
          <p:cNvGrpSpPr/>
          <p:nvPr/>
        </p:nvGrpSpPr>
        <p:grpSpPr>
          <a:xfrm>
            <a:off x="1771956" y="2057818"/>
            <a:ext cx="2292425" cy="1100364"/>
            <a:chOff x="189" y="635907"/>
            <a:chExt cx="2292425" cy="1100364"/>
          </a:xfrm>
        </p:grpSpPr>
        <p:sp>
          <p:nvSpPr>
            <p:cNvPr id="9" name="Rectangle 8">
              <a:extLst>
                <a:ext uri="{FF2B5EF4-FFF2-40B4-BE49-F238E27FC236}">
                  <a16:creationId xmlns:a16="http://schemas.microsoft.com/office/drawing/2014/main" id="{8882E6B6-9CF1-6B16-6DDE-D47FB9667AEF}"/>
                </a:ext>
              </a:extLst>
            </p:cNvPr>
            <p:cNvSpPr/>
            <p:nvPr/>
          </p:nvSpPr>
          <p:spPr>
            <a:xfrm>
              <a:off x="189" y="635907"/>
              <a:ext cx="2292425" cy="1100364"/>
            </a:xfrm>
            <a:prstGeom prst="rect">
              <a:avLst/>
            </a:prstGeom>
            <a:noFill/>
            <a:ln>
              <a:noFill/>
            </a:ln>
            <a:sp3d/>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11" name="TextBox 10">
              <a:extLst>
                <a:ext uri="{FF2B5EF4-FFF2-40B4-BE49-F238E27FC236}">
                  <a16:creationId xmlns:a16="http://schemas.microsoft.com/office/drawing/2014/main" id="{D0202E85-7B9F-23AD-19BF-1BEBC0A6F8B5}"/>
                </a:ext>
              </a:extLst>
            </p:cNvPr>
            <p:cNvSpPr txBox="1"/>
            <p:nvPr/>
          </p:nvSpPr>
          <p:spPr>
            <a:xfrm>
              <a:off x="189" y="635907"/>
              <a:ext cx="2292425" cy="1100364"/>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226441" tIns="165100" rIns="226441" bIns="165100" numCol="1" spcCol="1270" anchor="ctr" anchorCtr="0">
              <a:noAutofit/>
            </a:bodyPr>
            <a:lstStyle/>
            <a:p>
              <a:pPr marL="0" marR="0" lvl="0" indent="0" algn="l" defTabSz="2711450" rtl="0" eaLnBrk="1" fontAlgn="auto" latinLnBrk="0" hangingPunct="1">
                <a:lnSpc>
                  <a:spcPct val="90000"/>
                </a:lnSpc>
                <a:spcBef>
                  <a:spcPct val="0"/>
                </a:spcBef>
                <a:spcAft>
                  <a:spcPct val="35000"/>
                </a:spcAft>
                <a:buClrTx/>
                <a:buSzTx/>
                <a:buFontTx/>
                <a:buNone/>
                <a:tabLst/>
                <a:defRPr/>
              </a:pPr>
              <a:r>
                <a:rPr kumimoji="0" lang="en-US" sz="6100" b="0" i="0" u="none" strike="noStrike" kern="1200" cap="none" spc="0" normalizeH="0" baseline="0" noProof="0">
                  <a:ln>
                    <a:noFill/>
                  </a:ln>
                  <a:solidFill>
                    <a:prstClr val="white"/>
                  </a:solidFill>
                  <a:effectLst/>
                  <a:uLnTx/>
                  <a:uFillTx/>
                  <a:latin typeface="Tw Cen MT" panose="020B0602020104020603"/>
                  <a:ea typeface="+mn-ea"/>
                  <a:cs typeface="+mn-cs"/>
                </a:rPr>
                <a:t>01</a:t>
              </a:r>
            </a:p>
          </p:txBody>
        </p:sp>
      </p:grpSp>
      <p:pic>
        <p:nvPicPr>
          <p:cNvPr id="5" name="Picture 4">
            <a:extLst>
              <a:ext uri="{FF2B5EF4-FFF2-40B4-BE49-F238E27FC236}">
                <a16:creationId xmlns:a16="http://schemas.microsoft.com/office/drawing/2014/main" id="{28B826FD-AC51-FB72-EE9B-EFA60D1AC2D0}"/>
              </a:ext>
            </a:extLst>
          </p:cNvPr>
          <p:cNvPicPr>
            <a:picLocks noChangeAspect="1"/>
          </p:cNvPicPr>
          <p:nvPr/>
        </p:nvPicPr>
        <p:blipFill>
          <a:blip r:embed="rId2"/>
          <a:stretch>
            <a:fillRect/>
          </a:stretch>
        </p:blipFill>
        <p:spPr>
          <a:xfrm>
            <a:off x="1230671" y="1727663"/>
            <a:ext cx="2860134" cy="3429000"/>
          </a:xfrm>
          <a:prstGeom prst="rect">
            <a:avLst/>
          </a:prstGeom>
        </p:spPr>
      </p:pic>
    </p:spTree>
    <p:extLst>
      <p:ext uri="{BB962C8B-B14F-4D97-AF65-F5344CB8AC3E}">
        <p14:creationId xmlns:p14="http://schemas.microsoft.com/office/powerpoint/2010/main" val="209687083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432"/>
        <p:cNvGrpSpPr/>
        <p:nvPr/>
      </p:nvGrpSpPr>
      <p:grpSpPr>
        <a:xfrm>
          <a:off x="0" y="0"/>
          <a:ext cx="0" cy="0"/>
          <a:chOff x="0" y="0"/>
          <a:chExt cx="0" cy="0"/>
        </a:xfrm>
      </p:grpSpPr>
      <p:pic>
        <p:nvPicPr>
          <p:cNvPr id="433" name="Google Shape;433;g35766d32465_1_268" descr="plot of chunk unnamed-chunk-5"/>
          <p:cNvPicPr preferRelativeResize="0"/>
          <p:nvPr/>
        </p:nvPicPr>
        <p:blipFill rotWithShape="1">
          <a:blip r:embed="rId3">
            <a:alphaModFix/>
          </a:blip>
          <a:srcRect/>
          <a:stretch/>
        </p:blipFill>
        <p:spPr>
          <a:xfrm>
            <a:off x="3873500" y="1076290"/>
            <a:ext cx="4445000" cy="762000"/>
          </a:xfrm>
          <a:prstGeom prst="rect">
            <a:avLst/>
          </a:prstGeom>
          <a:noFill/>
          <a:ln>
            <a:noFill/>
          </a:ln>
        </p:spPr>
      </p:pic>
      <p:pic>
        <p:nvPicPr>
          <p:cNvPr id="434" name="Google Shape;434;g35766d32465_1_268" descr="plot of chunk unnamed-chunk-5"/>
          <p:cNvPicPr preferRelativeResize="0"/>
          <p:nvPr/>
        </p:nvPicPr>
        <p:blipFill rotWithShape="1">
          <a:blip r:embed="rId4">
            <a:alphaModFix/>
          </a:blip>
          <a:srcRect/>
          <a:stretch/>
        </p:blipFill>
        <p:spPr>
          <a:xfrm>
            <a:off x="3873500" y="1996901"/>
            <a:ext cx="4445000" cy="762000"/>
          </a:xfrm>
          <a:prstGeom prst="rect">
            <a:avLst/>
          </a:prstGeom>
          <a:noFill/>
          <a:ln>
            <a:noFill/>
          </a:ln>
        </p:spPr>
      </p:pic>
      <p:sp>
        <p:nvSpPr>
          <p:cNvPr id="435" name="Google Shape;435;g35766d32465_1_268"/>
          <p:cNvSpPr txBox="1"/>
          <p:nvPr/>
        </p:nvSpPr>
        <p:spPr>
          <a:xfrm>
            <a:off x="3613590" y="363681"/>
            <a:ext cx="4964700" cy="5541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000"/>
              <a:buFont typeface="Arial"/>
              <a:buNone/>
            </a:pPr>
            <a:r>
              <a:rPr lang="en-US" sz="3000" b="0" i="0" u="none" strike="noStrike" cap="none">
                <a:solidFill>
                  <a:schemeClr val="dk1"/>
                </a:solidFill>
                <a:latin typeface="Arial"/>
                <a:ea typeface="Arial"/>
                <a:cs typeface="Arial"/>
                <a:sym typeface="Arial"/>
              </a:rPr>
              <a:t>Colorblind Friendly Palettes</a:t>
            </a:r>
            <a:endParaRPr sz="1400" b="0" i="0" u="none" strike="noStrike" cap="none">
              <a:solidFill>
                <a:srgbClr val="000000"/>
              </a:solidFill>
              <a:latin typeface="Arial"/>
              <a:ea typeface="Arial"/>
              <a:cs typeface="Arial"/>
              <a:sym typeface="Arial"/>
            </a:endParaRPr>
          </a:p>
        </p:txBody>
      </p:sp>
      <p:pic>
        <p:nvPicPr>
          <p:cNvPr id="436" name="Google Shape;436;g35766d32465_1_268"/>
          <p:cNvPicPr preferRelativeResize="0"/>
          <p:nvPr/>
        </p:nvPicPr>
        <p:blipFill rotWithShape="1">
          <a:blip r:embed="rId5">
            <a:alphaModFix/>
          </a:blip>
          <a:srcRect/>
          <a:stretch/>
        </p:blipFill>
        <p:spPr>
          <a:xfrm>
            <a:off x="2209800" y="3761508"/>
            <a:ext cx="7772400" cy="2355901"/>
          </a:xfrm>
          <a:prstGeom prst="rect">
            <a:avLst/>
          </a:prstGeom>
          <a:noFill/>
          <a:ln>
            <a:noFill/>
          </a:ln>
        </p:spPr>
      </p:pic>
      <p:sp>
        <p:nvSpPr>
          <p:cNvPr id="437" name="Google Shape;437;g35766d32465_1_268"/>
          <p:cNvSpPr txBox="1"/>
          <p:nvPr/>
        </p:nvSpPr>
        <p:spPr>
          <a:xfrm>
            <a:off x="3912550" y="3120827"/>
            <a:ext cx="4366800" cy="5541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000"/>
              <a:buFont typeface="Arial"/>
              <a:buNone/>
            </a:pPr>
            <a:r>
              <a:rPr lang="en-US" sz="3000" b="0" i="0" u="none" strike="noStrike" cap="none">
                <a:solidFill>
                  <a:schemeClr val="dk1"/>
                </a:solidFill>
                <a:latin typeface="Arial"/>
                <a:ea typeface="Arial"/>
                <a:cs typeface="Arial"/>
                <a:sym typeface="Arial"/>
              </a:rPr>
              <a:t>Colorblind Friendly Pairs</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D8367-A190-07F7-3C31-7C934A969E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170A2D-3169-B694-8C62-39B212B4BBBE}"/>
              </a:ext>
            </a:extLst>
          </p:cNvPr>
          <p:cNvSpPr>
            <a:spLocks noGrp="1"/>
          </p:cNvSpPr>
          <p:nvPr>
            <p:ph type="title"/>
          </p:nvPr>
        </p:nvSpPr>
        <p:spPr>
          <a:xfrm>
            <a:off x="1024128" y="585216"/>
            <a:ext cx="9847072" cy="1499616"/>
          </a:xfrm>
        </p:spPr>
        <p:txBody>
          <a:bodyPr/>
          <a:lstStyle/>
          <a:p>
            <a:r>
              <a:rPr lang="en-US" dirty="0"/>
              <a:t>How well can we perceive color Intensity?</a:t>
            </a:r>
          </a:p>
        </p:txBody>
      </p:sp>
      <p:sp>
        <p:nvSpPr>
          <p:cNvPr id="3" name="Content Placeholder 2">
            <a:extLst>
              <a:ext uri="{FF2B5EF4-FFF2-40B4-BE49-F238E27FC236}">
                <a16:creationId xmlns:a16="http://schemas.microsoft.com/office/drawing/2014/main" id="{EF16B49E-96C8-DC1C-6E23-D00A5A4E5684}"/>
              </a:ext>
            </a:extLst>
          </p:cNvPr>
          <p:cNvSpPr>
            <a:spLocks noGrp="1"/>
          </p:cNvSpPr>
          <p:nvPr>
            <p:ph idx="1"/>
          </p:nvPr>
        </p:nvSpPr>
        <p:spPr/>
        <p:txBody>
          <a:bodyPr/>
          <a:lstStyle/>
          <a:p>
            <a:pPr marL="0" indent="0">
              <a:buNone/>
            </a:pPr>
            <a:r>
              <a:rPr lang="en-US" dirty="0"/>
              <a:t>How much darker are the rectangles on the left than those on the right?</a:t>
            </a:r>
          </a:p>
        </p:txBody>
      </p:sp>
      <p:sp>
        <p:nvSpPr>
          <p:cNvPr id="7" name="TextBox 6">
            <a:extLst>
              <a:ext uri="{FF2B5EF4-FFF2-40B4-BE49-F238E27FC236}">
                <a16:creationId xmlns:a16="http://schemas.microsoft.com/office/drawing/2014/main" id="{0392B3B2-333A-6B4B-A6B5-BC20FDC9CB8E}"/>
              </a:ext>
            </a:extLst>
          </p:cNvPr>
          <p:cNvSpPr txBox="1"/>
          <p:nvPr/>
        </p:nvSpPr>
        <p:spPr>
          <a:xfrm>
            <a:off x="10118388" y="97173"/>
            <a:ext cx="1591141" cy="1200329"/>
          </a:xfrm>
          <a:prstGeom prst="rect">
            <a:avLst/>
          </a:prstGeom>
          <a:noFill/>
        </p:spPr>
        <p:txBody>
          <a:bodyPr wrap="none" rtlCol="0">
            <a:spAutoFit/>
          </a:bodyPr>
          <a:lstStyle/>
          <a:p>
            <a:r>
              <a:rPr lang="en-US" sz="7200" b="1" dirty="0">
                <a:solidFill>
                  <a:schemeClr val="accent1"/>
                </a:solidFill>
              </a:rPr>
              <a:t>Poll</a:t>
            </a:r>
          </a:p>
        </p:txBody>
      </p:sp>
      <p:pic>
        <p:nvPicPr>
          <p:cNvPr id="6" name="Google Shape;445;g35766d32465_1_278">
            <a:extLst>
              <a:ext uri="{FF2B5EF4-FFF2-40B4-BE49-F238E27FC236}">
                <a16:creationId xmlns:a16="http://schemas.microsoft.com/office/drawing/2014/main" id="{6511FABC-F5A7-10C9-804A-D175F5BC1BBB}"/>
              </a:ext>
            </a:extLst>
          </p:cNvPr>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2074164" y="3816082"/>
            <a:ext cx="7620000" cy="1327418"/>
          </a:xfrm>
          <a:prstGeom prst="rect">
            <a:avLst/>
          </a:prstGeom>
          <a:noFill/>
          <a:ln>
            <a:noFill/>
          </a:ln>
        </p:spPr>
      </p:pic>
    </p:spTree>
    <p:extLst>
      <p:ext uri="{BB962C8B-B14F-4D97-AF65-F5344CB8AC3E}">
        <p14:creationId xmlns:p14="http://schemas.microsoft.com/office/powerpoint/2010/main" val="301208402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442"/>
        <p:cNvGrpSpPr/>
        <p:nvPr/>
      </p:nvGrpSpPr>
      <p:grpSpPr>
        <a:xfrm>
          <a:off x="0" y="0"/>
          <a:ext cx="0" cy="0"/>
          <a:chOff x="0" y="0"/>
          <a:chExt cx="0" cy="0"/>
        </a:xfrm>
      </p:grpSpPr>
      <p:sp>
        <p:nvSpPr>
          <p:cNvPr id="443" name="Google Shape;443;g35766d32465_1_278"/>
          <p:cNvSpPr/>
          <p:nvPr/>
        </p:nvSpPr>
        <p:spPr>
          <a:xfrm>
            <a:off x="10135402" y="5457524"/>
            <a:ext cx="2056500" cy="14004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444" name="Google Shape;444;g35766d32465_1_278"/>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5829839" y="2252888"/>
            <a:ext cx="6098825" cy="4286457"/>
          </a:xfrm>
          <a:prstGeom prst="rect">
            <a:avLst/>
          </a:prstGeom>
          <a:noFill/>
          <a:ln>
            <a:noFill/>
          </a:ln>
        </p:spPr>
      </p:pic>
      <p:sp>
        <p:nvSpPr>
          <p:cNvPr id="3" name="Title 2">
            <a:extLst>
              <a:ext uri="{FF2B5EF4-FFF2-40B4-BE49-F238E27FC236}">
                <a16:creationId xmlns:a16="http://schemas.microsoft.com/office/drawing/2014/main" id="{9152E020-97F2-1289-2803-F2FDD1E6C281}"/>
              </a:ext>
            </a:extLst>
          </p:cNvPr>
          <p:cNvSpPr>
            <a:spLocks noGrp="1"/>
          </p:cNvSpPr>
          <p:nvPr>
            <p:ph type="title"/>
          </p:nvPr>
        </p:nvSpPr>
        <p:spPr/>
        <p:txBody>
          <a:bodyPr/>
          <a:lstStyle/>
          <a:p>
            <a:r>
              <a:rPr lang="en-US" dirty="0"/>
              <a:t>Simultaneous contrast can make heatmaps tricky to interpret</a:t>
            </a:r>
          </a:p>
        </p:txBody>
      </p:sp>
      <p:sp>
        <p:nvSpPr>
          <p:cNvPr id="2" name="TextBox 1">
            <a:extLst>
              <a:ext uri="{FF2B5EF4-FFF2-40B4-BE49-F238E27FC236}">
                <a16:creationId xmlns:a16="http://schemas.microsoft.com/office/drawing/2014/main" id="{737B1E9A-850B-C4FF-78F0-D1ADB749DB6A}"/>
              </a:ext>
            </a:extLst>
          </p:cNvPr>
          <p:cNvSpPr txBox="1"/>
          <p:nvPr/>
        </p:nvSpPr>
        <p:spPr>
          <a:xfrm>
            <a:off x="761999" y="2854036"/>
            <a:ext cx="4087091" cy="1384995"/>
          </a:xfrm>
          <a:prstGeom prst="rect">
            <a:avLst/>
          </a:prstGeom>
          <a:noFill/>
        </p:spPr>
        <p:txBody>
          <a:bodyPr wrap="square" rtlCol="0">
            <a:spAutoFit/>
          </a:bodyPr>
          <a:lstStyle/>
          <a:p>
            <a:r>
              <a:rPr lang="en-US" sz="2800" dirty="0"/>
              <a:t>What are the values for </a:t>
            </a:r>
          </a:p>
          <a:p>
            <a:pPr marL="457200" indent="-457200">
              <a:buFontTx/>
              <a:buChar char="-"/>
            </a:pPr>
            <a:r>
              <a:rPr lang="en-US" sz="2800" dirty="0"/>
              <a:t>Sample 4, Gene B</a:t>
            </a:r>
          </a:p>
          <a:p>
            <a:pPr marL="457200" indent="-457200">
              <a:buFontTx/>
              <a:buChar char="-"/>
            </a:pPr>
            <a:r>
              <a:rPr lang="en-US" sz="2800" dirty="0"/>
              <a:t>Sample 6, Gene H</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F27C1A0-F78A-DBB1-DE62-E4CA882B54CB}"/>
            </a:ext>
          </a:extLst>
        </p:cNvPr>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8DAC072A-EED9-3A77-F482-C7233A10F1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useBgFill="1">
        <p:nvSpPr>
          <p:cNvPr id="20" name="Rectangle 19">
            <a:extLst>
              <a:ext uri="{FF2B5EF4-FFF2-40B4-BE49-F238E27FC236}">
                <a16:creationId xmlns:a16="http://schemas.microsoft.com/office/drawing/2014/main" id="{690D4D5D-3792-BA47-1476-3B2E2079D4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4" name="Title 3">
            <a:extLst>
              <a:ext uri="{FF2B5EF4-FFF2-40B4-BE49-F238E27FC236}">
                <a16:creationId xmlns:a16="http://schemas.microsoft.com/office/drawing/2014/main" id="{A34874E3-BCEE-3772-05B0-1040D64ADABD}"/>
              </a:ext>
            </a:extLst>
          </p:cNvPr>
          <p:cNvSpPr>
            <a:spLocks noGrp="1"/>
          </p:cNvSpPr>
          <p:nvPr>
            <p:ph type="title"/>
          </p:nvPr>
        </p:nvSpPr>
        <p:spPr>
          <a:xfrm>
            <a:off x="964788" y="804333"/>
            <a:ext cx="3391900" cy="5249334"/>
          </a:xfrm>
        </p:spPr>
        <p:txBody>
          <a:bodyPr vert="horz" lIns="91440" tIns="45720" rIns="91440" bIns="45720" rtlCol="0" anchor="ctr">
            <a:normAutofit/>
          </a:bodyPr>
          <a:lstStyle/>
          <a:p>
            <a:pPr algn="r"/>
            <a:r>
              <a:rPr lang="en-US" dirty="0"/>
              <a:t>Best Use 0f color and intensity</a:t>
            </a:r>
          </a:p>
        </p:txBody>
      </p:sp>
      <p:cxnSp>
        <p:nvCxnSpPr>
          <p:cNvPr id="22" name="Straight Connector 21">
            <a:extLst>
              <a:ext uri="{FF2B5EF4-FFF2-40B4-BE49-F238E27FC236}">
                <a16:creationId xmlns:a16="http://schemas.microsoft.com/office/drawing/2014/main" id="{7F75EB3C-4D68-5CAC-1EB1-E951C362674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77597" y="1600200"/>
            <a:ext cx="0" cy="36576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83A830A7-8EE5-876D-7E17-6620DC6698E2}"/>
              </a:ext>
            </a:extLst>
          </p:cNvPr>
          <p:cNvSpPr>
            <a:spLocks noGrp="1"/>
          </p:cNvSpPr>
          <p:nvPr>
            <p:ph sz="half" idx="1"/>
          </p:nvPr>
        </p:nvSpPr>
        <p:spPr>
          <a:xfrm>
            <a:off x="4999330" y="804332"/>
            <a:ext cx="6608468" cy="5532967"/>
          </a:xfrm>
        </p:spPr>
        <p:txBody>
          <a:bodyPr vert="horz" lIns="45720" tIns="45720" rIns="45720" bIns="45720" rtlCol="0" anchor="ctr">
            <a:noAutofit/>
          </a:bodyPr>
          <a:lstStyle/>
          <a:p>
            <a:pPr marL="0" indent="0">
              <a:buNone/>
            </a:pPr>
            <a:r>
              <a:rPr lang="en-US" sz="2400" b="1" dirty="0"/>
              <a:t>Use Color Purposefully</a:t>
            </a:r>
          </a:p>
          <a:p>
            <a:pPr marL="295275" lvl="1" indent="-173038">
              <a:buFont typeface="Arial" panose="020B0604020202020204" pitchFamily="34" charset="0"/>
              <a:buChar char="•"/>
            </a:pPr>
            <a:r>
              <a:rPr lang="en-US" sz="2000" dirty="0"/>
              <a:t>Apply color to encode necessary aspects</a:t>
            </a:r>
          </a:p>
          <a:p>
            <a:pPr marL="295275" lvl="1" indent="-173038">
              <a:buFont typeface="Arial" panose="020B0604020202020204" pitchFamily="34" charset="0"/>
              <a:buChar char="•"/>
            </a:pPr>
            <a:r>
              <a:rPr lang="en-US" sz="2000" dirty="0"/>
              <a:t>Avoid using too many colors at once</a:t>
            </a:r>
          </a:p>
          <a:p>
            <a:pPr marL="0" indent="0">
              <a:buNone/>
            </a:pPr>
            <a:r>
              <a:rPr lang="en-US" sz="2400" b="1" dirty="0"/>
              <a:t>Ensure Accessibility</a:t>
            </a:r>
          </a:p>
          <a:p>
            <a:pPr marL="285750" lvl="1" indent="-157163">
              <a:buFont typeface="Arial" panose="020B0604020202020204" pitchFamily="34" charset="0"/>
              <a:buChar char="•"/>
            </a:pPr>
            <a:r>
              <a:rPr lang="en-US" sz="2000" dirty="0"/>
              <a:t>Choose color palettes that remain clear for people with color vision deficiencies</a:t>
            </a:r>
          </a:p>
          <a:p>
            <a:pPr marL="285750" lvl="1" indent="-157163">
              <a:buFont typeface="Arial" panose="020B0604020202020204" pitchFamily="34" charset="0"/>
              <a:buChar char="•"/>
            </a:pPr>
            <a:r>
              <a:rPr lang="en-US" sz="2000" dirty="0"/>
              <a:t>Reinforce color encodings with labels, patterns, or shapes</a:t>
            </a:r>
          </a:p>
          <a:p>
            <a:pPr marL="0" indent="0">
              <a:buNone/>
            </a:pPr>
            <a:r>
              <a:rPr lang="en-US" sz="2400" b="1" dirty="0"/>
              <a:t>Maintain Contrast and Consistency</a:t>
            </a:r>
          </a:p>
          <a:p>
            <a:pPr marL="354013" lvl="1" indent="-225425">
              <a:buFont typeface="Arial" panose="020B0604020202020204" pitchFamily="34" charset="0"/>
              <a:buChar char="•"/>
            </a:pPr>
            <a:r>
              <a:rPr lang="en-US" sz="2000" dirty="0"/>
              <a:t>Ensure sufficient contrast between colors and background</a:t>
            </a:r>
          </a:p>
          <a:p>
            <a:pPr marL="354013" lvl="1" indent="-225425">
              <a:buFont typeface="Arial" panose="020B0604020202020204" pitchFamily="34" charset="0"/>
              <a:buChar char="•"/>
            </a:pPr>
            <a:r>
              <a:rPr lang="en-US" sz="2000" dirty="0"/>
              <a:t>Use consistent color assignments across multiple charts to prevent confusion</a:t>
            </a:r>
          </a:p>
          <a:p>
            <a:pPr marL="354013" lvl="1" indent="-225425">
              <a:buFont typeface="Arial" panose="020B0604020202020204" pitchFamily="34" charset="0"/>
              <a:buChar char="•"/>
            </a:pPr>
            <a:r>
              <a:rPr lang="en-US" sz="2000" dirty="0"/>
              <a:t>Consider cultural or standard associations with color</a:t>
            </a:r>
          </a:p>
        </p:txBody>
      </p:sp>
    </p:spTree>
    <p:extLst>
      <p:ext uri="{BB962C8B-B14F-4D97-AF65-F5344CB8AC3E}">
        <p14:creationId xmlns:p14="http://schemas.microsoft.com/office/powerpoint/2010/main" val="82549636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A65EF6D-C19B-2056-F806-2845BA9F2CE2}"/>
            </a:ext>
          </a:extLst>
        </p:cNvPr>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70F2591F-23D0-C4BF-7DC7-EFB6AD19539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useBgFill="1">
        <p:nvSpPr>
          <p:cNvPr id="20" name="Rectangle 19">
            <a:extLst>
              <a:ext uri="{FF2B5EF4-FFF2-40B4-BE49-F238E27FC236}">
                <a16:creationId xmlns:a16="http://schemas.microsoft.com/office/drawing/2014/main" id="{ED6FEDC5-B4E2-3AE7-DDCC-22209EB57C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4" name="Title 3">
            <a:extLst>
              <a:ext uri="{FF2B5EF4-FFF2-40B4-BE49-F238E27FC236}">
                <a16:creationId xmlns:a16="http://schemas.microsoft.com/office/drawing/2014/main" id="{E7FB0F8B-3EF9-837B-62EE-580FD92A0EB3}"/>
              </a:ext>
            </a:extLst>
          </p:cNvPr>
          <p:cNvSpPr>
            <a:spLocks noGrp="1"/>
          </p:cNvSpPr>
          <p:nvPr>
            <p:ph type="title"/>
          </p:nvPr>
        </p:nvSpPr>
        <p:spPr>
          <a:xfrm>
            <a:off x="964788" y="804333"/>
            <a:ext cx="3391900" cy="5249334"/>
          </a:xfrm>
        </p:spPr>
        <p:txBody>
          <a:bodyPr vert="horz" lIns="91440" tIns="45720" rIns="91440" bIns="45720" rtlCol="0" anchor="ctr">
            <a:normAutofit/>
          </a:bodyPr>
          <a:lstStyle/>
          <a:p>
            <a:pPr algn="r"/>
            <a:r>
              <a:rPr lang="en-US" dirty="0"/>
              <a:t>Make it easier for everyone to read</a:t>
            </a:r>
          </a:p>
        </p:txBody>
      </p:sp>
      <p:cxnSp>
        <p:nvCxnSpPr>
          <p:cNvPr id="22" name="Straight Connector 21">
            <a:extLst>
              <a:ext uri="{FF2B5EF4-FFF2-40B4-BE49-F238E27FC236}">
                <a16:creationId xmlns:a16="http://schemas.microsoft.com/office/drawing/2014/main" id="{ECC1F00A-7EF2-D637-6C6D-08B7F50043A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77597" y="1600200"/>
            <a:ext cx="0" cy="36576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EF9A841C-3D45-8A96-779A-A7FAB58CF45D}"/>
              </a:ext>
            </a:extLst>
          </p:cNvPr>
          <p:cNvSpPr>
            <a:spLocks noGrp="1"/>
          </p:cNvSpPr>
          <p:nvPr>
            <p:ph sz="half" idx="1"/>
          </p:nvPr>
        </p:nvSpPr>
        <p:spPr>
          <a:xfrm>
            <a:off x="4999330" y="804332"/>
            <a:ext cx="6608468" cy="5532967"/>
          </a:xfrm>
        </p:spPr>
        <p:txBody>
          <a:bodyPr vert="horz" lIns="45720" tIns="45720" rIns="45720" bIns="45720" rtlCol="0" anchor="ctr">
            <a:noAutofit/>
          </a:bodyPr>
          <a:lstStyle/>
          <a:p>
            <a:pPr marL="0" indent="0">
              <a:buNone/>
            </a:pPr>
            <a:r>
              <a:rPr lang="en-US" sz="2400" b="1" dirty="0"/>
              <a:t>Select appropriate font, size, and page flow</a:t>
            </a:r>
          </a:p>
          <a:p>
            <a:pPr marL="295275" lvl="1" indent="-173038">
              <a:buFont typeface="Arial" panose="020B0604020202020204" pitchFamily="34" charset="0"/>
              <a:buChar char="•"/>
            </a:pPr>
            <a:r>
              <a:rPr lang="en-US" sz="2000" dirty="0"/>
              <a:t>Use appropriate text size</a:t>
            </a:r>
          </a:p>
          <a:p>
            <a:pPr marL="295275" lvl="1" indent="-173038">
              <a:buFont typeface="Arial" panose="020B0604020202020204" pitchFamily="34" charset="0"/>
              <a:buChar char="•"/>
            </a:pPr>
            <a:r>
              <a:rPr lang="en-US" sz="2000" dirty="0"/>
              <a:t>Choose fonts with high legibility</a:t>
            </a:r>
          </a:p>
          <a:p>
            <a:pPr marL="295275" lvl="1" indent="-173038">
              <a:buFont typeface="Arial" panose="020B0604020202020204" pitchFamily="34" charset="0"/>
              <a:buChar char="•"/>
            </a:pPr>
            <a:r>
              <a:rPr lang="en-US" sz="2000" dirty="0"/>
              <a:t>Apply bold and CAPS to add emphasis </a:t>
            </a:r>
          </a:p>
          <a:p>
            <a:pPr marL="295275" lvl="1" indent="-173038">
              <a:buFont typeface="Arial" panose="020B0604020202020204" pitchFamily="34" charset="0"/>
              <a:buChar char="•"/>
            </a:pPr>
            <a:r>
              <a:rPr lang="en-US" sz="2000" dirty="0"/>
              <a:t>Layout visual flow as people normally take in information from a page</a:t>
            </a:r>
          </a:p>
          <a:p>
            <a:pPr marL="0" indent="0">
              <a:spcBef>
                <a:spcPts val="1600"/>
              </a:spcBef>
              <a:buNone/>
            </a:pPr>
            <a:r>
              <a:rPr lang="en-US" sz="2400" b="1" dirty="0"/>
              <a:t>Add elements for alternative readers</a:t>
            </a:r>
          </a:p>
          <a:p>
            <a:pPr marL="285750" lvl="1" indent="-157163">
              <a:buFont typeface="Arial" panose="020B0604020202020204" pitchFamily="34" charset="0"/>
              <a:buChar char="•"/>
            </a:pPr>
            <a:r>
              <a:rPr lang="en-US" sz="2000" dirty="0"/>
              <a:t>Consider alternative text descriptions and formats for screen reader compatibility</a:t>
            </a:r>
          </a:p>
          <a:p>
            <a:pPr marL="285750" lvl="1" indent="-157163">
              <a:buFont typeface="Arial" panose="020B0604020202020204" pitchFamily="34" charset="0"/>
              <a:buChar char="•"/>
            </a:pPr>
            <a:r>
              <a:rPr lang="en-US" sz="2000" dirty="0"/>
              <a:t>Limit interactivity and customization or make accessible by keyboard and screen reader users</a:t>
            </a:r>
          </a:p>
        </p:txBody>
      </p:sp>
    </p:spTree>
    <p:extLst>
      <p:ext uri="{BB962C8B-B14F-4D97-AF65-F5344CB8AC3E}">
        <p14:creationId xmlns:p14="http://schemas.microsoft.com/office/powerpoint/2010/main" val="368900014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2F89B1-6AEC-BD09-7544-C1FD62E5A0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E7FBEF-6CF5-DEE3-16FF-A22AF56BA279}"/>
              </a:ext>
            </a:extLst>
          </p:cNvPr>
          <p:cNvSpPr>
            <a:spLocks noGrp="1"/>
          </p:cNvSpPr>
          <p:nvPr>
            <p:ph type="title"/>
          </p:nvPr>
        </p:nvSpPr>
        <p:spPr/>
        <p:txBody>
          <a:bodyPr/>
          <a:lstStyle/>
          <a:p>
            <a:r>
              <a:rPr lang="en-US" dirty="0"/>
              <a:t>Data visualization best practices</a:t>
            </a:r>
          </a:p>
        </p:txBody>
      </p:sp>
      <p:graphicFrame>
        <p:nvGraphicFramePr>
          <p:cNvPr id="4" name="Content Placeholder 2">
            <a:extLst>
              <a:ext uri="{FF2B5EF4-FFF2-40B4-BE49-F238E27FC236}">
                <a16:creationId xmlns:a16="http://schemas.microsoft.com/office/drawing/2014/main" id="{15D4A5D9-5126-0C35-E34A-45EA756E8817}"/>
              </a:ext>
            </a:extLst>
          </p:cNvPr>
          <p:cNvGraphicFramePr>
            <a:graphicFrameLocks/>
          </p:cNvGraphicFramePr>
          <p:nvPr>
            <p:extLst>
              <p:ext uri="{D42A27DB-BD31-4B8C-83A1-F6EECF244321}">
                <p14:modId xmlns:p14="http://schemas.microsoft.com/office/powerpoint/2010/main" val="620296665"/>
              </p:ext>
            </p:extLst>
          </p:nvPr>
        </p:nvGraphicFramePr>
        <p:xfrm>
          <a:off x="1235869" y="2084832"/>
          <a:ext cx="9720262" cy="40227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4629014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5D621F-496F-916A-DF85-1559D65CAB24}"/>
              </a:ext>
            </a:extLst>
          </p:cNvPr>
          <p:cNvSpPr>
            <a:spLocks noGrp="1"/>
          </p:cNvSpPr>
          <p:nvPr>
            <p:ph type="title"/>
          </p:nvPr>
        </p:nvSpPr>
        <p:spPr/>
        <p:txBody>
          <a:bodyPr/>
          <a:lstStyle/>
          <a:p>
            <a:r>
              <a:rPr lang="en-US" dirty="0"/>
              <a:t>Let’s put it to practice</a:t>
            </a:r>
          </a:p>
        </p:txBody>
      </p:sp>
      <p:sp>
        <p:nvSpPr>
          <p:cNvPr id="3" name="Content Placeholder 2">
            <a:extLst>
              <a:ext uri="{FF2B5EF4-FFF2-40B4-BE49-F238E27FC236}">
                <a16:creationId xmlns:a16="http://schemas.microsoft.com/office/drawing/2014/main" id="{A0BE51F7-2B64-0D9E-15AA-B8A5AD60AD0C}"/>
              </a:ext>
            </a:extLst>
          </p:cNvPr>
          <p:cNvSpPr>
            <a:spLocks noGrp="1"/>
          </p:cNvSpPr>
          <p:nvPr>
            <p:ph idx="1"/>
          </p:nvPr>
        </p:nvSpPr>
        <p:spPr/>
        <p:txBody>
          <a:bodyPr/>
          <a:lstStyle/>
          <a:p>
            <a:pPr marL="231775" indent="-231775"/>
            <a:r>
              <a:rPr lang="en-US" dirty="0"/>
              <a:t>Go back to the 2 graphs you made during our first exercise – how might you improve them?</a:t>
            </a:r>
          </a:p>
          <a:p>
            <a:pPr marL="231775" indent="-231775"/>
            <a:endParaRPr lang="en-US" dirty="0"/>
          </a:p>
          <a:p>
            <a:pPr marL="231775" indent="-231775"/>
            <a:r>
              <a:rPr lang="en-US" dirty="0"/>
              <a:t>Use your tool of choice and make a revised version of at least one of your graphs</a:t>
            </a:r>
          </a:p>
        </p:txBody>
      </p:sp>
      <p:sp>
        <p:nvSpPr>
          <p:cNvPr id="4" name="TextBox 3">
            <a:extLst>
              <a:ext uri="{FF2B5EF4-FFF2-40B4-BE49-F238E27FC236}">
                <a16:creationId xmlns:a16="http://schemas.microsoft.com/office/drawing/2014/main" id="{5B4A846C-7993-CFA0-A0CF-E530DE016274}"/>
              </a:ext>
            </a:extLst>
          </p:cNvPr>
          <p:cNvSpPr txBox="1"/>
          <p:nvPr/>
        </p:nvSpPr>
        <p:spPr>
          <a:xfrm>
            <a:off x="8368328" y="264622"/>
            <a:ext cx="3299301" cy="1200329"/>
          </a:xfrm>
          <a:prstGeom prst="rect">
            <a:avLst/>
          </a:prstGeom>
          <a:noFill/>
        </p:spPr>
        <p:txBody>
          <a:bodyPr wrap="none" rtlCol="0">
            <a:spAutoFit/>
          </a:bodyPr>
          <a:lstStyle/>
          <a:p>
            <a:r>
              <a:rPr lang="en-US" sz="7200" b="1" dirty="0">
                <a:solidFill>
                  <a:schemeClr val="accent1"/>
                </a:solidFill>
              </a:rPr>
              <a:t>Exercise</a:t>
            </a:r>
          </a:p>
        </p:txBody>
      </p:sp>
    </p:spTree>
    <p:extLst>
      <p:ext uri="{BB962C8B-B14F-4D97-AF65-F5344CB8AC3E}">
        <p14:creationId xmlns:p14="http://schemas.microsoft.com/office/powerpoint/2010/main" val="118287017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196F873-98CD-6399-F3DF-3FB42B5E4D43}"/>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ADE94247-2B03-8A1B-874D-5A6E61E30F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12" name="Oval 5">
            <a:extLst>
              <a:ext uri="{FF2B5EF4-FFF2-40B4-BE49-F238E27FC236}">
                <a16:creationId xmlns:a16="http://schemas.microsoft.com/office/drawing/2014/main" id="{198808FC-1DC1-5274-8C56-0240182B60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cxnSp>
        <p:nvCxnSpPr>
          <p:cNvPr id="14" name="Straight Connector 13">
            <a:extLst>
              <a:ext uri="{FF2B5EF4-FFF2-40B4-BE49-F238E27FC236}">
                <a16:creationId xmlns:a16="http://schemas.microsoft.com/office/drawing/2014/main" id="{E463CE41-B41F-3682-9E26-DD121EB76D5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useBgFill="1">
        <p:nvSpPr>
          <p:cNvPr id="16" name="Rectangle 15">
            <a:extLst>
              <a:ext uri="{FF2B5EF4-FFF2-40B4-BE49-F238E27FC236}">
                <a16:creationId xmlns:a16="http://schemas.microsoft.com/office/drawing/2014/main" id="{BC356D96-2A84-EAE7-501A-03D63B1D9B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188726" cy="68589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18" name="Freeform 16">
            <a:extLst>
              <a:ext uri="{FF2B5EF4-FFF2-40B4-BE49-F238E27FC236}">
                <a16:creationId xmlns:a16="http://schemas.microsoft.com/office/drawing/2014/main" id="{2405B3CF-0A6F-43FF-E31F-4A11D06964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0396" y="1276539"/>
            <a:ext cx="5570417" cy="4304276"/>
          </a:xfrm>
          <a:custGeom>
            <a:avLst/>
            <a:gdLst>
              <a:gd name="connsiteX0" fmla="*/ 4985599 w 5593163"/>
              <a:gd name="connsiteY0" fmla="*/ 636203 h 4305008"/>
              <a:gd name="connsiteX1" fmla="*/ 5528908 w 5593163"/>
              <a:gd name="connsiteY1" fmla="*/ 1181049 h 4305008"/>
              <a:gd name="connsiteX2" fmla="*/ 4985599 w 5593163"/>
              <a:gd name="connsiteY2" fmla="*/ 636203 h 4305008"/>
              <a:gd name="connsiteX3" fmla="*/ 4985599 w 5593163"/>
              <a:gd name="connsiteY3" fmla="*/ 2333028 h 4305008"/>
              <a:gd name="connsiteX4" fmla="*/ 5528908 w 5593163"/>
              <a:gd name="connsiteY4" fmla="*/ 2877874 h 4305008"/>
              <a:gd name="connsiteX5" fmla="*/ 4985599 w 5593163"/>
              <a:gd name="connsiteY5" fmla="*/ 2333028 h 4305008"/>
              <a:gd name="connsiteX6" fmla="*/ 4985597 w 5593163"/>
              <a:gd name="connsiteY6" fmla="*/ 2034258 h 4305008"/>
              <a:gd name="connsiteX7" fmla="*/ 5528906 w 5593163"/>
              <a:gd name="connsiteY7" fmla="*/ 1493690 h 4305008"/>
              <a:gd name="connsiteX8" fmla="*/ 4985597 w 5593163"/>
              <a:gd name="connsiteY8" fmla="*/ 2034258 h 4305008"/>
              <a:gd name="connsiteX9" fmla="*/ 4985597 w 5593163"/>
              <a:gd name="connsiteY9" fmla="*/ 3731083 h 4305008"/>
              <a:gd name="connsiteX10" fmla="*/ 5528906 w 5593163"/>
              <a:gd name="connsiteY10" fmla="*/ 3190516 h 4305008"/>
              <a:gd name="connsiteX11" fmla="*/ 4985597 w 5593163"/>
              <a:gd name="connsiteY11" fmla="*/ 3731083 h 4305008"/>
              <a:gd name="connsiteX12" fmla="*/ 4842232 w 5593163"/>
              <a:gd name="connsiteY12" fmla="*/ 503273 h 4305008"/>
              <a:gd name="connsiteX13" fmla="*/ 4842826 w 5593163"/>
              <a:gd name="connsiteY13" fmla="*/ 491833 h 4305008"/>
              <a:gd name="connsiteX14" fmla="*/ 4843324 w 5593163"/>
              <a:gd name="connsiteY14" fmla="*/ 491866 h 4305008"/>
              <a:gd name="connsiteX15" fmla="*/ 4843350 w 5593163"/>
              <a:gd name="connsiteY15" fmla="*/ 491372 h 4305008"/>
              <a:gd name="connsiteX16" fmla="*/ 4860437 w 5593163"/>
              <a:gd name="connsiteY16" fmla="*/ 492995 h 4305008"/>
              <a:gd name="connsiteX17" fmla="*/ 4955899 w 5593163"/>
              <a:gd name="connsiteY17" fmla="*/ 502060 h 4305008"/>
              <a:gd name="connsiteX18" fmla="*/ 4972112 w 5593163"/>
              <a:gd name="connsiteY18" fmla="*/ 503599 h 4305008"/>
              <a:gd name="connsiteX19" fmla="*/ 4972229 w 5593163"/>
              <a:gd name="connsiteY19" fmla="*/ 504747 h 4305008"/>
              <a:gd name="connsiteX20" fmla="*/ 5583809 w 5593163"/>
              <a:gd name="connsiteY20" fmla="*/ 948988 h 4305008"/>
              <a:gd name="connsiteX21" fmla="*/ 5593163 w 5593163"/>
              <a:gd name="connsiteY21" fmla="*/ 971822 h 4305008"/>
              <a:gd name="connsiteX22" fmla="*/ 5593163 w 5593163"/>
              <a:gd name="connsiteY22" fmla="*/ 1318474 h 4305008"/>
              <a:gd name="connsiteX23" fmla="*/ 5558612 w 5593163"/>
              <a:gd name="connsiteY23" fmla="*/ 1315193 h 4305008"/>
              <a:gd name="connsiteX24" fmla="*/ 5542395 w 5593163"/>
              <a:gd name="connsiteY24" fmla="*/ 1313653 h 4305008"/>
              <a:gd name="connsiteX25" fmla="*/ 5542279 w 5593163"/>
              <a:gd name="connsiteY25" fmla="*/ 1312505 h 4305008"/>
              <a:gd name="connsiteX26" fmla="*/ 4852114 w 5593163"/>
              <a:gd name="connsiteY26" fmla="*/ 619464 h 4305008"/>
              <a:gd name="connsiteX27" fmla="*/ 4851608 w 5593163"/>
              <a:gd name="connsiteY27" fmla="*/ 619401 h 4305008"/>
              <a:gd name="connsiteX28" fmla="*/ 4851070 w 5593163"/>
              <a:gd name="connsiteY28" fmla="*/ 612725 h 4305008"/>
              <a:gd name="connsiteX29" fmla="*/ 4843603 w 5593163"/>
              <a:gd name="connsiteY29" fmla="*/ 520249 h 4305008"/>
              <a:gd name="connsiteX30" fmla="*/ 4842232 w 5593163"/>
              <a:gd name="connsiteY30" fmla="*/ 503273 h 4305008"/>
              <a:gd name="connsiteX31" fmla="*/ 4842232 w 5593163"/>
              <a:gd name="connsiteY31" fmla="*/ 2200098 h 4305008"/>
              <a:gd name="connsiteX32" fmla="*/ 4842826 w 5593163"/>
              <a:gd name="connsiteY32" fmla="*/ 2188658 h 4305008"/>
              <a:gd name="connsiteX33" fmla="*/ 4843324 w 5593163"/>
              <a:gd name="connsiteY33" fmla="*/ 2188691 h 4305008"/>
              <a:gd name="connsiteX34" fmla="*/ 4843350 w 5593163"/>
              <a:gd name="connsiteY34" fmla="*/ 2188197 h 4305008"/>
              <a:gd name="connsiteX35" fmla="*/ 4860437 w 5593163"/>
              <a:gd name="connsiteY35" fmla="*/ 2189820 h 4305008"/>
              <a:gd name="connsiteX36" fmla="*/ 4955899 w 5593163"/>
              <a:gd name="connsiteY36" fmla="*/ 2198885 h 4305008"/>
              <a:gd name="connsiteX37" fmla="*/ 4972112 w 5593163"/>
              <a:gd name="connsiteY37" fmla="*/ 2200424 h 4305008"/>
              <a:gd name="connsiteX38" fmla="*/ 4972229 w 5593163"/>
              <a:gd name="connsiteY38" fmla="*/ 2201572 h 4305008"/>
              <a:gd name="connsiteX39" fmla="*/ 5583809 w 5593163"/>
              <a:gd name="connsiteY39" fmla="*/ 2645813 h 4305008"/>
              <a:gd name="connsiteX40" fmla="*/ 5593163 w 5593163"/>
              <a:gd name="connsiteY40" fmla="*/ 2668647 h 4305008"/>
              <a:gd name="connsiteX41" fmla="*/ 5593163 w 5593163"/>
              <a:gd name="connsiteY41" fmla="*/ 3015299 h 4305008"/>
              <a:gd name="connsiteX42" fmla="*/ 5558612 w 5593163"/>
              <a:gd name="connsiteY42" fmla="*/ 3012018 h 4305008"/>
              <a:gd name="connsiteX43" fmla="*/ 5542395 w 5593163"/>
              <a:gd name="connsiteY43" fmla="*/ 3010478 h 4305008"/>
              <a:gd name="connsiteX44" fmla="*/ 5542279 w 5593163"/>
              <a:gd name="connsiteY44" fmla="*/ 3009330 h 4305008"/>
              <a:gd name="connsiteX45" fmla="*/ 4852114 w 5593163"/>
              <a:gd name="connsiteY45" fmla="*/ 2316289 h 4305008"/>
              <a:gd name="connsiteX46" fmla="*/ 4851608 w 5593163"/>
              <a:gd name="connsiteY46" fmla="*/ 2316226 h 4305008"/>
              <a:gd name="connsiteX47" fmla="*/ 4851070 w 5593163"/>
              <a:gd name="connsiteY47" fmla="*/ 2309550 h 4305008"/>
              <a:gd name="connsiteX48" fmla="*/ 4843603 w 5593163"/>
              <a:gd name="connsiteY48" fmla="*/ 2217074 h 4305008"/>
              <a:gd name="connsiteX49" fmla="*/ 4842232 w 5593163"/>
              <a:gd name="connsiteY49" fmla="*/ 2200098 h 4305008"/>
              <a:gd name="connsiteX50" fmla="*/ 4842232 w 5593163"/>
              <a:gd name="connsiteY50" fmla="*/ 3896923 h 4305008"/>
              <a:gd name="connsiteX51" fmla="*/ 4842826 w 5593163"/>
              <a:gd name="connsiteY51" fmla="*/ 3885483 h 4305008"/>
              <a:gd name="connsiteX52" fmla="*/ 4843324 w 5593163"/>
              <a:gd name="connsiteY52" fmla="*/ 3885516 h 4305008"/>
              <a:gd name="connsiteX53" fmla="*/ 4843350 w 5593163"/>
              <a:gd name="connsiteY53" fmla="*/ 3885022 h 4305008"/>
              <a:gd name="connsiteX54" fmla="*/ 4860437 w 5593163"/>
              <a:gd name="connsiteY54" fmla="*/ 3886645 h 4305008"/>
              <a:gd name="connsiteX55" fmla="*/ 4955899 w 5593163"/>
              <a:gd name="connsiteY55" fmla="*/ 3895710 h 4305008"/>
              <a:gd name="connsiteX56" fmla="*/ 4972112 w 5593163"/>
              <a:gd name="connsiteY56" fmla="*/ 3897249 h 4305008"/>
              <a:gd name="connsiteX57" fmla="*/ 4972229 w 5593163"/>
              <a:gd name="connsiteY57" fmla="*/ 3898397 h 4305008"/>
              <a:gd name="connsiteX58" fmla="*/ 5532481 w 5593163"/>
              <a:gd name="connsiteY58" fmla="*/ 4255797 h 4305008"/>
              <a:gd name="connsiteX59" fmla="*/ 5560926 w 5593163"/>
              <a:gd name="connsiteY59" fmla="*/ 4305008 h 4305008"/>
              <a:gd name="connsiteX60" fmla="*/ 5409877 w 5593163"/>
              <a:gd name="connsiteY60" fmla="*/ 4305008 h 4305008"/>
              <a:gd name="connsiteX61" fmla="*/ 5357754 w 5593163"/>
              <a:gd name="connsiteY61" fmla="*/ 4241205 h 4305008"/>
              <a:gd name="connsiteX62" fmla="*/ 4985599 w 5593163"/>
              <a:gd name="connsiteY62" fmla="*/ 4029853 h 4305008"/>
              <a:gd name="connsiteX63" fmla="*/ 5084780 w 5593163"/>
              <a:gd name="connsiteY63" fmla="*/ 4271827 h 4305008"/>
              <a:gd name="connsiteX64" fmla="*/ 5111462 w 5593163"/>
              <a:gd name="connsiteY64" fmla="*/ 4305008 h 4305008"/>
              <a:gd name="connsiteX65" fmla="*/ 4957353 w 5593163"/>
              <a:gd name="connsiteY65" fmla="*/ 4305008 h 4305008"/>
              <a:gd name="connsiteX66" fmla="*/ 4927231 w 5593163"/>
              <a:gd name="connsiteY66" fmla="*/ 4254710 h 4305008"/>
              <a:gd name="connsiteX67" fmla="*/ 4852114 w 5593163"/>
              <a:gd name="connsiteY67" fmla="*/ 4013114 h 4305008"/>
              <a:gd name="connsiteX68" fmla="*/ 4851608 w 5593163"/>
              <a:gd name="connsiteY68" fmla="*/ 4013051 h 4305008"/>
              <a:gd name="connsiteX69" fmla="*/ 4851070 w 5593163"/>
              <a:gd name="connsiteY69" fmla="*/ 4006375 h 4305008"/>
              <a:gd name="connsiteX70" fmla="*/ 4843603 w 5593163"/>
              <a:gd name="connsiteY70" fmla="*/ 3913899 h 4305008"/>
              <a:gd name="connsiteX71" fmla="*/ 4842232 w 5593163"/>
              <a:gd name="connsiteY71" fmla="*/ 3896923 h 4305008"/>
              <a:gd name="connsiteX72" fmla="*/ 4842230 w 5593163"/>
              <a:gd name="connsiteY72" fmla="*/ 469318 h 4305008"/>
              <a:gd name="connsiteX73" fmla="*/ 4843601 w 5593163"/>
              <a:gd name="connsiteY73" fmla="*/ 452471 h 4305008"/>
              <a:gd name="connsiteX74" fmla="*/ 4851065 w 5593163"/>
              <a:gd name="connsiteY74" fmla="*/ 360740 h 4305008"/>
              <a:gd name="connsiteX75" fmla="*/ 4851605 w 5593163"/>
              <a:gd name="connsiteY75" fmla="*/ 354103 h 4305008"/>
              <a:gd name="connsiteX76" fmla="*/ 4852110 w 5593163"/>
              <a:gd name="connsiteY76" fmla="*/ 354040 h 4305008"/>
              <a:gd name="connsiteX77" fmla="*/ 4936323 w 5593163"/>
              <a:gd name="connsiteY77" fmla="*/ 96778 h 4305008"/>
              <a:gd name="connsiteX78" fmla="*/ 4998957 w 5593163"/>
              <a:gd name="connsiteY78" fmla="*/ 0 h 4305008"/>
              <a:gd name="connsiteX79" fmla="*/ 5167333 w 5593163"/>
              <a:gd name="connsiteY79" fmla="*/ 0 h 4305008"/>
              <a:gd name="connsiteX80" fmla="*/ 5099105 w 5593163"/>
              <a:gd name="connsiteY80" fmla="*/ 76659 h 4305008"/>
              <a:gd name="connsiteX81" fmla="*/ 4985597 w 5593163"/>
              <a:gd name="connsiteY81" fmla="*/ 337433 h 4305008"/>
              <a:gd name="connsiteX82" fmla="*/ 5424571 w 5593163"/>
              <a:gd name="connsiteY82" fmla="*/ 44350 h 4305008"/>
              <a:gd name="connsiteX83" fmla="*/ 5446799 w 5593163"/>
              <a:gd name="connsiteY83" fmla="*/ 0 h 4305008"/>
              <a:gd name="connsiteX84" fmla="*/ 5593163 w 5593163"/>
              <a:gd name="connsiteY84" fmla="*/ 0 h 4305008"/>
              <a:gd name="connsiteX85" fmla="*/ 5593163 w 5593163"/>
              <a:gd name="connsiteY85" fmla="*/ 4197 h 4305008"/>
              <a:gd name="connsiteX86" fmla="*/ 5543598 w 5593163"/>
              <a:gd name="connsiteY86" fmla="*/ 95636 h 4305008"/>
              <a:gd name="connsiteX87" fmla="*/ 4972226 w 5593163"/>
              <a:gd name="connsiteY87" fmla="*/ 467856 h 4305008"/>
              <a:gd name="connsiteX88" fmla="*/ 4972110 w 5593163"/>
              <a:gd name="connsiteY88" fmla="*/ 468995 h 4305008"/>
              <a:gd name="connsiteX89" fmla="*/ 4955893 w 5593163"/>
              <a:gd name="connsiteY89" fmla="*/ 470523 h 4305008"/>
              <a:gd name="connsiteX90" fmla="*/ 4860466 w 5593163"/>
              <a:gd name="connsiteY90" fmla="*/ 479514 h 4305008"/>
              <a:gd name="connsiteX91" fmla="*/ 4843348 w 5593163"/>
              <a:gd name="connsiteY91" fmla="*/ 481127 h 4305008"/>
              <a:gd name="connsiteX92" fmla="*/ 4843322 w 5593163"/>
              <a:gd name="connsiteY92" fmla="*/ 480636 h 4305008"/>
              <a:gd name="connsiteX93" fmla="*/ 4842823 w 5593163"/>
              <a:gd name="connsiteY93" fmla="*/ 480669 h 4305008"/>
              <a:gd name="connsiteX94" fmla="*/ 4842230 w 5593163"/>
              <a:gd name="connsiteY94" fmla="*/ 469318 h 4305008"/>
              <a:gd name="connsiteX95" fmla="*/ 4842230 w 5593163"/>
              <a:gd name="connsiteY95" fmla="*/ 2166144 h 4305008"/>
              <a:gd name="connsiteX96" fmla="*/ 4843601 w 5593163"/>
              <a:gd name="connsiteY96" fmla="*/ 2149296 h 4305008"/>
              <a:gd name="connsiteX97" fmla="*/ 4851065 w 5593163"/>
              <a:gd name="connsiteY97" fmla="*/ 2057565 h 4305008"/>
              <a:gd name="connsiteX98" fmla="*/ 4851605 w 5593163"/>
              <a:gd name="connsiteY98" fmla="*/ 2050928 h 4305008"/>
              <a:gd name="connsiteX99" fmla="*/ 4852110 w 5593163"/>
              <a:gd name="connsiteY99" fmla="*/ 2050865 h 4305008"/>
              <a:gd name="connsiteX100" fmla="*/ 5542276 w 5593163"/>
              <a:gd name="connsiteY100" fmla="*/ 1363267 h 4305008"/>
              <a:gd name="connsiteX101" fmla="*/ 5542393 w 5593163"/>
              <a:gd name="connsiteY101" fmla="*/ 1362128 h 4305008"/>
              <a:gd name="connsiteX102" fmla="*/ 5558606 w 5593163"/>
              <a:gd name="connsiteY102" fmla="*/ 1360601 h 4305008"/>
              <a:gd name="connsiteX103" fmla="*/ 5593163 w 5593163"/>
              <a:gd name="connsiteY103" fmla="*/ 1357345 h 4305008"/>
              <a:gd name="connsiteX104" fmla="*/ 5593163 w 5593163"/>
              <a:gd name="connsiteY104" fmla="*/ 1701268 h 4305008"/>
              <a:gd name="connsiteX105" fmla="*/ 5583807 w 5593163"/>
              <a:gd name="connsiteY105" fmla="*/ 1723929 h 4305008"/>
              <a:gd name="connsiteX106" fmla="*/ 4972226 w 5593163"/>
              <a:gd name="connsiteY106" fmla="*/ 2164681 h 4305008"/>
              <a:gd name="connsiteX107" fmla="*/ 4972110 w 5593163"/>
              <a:gd name="connsiteY107" fmla="*/ 2165820 h 4305008"/>
              <a:gd name="connsiteX108" fmla="*/ 4955893 w 5593163"/>
              <a:gd name="connsiteY108" fmla="*/ 2167348 h 4305008"/>
              <a:gd name="connsiteX109" fmla="*/ 4860466 w 5593163"/>
              <a:gd name="connsiteY109" fmla="*/ 2176339 h 4305008"/>
              <a:gd name="connsiteX110" fmla="*/ 4843348 w 5593163"/>
              <a:gd name="connsiteY110" fmla="*/ 2177952 h 4305008"/>
              <a:gd name="connsiteX111" fmla="*/ 4843322 w 5593163"/>
              <a:gd name="connsiteY111" fmla="*/ 2177461 h 4305008"/>
              <a:gd name="connsiteX112" fmla="*/ 4842823 w 5593163"/>
              <a:gd name="connsiteY112" fmla="*/ 2177494 h 4305008"/>
              <a:gd name="connsiteX113" fmla="*/ 4842230 w 5593163"/>
              <a:gd name="connsiteY113" fmla="*/ 2166144 h 4305008"/>
              <a:gd name="connsiteX114" fmla="*/ 4842230 w 5593163"/>
              <a:gd name="connsiteY114" fmla="*/ 3862969 h 4305008"/>
              <a:gd name="connsiteX115" fmla="*/ 4843601 w 5593163"/>
              <a:gd name="connsiteY115" fmla="*/ 3846121 h 4305008"/>
              <a:gd name="connsiteX116" fmla="*/ 4851065 w 5593163"/>
              <a:gd name="connsiteY116" fmla="*/ 3754390 h 4305008"/>
              <a:gd name="connsiteX117" fmla="*/ 4851605 w 5593163"/>
              <a:gd name="connsiteY117" fmla="*/ 3747753 h 4305008"/>
              <a:gd name="connsiteX118" fmla="*/ 4852110 w 5593163"/>
              <a:gd name="connsiteY118" fmla="*/ 3747690 h 4305008"/>
              <a:gd name="connsiteX119" fmla="*/ 5542276 w 5593163"/>
              <a:gd name="connsiteY119" fmla="*/ 3060092 h 4305008"/>
              <a:gd name="connsiteX120" fmla="*/ 5542393 w 5593163"/>
              <a:gd name="connsiteY120" fmla="*/ 3058953 h 4305008"/>
              <a:gd name="connsiteX121" fmla="*/ 5558606 w 5593163"/>
              <a:gd name="connsiteY121" fmla="*/ 3057426 h 4305008"/>
              <a:gd name="connsiteX122" fmla="*/ 5593163 w 5593163"/>
              <a:gd name="connsiteY122" fmla="*/ 3054170 h 4305008"/>
              <a:gd name="connsiteX123" fmla="*/ 5593163 w 5593163"/>
              <a:gd name="connsiteY123" fmla="*/ 3398093 h 4305008"/>
              <a:gd name="connsiteX124" fmla="*/ 5583807 w 5593163"/>
              <a:gd name="connsiteY124" fmla="*/ 3420754 h 4305008"/>
              <a:gd name="connsiteX125" fmla="*/ 4972226 w 5593163"/>
              <a:gd name="connsiteY125" fmla="*/ 3861506 h 4305008"/>
              <a:gd name="connsiteX126" fmla="*/ 4972110 w 5593163"/>
              <a:gd name="connsiteY126" fmla="*/ 3862645 h 4305008"/>
              <a:gd name="connsiteX127" fmla="*/ 4955893 w 5593163"/>
              <a:gd name="connsiteY127" fmla="*/ 3864173 h 4305008"/>
              <a:gd name="connsiteX128" fmla="*/ 4860466 w 5593163"/>
              <a:gd name="connsiteY128" fmla="*/ 3873164 h 4305008"/>
              <a:gd name="connsiteX129" fmla="*/ 4843348 w 5593163"/>
              <a:gd name="connsiteY129" fmla="*/ 3874777 h 4305008"/>
              <a:gd name="connsiteX130" fmla="*/ 4843322 w 5593163"/>
              <a:gd name="connsiteY130" fmla="*/ 3874286 h 4305008"/>
              <a:gd name="connsiteX131" fmla="*/ 4842823 w 5593163"/>
              <a:gd name="connsiteY131" fmla="*/ 3874319 h 4305008"/>
              <a:gd name="connsiteX132" fmla="*/ 4842230 w 5593163"/>
              <a:gd name="connsiteY132" fmla="*/ 3862969 h 4305008"/>
              <a:gd name="connsiteX133" fmla="*/ 4135041 w 5593163"/>
              <a:gd name="connsiteY133" fmla="*/ 1181049 h 4305008"/>
              <a:gd name="connsiteX134" fmla="*/ 4678350 w 5593163"/>
              <a:gd name="connsiteY134" fmla="*/ 636203 h 4305008"/>
              <a:gd name="connsiteX135" fmla="*/ 4135041 w 5593163"/>
              <a:gd name="connsiteY135" fmla="*/ 1181049 h 4305008"/>
              <a:gd name="connsiteX136" fmla="*/ 4135041 w 5593163"/>
              <a:gd name="connsiteY136" fmla="*/ 1493690 h 4305008"/>
              <a:gd name="connsiteX137" fmla="*/ 4678350 w 5593163"/>
              <a:gd name="connsiteY137" fmla="*/ 2034258 h 4305008"/>
              <a:gd name="connsiteX138" fmla="*/ 4135041 w 5593163"/>
              <a:gd name="connsiteY138" fmla="*/ 1493690 h 4305008"/>
              <a:gd name="connsiteX139" fmla="*/ 4135041 w 5593163"/>
              <a:gd name="connsiteY139" fmla="*/ 2877874 h 4305008"/>
              <a:gd name="connsiteX140" fmla="*/ 4678350 w 5593163"/>
              <a:gd name="connsiteY140" fmla="*/ 2333028 h 4305008"/>
              <a:gd name="connsiteX141" fmla="*/ 4135041 w 5593163"/>
              <a:gd name="connsiteY141" fmla="*/ 2877874 h 4305008"/>
              <a:gd name="connsiteX142" fmla="*/ 4135041 w 5593163"/>
              <a:gd name="connsiteY142" fmla="*/ 3190516 h 4305008"/>
              <a:gd name="connsiteX143" fmla="*/ 4678350 w 5593163"/>
              <a:gd name="connsiteY143" fmla="*/ 3731083 h 4305008"/>
              <a:gd name="connsiteX144" fmla="*/ 4135041 w 5593163"/>
              <a:gd name="connsiteY144" fmla="*/ 3190516 h 4305008"/>
              <a:gd name="connsiteX145" fmla="*/ 4103022 w 5593163"/>
              <a:gd name="connsiteY145" fmla="*/ 4305008 h 4305008"/>
              <a:gd name="connsiteX146" fmla="*/ 4131467 w 5593163"/>
              <a:gd name="connsiteY146" fmla="*/ 4255797 h 4305008"/>
              <a:gd name="connsiteX147" fmla="*/ 4691720 w 5593163"/>
              <a:gd name="connsiteY147" fmla="*/ 3898397 h 4305008"/>
              <a:gd name="connsiteX148" fmla="*/ 4691837 w 5593163"/>
              <a:gd name="connsiteY148" fmla="*/ 3897249 h 4305008"/>
              <a:gd name="connsiteX149" fmla="*/ 4708050 w 5593163"/>
              <a:gd name="connsiteY149" fmla="*/ 3895710 h 4305008"/>
              <a:gd name="connsiteX150" fmla="*/ 4803512 w 5593163"/>
              <a:gd name="connsiteY150" fmla="*/ 3886645 h 4305008"/>
              <a:gd name="connsiteX151" fmla="*/ 4820599 w 5593163"/>
              <a:gd name="connsiteY151" fmla="*/ 3885022 h 4305008"/>
              <a:gd name="connsiteX152" fmla="*/ 4820625 w 5593163"/>
              <a:gd name="connsiteY152" fmla="*/ 3885516 h 4305008"/>
              <a:gd name="connsiteX153" fmla="*/ 4821123 w 5593163"/>
              <a:gd name="connsiteY153" fmla="*/ 3885483 h 4305008"/>
              <a:gd name="connsiteX154" fmla="*/ 4821717 w 5593163"/>
              <a:gd name="connsiteY154" fmla="*/ 3896923 h 4305008"/>
              <a:gd name="connsiteX155" fmla="*/ 4820346 w 5593163"/>
              <a:gd name="connsiteY155" fmla="*/ 3913899 h 4305008"/>
              <a:gd name="connsiteX156" fmla="*/ 4812879 w 5593163"/>
              <a:gd name="connsiteY156" fmla="*/ 4006375 h 4305008"/>
              <a:gd name="connsiteX157" fmla="*/ 4812341 w 5593163"/>
              <a:gd name="connsiteY157" fmla="*/ 4013051 h 4305008"/>
              <a:gd name="connsiteX158" fmla="*/ 4811835 w 5593163"/>
              <a:gd name="connsiteY158" fmla="*/ 4013114 h 4305008"/>
              <a:gd name="connsiteX159" fmla="*/ 4736718 w 5593163"/>
              <a:gd name="connsiteY159" fmla="*/ 4254710 h 4305008"/>
              <a:gd name="connsiteX160" fmla="*/ 4706597 w 5593163"/>
              <a:gd name="connsiteY160" fmla="*/ 4305008 h 4305008"/>
              <a:gd name="connsiteX161" fmla="*/ 4552487 w 5593163"/>
              <a:gd name="connsiteY161" fmla="*/ 4305008 h 4305008"/>
              <a:gd name="connsiteX162" fmla="*/ 4579169 w 5593163"/>
              <a:gd name="connsiteY162" fmla="*/ 4271827 h 4305008"/>
              <a:gd name="connsiteX163" fmla="*/ 4678350 w 5593163"/>
              <a:gd name="connsiteY163" fmla="*/ 4029853 h 4305008"/>
              <a:gd name="connsiteX164" fmla="*/ 4306196 w 5593163"/>
              <a:gd name="connsiteY164" fmla="*/ 4241205 h 4305008"/>
              <a:gd name="connsiteX165" fmla="*/ 4254073 w 5593163"/>
              <a:gd name="connsiteY165" fmla="*/ 4305008 h 4305008"/>
              <a:gd name="connsiteX166" fmla="*/ 4068511 w 5593163"/>
              <a:gd name="connsiteY166" fmla="*/ 0 h 4305008"/>
              <a:gd name="connsiteX167" fmla="*/ 4217148 w 5593163"/>
              <a:gd name="connsiteY167" fmla="*/ 0 h 4305008"/>
              <a:gd name="connsiteX168" fmla="*/ 4239376 w 5593163"/>
              <a:gd name="connsiteY168" fmla="*/ 44350 h 4305008"/>
              <a:gd name="connsiteX169" fmla="*/ 4678350 w 5593163"/>
              <a:gd name="connsiteY169" fmla="*/ 337433 h 4305008"/>
              <a:gd name="connsiteX170" fmla="*/ 4564842 w 5593163"/>
              <a:gd name="connsiteY170" fmla="*/ 76659 h 4305008"/>
              <a:gd name="connsiteX171" fmla="*/ 4496615 w 5593163"/>
              <a:gd name="connsiteY171" fmla="*/ 0 h 4305008"/>
              <a:gd name="connsiteX172" fmla="*/ 4664989 w 5593163"/>
              <a:gd name="connsiteY172" fmla="*/ 0 h 4305008"/>
              <a:gd name="connsiteX173" fmla="*/ 4727623 w 5593163"/>
              <a:gd name="connsiteY173" fmla="*/ 96778 h 4305008"/>
              <a:gd name="connsiteX174" fmla="*/ 4811836 w 5593163"/>
              <a:gd name="connsiteY174" fmla="*/ 354040 h 4305008"/>
              <a:gd name="connsiteX175" fmla="*/ 4812342 w 5593163"/>
              <a:gd name="connsiteY175" fmla="*/ 354103 h 4305008"/>
              <a:gd name="connsiteX176" fmla="*/ 4812882 w 5593163"/>
              <a:gd name="connsiteY176" fmla="*/ 360740 h 4305008"/>
              <a:gd name="connsiteX177" fmla="*/ 4820346 w 5593163"/>
              <a:gd name="connsiteY177" fmla="*/ 452471 h 4305008"/>
              <a:gd name="connsiteX178" fmla="*/ 4821717 w 5593163"/>
              <a:gd name="connsiteY178" fmla="*/ 469318 h 4305008"/>
              <a:gd name="connsiteX179" fmla="*/ 4821124 w 5593163"/>
              <a:gd name="connsiteY179" fmla="*/ 480669 h 4305008"/>
              <a:gd name="connsiteX180" fmla="*/ 4820625 w 5593163"/>
              <a:gd name="connsiteY180" fmla="*/ 480636 h 4305008"/>
              <a:gd name="connsiteX181" fmla="*/ 4820599 w 5593163"/>
              <a:gd name="connsiteY181" fmla="*/ 481127 h 4305008"/>
              <a:gd name="connsiteX182" fmla="*/ 4803481 w 5593163"/>
              <a:gd name="connsiteY182" fmla="*/ 479514 h 4305008"/>
              <a:gd name="connsiteX183" fmla="*/ 4708054 w 5593163"/>
              <a:gd name="connsiteY183" fmla="*/ 470523 h 4305008"/>
              <a:gd name="connsiteX184" fmla="*/ 4691837 w 5593163"/>
              <a:gd name="connsiteY184" fmla="*/ 468995 h 4305008"/>
              <a:gd name="connsiteX185" fmla="*/ 4691721 w 5593163"/>
              <a:gd name="connsiteY185" fmla="*/ 467856 h 4305008"/>
              <a:gd name="connsiteX186" fmla="*/ 4120350 w 5593163"/>
              <a:gd name="connsiteY186" fmla="*/ 95636 h 4305008"/>
              <a:gd name="connsiteX187" fmla="*/ 3991674 w 5593163"/>
              <a:gd name="connsiteY187" fmla="*/ 1313979 h 4305008"/>
              <a:gd name="connsiteX188" fmla="*/ 3993045 w 5593163"/>
              <a:gd name="connsiteY188" fmla="*/ 1296998 h 4305008"/>
              <a:gd name="connsiteX189" fmla="*/ 4000509 w 5593163"/>
              <a:gd name="connsiteY189" fmla="*/ 1204541 h 4305008"/>
              <a:gd name="connsiteX190" fmla="*/ 4001049 w 5593163"/>
              <a:gd name="connsiteY190" fmla="*/ 1197851 h 4305008"/>
              <a:gd name="connsiteX191" fmla="*/ 4001555 w 5593163"/>
              <a:gd name="connsiteY191" fmla="*/ 1197788 h 4305008"/>
              <a:gd name="connsiteX192" fmla="*/ 4691720 w 5593163"/>
              <a:gd name="connsiteY192" fmla="*/ 504747 h 4305008"/>
              <a:gd name="connsiteX193" fmla="*/ 4691837 w 5593163"/>
              <a:gd name="connsiteY193" fmla="*/ 503599 h 4305008"/>
              <a:gd name="connsiteX194" fmla="*/ 4708050 w 5593163"/>
              <a:gd name="connsiteY194" fmla="*/ 502060 h 4305008"/>
              <a:gd name="connsiteX195" fmla="*/ 4803512 w 5593163"/>
              <a:gd name="connsiteY195" fmla="*/ 492995 h 4305008"/>
              <a:gd name="connsiteX196" fmla="*/ 4820599 w 5593163"/>
              <a:gd name="connsiteY196" fmla="*/ 491372 h 4305008"/>
              <a:gd name="connsiteX197" fmla="*/ 4820625 w 5593163"/>
              <a:gd name="connsiteY197" fmla="*/ 491866 h 4305008"/>
              <a:gd name="connsiteX198" fmla="*/ 4821123 w 5593163"/>
              <a:gd name="connsiteY198" fmla="*/ 491833 h 4305008"/>
              <a:gd name="connsiteX199" fmla="*/ 4821717 w 5593163"/>
              <a:gd name="connsiteY199" fmla="*/ 503273 h 4305008"/>
              <a:gd name="connsiteX200" fmla="*/ 4820346 w 5593163"/>
              <a:gd name="connsiteY200" fmla="*/ 520249 h 4305008"/>
              <a:gd name="connsiteX201" fmla="*/ 4812879 w 5593163"/>
              <a:gd name="connsiteY201" fmla="*/ 612725 h 4305008"/>
              <a:gd name="connsiteX202" fmla="*/ 4812341 w 5593163"/>
              <a:gd name="connsiteY202" fmla="*/ 619401 h 4305008"/>
              <a:gd name="connsiteX203" fmla="*/ 4811835 w 5593163"/>
              <a:gd name="connsiteY203" fmla="*/ 619464 h 4305008"/>
              <a:gd name="connsiteX204" fmla="*/ 4121670 w 5593163"/>
              <a:gd name="connsiteY204" fmla="*/ 1312505 h 4305008"/>
              <a:gd name="connsiteX205" fmla="*/ 4121554 w 5593163"/>
              <a:gd name="connsiteY205" fmla="*/ 1313653 h 4305008"/>
              <a:gd name="connsiteX206" fmla="*/ 4105337 w 5593163"/>
              <a:gd name="connsiteY206" fmla="*/ 1315193 h 4305008"/>
              <a:gd name="connsiteX207" fmla="*/ 4009911 w 5593163"/>
              <a:gd name="connsiteY207" fmla="*/ 1324255 h 4305008"/>
              <a:gd name="connsiteX208" fmla="*/ 3992792 w 5593163"/>
              <a:gd name="connsiteY208" fmla="*/ 1325881 h 4305008"/>
              <a:gd name="connsiteX209" fmla="*/ 3992766 w 5593163"/>
              <a:gd name="connsiteY209" fmla="*/ 1325386 h 4305008"/>
              <a:gd name="connsiteX210" fmla="*/ 3992267 w 5593163"/>
              <a:gd name="connsiteY210" fmla="*/ 1325419 h 4305008"/>
              <a:gd name="connsiteX211" fmla="*/ 3991674 w 5593163"/>
              <a:gd name="connsiteY211" fmla="*/ 1313979 h 4305008"/>
              <a:gd name="connsiteX212" fmla="*/ 3991674 w 5593163"/>
              <a:gd name="connsiteY212" fmla="*/ 1361805 h 4305008"/>
              <a:gd name="connsiteX213" fmla="*/ 3992268 w 5593163"/>
              <a:gd name="connsiteY213" fmla="*/ 1350455 h 4305008"/>
              <a:gd name="connsiteX214" fmla="*/ 3992766 w 5593163"/>
              <a:gd name="connsiteY214" fmla="*/ 1350487 h 4305008"/>
              <a:gd name="connsiteX215" fmla="*/ 3992792 w 5593163"/>
              <a:gd name="connsiteY215" fmla="*/ 1349997 h 4305008"/>
              <a:gd name="connsiteX216" fmla="*/ 4009880 w 5593163"/>
              <a:gd name="connsiteY216" fmla="*/ 1351607 h 4305008"/>
              <a:gd name="connsiteX217" fmla="*/ 4105341 w 5593163"/>
              <a:gd name="connsiteY217" fmla="*/ 1360601 h 4305008"/>
              <a:gd name="connsiteX218" fmla="*/ 4121554 w 5593163"/>
              <a:gd name="connsiteY218" fmla="*/ 1362128 h 4305008"/>
              <a:gd name="connsiteX219" fmla="*/ 4121671 w 5593163"/>
              <a:gd name="connsiteY219" fmla="*/ 1363267 h 4305008"/>
              <a:gd name="connsiteX220" fmla="*/ 4811836 w 5593163"/>
              <a:gd name="connsiteY220" fmla="*/ 2050865 h 4305008"/>
              <a:gd name="connsiteX221" fmla="*/ 4812342 w 5593163"/>
              <a:gd name="connsiteY221" fmla="*/ 2050928 h 4305008"/>
              <a:gd name="connsiteX222" fmla="*/ 4812882 w 5593163"/>
              <a:gd name="connsiteY222" fmla="*/ 2057565 h 4305008"/>
              <a:gd name="connsiteX223" fmla="*/ 4820346 w 5593163"/>
              <a:gd name="connsiteY223" fmla="*/ 2149296 h 4305008"/>
              <a:gd name="connsiteX224" fmla="*/ 4821717 w 5593163"/>
              <a:gd name="connsiteY224" fmla="*/ 2166144 h 4305008"/>
              <a:gd name="connsiteX225" fmla="*/ 4821124 w 5593163"/>
              <a:gd name="connsiteY225" fmla="*/ 2177494 h 4305008"/>
              <a:gd name="connsiteX226" fmla="*/ 4820625 w 5593163"/>
              <a:gd name="connsiteY226" fmla="*/ 2177461 h 4305008"/>
              <a:gd name="connsiteX227" fmla="*/ 4820599 w 5593163"/>
              <a:gd name="connsiteY227" fmla="*/ 2177952 h 4305008"/>
              <a:gd name="connsiteX228" fmla="*/ 4803481 w 5593163"/>
              <a:gd name="connsiteY228" fmla="*/ 2176339 h 4305008"/>
              <a:gd name="connsiteX229" fmla="*/ 4708054 w 5593163"/>
              <a:gd name="connsiteY229" fmla="*/ 2167348 h 4305008"/>
              <a:gd name="connsiteX230" fmla="*/ 4691837 w 5593163"/>
              <a:gd name="connsiteY230" fmla="*/ 2165820 h 4305008"/>
              <a:gd name="connsiteX231" fmla="*/ 4691721 w 5593163"/>
              <a:gd name="connsiteY231" fmla="*/ 2164681 h 4305008"/>
              <a:gd name="connsiteX232" fmla="*/ 4001556 w 5593163"/>
              <a:gd name="connsiteY232" fmla="*/ 1477083 h 4305008"/>
              <a:gd name="connsiteX233" fmla="*/ 4001050 w 5593163"/>
              <a:gd name="connsiteY233" fmla="*/ 1477021 h 4305008"/>
              <a:gd name="connsiteX234" fmla="*/ 4000512 w 5593163"/>
              <a:gd name="connsiteY234" fmla="*/ 1470397 h 4305008"/>
              <a:gd name="connsiteX235" fmla="*/ 3993045 w 5593163"/>
              <a:gd name="connsiteY235" fmla="*/ 1378647 h 4305008"/>
              <a:gd name="connsiteX236" fmla="*/ 3991674 w 5593163"/>
              <a:gd name="connsiteY236" fmla="*/ 1361805 h 4305008"/>
              <a:gd name="connsiteX237" fmla="*/ 3991674 w 5593163"/>
              <a:gd name="connsiteY237" fmla="*/ 3010804 h 4305008"/>
              <a:gd name="connsiteX238" fmla="*/ 3993045 w 5593163"/>
              <a:gd name="connsiteY238" fmla="*/ 2993823 h 4305008"/>
              <a:gd name="connsiteX239" fmla="*/ 4000509 w 5593163"/>
              <a:gd name="connsiteY239" fmla="*/ 2901366 h 4305008"/>
              <a:gd name="connsiteX240" fmla="*/ 4001049 w 5593163"/>
              <a:gd name="connsiteY240" fmla="*/ 2894676 h 4305008"/>
              <a:gd name="connsiteX241" fmla="*/ 4001555 w 5593163"/>
              <a:gd name="connsiteY241" fmla="*/ 2894613 h 4305008"/>
              <a:gd name="connsiteX242" fmla="*/ 4691720 w 5593163"/>
              <a:gd name="connsiteY242" fmla="*/ 2201572 h 4305008"/>
              <a:gd name="connsiteX243" fmla="*/ 4691837 w 5593163"/>
              <a:gd name="connsiteY243" fmla="*/ 2200424 h 4305008"/>
              <a:gd name="connsiteX244" fmla="*/ 4708050 w 5593163"/>
              <a:gd name="connsiteY244" fmla="*/ 2198885 h 4305008"/>
              <a:gd name="connsiteX245" fmla="*/ 4803512 w 5593163"/>
              <a:gd name="connsiteY245" fmla="*/ 2189820 h 4305008"/>
              <a:gd name="connsiteX246" fmla="*/ 4820599 w 5593163"/>
              <a:gd name="connsiteY246" fmla="*/ 2188197 h 4305008"/>
              <a:gd name="connsiteX247" fmla="*/ 4820625 w 5593163"/>
              <a:gd name="connsiteY247" fmla="*/ 2188691 h 4305008"/>
              <a:gd name="connsiteX248" fmla="*/ 4821123 w 5593163"/>
              <a:gd name="connsiteY248" fmla="*/ 2188658 h 4305008"/>
              <a:gd name="connsiteX249" fmla="*/ 4821717 w 5593163"/>
              <a:gd name="connsiteY249" fmla="*/ 2200098 h 4305008"/>
              <a:gd name="connsiteX250" fmla="*/ 4820346 w 5593163"/>
              <a:gd name="connsiteY250" fmla="*/ 2217074 h 4305008"/>
              <a:gd name="connsiteX251" fmla="*/ 4812879 w 5593163"/>
              <a:gd name="connsiteY251" fmla="*/ 2309550 h 4305008"/>
              <a:gd name="connsiteX252" fmla="*/ 4812341 w 5593163"/>
              <a:gd name="connsiteY252" fmla="*/ 2316226 h 4305008"/>
              <a:gd name="connsiteX253" fmla="*/ 4811835 w 5593163"/>
              <a:gd name="connsiteY253" fmla="*/ 2316289 h 4305008"/>
              <a:gd name="connsiteX254" fmla="*/ 4121670 w 5593163"/>
              <a:gd name="connsiteY254" fmla="*/ 3009330 h 4305008"/>
              <a:gd name="connsiteX255" fmla="*/ 4121554 w 5593163"/>
              <a:gd name="connsiteY255" fmla="*/ 3010478 h 4305008"/>
              <a:gd name="connsiteX256" fmla="*/ 4105337 w 5593163"/>
              <a:gd name="connsiteY256" fmla="*/ 3012018 h 4305008"/>
              <a:gd name="connsiteX257" fmla="*/ 4009911 w 5593163"/>
              <a:gd name="connsiteY257" fmla="*/ 3021080 h 4305008"/>
              <a:gd name="connsiteX258" fmla="*/ 3992792 w 5593163"/>
              <a:gd name="connsiteY258" fmla="*/ 3022706 h 4305008"/>
              <a:gd name="connsiteX259" fmla="*/ 3992766 w 5593163"/>
              <a:gd name="connsiteY259" fmla="*/ 3022211 h 4305008"/>
              <a:gd name="connsiteX260" fmla="*/ 3992267 w 5593163"/>
              <a:gd name="connsiteY260" fmla="*/ 3022244 h 4305008"/>
              <a:gd name="connsiteX261" fmla="*/ 3991674 w 5593163"/>
              <a:gd name="connsiteY261" fmla="*/ 3010804 h 4305008"/>
              <a:gd name="connsiteX262" fmla="*/ 3991674 w 5593163"/>
              <a:gd name="connsiteY262" fmla="*/ 3058630 h 4305008"/>
              <a:gd name="connsiteX263" fmla="*/ 3992268 w 5593163"/>
              <a:gd name="connsiteY263" fmla="*/ 3047280 h 4305008"/>
              <a:gd name="connsiteX264" fmla="*/ 3992766 w 5593163"/>
              <a:gd name="connsiteY264" fmla="*/ 3047312 h 4305008"/>
              <a:gd name="connsiteX265" fmla="*/ 3992792 w 5593163"/>
              <a:gd name="connsiteY265" fmla="*/ 3046822 h 4305008"/>
              <a:gd name="connsiteX266" fmla="*/ 4009880 w 5593163"/>
              <a:gd name="connsiteY266" fmla="*/ 3048432 h 4305008"/>
              <a:gd name="connsiteX267" fmla="*/ 4105341 w 5593163"/>
              <a:gd name="connsiteY267" fmla="*/ 3057426 h 4305008"/>
              <a:gd name="connsiteX268" fmla="*/ 4121554 w 5593163"/>
              <a:gd name="connsiteY268" fmla="*/ 3058953 h 4305008"/>
              <a:gd name="connsiteX269" fmla="*/ 4121671 w 5593163"/>
              <a:gd name="connsiteY269" fmla="*/ 3060092 h 4305008"/>
              <a:gd name="connsiteX270" fmla="*/ 4811836 w 5593163"/>
              <a:gd name="connsiteY270" fmla="*/ 3747690 h 4305008"/>
              <a:gd name="connsiteX271" fmla="*/ 4812342 w 5593163"/>
              <a:gd name="connsiteY271" fmla="*/ 3747753 h 4305008"/>
              <a:gd name="connsiteX272" fmla="*/ 4812882 w 5593163"/>
              <a:gd name="connsiteY272" fmla="*/ 3754390 h 4305008"/>
              <a:gd name="connsiteX273" fmla="*/ 4820346 w 5593163"/>
              <a:gd name="connsiteY273" fmla="*/ 3846121 h 4305008"/>
              <a:gd name="connsiteX274" fmla="*/ 4821717 w 5593163"/>
              <a:gd name="connsiteY274" fmla="*/ 3862969 h 4305008"/>
              <a:gd name="connsiteX275" fmla="*/ 4821124 w 5593163"/>
              <a:gd name="connsiteY275" fmla="*/ 3874319 h 4305008"/>
              <a:gd name="connsiteX276" fmla="*/ 4820625 w 5593163"/>
              <a:gd name="connsiteY276" fmla="*/ 3874286 h 4305008"/>
              <a:gd name="connsiteX277" fmla="*/ 4820599 w 5593163"/>
              <a:gd name="connsiteY277" fmla="*/ 3874777 h 4305008"/>
              <a:gd name="connsiteX278" fmla="*/ 4803481 w 5593163"/>
              <a:gd name="connsiteY278" fmla="*/ 3873164 h 4305008"/>
              <a:gd name="connsiteX279" fmla="*/ 4708054 w 5593163"/>
              <a:gd name="connsiteY279" fmla="*/ 3864173 h 4305008"/>
              <a:gd name="connsiteX280" fmla="*/ 4691837 w 5593163"/>
              <a:gd name="connsiteY280" fmla="*/ 3862645 h 4305008"/>
              <a:gd name="connsiteX281" fmla="*/ 4691721 w 5593163"/>
              <a:gd name="connsiteY281" fmla="*/ 3861506 h 4305008"/>
              <a:gd name="connsiteX282" fmla="*/ 4001556 w 5593163"/>
              <a:gd name="connsiteY282" fmla="*/ 3173908 h 4305008"/>
              <a:gd name="connsiteX283" fmla="*/ 4001050 w 5593163"/>
              <a:gd name="connsiteY283" fmla="*/ 3173846 h 4305008"/>
              <a:gd name="connsiteX284" fmla="*/ 4000512 w 5593163"/>
              <a:gd name="connsiteY284" fmla="*/ 3167222 h 4305008"/>
              <a:gd name="connsiteX285" fmla="*/ 3993045 w 5593163"/>
              <a:gd name="connsiteY285" fmla="*/ 3075472 h 4305008"/>
              <a:gd name="connsiteX286" fmla="*/ 3991674 w 5593163"/>
              <a:gd name="connsiteY286" fmla="*/ 3058630 h 4305008"/>
              <a:gd name="connsiteX287" fmla="*/ 3293448 w 5593163"/>
              <a:gd name="connsiteY287" fmla="*/ 636203 h 4305008"/>
              <a:gd name="connsiteX288" fmla="*/ 3836757 w 5593163"/>
              <a:gd name="connsiteY288" fmla="*/ 1181049 h 4305008"/>
              <a:gd name="connsiteX289" fmla="*/ 3293448 w 5593163"/>
              <a:gd name="connsiteY289" fmla="*/ 636203 h 4305008"/>
              <a:gd name="connsiteX290" fmla="*/ 3293448 w 5593163"/>
              <a:gd name="connsiteY290" fmla="*/ 2333028 h 4305008"/>
              <a:gd name="connsiteX291" fmla="*/ 3836757 w 5593163"/>
              <a:gd name="connsiteY291" fmla="*/ 2877874 h 4305008"/>
              <a:gd name="connsiteX292" fmla="*/ 3293448 w 5593163"/>
              <a:gd name="connsiteY292" fmla="*/ 2333028 h 4305008"/>
              <a:gd name="connsiteX293" fmla="*/ 3293446 w 5593163"/>
              <a:gd name="connsiteY293" fmla="*/ 2034258 h 4305008"/>
              <a:gd name="connsiteX294" fmla="*/ 3836755 w 5593163"/>
              <a:gd name="connsiteY294" fmla="*/ 1493690 h 4305008"/>
              <a:gd name="connsiteX295" fmla="*/ 3293446 w 5593163"/>
              <a:gd name="connsiteY295" fmla="*/ 2034258 h 4305008"/>
              <a:gd name="connsiteX296" fmla="*/ 3293446 w 5593163"/>
              <a:gd name="connsiteY296" fmla="*/ 3731083 h 4305008"/>
              <a:gd name="connsiteX297" fmla="*/ 3836755 w 5593163"/>
              <a:gd name="connsiteY297" fmla="*/ 3190516 h 4305008"/>
              <a:gd name="connsiteX298" fmla="*/ 3293446 w 5593163"/>
              <a:gd name="connsiteY298" fmla="*/ 3731083 h 4305008"/>
              <a:gd name="connsiteX299" fmla="*/ 3150081 w 5593163"/>
              <a:gd name="connsiteY299" fmla="*/ 503273 h 4305008"/>
              <a:gd name="connsiteX300" fmla="*/ 3150675 w 5593163"/>
              <a:gd name="connsiteY300" fmla="*/ 491833 h 4305008"/>
              <a:gd name="connsiteX301" fmla="*/ 3151173 w 5593163"/>
              <a:gd name="connsiteY301" fmla="*/ 491866 h 4305008"/>
              <a:gd name="connsiteX302" fmla="*/ 3151199 w 5593163"/>
              <a:gd name="connsiteY302" fmla="*/ 491372 h 4305008"/>
              <a:gd name="connsiteX303" fmla="*/ 3168287 w 5593163"/>
              <a:gd name="connsiteY303" fmla="*/ 492995 h 4305008"/>
              <a:gd name="connsiteX304" fmla="*/ 3263748 w 5593163"/>
              <a:gd name="connsiteY304" fmla="*/ 502060 h 4305008"/>
              <a:gd name="connsiteX305" fmla="*/ 3279961 w 5593163"/>
              <a:gd name="connsiteY305" fmla="*/ 503599 h 4305008"/>
              <a:gd name="connsiteX306" fmla="*/ 3280078 w 5593163"/>
              <a:gd name="connsiteY306" fmla="*/ 504747 h 4305008"/>
              <a:gd name="connsiteX307" fmla="*/ 3970244 w 5593163"/>
              <a:gd name="connsiteY307" fmla="*/ 1197788 h 4305008"/>
              <a:gd name="connsiteX308" fmla="*/ 3970749 w 5593163"/>
              <a:gd name="connsiteY308" fmla="*/ 1197851 h 4305008"/>
              <a:gd name="connsiteX309" fmla="*/ 3971290 w 5593163"/>
              <a:gd name="connsiteY309" fmla="*/ 1204541 h 4305008"/>
              <a:gd name="connsiteX310" fmla="*/ 3978754 w 5593163"/>
              <a:gd name="connsiteY310" fmla="*/ 1296998 h 4305008"/>
              <a:gd name="connsiteX311" fmla="*/ 3980124 w 5593163"/>
              <a:gd name="connsiteY311" fmla="*/ 1313979 h 4305008"/>
              <a:gd name="connsiteX312" fmla="*/ 3979531 w 5593163"/>
              <a:gd name="connsiteY312" fmla="*/ 1325419 h 4305008"/>
              <a:gd name="connsiteX313" fmla="*/ 3979032 w 5593163"/>
              <a:gd name="connsiteY313" fmla="*/ 1325386 h 4305008"/>
              <a:gd name="connsiteX314" fmla="*/ 3979006 w 5593163"/>
              <a:gd name="connsiteY314" fmla="*/ 1325881 h 4305008"/>
              <a:gd name="connsiteX315" fmla="*/ 3961888 w 5593163"/>
              <a:gd name="connsiteY315" fmla="*/ 1324255 h 4305008"/>
              <a:gd name="connsiteX316" fmla="*/ 3866461 w 5593163"/>
              <a:gd name="connsiteY316" fmla="*/ 1315193 h 4305008"/>
              <a:gd name="connsiteX317" fmla="*/ 3850245 w 5593163"/>
              <a:gd name="connsiteY317" fmla="*/ 1313653 h 4305008"/>
              <a:gd name="connsiteX318" fmla="*/ 3850129 w 5593163"/>
              <a:gd name="connsiteY318" fmla="*/ 1312505 h 4305008"/>
              <a:gd name="connsiteX319" fmla="*/ 3159963 w 5593163"/>
              <a:gd name="connsiteY319" fmla="*/ 619464 h 4305008"/>
              <a:gd name="connsiteX320" fmla="*/ 3159457 w 5593163"/>
              <a:gd name="connsiteY320" fmla="*/ 619401 h 4305008"/>
              <a:gd name="connsiteX321" fmla="*/ 3158919 w 5593163"/>
              <a:gd name="connsiteY321" fmla="*/ 612725 h 4305008"/>
              <a:gd name="connsiteX322" fmla="*/ 3151452 w 5593163"/>
              <a:gd name="connsiteY322" fmla="*/ 520249 h 4305008"/>
              <a:gd name="connsiteX323" fmla="*/ 3150081 w 5593163"/>
              <a:gd name="connsiteY323" fmla="*/ 503273 h 4305008"/>
              <a:gd name="connsiteX324" fmla="*/ 3150081 w 5593163"/>
              <a:gd name="connsiteY324" fmla="*/ 2200098 h 4305008"/>
              <a:gd name="connsiteX325" fmla="*/ 3150675 w 5593163"/>
              <a:gd name="connsiteY325" fmla="*/ 2188658 h 4305008"/>
              <a:gd name="connsiteX326" fmla="*/ 3151173 w 5593163"/>
              <a:gd name="connsiteY326" fmla="*/ 2188691 h 4305008"/>
              <a:gd name="connsiteX327" fmla="*/ 3151199 w 5593163"/>
              <a:gd name="connsiteY327" fmla="*/ 2188197 h 4305008"/>
              <a:gd name="connsiteX328" fmla="*/ 3168287 w 5593163"/>
              <a:gd name="connsiteY328" fmla="*/ 2189820 h 4305008"/>
              <a:gd name="connsiteX329" fmla="*/ 3263748 w 5593163"/>
              <a:gd name="connsiteY329" fmla="*/ 2198885 h 4305008"/>
              <a:gd name="connsiteX330" fmla="*/ 3279961 w 5593163"/>
              <a:gd name="connsiteY330" fmla="*/ 2200424 h 4305008"/>
              <a:gd name="connsiteX331" fmla="*/ 3280078 w 5593163"/>
              <a:gd name="connsiteY331" fmla="*/ 2201572 h 4305008"/>
              <a:gd name="connsiteX332" fmla="*/ 3970244 w 5593163"/>
              <a:gd name="connsiteY332" fmla="*/ 2894613 h 4305008"/>
              <a:gd name="connsiteX333" fmla="*/ 3970749 w 5593163"/>
              <a:gd name="connsiteY333" fmla="*/ 2894676 h 4305008"/>
              <a:gd name="connsiteX334" fmla="*/ 3971290 w 5593163"/>
              <a:gd name="connsiteY334" fmla="*/ 2901366 h 4305008"/>
              <a:gd name="connsiteX335" fmla="*/ 3978754 w 5593163"/>
              <a:gd name="connsiteY335" fmla="*/ 2993823 h 4305008"/>
              <a:gd name="connsiteX336" fmla="*/ 3980124 w 5593163"/>
              <a:gd name="connsiteY336" fmla="*/ 3010804 h 4305008"/>
              <a:gd name="connsiteX337" fmla="*/ 3979531 w 5593163"/>
              <a:gd name="connsiteY337" fmla="*/ 3022244 h 4305008"/>
              <a:gd name="connsiteX338" fmla="*/ 3979032 w 5593163"/>
              <a:gd name="connsiteY338" fmla="*/ 3022211 h 4305008"/>
              <a:gd name="connsiteX339" fmla="*/ 3979006 w 5593163"/>
              <a:gd name="connsiteY339" fmla="*/ 3022706 h 4305008"/>
              <a:gd name="connsiteX340" fmla="*/ 3961888 w 5593163"/>
              <a:gd name="connsiteY340" fmla="*/ 3021080 h 4305008"/>
              <a:gd name="connsiteX341" fmla="*/ 3866461 w 5593163"/>
              <a:gd name="connsiteY341" fmla="*/ 3012018 h 4305008"/>
              <a:gd name="connsiteX342" fmla="*/ 3850245 w 5593163"/>
              <a:gd name="connsiteY342" fmla="*/ 3010478 h 4305008"/>
              <a:gd name="connsiteX343" fmla="*/ 3850129 w 5593163"/>
              <a:gd name="connsiteY343" fmla="*/ 3009330 h 4305008"/>
              <a:gd name="connsiteX344" fmla="*/ 3159963 w 5593163"/>
              <a:gd name="connsiteY344" fmla="*/ 2316289 h 4305008"/>
              <a:gd name="connsiteX345" fmla="*/ 3159457 w 5593163"/>
              <a:gd name="connsiteY345" fmla="*/ 2316226 h 4305008"/>
              <a:gd name="connsiteX346" fmla="*/ 3158919 w 5593163"/>
              <a:gd name="connsiteY346" fmla="*/ 2309550 h 4305008"/>
              <a:gd name="connsiteX347" fmla="*/ 3151452 w 5593163"/>
              <a:gd name="connsiteY347" fmla="*/ 2217074 h 4305008"/>
              <a:gd name="connsiteX348" fmla="*/ 3150081 w 5593163"/>
              <a:gd name="connsiteY348" fmla="*/ 2200098 h 4305008"/>
              <a:gd name="connsiteX349" fmla="*/ 3150081 w 5593163"/>
              <a:gd name="connsiteY349" fmla="*/ 3896923 h 4305008"/>
              <a:gd name="connsiteX350" fmla="*/ 3150675 w 5593163"/>
              <a:gd name="connsiteY350" fmla="*/ 3885483 h 4305008"/>
              <a:gd name="connsiteX351" fmla="*/ 3151173 w 5593163"/>
              <a:gd name="connsiteY351" fmla="*/ 3885516 h 4305008"/>
              <a:gd name="connsiteX352" fmla="*/ 3151199 w 5593163"/>
              <a:gd name="connsiteY352" fmla="*/ 3885022 h 4305008"/>
              <a:gd name="connsiteX353" fmla="*/ 3168287 w 5593163"/>
              <a:gd name="connsiteY353" fmla="*/ 3886645 h 4305008"/>
              <a:gd name="connsiteX354" fmla="*/ 3263748 w 5593163"/>
              <a:gd name="connsiteY354" fmla="*/ 3895710 h 4305008"/>
              <a:gd name="connsiteX355" fmla="*/ 3279961 w 5593163"/>
              <a:gd name="connsiteY355" fmla="*/ 3897249 h 4305008"/>
              <a:gd name="connsiteX356" fmla="*/ 3280078 w 5593163"/>
              <a:gd name="connsiteY356" fmla="*/ 3898397 h 4305008"/>
              <a:gd name="connsiteX357" fmla="*/ 3840331 w 5593163"/>
              <a:gd name="connsiteY357" fmla="*/ 4255797 h 4305008"/>
              <a:gd name="connsiteX358" fmla="*/ 3868775 w 5593163"/>
              <a:gd name="connsiteY358" fmla="*/ 4305008 h 4305008"/>
              <a:gd name="connsiteX359" fmla="*/ 3717725 w 5593163"/>
              <a:gd name="connsiteY359" fmla="*/ 4305008 h 4305008"/>
              <a:gd name="connsiteX360" fmla="*/ 3665602 w 5593163"/>
              <a:gd name="connsiteY360" fmla="*/ 4241205 h 4305008"/>
              <a:gd name="connsiteX361" fmla="*/ 3293448 w 5593163"/>
              <a:gd name="connsiteY361" fmla="*/ 4029853 h 4305008"/>
              <a:gd name="connsiteX362" fmla="*/ 3392629 w 5593163"/>
              <a:gd name="connsiteY362" fmla="*/ 4271827 h 4305008"/>
              <a:gd name="connsiteX363" fmla="*/ 3419311 w 5593163"/>
              <a:gd name="connsiteY363" fmla="*/ 4305008 h 4305008"/>
              <a:gd name="connsiteX364" fmla="*/ 3265201 w 5593163"/>
              <a:gd name="connsiteY364" fmla="*/ 4305008 h 4305008"/>
              <a:gd name="connsiteX365" fmla="*/ 3235080 w 5593163"/>
              <a:gd name="connsiteY365" fmla="*/ 4254710 h 4305008"/>
              <a:gd name="connsiteX366" fmla="*/ 3159963 w 5593163"/>
              <a:gd name="connsiteY366" fmla="*/ 4013114 h 4305008"/>
              <a:gd name="connsiteX367" fmla="*/ 3159457 w 5593163"/>
              <a:gd name="connsiteY367" fmla="*/ 4013051 h 4305008"/>
              <a:gd name="connsiteX368" fmla="*/ 3158919 w 5593163"/>
              <a:gd name="connsiteY368" fmla="*/ 4006375 h 4305008"/>
              <a:gd name="connsiteX369" fmla="*/ 3151452 w 5593163"/>
              <a:gd name="connsiteY369" fmla="*/ 3913899 h 4305008"/>
              <a:gd name="connsiteX370" fmla="*/ 3150081 w 5593163"/>
              <a:gd name="connsiteY370" fmla="*/ 3896923 h 4305008"/>
              <a:gd name="connsiteX371" fmla="*/ 3150079 w 5593163"/>
              <a:gd name="connsiteY371" fmla="*/ 469318 h 4305008"/>
              <a:gd name="connsiteX372" fmla="*/ 3151450 w 5593163"/>
              <a:gd name="connsiteY372" fmla="*/ 452471 h 4305008"/>
              <a:gd name="connsiteX373" fmla="*/ 3158914 w 5593163"/>
              <a:gd name="connsiteY373" fmla="*/ 360740 h 4305008"/>
              <a:gd name="connsiteX374" fmla="*/ 3159454 w 5593163"/>
              <a:gd name="connsiteY374" fmla="*/ 354103 h 4305008"/>
              <a:gd name="connsiteX375" fmla="*/ 3159960 w 5593163"/>
              <a:gd name="connsiteY375" fmla="*/ 354040 h 4305008"/>
              <a:gd name="connsiteX376" fmla="*/ 3244173 w 5593163"/>
              <a:gd name="connsiteY376" fmla="*/ 96778 h 4305008"/>
              <a:gd name="connsiteX377" fmla="*/ 3306807 w 5593163"/>
              <a:gd name="connsiteY377" fmla="*/ 0 h 4305008"/>
              <a:gd name="connsiteX378" fmla="*/ 3475182 w 5593163"/>
              <a:gd name="connsiteY378" fmla="*/ 0 h 4305008"/>
              <a:gd name="connsiteX379" fmla="*/ 3406954 w 5593163"/>
              <a:gd name="connsiteY379" fmla="*/ 76659 h 4305008"/>
              <a:gd name="connsiteX380" fmla="*/ 3293446 w 5593163"/>
              <a:gd name="connsiteY380" fmla="*/ 337433 h 4305008"/>
              <a:gd name="connsiteX381" fmla="*/ 3732420 w 5593163"/>
              <a:gd name="connsiteY381" fmla="*/ 44350 h 4305008"/>
              <a:gd name="connsiteX382" fmla="*/ 3754649 w 5593163"/>
              <a:gd name="connsiteY382" fmla="*/ 0 h 4305008"/>
              <a:gd name="connsiteX383" fmla="*/ 3903287 w 5593163"/>
              <a:gd name="connsiteY383" fmla="*/ 0 h 4305008"/>
              <a:gd name="connsiteX384" fmla="*/ 3851448 w 5593163"/>
              <a:gd name="connsiteY384" fmla="*/ 95636 h 4305008"/>
              <a:gd name="connsiteX385" fmla="*/ 3280075 w 5593163"/>
              <a:gd name="connsiteY385" fmla="*/ 467856 h 4305008"/>
              <a:gd name="connsiteX386" fmla="*/ 3279959 w 5593163"/>
              <a:gd name="connsiteY386" fmla="*/ 468995 h 4305008"/>
              <a:gd name="connsiteX387" fmla="*/ 3263742 w 5593163"/>
              <a:gd name="connsiteY387" fmla="*/ 470523 h 4305008"/>
              <a:gd name="connsiteX388" fmla="*/ 3168316 w 5593163"/>
              <a:gd name="connsiteY388" fmla="*/ 479514 h 4305008"/>
              <a:gd name="connsiteX389" fmla="*/ 3151197 w 5593163"/>
              <a:gd name="connsiteY389" fmla="*/ 481127 h 4305008"/>
              <a:gd name="connsiteX390" fmla="*/ 3151171 w 5593163"/>
              <a:gd name="connsiteY390" fmla="*/ 480636 h 4305008"/>
              <a:gd name="connsiteX391" fmla="*/ 3150672 w 5593163"/>
              <a:gd name="connsiteY391" fmla="*/ 480669 h 4305008"/>
              <a:gd name="connsiteX392" fmla="*/ 3150079 w 5593163"/>
              <a:gd name="connsiteY392" fmla="*/ 469318 h 4305008"/>
              <a:gd name="connsiteX393" fmla="*/ 3150079 w 5593163"/>
              <a:gd name="connsiteY393" fmla="*/ 2166144 h 4305008"/>
              <a:gd name="connsiteX394" fmla="*/ 3151450 w 5593163"/>
              <a:gd name="connsiteY394" fmla="*/ 2149296 h 4305008"/>
              <a:gd name="connsiteX395" fmla="*/ 3158914 w 5593163"/>
              <a:gd name="connsiteY395" fmla="*/ 2057565 h 4305008"/>
              <a:gd name="connsiteX396" fmla="*/ 3159454 w 5593163"/>
              <a:gd name="connsiteY396" fmla="*/ 2050928 h 4305008"/>
              <a:gd name="connsiteX397" fmla="*/ 3159960 w 5593163"/>
              <a:gd name="connsiteY397" fmla="*/ 2050865 h 4305008"/>
              <a:gd name="connsiteX398" fmla="*/ 3850126 w 5593163"/>
              <a:gd name="connsiteY398" fmla="*/ 1363267 h 4305008"/>
              <a:gd name="connsiteX399" fmla="*/ 3850243 w 5593163"/>
              <a:gd name="connsiteY399" fmla="*/ 1362128 h 4305008"/>
              <a:gd name="connsiteX400" fmla="*/ 3866455 w 5593163"/>
              <a:gd name="connsiteY400" fmla="*/ 1360601 h 4305008"/>
              <a:gd name="connsiteX401" fmla="*/ 3961917 w 5593163"/>
              <a:gd name="connsiteY401" fmla="*/ 1351607 h 4305008"/>
              <a:gd name="connsiteX402" fmla="*/ 3979004 w 5593163"/>
              <a:gd name="connsiteY402" fmla="*/ 1349997 h 4305008"/>
              <a:gd name="connsiteX403" fmla="*/ 3979030 w 5593163"/>
              <a:gd name="connsiteY403" fmla="*/ 1350487 h 4305008"/>
              <a:gd name="connsiteX404" fmla="*/ 3979528 w 5593163"/>
              <a:gd name="connsiteY404" fmla="*/ 1350455 h 4305008"/>
              <a:gd name="connsiteX405" fmla="*/ 3980122 w 5593163"/>
              <a:gd name="connsiteY405" fmla="*/ 1361805 h 4305008"/>
              <a:gd name="connsiteX406" fmla="*/ 3978752 w 5593163"/>
              <a:gd name="connsiteY406" fmla="*/ 1378647 h 4305008"/>
              <a:gd name="connsiteX407" fmla="*/ 3971285 w 5593163"/>
              <a:gd name="connsiteY407" fmla="*/ 1470397 h 4305008"/>
              <a:gd name="connsiteX408" fmla="*/ 3970746 w 5593163"/>
              <a:gd name="connsiteY408" fmla="*/ 1477021 h 4305008"/>
              <a:gd name="connsiteX409" fmla="*/ 3970241 w 5593163"/>
              <a:gd name="connsiteY409" fmla="*/ 1477083 h 4305008"/>
              <a:gd name="connsiteX410" fmla="*/ 3280075 w 5593163"/>
              <a:gd name="connsiteY410" fmla="*/ 2164681 h 4305008"/>
              <a:gd name="connsiteX411" fmla="*/ 3279959 w 5593163"/>
              <a:gd name="connsiteY411" fmla="*/ 2165820 h 4305008"/>
              <a:gd name="connsiteX412" fmla="*/ 3263742 w 5593163"/>
              <a:gd name="connsiteY412" fmla="*/ 2167348 h 4305008"/>
              <a:gd name="connsiteX413" fmla="*/ 3168316 w 5593163"/>
              <a:gd name="connsiteY413" fmla="*/ 2176339 h 4305008"/>
              <a:gd name="connsiteX414" fmla="*/ 3151197 w 5593163"/>
              <a:gd name="connsiteY414" fmla="*/ 2177952 h 4305008"/>
              <a:gd name="connsiteX415" fmla="*/ 3151171 w 5593163"/>
              <a:gd name="connsiteY415" fmla="*/ 2177461 h 4305008"/>
              <a:gd name="connsiteX416" fmla="*/ 3150672 w 5593163"/>
              <a:gd name="connsiteY416" fmla="*/ 2177494 h 4305008"/>
              <a:gd name="connsiteX417" fmla="*/ 3150079 w 5593163"/>
              <a:gd name="connsiteY417" fmla="*/ 2166144 h 4305008"/>
              <a:gd name="connsiteX418" fmla="*/ 3150079 w 5593163"/>
              <a:gd name="connsiteY418" fmla="*/ 3862969 h 4305008"/>
              <a:gd name="connsiteX419" fmla="*/ 3151450 w 5593163"/>
              <a:gd name="connsiteY419" fmla="*/ 3846121 h 4305008"/>
              <a:gd name="connsiteX420" fmla="*/ 3158914 w 5593163"/>
              <a:gd name="connsiteY420" fmla="*/ 3754390 h 4305008"/>
              <a:gd name="connsiteX421" fmla="*/ 3159454 w 5593163"/>
              <a:gd name="connsiteY421" fmla="*/ 3747753 h 4305008"/>
              <a:gd name="connsiteX422" fmla="*/ 3159960 w 5593163"/>
              <a:gd name="connsiteY422" fmla="*/ 3747690 h 4305008"/>
              <a:gd name="connsiteX423" fmla="*/ 3850126 w 5593163"/>
              <a:gd name="connsiteY423" fmla="*/ 3060092 h 4305008"/>
              <a:gd name="connsiteX424" fmla="*/ 3850243 w 5593163"/>
              <a:gd name="connsiteY424" fmla="*/ 3058953 h 4305008"/>
              <a:gd name="connsiteX425" fmla="*/ 3866455 w 5593163"/>
              <a:gd name="connsiteY425" fmla="*/ 3057426 h 4305008"/>
              <a:gd name="connsiteX426" fmla="*/ 3961917 w 5593163"/>
              <a:gd name="connsiteY426" fmla="*/ 3048432 h 4305008"/>
              <a:gd name="connsiteX427" fmla="*/ 3979004 w 5593163"/>
              <a:gd name="connsiteY427" fmla="*/ 3046822 h 4305008"/>
              <a:gd name="connsiteX428" fmla="*/ 3979030 w 5593163"/>
              <a:gd name="connsiteY428" fmla="*/ 3047312 h 4305008"/>
              <a:gd name="connsiteX429" fmla="*/ 3979528 w 5593163"/>
              <a:gd name="connsiteY429" fmla="*/ 3047280 h 4305008"/>
              <a:gd name="connsiteX430" fmla="*/ 3980122 w 5593163"/>
              <a:gd name="connsiteY430" fmla="*/ 3058630 h 4305008"/>
              <a:gd name="connsiteX431" fmla="*/ 3978752 w 5593163"/>
              <a:gd name="connsiteY431" fmla="*/ 3075472 h 4305008"/>
              <a:gd name="connsiteX432" fmla="*/ 3971285 w 5593163"/>
              <a:gd name="connsiteY432" fmla="*/ 3167222 h 4305008"/>
              <a:gd name="connsiteX433" fmla="*/ 3970746 w 5593163"/>
              <a:gd name="connsiteY433" fmla="*/ 3173846 h 4305008"/>
              <a:gd name="connsiteX434" fmla="*/ 3970241 w 5593163"/>
              <a:gd name="connsiteY434" fmla="*/ 3173908 h 4305008"/>
              <a:gd name="connsiteX435" fmla="*/ 3280075 w 5593163"/>
              <a:gd name="connsiteY435" fmla="*/ 3861506 h 4305008"/>
              <a:gd name="connsiteX436" fmla="*/ 3279959 w 5593163"/>
              <a:gd name="connsiteY436" fmla="*/ 3862645 h 4305008"/>
              <a:gd name="connsiteX437" fmla="*/ 3263742 w 5593163"/>
              <a:gd name="connsiteY437" fmla="*/ 3864173 h 4305008"/>
              <a:gd name="connsiteX438" fmla="*/ 3168316 w 5593163"/>
              <a:gd name="connsiteY438" fmla="*/ 3873164 h 4305008"/>
              <a:gd name="connsiteX439" fmla="*/ 3151197 w 5593163"/>
              <a:gd name="connsiteY439" fmla="*/ 3874777 h 4305008"/>
              <a:gd name="connsiteX440" fmla="*/ 3151171 w 5593163"/>
              <a:gd name="connsiteY440" fmla="*/ 3874286 h 4305008"/>
              <a:gd name="connsiteX441" fmla="*/ 3150672 w 5593163"/>
              <a:gd name="connsiteY441" fmla="*/ 3874319 h 4305008"/>
              <a:gd name="connsiteX442" fmla="*/ 3150079 w 5593163"/>
              <a:gd name="connsiteY442" fmla="*/ 3862969 h 4305008"/>
              <a:gd name="connsiteX443" fmla="*/ 2442890 w 5593163"/>
              <a:gd name="connsiteY443" fmla="*/ 1181049 h 4305008"/>
              <a:gd name="connsiteX444" fmla="*/ 2986199 w 5593163"/>
              <a:gd name="connsiteY444" fmla="*/ 636203 h 4305008"/>
              <a:gd name="connsiteX445" fmla="*/ 2442890 w 5593163"/>
              <a:gd name="connsiteY445" fmla="*/ 1181049 h 4305008"/>
              <a:gd name="connsiteX446" fmla="*/ 2442890 w 5593163"/>
              <a:gd name="connsiteY446" fmla="*/ 1493690 h 4305008"/>
              <a:gd name="connsiteX447" fmla="*/ 2986199 w 5593163"/>
              <a:gd name="connsiteY447" fmla="*/ 2034258 h 4305008"/>
              <a:gd name="connsiteX448" fmla="*/ 2442890 w 5593163"/>
              <a:gd name="connsiteY448" fmla="*/ 1493690 h 4305008"/>
              <a:gd name="connsiteX449" fmla="*/ 2442890 w 5593163"/>
              <a:gd name="connsiteY449" fmla="*/ 2877874 h 4305008"/>
              <a:gd name="connsiteX450" fmla="*/ 2986199 w 5593163"/>
              <a:gd name="connsiteY450" fmla="*/ 2333028 h 4305008"/>
              <a:gd name="connsiteX451" fmla="*/ 2442890 w 5593163"/>
              <a:gd name="connsiteY451" fmla="*/ 2877874 h 4305008"/>
              <a:gd name="connsiteX452" fmla="*/ 2442890 w 5593163"/>
              <a:gd name="connsiteY452" fmla="*/ 3190516 h 4305008"/>
              <a:gd name="connsiteX453" fmla="*/ 2986199 w 5593163"/>
              <a:gd name="connsiteY453" fmla="*/ 3731083 h 4305008"/>
              <a:gd name="connsiteX454" fmla="*/ 2442890 w 5593163"/>
              <a:gd name="connsiteY454" fmla="*/ 3190516 h 4305008"/>
              <a:gd name="connsiteX455" fmla="*/ 2410871 w 5593163"/>
              <a:gd name="connsiteY455" fmla="*/ 4305008 h 4305008"/>
              <a:gd name="connsiteX456" fmla="*/ 2439316 w 5593163"/>
              <a:gd name="connsiteY456" fmla="*/ 4255797 h 4305008"/>
              <a:gd name="connsiteX457" fmla="*/ 2999569 w 5593163"/>
              <a:gd name="connsiteY457" fmla="*/ 3898397 h 4305008"/>
              <a:gd name="connsiteX458" fmla="*/ 2999686 w 5593163"/>
              <a:gd name="connsiteY458" fmla="*/ 3897249 h 4305008"/>
              <a:gd name="connsiteX459" fmla="*/ 3015899 w 5593163"/>
              <a:gd name="connsiteY459" fmla="*/ 3895710 h 4305008"/>
              <a:gd name="connsiteX460" fmla="*/ 3111360 w 5593163"/>
              <a:gd name="connsiteY460" fmla="*/ 3886645 h 4305008"/>
              <a:gd name="connsiteX461" fmla="*/ 3128448 w 5593163"/>
              <a:gd name="connsiteY461" fmla="*/ 3885022 h 4305008"/>
              <a:gd name="connsiteX462" fmla="*/ 3128474 w 5593163"/>
              <a:gd name="connsiteY462" fmla="*/ 3885516 h 4305008"/>
              <a:gd name="connsiteX463" fmla="*/ 3128972 w 5593163"/>
              <a:gd name="connsiteY463" fmla="*/ 3885483 h 4305008"/>
              <a:gd name="connsiteX464" fmla="*/ 3129566 w 5593163"/>
              <a:gd name="connsiteY464" fmla="*/ 3896923 h 4305008"/>
              <a:gd name="connsiteX465" fmla="*/ 3128195 w 5593163"/>
              <a:gd name="connsiteY465" fmla="*/ 3913899 h 4305008"/>
              <a:gd name="connsiteX466" fmla="*/ 3120728 w 5593163"/>
              <a:gd name="connsiteY466" fmla="*/ 4006375 h 4305008"/>
              <a:gd name="connsiteX467" fmla="*/ 3120190 w 5593163"/>
              <a:gd name="connsiteY467" fmla="*/ 4013051 h 4305008"/>
              <a:gd name="connsiteX468" fmla="*/ 3119684 w 5593163"/>
              <a:gd name="connsiteY468" fmla="*/ 4013114 h 4305008"/>
              <a:gd name="connsiteX469" fmla="*/ 3044567 w 5593163"/>
              <a:gd name="connsiteY469" fmla="*/ 4254710 h 4305008"/>
              <a:gd name="connsiteX470" fmla="*/ 3014445 w 5593163"/>
              <a:gd name="connsiteY470" fmla="*/ 4305008 h 4305008"/>
              <a:gd name="connsiteX471" fmla="*/ 2860336 w 5593163"/>
              <a:gd name="connsiteY471" fmla="*/ 4305008 h 4305008"/>
              <a:gd name="connsiteX472" fmla="*/ 2887018 w 5593163"/>
              <a:gd name="connsiteY472" fmla="*/ 4271827 h 4305008"/>
              <a:gd name="connsiteX473" fmla="*/ 2986199 w 5593163"/>
              <a:gd name="connsiteY473" fmla="*/ 4029853 h 4305008"/>
              <a:gd name="connsiteX474" fmla="*/ 2614045 w 5593163"/>
              <a:gd name="connsiteY474" fmla="*/ 4241205 h 4305008"/>
              <a:gd name="connsiteX475" fmla="*/ 2561922 w 5593163"/>
              <a:gd name="connsiteY475" fmla="*/ 4305008 h 4305008"/>
              <a:gd name="connsiteX476" fmla="*/ 2376360 w 5593163"/>
              <a:gd name="connsiteY476" fmla="*/ 0 h 4305008"/>
              <a:gd name="connsiteX477" fmla="*/ 2524998 w 5593163"/>
              <a:gd name="connsiteY477" fmla="*/ 0 h 4305008"/>
              <a:gd name="connsiteX478" fmla="*/ 2547226 w 5593163"/>
              <a:gd name="connsiteY478" fmla="*/ 44350 h 4305008"/>
              <a:gd name="connsiteX479" fmla="*/ 2986199 w 5593163"/>
              <a:gd name="connsiteY479" fmla="*/ 337433 h 4305008"/>
              <a:gd name="connsiteX480" fmla="*/ 2872691 w 5593163"/>
              <a:gd name="connsiteY480" fmla="*/ 76659 h 4305008"/>
              <a:gd name="connsiteX481" fmla="*/ 2804464 w 5593163"/>
              <a:gd name="connsiteY481" fmla="*/ 0 h 4305008"/>
              <a:gd name="connsiteX482" fmla="*/ 2972839 w 5593163"/>
              <a:gd name="connsiteY482" fmla="*/ 0 h 4305008"/>
              <a:gd name="connsiteX483" fmla="*/ 3035473 w 5593163"/>
              <a:gd name="connsiteY483" fmla="*/ 96778 h 4305008"/>
              <a:gd name="connsiteX484" fmla="*/ 3119686 w 5593163"/>
              <a:gd name="connsiteY484" fmla="*/ 354040 h 4305008"/>
              <a:gd name="connsiteX485" fmla="*/ 3120191 w 5593163"/>
              <a:gd name="connsiteY485" fmla="*/ 354103 h 4305008"/>
              <a:gd name="connsiteX486" fmla="*/ 3120732 w 5593163"/>
              <a:gd name="connsiteY486" fmla="*/ 360740 h 4305008"/>
              <a:gd name="connsiteX487" fmla="*/ 3128196 w 5593163"/>
              <a:gd name="connsiteY487" fmla="*/ 452471 h 4305008"/>
              <a:gd name="connsiteX488" fmla="*/ 3129566 w 5593163"/>
              <a:gd name="connsiteY488" fmla="*/ 469318 h 4305008"/>
              <a:gd name="connsiteX489" fmla="*/ 3128973 w 5593163"/>
              <a:gd name="connsiteY489" fmla="*/ 480669 h 4305008"/>
              <a:gd name="connsiteX490" fmla="*/ 3128474 w 5593163"/>
              <a:gd name="connsiteY490" fmla="*/ 480636 h 4305008"/>
              <a:gd name="connsiteX491" fmla="*/ 3128448 w 5593163"/>
              <a:gd name="connsiteY491" fmla="*/ 481127 h 4305008"/>
              <a:gd name="connsiteX492" fmla="*/ 3111330 w 5593163"/>
              <a:gd name="connsiteY492" fmla="*/ 479514 h 4305008"/>
              <a:gd name="connsiteX493" fmla="*/ 3015903 w 5593163"/>
              <a:gd name="connsiteY493" fmla="*/ 470523 h 4305008"/>
              <a:gd name="connsiteX494" fmla="*/ 2999687 w 5593163"/>
              <a:gd name="connsiteY494" fmla="*/ 468995 h 4305008"/>
              <a:gd name="connsiteX495" fmla="*/ 2999571 w 5593163"/>
              <a:gd name="connsiteY495" fmla="*/ 467856 h 4305008"/>
              <a:gd name="connsiteX496" fmla="*/ 2428199 w 5593163"/>
              <a:gd name="connsiteY496" fmla="*/ 95636 h 4305008"/>
              <a:gd name="connsiteX497" fmla="*/ 2299523 w 5593163"/>
              <a:gd name="connsiteY497" fmla="*/ 1313979 h 4305008"/>
              <a:gd name="connsiteX498" fmla="*/ 2300894 w 5593163"/>
              <a:gd name="connsiteY498" fmla="*/ 1296998 h 4305008"/>
              <a:gd name="connsiteX499" fmla="*/ 2308358 w 5593163"/>
              <a:gd name="connsiteY499" fmla="*/ 1204541 h 4305008"/>
              <a:gd name="connsiteX500" fmla="*/ 2308898 w 5593163"/>
              <a:gd name="connsiteY500" fmla="*/ 1197851 h 4305008"/>
              <a:gd name="connsiteX501" fmla="*/ 2309404 w 5593163"/>
              <a:gd name="connsiteY501" fmla="*/ 1197788 h 4305008"/>
              <a:gd name="connsiteX502" fmla="*/ 2999570 w 5593163"/>
              <a:gd name="connsiteY502" fmla="*/ 504747 h 4305008"/>
              <a:gd name="connsiteX503" fmla="*/ 2999687 w 5593163"/>
              <a:gd name="connsiteY503" fmla="*/ 503599 h 4305008"/>
              <a:gd name="connsiteX504" fmla="*/ 3015899 w 5593163"/>
              <a:gd name="connsiteY504" fmla="*/ 502060 h 4305008"/>
              <a:gd name="connsiteX505" fmla="*/ 3111361 w 5593163"/>
              <a:gd name="connsiteY505" fmla="*/ 492995 h 4305008"/>
              <a:gd name="connsiteX506" fmla="*/ 3128448 w 5593163"/>
              <a:gd name="connsiteY506" fmla="*/ 491372 h 4305008"/>
              <a:gd name="connsiteX507" fmla="*/ 3128474 w 5593163"/>
              <a:gd name="connsiteY507" fmla="*/ 491866 h 4305008"/>
              <a:gd name="connsiteX508" fmla="*/ 3128972 w 5593163"/>
              <a:gd name="connsiteY508" fmla="*/ 491833 h 4305008"/>
              <a:gd name="connsiteX509" fmla="*/ 3129566 w 5593163"/>
              <a:gd name="connsiteY509" fmla="*/ 503273 h 4305008"/>
              <a:gd name="connsiteX510" fmla="*/ 3128196 w 5593163"/>
              <a:gd name="connsiteY510" fmla="*/ 520249 h 4305008"/>
              <a:gd name="connsiteX511" fmla="*/ 3120729 w 5593163"/>
              <a:gd name="connsiteY511" fmla="*/ 612725 h 4305008"/>
              <a:gd name="connsiteX512" fmla="*/ 3120190 w 5593163"/>
              <a:gd name="connsiteY512" fmla="*/ 619401 h 4305008"/>
              <a:gd name="connsiteX513" fmla="*/ 3119685 w 5593163"/>
              <a:gd name="connsiteY513" fmla="*/ 619464 h 4305008"/>
              <a:gd name="connsiteX514" fmla="*/ 2429519 w 5593163"/>
              <a:gd name="connsiteY514" fmla="*/ 1312505 h 4305008"/>
              <a:gd name="connsiteX515" fmla="*/ 2429403 w 5593163"/>
              <a:gd name="connsiteY515" fmla="*/ 1313653 h 4305008"/>
              <a:gd name="connsiteX516" fmla="*/ 2413186 w 5593163"/>
              <a:gd name="connsiteY516" fmla="*/ 1315193 h 4305008"/>
              <a:gd name="connsiteX517" fmla="*/ 2317760 w 5593163"/>
              <a:gd name="connsiteY517" fmla="*/ 1324255 h 4305008"/>
              <a:gd name="connsiteX518" fmla="*/ 2300641 w 5593163"/>
              <a:gd name="connsiteY518" fmla="*/ 1325881 h 4305008"/>
              <a:gd name="connsiteX519" fmla="*/ 2300615 w 5593163"/>
              <a:gd name="connsiteY519" fmla="*/ 1325386 h 4305008"/>
              <a:gd name="connsiteX520" fmla="*/ 2300116 w 5593163"/>
              <a:gd name="connsiteY520" fmla="*/ 1325419 h 4305008"/>
              <a:gd name="connsiteX521" fmla="*/ 2299523 w 5593163"/>
              <a:gd name="connsiteY521" fmla="*/ 1313979 h 4305008"/>
              <a:gd name="connsiteX522" fmla="*/ 2299523 w 5593163"/>
              <a:gd name="connsiteY522" fmla="*/ 1361805 h 4305008"/>
              <a:gd name="connsiteX523" fmla="*/ 2300117 w 5593163"/>
              <a:gd name="connsiteY523" fmla="*/ 1350455 h 4305008"/>
              <a:gd name="connsiteX524" fmla="*/ 2300615 w 5593163"/>
              <a:gd name="connsiteY524" fmla="*/ 1350487 h 4305008"/>
              <a:gd name="connsiteX525" fmla="*/ 2300641 w 5593163"/>
              <a:gd name="connsiteY525" fmla="*/ 1349997 h 4305008"/>
              <a:gd name="connsiteX526" fmla="*/ 2317729 w 5593163"/>
              <a:gd name="connsiteY526" fmla="*/ 1351607 h 4305008"/>
              <a:gd name="connsiteX527" fmla="*/ 2413190 w 5593163"/>
              <a:gd name="connsiteY527" fmla="*/ 1360601 h 4305008"/>
              <a:gd name="connsiteX528" fmla="*/ 2429403 w 5593163"/>
              <a:gd name="connsiteY528" fmla="*/ 1362128 h 4305008"/>
              <a:gd name="connsiteX529" fmla="*/ 2429520 w 5593163"/>
              <a:gd name="connsiteY529" fmla="*/ 1363267 h 4305008"/>
              <a:gd name="connsiteX530" fmla="*/ 3119686 w 5593163"/>
              <a:gd name="connsiteY530" fmla="*/ 2050865 h 4305008"/>
              <a:gd name="connsiteX531" fmla="*/ 3120191 w 5593163"/>
              <a:gd name="connsiteY531" fmla="*/ 2050928 h 4305008"/>
              <a:gd name="connsiteX532" fmla="*/ 3120732 w 5593163"/>
              <a:gd name="connsiteY532" fmla="*/ 2057565 h 4305008"/>
              <a:gd name="connsiteX533" fmla="*/ 3128196 w 5593163"/>
              <a:gd name="connsiteY533" fmla="*/ 2149296 h 4305008"/>
              <a:gd name="connsiteX534" fmla="*/ 3129566 w 5593163"/>
              <a:gd name="connsiteY534" fmla="*/ 2166144 h 4305008"/>
              <a:gd name="connsiteX535" fmla="*/ 3128973 w 5593163"/>
              <a:gd name="connsiteY535" fmla="*/ 2177494 h 4305008"/>
              <a:gd name="connsiteX536" fmla="*/ 3128474 w 5593163"/>
              <a:gd name="connsiteY536" fmla="*/ 2177461 h 4305008"/>
              <a:gd name="connsiteX537" fmla="*/ 3128448 w 5593163"/>
              <a:gd name="connsiteY537" fmla="*/ 2177952 h 4305008"/>
              <a:gd name="connsiteX538" fmla="*/ 3111330 w 5593163"/>
              <a:gd name="connsiteY538" fmla="*/ 2176339 h 4305008"/>
              <a:gd name="connsiteX539" fmla="*/ 3015903 w 5593163"/>
              <a:gd name="connsiteY539" fmla="*/ 2167348 h 4305008"/>
              <a:gd name="connsiteX540" fmla="*/ 2999687 w 5593163"/>
              <a:gd name="connsiteY540" fmla="*/ 2165820 h 4305008"/>
              <a:gd name="connsiteX541" fmla="*/ 2999571 w 5593163"/>
              <a:gd name="connsiteY541" fmla="*/ 2164681 h 4305008"/>
              <a:gd name="connsiteX542" fmla="*/ 2309405 w 5593163"/>
              <a:gd name="connsiteY542" fmla="*/ 1477083 h 4305008"/>
              <a:gd name="connsiteX543" fmla="*/ 2308899 w 5593163"/>
              <a:gd name="connsiteY543" fmla="*/ 1477021 h 4305008"/>
              <a:gd name="connsiteX544" fmla="*/ 2308361 w 5593163"/>
              <a:gd name="connsiteY544" fmla="*/ 1470397 h 4305008"/>
              <a:gd name="connsiteX545" fmla="*/ 2300894 w 5593163"/>
              <a:gd name="connsiteY545" fmla="*/ 1378647 h 4305008"/>
              <a:gd name="connsiteX546" fmla="*/ 2299523 w 5593163"/>
              <a:gd name="connsiteY546" fmla="*/ 1361805 h 4305008"/>
              <a:gd name="connsiteX547" fmla="*/ 2299523 w 5593163"/>
              <a:gd name="connsiteY547" fmla="*/ 3010804 h 4305008"/>
              <a:gd name="connsiteX548" fmla="*/ 2300894 w 5593163"/>
              <a:gd name="connsiteY548" fmla="*/ 2993823 h 4305008"/>
              <a:gd name="connsiteX549" fmla="*/ 2308358 w 5593163"/>
              <a:gd name="connsiteY549" fmla="*/ 2901366 h 4305008"/>
              <a:gd name="connsiteX550" fmla="*/ 2308898 w 5593163"/>
              <a:gd name="connsiteY550" fmla="*/ 2894676 h 4305008"/>
              <a:gd name="connsiteX551" fmla="*/ 2309404 w 5593163"/>
              <a:gd name="connsiteY551" fmla="*/ 2894613 h 4305008"/>
              <a:gd name="connsiteX552" fmla="*/ 2999570 w 5593163"/>
              <a:gd name="connsiteY552" fmla="*/ 2201572 h 4305008"/>
              <a:gd name="connsiteX553" fmla="*/ 2999687 w 5593163"/>
              <a:gd name="connsiteY553" fmla="*/ 2200424 h 4305008"/>
              <a:gd name="connsiteX554" fmla="*/ 3015899 w 5593163"/>
              <a:gd name="connsiteY554" fmla="*/ 2198885 h 4305008"/>
              <a:gd name="connsiteX555" fmla="*/ 3111361 w 5593163"/>
              <a:gd name="connsiteY555" fmla="*/ 2189820 h 4305008"/>
              <a:gd name="connsiteX556" fmla="*/ 3128448 w 5593163"/>
              <a:gd name="connsiteY556" fmla="*/ 2188197 h 4305008"/>
              <a:gd name="connsiteX557" fmla="*/ 3128474 w 5593163"/>
              <a:gd name="connsiteY557" fmla="*/ 2188691 h 4305008"/>
              <a:gd name="connsiteX558" fmla="*/ 3128972 w 5593163"/>
              <a:gd name="connsiteY558" fmla="*/ 2188658 h 4305008"/>
              <a:gd name="connsiteX559" fmla="*/ 3129566 w 5593163"/>
              <a:gd name="connsiteY559" fmla="*/ 2200098 h 4305008"/>
              <a:gd name="connsiteX560" fmla="*/ 3128196 w 5593163"/>
              <a:gd name="connsiteY560" fmla="*/ 2217074 h 4305008"/>
              <a:gd name="connsiteX561" fmla="*/ 3120729 w 5593163"/>
              <a:gd name="connsiteY561" fmla="*/ 2309550 h 4305008"/>
              <a:gd name="connsiteX562" fmla="*/ 3120190 w 5593163"/>
              <a:gd name="connsiteY562" fmla="*/ 2316226 h 4305008"/>
              <a:gd name="connsiteX563" fmla="*/ 3119685 w 5593163"/>
              <a:gd name="connsiteY563" fmla="*/ 2316289 h 4305008"/>
              <a:gd name="connsiteX564" fmla="*/ 2429519 w 5593163"/>
              <a:gd name="connsiteY564" fmla="*/ 3009330 h 4305008"/>
              <a:gd name="connsiteX565" fmla="*/ 2429403 w 5593163"/>
              <a:gd name="connsiteY565" fmla="*/ 3010478 h 4305008"/>
              <a:gd name="connsiteX566" fmla="*/ 2413186 w 5593163"/>
              <a:gd name="connsiteY566" fmla="*/ 3012018 h 4305008"/>
              <a:gd name="connsiteX567" fmla="*/ 2317760 w 5593163"/>
              <a:gd name="connsiteY567" fmla="*/ 3021080 h 4305008"/>
              <a:gd name="connsiteX568" fmla="*/ 2300641 w 5593163"/>
              <a:gd name="connsiteY568" fmla="*/ 3022706 h 4305008"/>
              <a:gd name="connsiteX569" fmla="*/ 2300615 w 5593163"/>
              <a:gd name="connsiteY569" fmla="*/ 3022211 h 4305008"/>
              <a:gd name="connsiteX570" fmla="*/ 2300116 w 5593163"/>
              <a:gd name="connsiteY570" fmla="*/ 3022244 h 4305008"/>
              <a:gd name="connsiteX571" fmla="*/ 2299523 w 5593163"/>
              <a:gd name="connsiteY571" fmla="*/ 3010804 h 4305008"/>
              <a:gd name="connsiteX572" fmla="*/ 2299523 w 5593163"/>
              <a:gd name="connsiteY572" fmla="*/ 3058630 h 4305008"/>
              <a:gd name="connsiteX573" fmla="*/ 2300117 w 5593163"/>
              <a:gd name="connsiteY573" fmla="*/ 3047280 h 4305008"/>
              <a:gd name="connsiteX574" fmla="*/ 2300615 w 5593163"/>
              <a:gd name="connsiteY574" fmla="*/ 3047312 h 4305008"/>
              <a:gd name="connsiteX575" fmla="*/ 2300641 w 5593163"/>
              <a:gd name="connsiteY575" fmla="*/ 3046822 h 4305008"/>
              <a:gd name="connsiteX576" fmla="*/ 2317729 w 5593163"/>
              <a:gd name="connsiteY576" fmla="*/ 3048432 h 4305008"/>
              <a:gd name="connsiteX577" fmla="*/ 2413190 w 5593163"/>
              <a:gd name="connsiteY577" fmla="*/ 3057426 h 4305008"/>
              <a:gd name="connsiteX578" fmla="*/ 2429403 w 5593163"/>
              <a:gd name="connsiteY578" fmla="*/ 3058953 h 4305008"/>
              <a:gd name="connsiteX579" fmla="*/ 2429520 w 5593163"/>
              <a:gd name="connsiteY579" fmla="*/ 3060092 h 4305008"/>
              <a:gd name="connsiteX580" fmla="*/ 3119686 w 5593163"/>
              <a:gd name="connsiteY580" fmla="*/ 3747690 h 4305008"/>
              <a:gd name="connsiteX581" fmla="*/ 3120191 w 5593163"/>
              <a:gd name="connsiteY581" fmla="*/ 3747753 h 4305008"/>
              <a:gd name="connsiteX582" fmla="*/ 3120732 w 5593163"/>
              <a:gd name="connsiteY582" fmla="*/ 3754390 h 4305008"/>
              <a:gd name="connsiteX583" fmla="*/ 3128196 w 5593163"/>
              <a:gd name="connsiteY583" fmla="*/ 3846121 h 4305008"/>
              <a:gd name="connsiteX584" fmla="*/ 3129566 w 5593163"/>
              <a:gd name="connsiteY584" fmla="*/ 3862969 h 4305008"/>
              <a:gd name="connsiteX585" fmla="*/ 3128973 w 5593163"/>
              <a:gd name="connsiteY585" fmla="*/ 3874319 h 4305008"/>
              <a:gd name="connsiteX586" fmla="*/ 3128474 w 5593163"/>
              <a:gd name="connsiteY586" fmla="*/ 3874286 h 4305008"/>
              <a:gd name="connsiteX587" fmla="*/ 3128448 w 5593163"/>
              <a:gd name="connsiteY587" fmla="*/ 3874777 h 4305008"/>
              <a:gd name="connsiteX588" fmla="*/ 3111330 w 5593163"/>
              <a:gd name="connsiteY588" fmla="*/ 3873164 h 4305008"/>
              <a:gd name="connsiteX589" fmla="*/ 3015903 w 5593163"/>
              <a:gd name="connsiteY589" fmla="*/ 3864173 h 4305008"/>
              <a:gd name="connsiteX590" fmla="*/ 2999687 w 5593163"/>
              <a:gd name="connsiteY590" fmla="*/ 3862645 h 4305008"/>
              <a:gd name="connsiteX591" fmla="*/ 2999571 w 5593163"/>
              <a:gd name="connsiteY591" fmla="*/ 3861506 h 4305008"/>
              <a:gd name="connsiteX592" fmla="*/ 2309405 w 5593163"/>
              <a:gd name="connsiteY592" fmla="*/ 3173908 h 4305008"/>
              <a:gd name="connsiteX593" fmla="*/ 2308899 w 5593163"/>
              <a:gd name="connsiteY593" fmla="*/ 3173846 h 4305008"/>
              <a:gd name="connsiteX594" fmla="*/ 2308361 w 5593163"/>
              <a:gd name="connsiteY594" fmla="*/ 3167222 h 4305008"/>
              <a:gd name="connsiteX595" fmla="*/ 2300894 w 5593163"/>
              <a:gd name="connsiteY595" fmla="*/ 3075472 h 4305008"/>
              <a:gd name="connsiteX596" fmla="*/ 2299523 w 5593163"/>
              <a:gd name="connsiteY596" fmla="*/ 3058630 h 4305008"/>
              <a:gd name="connsiteX597" fmla="*/ 1601297 w 5593163"/>
              <a:gd name="connsiteY597" fmla="*/ 636203 h 4305008"/>
              <a:gd name="connsiteX598" fmla="*/ 2144606 w 5593163"/>
              <a:gd name="connsiteY598" fmla="*/ 1181049 h 4305008"/>
              <a:gd name="connsiteX599" fmla="*/ 1601297 w 5593163"/>
              <a:gd name="connsiteY599" fmla="*/ 636203 h 4305008"/>
              <a:gd name="connsiteX600" fmla="*/ 1601297 w 5593163"/>
              <a:gd name="connsiteY600" fmla="*/ 2333028 h 4305008"/>
              <a:gd name="connsiteX601" fmla="*/ 2144606 w 5593163"/>
              <a:gd name="connsiteY601" fmla="*/ 2877874 h 4305008"/>
              <a:gd name="connsiteX602" fmla="*/ 1601297 w 5593163"/>
              <a:gd name="connsiteY602" fmla="*/ 2333028 h 4305008"/>
              <a:gd name="connsiteX603" fmla="*/ 1601295 w 5593163"/>
              <a:gd name="connsiteY603" fmla="*/ 2034258 h 4305008"/>
              <a:gd name="connsiteX604" fmla="*/ 2144604 w 5593163"/>
              <a:gd name="connsiteY604" fmla="*/ 1493690 h 4305008"/>
              <a:gd name="connsiteX605" fmla="*/ 1601295 w 5593163"/>
              <a:gd name="connsiteY605" fmla="*/ 2034258 h 4305008"/>
              <a:gd name="connsiteX606" fmla="*/ 1601295 w 5593163"/>
              <a:gd name="connsiteY606" fmla="*/ 3731083 h 4305008"/>
              <a:gd name="connsiteX607" fmla="*/ 2144604 w 5593163"/>
              <a:gd name="connsiteY607" fmla="*/ 3190516 h 4305008"/>
              <a:gd name="connsiteX608" fmla="*/ 1601295 w 5593163"/>
              <a:gd name="connsiteY608" fmla="*/ 3731083 h 4305008"/>
              <a:gd name="connsiteX609" fmla="*/ 1457930 w 5593163"/>
              <a:gd name="connsiteY609" fmla="*/ 503273 h 4305008"/>
              <a:gd name="connsiteX610" fmla="*/ 1458524 w 5593163"/>
              <a:gd name="connsiteY610" fmla="*/ 491833 h 4305008"/>
              <a:gd name="connsiteX611" fmla="*/ 1459022 w 5593163"/>
              <a:gd name="connsiteY611" fmla="*/ 491866 h 4305008"/>
              <a:gd name="connsiteX612" fmla="*/ 1459048 w 5593163"/>
              <a:gd name="connsiteY612" fmla="*/ 491372 h 4305008"/>
              <a:gd name="connsiteX613" fmla="*/ 1476135 w 5593163"/>
              <a:gd name="connsiteY613" fmla="*/ 492995 h 4305008"/>
              <a:gd name="connsiteX614" fmla="*/ 1571597 w 5593163"/>
              <a:gd name="connsiteY614" fmla="*/ 502060 h 4305008"/>
              <a:gd name="connsiteX615" fmla="*/ 1587809 w 5593163"/>
              <a:gd name="connsiteY615" fmla="*/ 503599 h 4305008"/>
              <a:gd name="connsiteX616" fmla="*/ 1587926 w 5593163"/>
              <a:gd name="connsiteY616" fmla="*/ 504747 h 4305008"/>
              <a:gd name="connsiteX617" fmla="*/ 2278092 w 5593163"/>
              <a:gd name="connsiteY617" fmla="*/ 1197788 h 4305008"/>
              <a:gd name="connsiteX618" fmla="*/ 2278598 w 5593163"/>
              <a:gd name="connsiteY618" fmla="*/ 1197851 h 4305008"/>
              <a:gd name="connsiteX619" fmla="*/ 2279138 w 5593163"/>
              <a:gd name="connsiteY619" fmla="*/ 1204541 h 4305008"/>
              <a:gd name="connsiteX620" fmla="*/ 2286602 w 5593163"/>
              <a:gd name="connsiteY620" fmla="*/ 1296998 h 4305008"/>
              <a:gd name="connsiteX621" fmla="*/ 2287973 w 5593163"/>
              <a:gd name="connsiteY621" fmla="*/ 1313979 h 4305008"/>
              <a:gd name="connsiteX622" fmla="*/ 2287380 w 5593163"/>
              <a:gd name="connsiteY622" fmla="*/ 1325419 h 4305008"/>
              <a:gd name="connsiteX623" fmla="*/ 2286881 w 5593163"/>
              <a:gd name="connsiteY623" fmla="*/ 1325386 h 4305008"/>
              <a:gd name="connsiteX624" fmla="*/ 2286855 w 5593163"/>
              <a:gd name="connsiteY624" fmla="*/ 1325881 h 4305008"/>
              <a:gd name="connsiteX625" fmla="*/ 2269736 w 5593163"/>
              <a:gd name="connsiteY625" fmla="*/ 1324255 h 4305008"/>
              <a:gd name="connsiteX626" fmla="*/ 2174310 w 5593163"/>
              <a:gd name="connsiteY626" fmla="*/ 1315193 h 4305008"/>
              <a:gd name="connsiteX627" fmla="*/ 2158093 w 5593163"/>
              <a:gd name="connsiteY627" fmla="*/ 1313653 h 4305008"/>
              <a:gd name="connsiteX628" fmla="*/ 2157977 w 5593163"/>
              <a:gd name="connsiteY628" fmla="*/ 1312505 h 4305008"/>
              <a:gd name="connsiteX629" fmla="*/ 1467811 w 5593163"/>
              <a:gd name="connsiteY629" fmla="*/ 619464 h 4305008"/>
              <a:gd name="connsiteX630" fmla="*/ 1467306 w 5593163"/>
              <a:gd name="connsiteY630" fmla="*/ 619401 h 4305008"/>
              <a:gd name="connsiteX631" fmla="*/ 1466767 w 5593163"/>
              <a:gd name="connsiteY631" fmla="*/ 612725 h 4305008"/>
              <a:gd name="connsiteX632" fmla="*/ 1459300 w 5593163"/>
              <a:gd name="connsiteY632" fmla="*/ 520249 h 4305008"/>
              <a:gd name="connsiteX633" fmla="*/ 1457930 w 5593163"/>
              <a:gd name="connsiteY633" fmla="*/ 503273 h 4305008"/>
              <a:gd name="connsiteX634" fmla="*/ 1457930 w 5593163"/>
              <a:gd name="connsiteY634" fmla="*/ 2200098 h 4305008"/>
              <a:gd name="connsiteX635" fmla="*/ 1458524 w 5593163"/>
              <a:gd name="connsiteY635" fmla="*/ 2188658 h 4305008"/>
              <a:gd name="connsiteX636" fmla="*/ 1459022 w 5593163"/>
              <a:gd name="connsiteY636" fmla="*/ 2188691 h 4305008"/>
              <a:gd name="connsiteX637" fmla="*/ 1459048 w 5593163"/>
              <a:gd name="connsiteY637" fmla="*/ 2188197 h 4305008"/>
              <a:gd name="connsiteX638" fmla="*/ 1476135 w 5593163"/>
              <a:gd name="connsiteY638" fmla="*/ 2189820 h 4305008"/>
              <a:gd name="connsiteX639" fmla="*/ 1571597 w 5593163"/>
              <a:gd name="connsiteY639" fmla="*/ 2198885 h 4305008"/>
              <a:gd name="connsiteX640" fmla="*/ 1587809 w 5593163"/>
              <a:gd name="connsiteY640" fmla="*/ 2200424 h 4305008"/>
              <a:gd name="connsiteX641" fmla="*/ 1587926 w 5593163"/>
              <a:gd name="connsiteY641" fmla="*/ 2201572 h 4305008"/>
              <a:gd name="connsiteX642" fmla="*/ 2278092 w 5593163"/>
              <a:gd name="connsiteY642" fmla="*/ 2894613 h 4305008"/>
              <a:gd name="connsiteX643" fmla="*/ 2278598 w 5593163"/>
              <a:gd name="connsiteY643" fmla="*/ 2894676 h 4305008"/>
              <a:gd name="connsiteX644" fmla="*/ 2279138 w 5593163"/>
              <a:gd name="connsiteY644" fmla="*/ 2901366 h 4305008"/>
              <a:gd name="connsiteX645" fmla="*/ 2286602 w 5593163"/>
              <a:gd name="connsiteY645" fmla="*/ 2993823 h 4305008"/>
              <a:gd name="connsiteX646" fmla="*/ 2287973 w 5593163"/>
              <a:gd name="connsiteY646" fmla="*/ 3010804 h 4305008"/>
              <a:gd name="connsiteX647" fmla="*/ 2287380 w 5593163"/>
              <a:gd name="connsiteY647" fmla="*/ 3022244 h 4305008"/>
              <a:gd name="connsiteX648" fmla="*/ 2286881 w 5593163"/>
              <a:gd name="connsiteY648" fmla="*/ 3022211 h 4305008"/>
              <a:gd name="connsiteX649" fmla="*/ 2286855 w 5593163"/>
              <a:gd name="connsiteY649" fmla="*/ 3022706 h 4305008"/>
              <a:gd name="connsiteX650" fmla="*/ 2269736 w 5593163"/>
              <a:gd name="connsiteY650" fmla="*/ 3021080 h 4305008"/>
              <a:gd name="connsiteX651" fmla="*/ 2174310 w 5593163"/>
              <a:gd name="connsiteY651" fmla="*/ 3012018 h 4305008"/>
              <a:gd name="connsiteX652" fmla="*/ 2158093 w 5593163"/>
              <a:gd name="connsiteY652" fmla="*/ 3010478 h 4305008"/>
              <a:gd name="connsiteX653" fmla="*/ 2157977 w 5593163"/>
              <a:gd name="connsiteY653" fmla="*/ 3009330 h 4305008"/>
              <a:gd name="connsiteX654" fmla="*/ 1467811 w 5593163"/>
              <a:gd name="connsiteY654" fmla="*/ 2316289 h 4305008"/>
              <a:gd name="connsiteX655" fmla="*/ 1467306 w 5593163"/>
              <a:gd name="connsiteY655" fmla="*/ 2316226 h 4305008"/>
              <a:gd name="connsiteX656" fmla="*/ 1466767 w 5593163"/>
              <a:gd name="connsiteY656" fmla="*/ 2309550 h 4305008"/>
              <a:gd name="connsiteX657" fmla="*/ 1459300 w 5593163"/>
              <a:gd name="connsiteY657" fmla="*/ 2217074 h 4305008"/>
              <a:gd name="connsiteX658" fmla="*/ 1457930 w 5593163"/>
              <a:gd name="connsiteY658" fmla="*/ 2200098 h 4305008"/>
              <a:gd name="connsiteX659" fmla="*/ 1457930 w 5593163"/>
              <a:gd name="connsiteY659" fmla="*/ 3896923 h 4305008"/>
              <a:gd name="connsiteX660" fmla="*/ 1458524 w 5593163"/>
              <a:gd name="connsiteY660" fmla="*/ 3885483 h 4305008"/>
              <a:gd name="connsiteX661" fmla="*/ 1459022 w 5593163"/>
              <a:gd name="connsiteY661" fmla="*/ 3885516 h 4305008"/>
              <a:gd name="connsiteX662" fmla="*/ 1459048 w 5593163"/>
              <a:gd name="connsiteY662" fmla="*/ 3885022 h 4305008"/>
              <a:gd name="connsiteX663" fmla="*/ 1476135 w 5593163"/>
              <a:gd name="connsiteY663" fmla="*/ 3886645 h 4305008"/>
              <a:gd name="connsiteX664" fmla="*/ 1571597 w 5593163"/>
              <a:gd name="connsiteY664" fmla="*/ 3895710 h 4305008"/>
              <a:gd name="connsiteX665" fmla="*/ 1587809 w 5593163"/>
              <a:gd name="connsiteY665" fmla="*/ 3897249 h 4305008"/>
              <a:gd name="connsiteX666" fmla="*/ 1587926 w 5593163"/>
              <a:gd name="connsiteY666" fmla="*/ 3898397 h 4305008"/>
              <a:gd name="connsiteX667" fmla="*/ 2148179 w 5593163"/>
              <a:gd name="connsiteY667" fmla="*/ 4255797 h 4305008"/>
              <a:gd name="connsiteX668" fmla="*/ 2176624 w 5593163"/>
              <a:gd name="connsiteY668" fmla="*/ 4305008 h 4305008"/>
              <a:gd name="connsiteX669" fmla="*/ 2025574 w 5593163"/>
              <a:gd name="connsiteY669" fmla="*/ 4305008 h 4305008"/>
              <a:gd name="connsiteX670" fmla="*/ 1973451 w 5593163"/>
              <a:gd name="connsiteY670" fmla="*/ 4241205 h 4305008"/>
              <a:gd name="connsiteX671" fmla="*/ 1601297 w 5593163"/>
              <a:gd name="connsiteY671" fmla="*/ 4029853 h 4305008"/>
              <a:gd name="connsiteX672" fmla="*/ 1700478 w 5593163"/>
              <a:gd name="connsiteY672" fmla="*/ 4271827 h 4305008"/>
              <a:gd name="connsiteX673" fmla="*/ 1727160 w 5593163"/>
              <a:gd name="connsiteY673" fmla="*/ 4305008 h 4305008"/>
              <a:gd name="connsiteX674" fmla="*/ 1573050 w 5593163"/>
              <a:gd name="connsiteY674" fmla="*/ 4305008 h 4305008"/>
              <a:gd name="connsiteX675" fmla="*/ 1542929 w 5593163"/>
              <a:gd name="connsiteY675" fmla="*/ 4254710 h 4305008"/>
              <a:gd name="connsiteX676" fmla="*/ 1467811 w 5593163"/>
              <a:gd name="connsiteY676" fmla="*/ 4013114 h 4305008"/>
              <a:gd name="connsiteX677" fmla="*/ 1467306 w 5593163"/>
              <a:gd name="connsiteY677" fmla="*/ 4013051 h 4305008"/>
              <a:gd name="connsiteX678" fmla="*/ 1466767 w 5593163"/>
              <a:gd name="connsiteY678" fmla="*/ 4006375 h 4305008"/>
              <a:gd name="connsiteX679" fmla="*/ 1459300 w 5593163"/>
              <a:gd name="connsiteY679" fmla="*/ 3913899 h 4305008"/>
              <a:gd name="connsiteX680" fmla="*/ 1457930 w 5593163"/>
              <a:gd name="connsiteY680" fmla="*/ 3896923 h 4305008"/>
              <a:gd name="connsiteX681" fmla="*/ 1457928 w 5593163"/>
              <a:gd name="connsiteY681" fmla="*/ 469318 h 4305008"/>
              <a:gd name="connsiteX682" fmla="*/ 1459298 w 5593163"/>
              <a:gd name="connsiteY682" fmla="*/ 452471 h 4305008"/>
              <a:gd name="connsiteX683" fmla="*/ 1466762 w 5593163"/>
              <a:gd name="connsiteY683" fmla="*/ 360740 h 4305008"/>
              <a:gd name="connsiteX684" fmla="*/ 1467303 w 5593163"/>
              <a:gd name="connsiteY684" fmla="*/ 354103 h 4305008"/>
              <a:gd name="connsiteX685" fmla="*/ 1467808 w 5593163"/>
              <a:gd name="connsiteY685" fmla="*/ 354040 h 4305008"/>
              <a:gd name="connsiteX686" fmla="*/ 1552022 w 5593163"/>
              <a:gd name="connsiteY686" fmla="*/ 96778 h 4305008"/>
              <a:gd name="connsiteX687" fmla="*/ 1614656 w 5593163"/>
              <a:gd name="connsiteY687" fmla="*/ 0 h 4305008"/>
              <a:gd name="connsiteX688" fmla="*/ 1783031 w 5593163"/>
              <a:gd name="connsiteY688" fmla="*/ 0 h 4305008"/>
              <a:gd name="connsiteX689" fmla="*/ 1714803 w 5593163"/>
              <a:gd name="connsiteY689" fmla="*/ 76659 h 4305008"/>
              <a:gd name="connsiteX690" fmla="*/ 1601295 w 5593163"/>
              <a:gd name="connsiteY690" fmla="*/ 337433 h 4305008"/>
              <a:gd name="connsiteX691" fmla="*/ 2040269 w 5593163"/>
              <a:gd name="connsiteY691" fmla="*/ 44350 h 4305008"/>
              <a:gd name="connsiteX692" fmla="*/ 2062497 w 5593163"/>
              <a:gd name="connsiteY692" fmla="*/ 0 h 4305008"/>
              <a:gd name="connsiteX693" fmla="*/ 2211135 w 5593163"/>
              <a:gd name="connsiteY693" fmla="*/ 0 h 4305008"/>
              <a:gd name="connsiteX694" fmla="*/ 2159296 w 5593163"/>
              <a:gd name="connsiteY694" fmla="*/ 95636 h 4305008"/>
              <a:gd name="connsiteX695" fmla="*/ 1587923 w 5593163"/>
              <a:gd name="connsiteY695" fmla="*/ 467856 h 4305008"/>
              <a:gd name="connsiteX696" fmla="*/ 1587807 w 5593163"/>
              <a:gd name="connsiteY696" fmla="*/ 468995 h 4305008"/>
              <a:gd name="connsiteX697" fmla="*/ 1571591 w 5593163"/>
              <a:gd name="connsiteY697" fmla="*/ 470523 h 4305008"/>
              <a:gd name="connsiteX698" fmla="*/ 1476164 w 5593163"/>
              <a:gd name="connsiteY698" fmla="*/ 479514 h 4305008"/>
              <a:gd name="connsiteX699" fmla="*/ 1459046 w 5593163"/>
              <a:gd name="connsiteY699" fmla="*/ 481127 h 4305008"/>
              <a:gd name="connsiteX700" fmla="*/ 1459020 w 5593163"/>
              <a:gd name="connsiteY700" fmla="*/ 480636 h 4305008"/>
              <a:gd name="connsiteX701" fmla="*/ 1458521 w 5593163"/>
              <a:gd name="connsiteY701" fmla="*/ 480669 h 4305008"/>
              <a:gd name="connsiteX702" fmla="*/ 1457928 w 5593163"/>
              <a:gd name="connsiteY702" fmla="*/ 469318 h 4305008"/>
              <a:gd name="connsiteX703" fmla="*/ 1457928 w 5593163"/>
              <a:gd name="connsiteY703" fmla="*/ 2166144 h 4305008"/>
              <a:gd name="connsiteX704" fmla="*/ 1459298 w 5593163"/>
              <a:gd name="connsiteY704" fmla="*/ 2149296 h 4305008"/>
              <a:gd name="connsiteX705" fmla="*/ 1466762 w 5593163"/>
              <a:gd name="connsiteY705" fmla="*/ 2057565 h 4305008"/>
              <a:gd name="connsiteX706" fmla="*/ 1467303 w 5593163"/>
              <a:gd name="connsiteY706" fmla="*/ 2050928 h 4305008"/>
              <a:gd name="connsiteX707" fmla="*/ 1467808 w 5593163"/>
              <a:gd name="connsiteY707" fmla="*/ 2050865 h 4305008"/>
              <a:gd name="connsiteX708" fmla="*/ 2157974 w 5593163"/>
              <a:gd name="connsiteY708" fmla="*/ 1363267 h 4305008"/>
              <a:gd name="connsiteX709" fmla="*/ 2158091 w 5593163"/>
              <a:gd name="connsiteY709" fmla="*/ 1362128 h 4305008"/>
              <a:gd name="connsiteX710" fmla="*/ 2174304 w 5593163"/>
              <a:gd name="connsiteY710" fmla="*/ 1360601 h 4305008"/>
              <a:gd name="connsiteX711" fmla="*/ 2269765 w 5593163"/>
              <a:gd name="connsiteY711" fmla="*/ 1351607 h 4305008"/>
              <a:gd name="connsiteX712" fmla="*/ 2286853 w 5593163"/>
              <a:gd name="connsiteY712" fmla="*/ 1349997 h 4305008"/>
              <a:gd name="connsiteX713" fmla="*/ 2286879 w 5593163"/>
              <a:gd name="connsiteY713" fmla="*/ 1350487 h 4305008"/>
              <a:gd name="connsiteX714" fmla="*/ 2287377 w 5593163"/>
              <a:gd name="connsiteY714" fmla="*/ 1350455 h 4305008"/>
              <a:gd name="connsiteX715" fmla="*/ 2287971 w 5593163"/>
              <a:gd name="connsiteY715" fmla="*/ 1361805 h 4305008"/>
              <a:gd name="connsiteX716" fmla="*/ 2286600 w 5593163"/>
              <a:gd name="connsiteY716" fmla="*/ 1378647 h 4305008"/>
              <a:gd name="connsiteX717" fmla="*/ 2279133 w 5593163"/>
              <a:gd name="connsiteY717" fmla="*/ 1470397 h 4305008"/>
              <a:gd name="connsiteX718" fmla="*/ 2278595 w 5593163"/>
              <a:gd name="connsiteY718" fmla="*/ 1477021 h 4305008"/>
              <a:gd name="connsiteX719" fmla="*/ 2278089 w 5593163"/>
              <a:gd name="connsiteY719" fmla="*/ 1477083 h 4305008"/>
              <a:gd name="connsiteX720" fmla="*/ 1587923 w 5593163"/>
              <a:gd name="connsiteY720" fmla="*/ 2164681 h 4305008"/>
              <a:gd name="connsiteX721" fmla="*/ 1587807 w 5593163"/>
              <a:gd name="connsiteY721" fmla="*/ 2165820 h 4305008"/>
              <a:gd name="connsiteX722" fmla="*/ 1571591 w 5593163"/>
              <a:gd name="connsiteY722" fmla="*/ 2167348 h 4305008"/>
              <a:gd name="connsiteX723" fmla="*/ 1476164 w 5593163"/>
              <a:gd name="connsiteY723" fmla="*/ 2176339 h 4305008"/>
              <a:gd name="connsiteX724" fmla="*/ 1459046 w 5593163"/>
              <a:gd name="connsiteY724" fmla="*/ 2177952 h 4305008"/>
              <a:gd name="connsiteX725" fmla="*/ 1459020 w 5593163"/>
              <a:gd name="connsiteY725" fmla="*/ 2177461 h 4305008"/>
              <a:gd name="connsiteX726" fmla="*/ 1458521 w 5593163"/>
              <a:gd name="connsiteY726" fmla="*/ 2177494 h 4305008"/>
              <a:gd name="connsiteX727" fmla="*/ 1457928 w 5593163"/>
              <a:gd name="connsiteY727" fmla="*/ 2166144 h 4305008"/>
              <a:gd name="connsiteX728" fmla="*/ 1457928 w 5593163"/>
              <a:gd name="connsiteY728" fmla="*/ 3862969 h 4305008"/>
              <a:gd name="connsiteX729" fmla="*/ 1459298 w 5593163"/>
              <a:gd name="connsiteY729" fmla="*/ 3846121 h 4305008"/>
              <a:gd name="connsiteX730" fmla="*/ 1466762 w 5593163"/>
              <a:gd name="connsiteY730" fmla="*/ 3754390 h 4305008"/>
              <a:gd name="connsiteX731" fmla="*/ 1467303 w 5593163"/>
              <a:gd name="connsiteY731" fmla="*/ 3747753 h 4305008"/>
              <a:gd name="connsiteX732" fmla="*/ 1467808 w 5593163"/>
              <a:gd name="connsiteY732" fmla="*/ 3747690 h 4305008"/>
              <a:gd name="connsiteX733" fmla="*/ 2157974 w 5593163"/>
              <a:gd name="connsiteY733" fmla="*/ 3060092 h 4305008"/>
              <a:gd name="connsiteX734" fmla="*/ 2158091 w 5593163"/>
              <a:gd name="connsiteY734" fmla="*/ 3058953 h 4305008"/>
              <a:gd name="connsiteX735" fmla="*/ 2174304 w 5593163"/>
              <a:gd name="connsiteY735" fmla="*/ 3057426 h 4305008"/>
              <a:gd name="connsiteX736" fmla="*/ 2269765 w 5593163"/>
              <a:gd name="connsiteY736" fmla="*/ 3048432 h 4305008"/>
              <a:gd name="connsiteX737" fmla="*/ 2286853 w 5593163"/>
              <a:gd name="connsiteY737" fmla="*/ 3046822 h 4305008"/>
              <a:gd name="connsiteX738" fmla="*/ 2286879 w 5593163"/>
              <a:gd name="connsiteY738" fmla="*/ 3047312 h 4305008"/>
              <a:gd name="connsiteX739" fmla="*/ 2287377 w 5593163"/>
              <a:gd name="connsiteY739" fmla="*/ 3047280 h 4305008"/>
              <a:gd name="connsiteX740" fmla="*/ 2287971 w 5593163"/>
              <a:gd name="connsiteY740" fmla="*/ 3058630 h 4305008"/>
              <a:gd name="connsiteX741" fmla="*/ 2286600 w 5593163"/>
              <a:gd name="connsiteY741" fmla="*/ 3075472 h 4305008"/>
              <a:gd name="connsiteX742" fmla="*/ 2279133 w 5593163"/>
              <a:gd name="connsiteY742" fmla="*/ 3167222 h 4305008"/>
              <a:gd name="connsiteX743" fmla="*/ 2278595 w 5593163"/>
              <a:gd name="connsiteY743" fmla="*/ 3173846 h 4305008"/>
              <a:gd name="connsiteX744" fmla="*/ 2278089 w 5593163"/>
              <a:gd name="connsiteY744" fmla="*/ 3173908 h 4305008"/>
              <a:gd name="connsiteX745" fmla="*/ 1587923 w 5593163"/>
              <a:gd name="connsiteY745" fmla="*/ 3861506 h 4305008"/>
              <a:gd name="connsiteX746" fmla="*/ 1587807 w 5593163"/>
              <a:gd name="connsiteY746" fmla="*/ 3862645 h 4305008"/>
              <a:gd name="connsiteX747" fmla="*/ 1571591 w 5593163"/>
              <a:gd name="connsiteY747" fmla="*/ 3864173 h 4305008"/>
              <a:gd name="connsiteX748" fmla="*/ 1476164 w 5593163"/>
              <a:gd name="connsiteY748" fmla="*/ 3873164 h 4305008"/>
              <a:gd name="connsiteX749" fmla="*/ 1459046 w 5593163"/>
              <a:gd name="connsiteY749" fmla="*/ 3874777 h 4305008"/>
              <a:gd name="connsiteX750" fmla="*/ 1459020 w 5593163"/>
              <a:gd name="connsiteY750" fmla="*/ 3874286 h 4305008"/>
              <a:gd name="connsiteX751" fmla="*/ 1458521 w 5593163"/>
              <a:gd name="connsiteY751" fmla="*/ 3874319 h 4305008"/>
              <a:gd name="connsiteX752" fmla="*/ 1457928 w 5593163"/>
              <a:gd name="connsiteY752" fmla="*/ 3862969 h 4305008"/>
              <a:gd name="connsiteX753" fmla="*/ 750739 w 5593163"/>
              <a:gd name="connsiteY753" fmla="*/ 1181049 h 4305008"/>
              <a:gd name="connsiteX754" fmla="*/ 1294048 w 5593163"/>
              <a:gd name="connsiteY754" fmla="*/ 636203 h 4305008"/>
              <a:gd name="connsiteX755" fmla="*/ 750739 w 5593163"/>
              <a:gd name="connsiteY755" fmla="*/ 1181049 h 4305008"/>
              <a:gd name="connsiteX756" fmla="*/ 750739 w 5593163"/>
              <a:gd name="connsiteY756" fmla="*/ 1493690 h 4305008"/>
              <a:gd name="connsiteX757" fmla="*/ 1294048 w 5593163"/>
              <a:gd name="connsiteY757" fmla="*/ 2034258 h 4305008"/>
              <a:gd name="connsiteX758" fmla="*/ 750739 w 5593163"/>
              <a:gd name="connsiteY758" fmla="*/ 1493690 h 4305008"/>
              <a:gd name="connsiteX759" fmla="*/ 750739 w 5593163"/>
              <a:gd name="connsiteY759" fmla="*/ 2877874 h 4305008"/>
              <a:gd name="connsiteX760" fmla="*/ 1294048 w 5593163"/>
              <a:gd name="connsiteY760" fmla="*/ 2333028 h 4305008"/>
              <a:gd name="connsiteX761" fmla="*/ 750739 w 5593163"/>
              <a:gd name="connsiteY761" fmla="*/ 2877874 h 4305008"/>
              <a:gd name="connsiteX762" fmla="*/ 750739 w 5593163"/>
              <a:gd name="connsiteY762" fmla="*/ 3190516 h 4305008"/>
              <a:gd name="connsiteX763" fmla="*/ 1294048 w 5593163"/>
              <a:gd name="connsiteY763" fmla="*/ 3731083 h 4305008"/>
              <a:gd name="connsiteX764" fmla="*/ 750739 w 5593163"/>
              <a:gd name="connsiteY764" fmla="*/ 3190516 h 4305008"/>
              <a:gd name="connsiteX765" fmla="*/ 718720 w 5593163"/>
              <a:gd name="connsiteY765" fmla="*/ 4305008 h 4305008"/>
              <a:gd name="connsiteX766" fmla="*/ 747165 w 5593163"/>
              <a:gd name="connsiteY766" fmla="*/ 4255797 h 4305008"/>
              <a:gd name="connsiteX767" fmla="*/ 1307418 w 5593163"/>
              <a:gd name="connsiteY767" fmla="*/ 3898397 h 4305008"/>
              <a:gd name="connsiteX768" fmla="*/ 1307535 w 5593163"/>
              <a:gd name="connsiteY768" fmla="*/ 3897249 h 4305008"/>
              <a:gd name="connsiteX769" fmla="*/ 1323748 w 5593163"/>
              <a:gd name="connsiteY769" fmla="*/ 3895710 h 4305008"/>
              <a:gd name="connsiteX770" fmla="*/ 1419209 w 5593163"/>
              <a:gd name="connsiteY770" fmla="*/ 3886645 h 4305008"/>
              <a:gd name="connsiteX771" fmla="*/ 1436297 w 5593163"/>
              <a:gd name="connsiteY771" fmla="*/ 3885022 h 4305008"/>
              <a:gd name="connsiteX772" fmla="*/ 1436323 w 5593163"/>
              <a:gd name="connsiteY772" fmla="*/ 3885516 h 4305008"/>
              <a:gd name="connsiteX773" fmla="*/ 1436821 w 5593163"/>
              <a:gd name="connsiteY773" fmla="*/ 3885483 h 4305008"/>
              <a:gd name="connsiteX774" fmla="*/ 1437415 w 5593163"/>
              <a:gd name="connsiteY774" fmla="*/ 3896923 h 4305008"/>
              <a:gd name="connsiteX775" fmla="*/ 1436044 w 5593163"/>
              <a:gd name="connsiteY775" fmla="*/ 3913899 h 4305008"/>
              <a:gd name="connsiteX776" fmla="*/ 1428577 w 5593163"/>
              <a:gd name="connsiteY776" fmla="*/ 4006375 h 4305008"/>
              <a:gd name="connsiteX777" fmla="*/ 1428039 w 5593163"/>
              <a:gd name="connsiteY777" fmla="*/ 4013051 h 4305008"/>
              <a:gd name="connsiteX778" fmla="*/ 1427533 w 5593163"/>
              <a:gd name="connsiteY778" fmla="*/ 4013114 h 4305008"/>
              <a:gd name="connsiteX779" fmla="*/ 1352416 w 5593163"/>
              <a:gd name="connsiteY779" fmla="*/ 4254710 h 4305008"/>
              <a:gd name="connsiteX780" fmla="*/ 1322295 w 5593163"/>
              <a:gd name="connsiteY780" fmla="*/ 4305008 h 4305008"/>
              <a:gd name="connsiteX781" fmla="*/ 1168185 w 5593163"/>
              <a:gd name="connsiteY781" fmla="*/ 4305008 h 4305008"/>
              <a:gd name="connsiteX782" fmla="*/ 1194867 w 5593163"/>
              <a:gd name="connsiteY782" fmla="*/ 4271827 h 4305008"/>
              <a:gd name="connsiteX783" fmla="*/ 1294048 w 5593163"/>
              <a:gd name="connsiteY783" fmla="*/ 4029853 h 4305008"/>
              <a:gd name="connsiteX784" fmla="*/ 921894 w 5593163"/>
              <a:gd name="connsiteY784" fmla="*/ 4241205 h 4305008"/>
              <a:gd name="connsiteX785" fmla="*/ 869771 w 5593163"/>
              <a:gd name="connsiteY785" fmla="*/ 4305008 h 4305008"/>
              <a:gd name="connsiteX786" fmla="*/ 684209 w 5593163"/>
              <a:gd name="connsiteY786" fmla="*/ 0 h 4305008"/>
              <a:gd name="connsiteX787" fmla="*/ 832847 w 5593163"/>
              <a:gd name="connsiteY787" fmla="*/ 0 h 4305008"/>
              <a:gd name="connsiteX788" fmla="*/ 855075 w 5593163"/>
              <a:gd name="connsiteY788" fmla="*/ 44350 h 4305008"/>
              <a:gd name="connsiteX789" fmla="*/ 1294048 w 5593163"/>
              <a:gd name="connsiteY789" fmla="*/ 337433 h 4305008"/>
              <a:gd name="connsiteX790" fmla="*/ 1180541 w 5593163"/>
              <a:gd name="connsiteY790" fmla="*/ 76659 h 4305008"/>
              <a:gd name="connsiteX791" fmla="*/ 1112313 w 5593163"/>
              <a:gd name="connsiteY791" fmla="*/ 0 h 4305008"/>
              <a:gd name="connsiteX792" fmla="*/ 1280688 w 5593163"/>
              <a:gd name="connsiteY792" fmla="*/ 0 h 4305008"/>
              <a:gd name="connsiteX793" fmla="*/ 1343322 w 5593163"/>
              <a:gd name="connsiteY793" fmla="*/ 96778 h 4305008"/>
              <a:gd name="connsiteX794" fmla="*/ 1427534 w 5593163"/>
              <a:gd name="connsiteY794" fmla="*/ 354040 h 4305008"/>
              <a:gd name="connsiteX795" fmla="*/ 1428040 w 5593163"/>
              <a:gd name="connsiteY795" fmla="*/ 354102 h 4305008"/>
              <a:gd name="connsiteX796" fmla="*/ 1428580 w 5593163"/>
              <a:gd name="connsiteY796" fmla="*/ 360740 h 4305008"/>
              <a:gd name="connsiteX797" fmla="*/ 1436044 w 5593163"/>
              <a:gd name="connsiteY797" fmla="*/ 452471 h 4305008"/>
              <a:gd name="connsiteX798" fmla="*/ 1437415 w 5593163"/>
              <a:gd name="connsiteY798" fmla="*/ 469318 h 4305008"/>
              <a:gd name="connsiteX799" fmla="*/ 1436822 w 5593163"/>
              <a:gd name="connsiteY799" fmla="*/ 480669 h 4305008"/>
              <a:gd name="connsiteX800" fmla="*/ 1436323 w 5593163"/>
              <a:gd name="connsiteY800" fmla="*/ 480636 h 4305008"/>
              <a:gd name="connsiteX801" fmla="*/ 1436297 w 5593163"/>
              <a:gd name="connsiteY801" fmla="*/ 481127 h 4305008"/>
              <a:gd name="connsiteX802" fmla="*/ 1419178 w 5593163"/>
              <a:gd name="connsiteY802" fmla="*/ 479514 h 4305008"/>
              <a:gd name="connsiteX803" fmla="*/ 1323752 w 5593163"/>
              <a:gd name="connsiteY803" fmla="*/ 470523 h 4305008"/>
              <a:gd name="connsiteX804" fmla="*/ 1307535 w 5593163"/>
              <a:gd name="connsiteY804" fmla="*/ 468995 h 4305008"/>
              <a:gd name="connsiteX805" fmla="*/ 1307419 w 5593163"/>
              <a:gd name="connsiteY805" fmla="*/ 467856 h 4305008"/>
              <a:gd name="connsiteX806" fmla="*/ 736048 w 5593163"/>
              <a:gd name="connsiteY806" fmla="*/ 95636 h 4305008"/>
              <a:gd name="connsiteX807" fmla="*/ 607372 w 5593163"/>
              <a:gd name="connsiteY807" fmla="*/ 1313979 h 4305008"/>
              <a:gd name="connsiteX808" fmla="*/ 608742 w 5593163"/>
              <a:gd name="connsiteY808" fmla="*/ 1296998 h 4305008"/>
              <a:gd name="connsiteX809" fmla="*/ 616206 w 5593163"/>
              <a:gd name="connsiteY809" fmla="*/ 1204541 h 4305008"/>
              <a:gd name="connsiteX810" fmla="*/ 616747 w 5593163"/>
              <a:gd name="connsiteY810" fmla="*/ 1197851 h 4305008"/>
              <a:gd name="connsiteX811" fmla="*/ 617252 w 5593163"/>
              <a:gd name="connsiteY811" fmla="*/ 1197788 h 4305008"/>
              <a:gd name="connsiteX812" fmla="*/ 1307418 w 5593163"/>
              <a:gd name="connsiteY812" fmla="*/ 504747 h 4305008"/>
              <a:gd name="connsiteX813" fmla="*/ 1307535 w 5593163"/>
              <a:gd name="connsiteY813" fmla="*/ 503599 h 4305008"/>
              <a:gd name="connsiteX814" fmla="*/ 1323748 w 5593163"/>
              <a:gd name="connsiteY814" fmla="*/ 502060 h 4305008"/>
              <a:gd name="connsiteX815" fmla="*/ 1419209 w 5593163"/>
              <a:gd name="connsiteY815" fmla="*/ 492995 h 4305008"/>
              <a:gd name="connsiteX816" fmla="*/ 1436297 w 5593163"/>
              <a:gd name="connsiteY816" fmla="*/ 491372 h 4305008"/>
              <a:gd name="connsiteX817" fmla="*/ 1436323 w 5593163"/>
              <a:gd name="connsiteY817" fmla="*/ 491866 h 4305008"/>
              <a:gd name="connsiteX818" fmla="*/ 1436821 w 5593163"/>
              <a:gd name="connsiteY818" fmla="*/ 491833 h 4305008"/>
              <a:gd name="connsiteX819" fmla="*/ 1437415 w 5593163"/>
              <a:gd name="connsiteY819" fmla="*/ 503273 h 4305008"/>
              <a:gd name="connsiteX820" fmla="*/ 1436044 w 5593163"/>
              <a:gd name="connsiteY820" fmla="*/ 520249 h 4305008"/>
              <a:gd name="connsiteX821" fmla="*/ 1428577 w 5593163"/>
              <a:gd name="connsiteY821" fmla="*/ 612725 h 4305008"/>
              <a:gd name="connsiteX822" fmla="*/ 1428039 w 5593163"/>
              <a:gd name="connsiteY822" fmla="*/ 619401 h 4305008"/>
              <a:gd name="connsiteX823" fmla="*/ 1427533 w 5593163"/>
              <a:gd name="connsiteY823" fmla="*/ 619464 h 4305008"/>
              <a:gd name="connsiteX824" fmla="*/ 737367 w 5593163"/>
              <a:gd name="connsiteY824" fmla="*/ 1312505 h 4305008"/>
              <a:gd name="connsiteX825" fmla="*/ 737251 w 5593163"/>
              <a:gd name="connsiteY825" fmla="*/ 1313653 h 4305008"/>
              <a:gd name="connsiteX826" fmla="*/ 721035 w 5593163"/>
              <a:gd name="connsiteY826" fmla="*/ 1315193 h 4305008"/>
              <a:gd name="connsiteX827" fmla="*/ 625608 w 5593163"/>
              <a:gd name="connsiteY827" fmla="*/ 1324255 h 4305008"/>
              <a:gd name="connsiteX828" fmla="*/ 608490 w 5593163"/>
              <a:gd name="connsiteY828" fmla="*/ 1325881 h 4305008"/>
              <a:gd name="connsiteX829" fmla="*/ 608464 w 5593163"/>
              <a:gd name="connsiteY829" fmla="*/ 1325386 h 4305008"/>
              <a:gd name="connsiteX830" fmla="*/ 607965 w 5593163"/>
              <a:gd name="connsiteY830" fmla="*/ 1325419 h 4305008"/>
              <a:gd name="connsiteX831" fmla="*/ 607372 w 5593163"/>
              <a:gd name="connsiteY831" fmla="*/ 1313979 h 4305008"/>
              <a:gd name="connsiteX832" fmla="*/ 607372 w 5593163"/>
              <a:gd name="connsiteY832" fmla="*/ 1361805 h 4305008"/>
              <a:gd name="connsiteX833" fmla="*/ 607966 w 5593163"/>
              <a:gd name="connsiteY833" fmla="*/ 1350455 h 4305008"/>
              <a:gd name="connsiteX834" fmla="*/ 608464 w 5593163"/>
              <a:gd name="connsiteY834" fmla="*/ 1350487 h 4305008"/>
              <a:gd name="connsiteX835" fmla="*/ 608490 w 5593163"/>
              <a:gd name="connsiteY835" fmla="*/ 1349997 h 4305008"/>
              <a:gd name="connsiteX836" fmla="*/ 625577 w 5593163"/>
              <a:gd name="connsiteY836" fmla="*/ 1351607 h 4305008"/>
              <a:gd name="connsiteX837" fmla="*/ 721039 w 5593163"/>
              <a:gd name="connsiteY837" fmla="*/ 1360601 h 4305008"/>
              <a:gd name="connsiteX838" fmla="*/ 737251 w 5593163"/>
              <a:gd name="connsiteY838" fmla="*/ 1362128 h 4305008"/>
              <a:gd name="connsiteX839" fmla="*/ 737368 w 5593163"/>
              <a:gd name="connsiteY839" fmla="*/ 1363267 h 4305008"/>
              <a:gd name="connsiteX840" fmla="*/ 1427534 w 5593163"/>
              <a:gd name="connsiteY840" fmla="*/ 2050865 h 4305008"/>
              <a:gd name="connsiteX841" fmla="*/ 1428040 w 5593163"/>
              <a:gd name="connsiteY841" fmla="*/ 2050928 h 4305008"/>
              <a:gd name="connsiteX842" fmla="*/ 1428580 w 5593163"/>
              <a:gd name="connsiteY842" fmla="*/ 2057565 h 4305008"/>
              <a:gd name="connsiteX843" fmla="*/ 1436044 w 5593163"/>
              <a:gd name="connsiteY843" fmla="*/ 2149296 h 4305008"/>
              <a:gd name="connsiteX844" fmla="*/ 1437415 w 5593163"/>
              <a:gd name="connsiteY844" fmla="*/ 2166144 h 4305008"/>
              <a:gd name="connsiteX845" fmla="*/ 1436822 w 5593163"/>
              <a:gd name="connsiteY845" fmla="*/ 2177494 h 4305008"/>
              <a:gd name="connsiteX846" fmla="*/ 1436323 w 5593163"/>
              <a:gd name="connsiteY846" fmla="*/ 2177461 h 4305008"/>
              <a:gd name="connsiteX847" fmla="*/ 1436297 w 5593163"/>
              <a:gd name="connsiteY847" fmla="*/ 2177952 h 4305008"/>
              <a:gd name="connsiteX848" fmla="*/ 1419178 w 5593163"/>
              <a:gd name="connsiteY848" fmla="*/ 2176339 h 4305008"/>
              <a:gd name="connsiteX849" fmla="*/ 1323752 w 5593163"/>
              <a:gd name="connsiteY849" fmla="*/ 2167348 h 4305008"/>
              <a:gd name="connsiteX850" fmla="*/ 1307535 w 5593163"/>
              <a:gd name="connsiteY850" fmla="*/ 2165820 h 4305008"/>
              <a:gd name="connsiteX851" fmla="*/ 1307419 w 5593163"/>
              <a:gd name="connsiteY851" fmla="*/ 2164681 h 4305008"/>
              <a:gd name="connsiteX852" fmla="*/ 617253 w 5593163"/>
              <a:gd name="connsiteY852" fmla="*/ 1477083 h 4305008"/>
              <a:gd name="connsiteX853" fmla="*/ 616748 w 5593163"/>
              <a:gd name="connsiteY853" fmla="*/ 1477021 h 4305008"/>
              <a:gd name="connsiteX854" fmla="*/ 616209 w 5593163"/>
              <a:gd name="connsiteY854" fmla="*/ 1470397 h 4305008"/>
              <a:gd name="connsiteX855" fmla="*/ 608742 w 5593163"/>
              <a:gd name="connsiteY855" fmla="*/ 1378647 h 4305008"/>
              <a:gd name="connsiteX856" fmla="*/ 607372 w 5593163"/>
              <a:gd name="connsiteY856" fmla="*/ 1361805 h 4305008"/>
              <a:gd name="connsiteX857" fmla="*/ 607372 w 5593163"/>
              <a:gd name="connsiteY857" fmla="*/ 3010804 h 4305008"/>
              <a:gd name="connsiteX858" fmla="*/ 608742 w 5593163"/>
              <a:gd name="connsiteY858" fmla="*/ 2993823 h 4305008"/>
              <a:gd name="connsiteX859" fmla="*/ 616206 w 5593163"/>
              <a:gd name="connsiteY859" fmla="*/ 2901366 h 4305008"/>
              <a:gd name="connsiteX860" fmla="*/ 616747 w 5593163"/>
              <a:gd name="connsiteY860" fmla="*/ 2894676 h 4305008"/>
              <a:gd name="connsiteX861" fmla="*/ 617252 w 5593163"/>
              <a:gd name="connsiteY861" fmla="*/ 2894613 h 4305008"/>
              <a:gd name="connsiteX862" fmla="*/ 1307418 w 5593163"/>
              <a:gd name="connsiteY862" fmla="*/ 2201572 h 4305008"/>
              <a:gd name="connsiteX863" fmla="*/ 1307535 w 5593163"/>
              <a:gd name="connsiteY863" fmla="*/ 2200424 h 4305008"/>
              <a:gd name="connsiteX864" fmla="*/ 1323748 w 5593163"/>
              <a:gd name="connsiteY864" fmla="*/ 2198885 h 4305008"/>
              <a:gd name="connsiteX865" fmla="*/ 1419209 w 5593163"/>
              <a:gd name="connsiteY865" fmla="*/ 2189820 h 4305008"/>
              <a:gd name="connsiteX866" fmla="*/ 1436297 w 5593163"/>
              <a:gd name="connsiteY866" fmla="*/ 2188197 h 4305008"/>
              <a:gd name="connsiteX867" fmla="*/ 1436323 w 5593163"/>
              <a:gd name="connsiteY867" fmla="*/ 2188691 h 4305008"/>
              <a:gd name="connsiteX868" fmla="*/ 1436821 w 5593163"/>
              <a:gd name="connsiteY868" fmla="*/ 2188658 h 4305008"/>
              <a:gd name="connsiteX869" fmla="*/ 1437415 w 5593163"/>
              <a:gd name="connsiteY869" fmla="*/ 2200098 h 4305008"/>
              <a:gd name="connsiteX870" fmla="*/ 1436044 w 5593163"/>
              <a:gd name="connsiteY870" fmla="*/ 2217074 h 4305008"/>
              <a:gd name="connsiteX871" fmla="*/ 1428577 w 5593163"/>
              <a:gd name="connsiteY871" fmla="*/ 2309550 h 4305008"/>
              <a:gd name="connsiteX872" fmla="*/ 1428039 w 5593163"/>
              <a:gd name="connsiteY872" fmla="*/ 2316226 h 4305008"/>
              <a:gd name="connsiteX873" fmla="*/ 1427533 w 5593163"/>
              <a:gd name="connsiteY873" fmla="*/ 2316289 h 4305008"/>
              <a:gd name="connsiteX874" fmla="*/ 737367 w 5593163"/>
              <a:gd name="connsiteY874" fmla="*/ 3009330 h 4305008"/>
              <a:gd name="connsiteX875" fmla="*/ 737251 w 5593163"/>
              <a:gd name="connsiteY875" fmla="*/ 3010478 h 4305008"/>
              <a:gd name="connsiteX876" fmla="*/ 721035 w 5593163"/>
              <a:gd name="connsiteY876" fmla="*/ 3012018 h 4305008"/>
              <a:gd name="connsiteX877" fmla="*/ 625608 w 5593163"/>
              <a:gd name="connsiteY877" fmla="*/ 3021080 h 4305008"/>
              <a:gd name="connsiteX878" fmla="*/ 608490 w 5593163"/>
              <a:gd name="connsiteY878" fmla="*/ 3022706 h 4305008"/>
              <a:gd name="connsiteX879" fmla="*/ 608464 w 5593163"/>
              <a:gd name="connsiteY879" fmla="*/ 3022211 h 4305008"/>
              <a:gd name="connsiteX880" fmla="*/ 607965 w 5593163"/>
              <a:gd name="connsiteY880" fmla="*/ 3022244 h 4305008"/>
              <a:gd name="connsiteX881" fmla="*/ 607372 w 5593163"/>
              <a:gd name="connsiteY881" fmla="*/ 3010804 h 4305008"/>
              <a:gd name="connsiteX882" fmla="*/ 607372 w 5593163"/>
              <a:gd name="connsiteY882" fmla="*/ 3058630 h 4305008"/>
              <a:gd name="connsiteX883" fmla="*/ 607966 w 5593163"/>
              <a:gd name="connsiteY883" fmla="*/ 3047280 h 4305008"/>
              <a:gd name="connsiteX884" fmla="*/ 608464 w 5593163"/>
              <a:gd name="connsiteY884" fmla="*/ 3047312 h 4305008"/>
              <a:gd name="connsiteX885" fmla="*/ 608490 w 5593163"/>
              <a:gd name="connsiteY885" fmla="*/ 3046822 h 4305008"/>
              <a:gd name="connsiteX886" fmla="*/ 625577 w 5593163"/>
              <a:gd name="connsiteY886" fmla="*/ 3048432 h 4305008"/>
              <a:gd name="connsiteX887" fmla="*/ 721039 w 5593163"/>
              <a:gd name="connsiteY887" fmla="*/ 3057426 h 4305008"/>
              <a:gd name="connsiteX888" fmla="*/ 737251 w 5593163"/>
              <a:gd name="connsiteY888" fmla="*/ 3058953 h 4305008"/>
              <a:gd name="connsiteX889" fmla="*/ 737368 w 5593163"/>
              <a:gd name="connsiteY889" fmla="*/ 3060092 h 4305008"/>
              <a:gd name="connsiteX890" fmla="*/ 1427534 w 5593163"/>
              <a:gd name="connsiteY890" fmla="*/ 3747690 h 4305008"/>
              <a:gd name="connsiteX891" fmla="*/ 1428040 w 5593163"/>
              <a:gd name="connsiteY891" fmla="*/ 3747753 h 4305008"/>
              <a:gd name="connsiteX892" fmla="*/ 1428580 w 5593163"/>
              <a:gd name="connsiteY892" fmla="*/ 3754390 h 4305008"/>
              <a:gd name="connsiteX893" fmla="*/ 1436044 w 5593163"/>
              <a:gd name="connsiteY893" fmla="*/ 3846121 h 4305008"/>
              <a:gd name="connsiteX894" fmla="*/ 1437415 w 5593163"/>
              <a:gd name="connsiteY894" fmla="*/ 3862969 h 4305008"/>
              <a:gd name="connsiteX895" fmla="*/ 1436822 w 5593163"/>
              <a:gd name="connsiteY895" fmla="*/ 3874319 h 4305008"/>
              <a:gd name="connsiteX896" fmla="*/ 1436323 w 5593163"/>
              <a:gd name="connsiteY896" fmla="*/ 3874286 h 4305008"/>
              <a:gd name="connsiteX897" fmla="*/ 1436297 w 5593163"/>
              <a:gd name="connsiteY897" fmla="*/ 3874777 h 4305008"/>
              <a:gd name="connsiteX898" fmla="*/ 1419178 w 5593163"/>
              <a:gd name="connsiteY898" fmla="*/ 3873164 h 4305008"/>
              <a:gd name="connsiteX899" fmla="*/ 1323752 w 5593163"/>
              <a:gd name="connsiteY899" fmla="*/ 3864173 h 4305008"/>
              <a:gd name="connsiteX900" fmla="*/ 1307535 w 5593163"/>
              <a:gd name="connsiteY900" fmla="*/ 3862645 h 4305008"/>
              <a:gd name="connsiteX901" fmla="*/ 1307419 w 5593163"/>
              <a:gd name="connsiteY901" fmla="*/ 3861506 h 4305008"/>
              <a:gd name="connsiteX902" fmla="*/ 617253 w 5593163"/>
              <a:gd name="connsiteY902" fmla="*/ 3173908 h 4305008"/>
              <a:gd name="connsiteX903" fmla="*/ 616748 w 5593163"/>
              <a:gd name="connsiteY903" fmla="*/ 3173846 h 4305008"/>
              <a:gd name="connsiteX904" fmla="*/ 616209 w 5593163"/>
              <a:gd name="connsiteY904" fmla="*/ 3167222 h 4305008"/>
              <a:gd name="connsiteX905" fmla="*/ 608742 w 5593163"/>
              <a:gd name="connsiteY905" fmla="*/ 3075472 h 4305008"/>
              <a:gd name="connsiteX906" fmla="*/ 607372 w 5593163"/>
              <a:gd name="connsiteY906" fmla="*/ 3058630 h 4305008"/>
              <a:gd name="connsiteX907" fmla="*/ 0 w 5593163"/>
              <a:gd name="connsiteY907" fmla="*/ 116373 h 4305008"/>
              <a:gd name="connsiteX908" fmla="*/ 0 w 5593163"/>
              <a:gd name="connsiteY908" fmla="*/ 0 h 4305008"/>
              <a:gd name="connsiteX909" fmla="*/ 90880 w 5593163"/>
              <a:gd name="connsiteY909" fmla="*/ 0 h 4305008"/>
              <a:gd name="connsiteX910" fmla="*/ 22652 w 5593163"/>
              <a:gd name="connsiteY910" fmla="*/ 76659 h 4305008"/>
              <a:gd name="connsiteX911" fmla="*/ 0 w 5593163"/>
              <a:gd name="connsiteY911" fmla="*/ 443121 h 4305008"/>
              <a:gd name="connsiteX912" fmla="*/ 0 w 5593163"/>
              <a:gd name="connsiteY912" fmla="*/ 311637 h 4305008"/>
              <a:gd name="connsiteX913" fmla="*/ 82171 w 5593163"/>
              <a:gd name="connsiteY913" fmla="*/ 276703 h 4305008"/>
              <a:gd name="connsiteX914" fmla="*/ 348118 w 5593163"/>
              <a:gd name="connsiteY914" fmla="*/ 44350 h 4305008"/>
              <a:gd name="connsiteX915" fmla="*/ 370347 w 5593163"/>
              <a:gd name="connsiteY915" fmla="*/ 0 h 4305008"/>
              <a:gd name="connsiteX916" fmla="*/ 518984 w 5593163"/>
              <a:gd name="connsiteY916" fmla="*/ 0 h 4305008"/>
              <a:gd name="connsiteX917" fmla="*/ 467145 w 5593163"/>
              <a:gd name="connsiteY917" fmla="*/ 95636 h 4305008"/>
              <a:gd name="connsiteX918" fmla="*/ 13323 w 5593163"/>
              <a:gd name="connsiteY918" fmla="*/ 439959 h 4305008"/>
              <a:gd name="connsiteX919" fmla="*/ 0 w 5593163"/>
              <a:gd name="connsiteY919" fmla="*/ 1070142 h 4305008"/>
              <a:gd name="connsiteX920" fmla="*/ 0 w 5593163"/>
              <a:gd name="connsiteY920" fmla="*/ 862064 h 4305008"/>
              <a:gd name="connsiteX921" fmla="*/ 31905 w 5593163"/>
              <a:gd name="connsiteY921" fmla="*/ 912052 h 4305008"/>
              <a:gd name="connsiteX922" fmla="*/ 452455 w 5593163"/>
              <a:gd name="connsiteY922" fmla="*/ 1181049 h 4305008"/>
              <a:gd name="connsiteX923" fmla="*/ 9316 w 5593163"/>
              <a:gd name="connsiteY923" fmla="*/ 665484 h 4305008"/>
              <a:gd name="connsiteX924" fmla="*/ 0 w 5593163"/>
              <a:gd name="connsiteY924" fmla="*/ 662760 h 4305008"/>
              <a:gd name="connsiteX925" fmla="*/ 0 w 5593163"/>
              <a:gd name="connsiteY925" fmla="*/ 530567 h 4305008"/>
              <a:gd name="connsiteX926" fmla="*/ 26399 w 5593163"/>
              <a:gd name="connsiteY926" fmla="*/ 537107 h 4305008"/>
              <a:gd name="connsiteX927" fmla="*/ 585941 w 5593163"/>
              <a:gd name="connsiteY927" fmla="*/ 1197788 h 4305008"/>
              <a:gd name="connsiteX928" fmla="*/ 586447 w 5593163"/>
              <a:gd name="connsiteY928" fmla="*/ 1197851 h 4305008"/>
              <a:gd name="connsiteX929" fmla="*/ 586987 w 5593163"/>
              <a:gd name="connsiteY929" fmla="*/ 1204541 h 4305008"/>
              <a:gd name="connsiteX930" fmla="*/ 594451 w 5593163"/>
              <a:gd name="connsiteY930" fmla="*/ 1296998 h 4305008"/>
              <a:gd name="connsiteX931" fmla="*/ 595822 w 5593163"/>
              <a:gd name="connsiteY931" fmla="*/ 1313979 h 4305008"/>
              <a:gd name="connsiteX932" fmla="*/ 595229 w 5593163"/>
              <a:gd name="connsiteY932" fmla="*/ 1325419 h 4305008"/>
              <a:gd name="connsiteX933" fmla="*/ 594730 w 5593163"/>
              <a:gd name="connsiteY933" fmla="*/ 1325386 h 4305008"/>
              <a:gd name="connsiteX934" fmla="*/ 594704 w 5593163"/>
              <a:gd name="connsiteY934" fmla="*/ 1325881 h 4305008"/>
              <a:gd name="connsiteX935" fmla="*/ 577585 w 5593163"/>
              <a:gd name="connsiteY935" fmla="*/ 1324255 h 4305008"/>
              <a:gd name="connsiteX936" fmla="*/ 482159 w 5593163"/>
              <a:gd name="connsiteY936" fmla="*/ 1315193 h 4305008"/>
              <a:gd name="connsiteX937" fmla="*/ 465942 w 5593163"/>
              <a:gd name="connsiteY937" fmla="*/ 1313653 h 4305008"/>
              <a:gd name="connsiteX938" fmla="*/ 465826 w 5593163"/>
              <a:gd name="connsiteY938" fmla="*/ 1312505 h 4305008"/>
              <a:gd name="connsiteX939" fmla="*/ 5028 w 5593163"/>
              <a:gd name="connsiteY939" fmla="*/ 1076034 h 4305008"/>
              <a:gd name="connsiteX940" fmla="*/ 0 w 5593163"/>
              <a:gd name="connsiteY940" fmla="*/ 2139063 h 4305008"/>
              <a:gd name="connsiteX941" fmla="*/ 0 w 5593163"/>
              <a:gd name="connsiteY941" fmla="*/ 2007909 h 4305008"/>
              <a:gd name="connsiteX942" fmla="*/ 9314 w 5593163"/>
              <a:gd name="connsiteY942" fmla="*/ 2005207 h 4305008"/>
              <a:gd name="connsiteX943" fmla="*/ 452453 w 5593163"/>
              <a:gd name="connsiteY943" fmla="*/ 1493690 h 4305008"/>
              <a:gd name="connsiteX944" fmla="*/ 31903 w 5593163"/>
              <a:gd name="connsiteY944" fmla="*/ 1760575 h 4305008"/>
              <a:gd name="connsiteX945" fmla="*/ 0 w 5593163"/>
              <a:gd name="connsiteY945" fmla="*/ 1810167 h 4305008"/>
              <a:gd name="connsiteX946" fmla="*/ 0 w 5593163"/>
              <a:gd name="connsiteY946" fmla="*/ 1603724 h 4305008"/>
              <a:gd name="connsiteX947" fmla="*/ 5025 w 5593163"/>
              <a:gd name="connsiteY947" fmla="*/ 1597880 h 4305008"/>
              <a:gd name="connsiteX948" fmla="*/ 465823 w 5593163"/>
              <a:gd name="connsiteY948" fmla="*/ 1363267 h 4305008"/>
              <a:gd name="connsiteX949" fmla="*/ 465940 w 5593163"/>
              <a:gd name="connsiteY949" fmla="*/ 1362128 h 4305008"/>
              <a:gd name="connsiteX950" fmla="*/ 482153 w 5593163"/>
              <a:gd name="connsiteY950" fmla="*/ 1360601 h 4305008"/>
              <a:gd name="connsiteX951" fmla="*/ 577614 w 5593163"/>
              <a:gd name="connsiteY951" fmla="*/ 1351607 h 4305008"/>
              <a:gd name="connsiteX952" fmla="*/ 594702 w 5593163"/>
              <a:gd name="connsiteY952" fmla="*/ 1349997 h 4305008"/>
              <a:gd name="connsiteX953" fmla="*/ 594728 w 5593163"/>
              <a:gd name="connsiteY953" fmla="*/ 1350487 h 4305008"/>
              <a:gd name="connsiteX954" fmla="*/ 595226 w 5593163"/>
              <a:gd name="connsiteY954" fmla="*/ 1350455 h 4305008"/>
              <a:gd name="connsiteX955" fmla="*/ 595820 w 5593163"/>
              <a:gd name="connsiteY955" fmla="*/ 1361805 h 4305008"/>
              <a:gd name="connsiteX956" fmla="*/ 594449 w 5593163"/>
              <a:gd name="connsiteY956" fmla="*/ 1378647 h 4305008"/>
              <a:gd name="connsiteX957" fmla="*/ 586982 w 5593163"/>
              <a:gd name="connsiteY957" fmla="*/ 1470397 h 4305008"/>
              <a:gd name="connsiteX958" fmla="*/ 586444 w 5593163"/>
              <a:gd name="connsiteY958" fmla="*/ 1477021 h 4305008"/>
              <a:gd name="connsiteX959" fmla="*/ 585938 w 5593163"/>
              <a:gd name="connsiteY959" fmla="*/ 1477083 h 4305008"/>
              <a:gd name="connsiteX960" fmla="*/ 26396 w 5593163"/>
              <a:gd name="connsiteY960" fmla="*/ 2132575 h 4305008"/>
              <a:gd name="connsiteX961" fmla="*/ 0 w 5593163"/>
              <a:gd name="connsiteY961" fmla="*/ 2766967 h 4305008"/>
              <a:gd name="connsiteX962" fmla="*/ 0 w 5593163"/>
              <a:gd name="connsiteY962" fmla="*/ 2558889 h 4305008"/>
              <a:gd name="connsiteX963" fmla="*/ 31905 w 5593163"/>
              <a:gd name="connsiteY963" fmla="*/ 2608877 h 4305008"/>
              <a:gd name="connsiteX964" fmla="*/ 452455 w 5593163"/>
              <a:gd name="connsiteY964" fmla="*/ 2877874 h 4305008"/>
              <a:gd name="connsiteX965" fmla="*/ 9316 w 5593163"/>
              <a:gd name="connsiteY965" fmla="*/ 2362309 h 4305008"/>
              <a:gd name="connsiteX966" fmla="*/ 0 w 5593163"/>
              <a:gd name="connsiteY966" fmla="*/ 2359585 h 4305008"/>
              <a:gd name="connsiteX967" fmla="*/ 0 w 5593163"/>
              <a:gd name="connsiteY967" fmla="*/ 2227392 h 4305008"/>
              <a:gd name="connsiteX968" fmla="*/ 26399 w 5593163"/>
              <a:gd name="connsiteY968" fmla="*/ 2233932 h 4305008"/>
              <a:gd name="connsiteX969" fmla="*/ 585941 w 5593163"/>
              <a:gd name="connsiteY969" fmla="*/ 2894613 h 4305008"/>
              <a:gd name="connsiteX970" fmla="*/ 586447 w 5593163"/>
              <a:gd name="connsiteY970" fmla="*/ 2894676 h 4305008"/>
              <a:gd name="connsiteX971" fmla="*/ 586987 w 5593163"/>
              <a:gd name="connsiteY971" fmla="*/ 2901366 h 4305008"/>
              <a:gd name="connsiteX972" fmla="*/ 594451 w 5593163"/>
              <a:gd name="connsiteY972" fmla="*/ 2993823 h 4305008"/>
              <a:gd name="connsiteX973" fmla="*/ 595822 w 5593163"/>
              <a:gd name="connsiteY973" fmla="*/ 3010804 h 4305008"/>
              <a:gd name="connsiteX974" fmla="*/ 595229 w 5593163"/>
              <a:gd name="connsiteY974" fmla="*/ 3022244 h 4305008"/>
              <a:gd name="connsiteX975" fmla="*/ 594730 w 5593163"/>
              <a:gd name="connsiteY975" fmla="*/ 3022211 h 4305008"/>
              <a:gd name="connsiteX976" fmla="*/ 594704 w 5593163"/>
              <a:gd name="connsiteY976" fmla="*/ 3022706 h 4305008"/>
              <a:gd name="connsiteX977" fmla="*/ 577585 w 5593163"/>
              <a:gd name="connsiteY977" fmla="*/ 3021080 h 4305008"/>
              <a:gd name="connsiteX978" fmla="*/ 482159 w 5593163"/>
              <a:gd name="connsiteY978" fmla="*/ 3012018 h 4305008"/>
              <a:gd name="connsiteX979" fmla="*/ 465942 w 5593163"/>
              <a:gd name="connsiteY979" fmla="*/ 3010478 h 4305008"/>
              <a:gd name="connsiteX980" fmla="*/ 465826 w 5593163"/>
              <a:gd name="connsiteY980" fmla="*/ 3009330 h 4305008"/>
              <a:gd name="connsiteX981" fmla="*/ 5028 w 5593163"/>
              <a:gd name="connsiteY981" fmla="*/ 2772859 h 4305008"/>
              <a:gd name="connsiteX982" fmla="*/ 0 w 5593163"/>
              <a:gd name="connsiteY982" fmla="*/ 3835888 h 4305008"/>
              <a:gd name="connsiteX983" fmla="*/ 0 w 5593163"/>
              <a:gd name="connsiteY983" fmla="*/ 3704734 h 4305008"/>
              <a:gd name="connsiteX984" fmla="*/ 9314 w 5593163"/>
              <a:gd name="connsiteY984" fmla="*/ 3702032 h 4305008"/>
              <a:gd name="connsiteX985" fmla="*/ 452453 w 5593163"/>
              <a:gd name="connsiteY985" fmla="*/ 3190516 h 4305008"/>
              <a:gd name="connsiteX986" fmla="*/ 31903 w 5593163"/>
              <a:gd name="connsiteY986" fmla="*/ 3457400 h 4305008"/>
              <a:gd name="connsiteX987" fmla="*/ 0 w 5593163"/>
              <a:gd name="connsiteY987" fmla="*/ 3506992 h 4305008"/>
              <a:gd name="connsiteX988" fmla="*/ 0 w 5593163"/>
              <a:gd name="connsiteY988" fmla="*/ 3300549 h 4305008"/>
              <a:gd name="connsiteX989" fmla="*/ 5025 w 5593163"/>
              <a:gd name="connsiteY989" fmla="*/ 3294705 h 4305008"/>
              <a:gd name="connsiteX990" fmla="*/ 465823 w 5593163"/>
              <a:gd name="connsiteY990" fmla="*/ 3060092 h 4305008"/>
              <a:gd name="connsiteX991" fmla="*/ 465940 w 5593163"/>
              <a:gd name="connsiteY991" fmla="*/ 3058953 h 4305008"/>
              <a:gd name="connsiteX992" fmla="*/ 482153 w 5593163"/>
              <a:gd name="connsiteY992" fmla="*/ 3057426 h 4305008"/>
              <a:gd name="connsiteX993" fmla="*/ 577614 w 5593163"/>
              <a:gd name="connsiteY993" fmla="*/ 3048432 h 4305008"/>
              <a:gd name="connsiteX994" fmla="*/ 594702 w 5593163"/>
              <a:gd name="connsiteY994" fmla="*/ 3046822 h 4305008"/>
              <a:gd name="connsiteX995" fmla="*/ 594728 w 5593163"/>
              <a:gd name="connsiteY995" fmla="*/ 3047312 h 4305008"/>
              <a:gd name="connsiteX996" fmla="*/ 595226 w 5593163"/>
              <a:gd name="connsiteY996" fmla="*/ 3047280 h 4305008"/>
              <a:gd name="connsiteX997" fmla="*/ 595820 w 5593163"/>
              <a:gd name="connsiteY997" fmla="*/ 3058630 h 4305008"/>
              <a:gd name="connsiteX998" fmla="*/ 594449 w 5593163"/>
              <a:gd name="connsiteY998" fmla="*/ 3075472 h 4305008"/>
              <a:gd name="connsiteX999" fmla="*/ 586982 w 5593163"/>
              <a:gd name="connsiteY999" fmla="*/ 3167222 h 4305008"/>
              <a:gd name="connsiteX1000" fmla="*/ 586444 w 5593163"/>
              <a:gd name="connsiteY1000" fmla="*/ 3173846 h 4305008"/>
              <a:gd name="connsiteX1001" fmla="*/ 585938 w 5593163"/>
              <a:gd name="connsiteY1001" fmla="*/ 3173908 h 4305008"/>
              <a:gd name="connsiteX1002" fmla="*/ 26396 w 5593163"/>
              <a:gd name="connsiteY1002" fmla="*/ 3829400 h 4305008"/>
              <a:gd name="connsiteX1003" fmla="*/ 0 w 5593163"/>
              <a:gd name="connsiteY1003" fmla="*/ 4056079 h 4305008"/>
              <a:gd name="connsiteX1004" fmla="*/ 0 w 5593163"/>
              <a:gd name="connsiteY1004" fmla="*/ 3923091 h 4305008"/>
              <a:gd name="connsiteX1005" fmla="*/ 9850 w 5593163"/>
              <a:gd name="connsiteY1005" fmla="*/ 3925425 h 4305008"/>
              <a:gd name="connsiteX1006" fmla="*/ 456028 w 5593163"/>
              <a:gd name="connsiteY1006" fmla="*/ 4255797 h 4305008"/>
              <a:gd name="connsiteX1007" fmla="*/ 484473 w 5593163"/>
              <a:gd name="connsiteY1007" fmla="*/ 4305008 h 4305008"/>
              <a:gd name="connsiteX1008" fmla="*/ 333423 w 5593163"/>
              <a:gd name="connsiteY1008" fmla="*/ 4305008 h 4305008"/>
              <a:gd name="connsiteX1009" fmla="*/ 281300 w 5593163"/>
              <a:gd name="connsiteY1009" fmla="*/ 4241205 h 4305008"/>
              <a:gd name="connsiteX1010" fmla="*/ 75476 w 5593163"/>
              <a:gd name="connsiteY1010" fmla="*/ 4087725 h 4305008"/>
              <a:gd name="connsiteX1011" fmla="*/ 0 w 5593163"/>
              <a:gd name="connsiteY1011" fmla="*/ 4305008 h 4305008"/>
              <a:gd name="connsiteX1012" fmla="*/ 0 w 5593163"/>
              <a:gd name="connsiteY1012" fmla="*/ 4256099 h 4305008"/>
              <a:gd name="connsiteX1013" fmla="*/ 8327 w 5593163"/>
              <a:gd name="connsiteY1013" fmla="*/ 4271827 h 4305008"/>
              <a:gd name="connsiteX1014" fmla="*/ 35009 w 5593163"/>
              <a:gd name="connsiteY1014" fmla="*/ 4305008 h 4305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Lst>
            <a:rect l="l" t="t" r="r" b="b"/>
            <a:pathLst>
              <a:path w="5593163" h="4305008">
                <a:moveTo>
                  <a:pt x="4985599" y="636203"/>
                </a:moveTo>
                <a:cubicBezTo>
                  <a:pt x="5038875" y="907109"/>
                  <a:pt x="5253718" y="1121906"/>
                  <a:pt x="5528908" y="1181049"/>
                </a:cubicBezTo>
                <a:cubicBezTo>
                  <a:pt x="5475633" y="910143"/>
                  <a:pt x="5260789" y="695346"/>
                  <a:pt x="4985599" y="636203"/>
                </a:cubicBezTo>
                <a:close/>
                <a:moveTo>
                  <a:pt x="4985599" y="2333028"/>
                </a:moveTo>
                <a:cubicBezTo>
                  <a:pt x="5038875" y="2603934"/>
                  <a:pt x="5253718" y="2818731"/>
                  <a:pt x="5528908" y="2877874"/>
                </a:cubicBezTo>
                <a:cubicBezTo>
                  <a:pt x="5475633" y="2606968"/>
                  <a:pt x="5260789" y="2392171"/>
                  <a:pt x="4985599" y="2333028"/>
                </a:cubicBezTo>
                <a:close/>
                <a:moveTo>
                  <a:pt x="4985597" y="2034258"/>
                </a:moveTo>
                <a:cubicBezTo>
                  <a:pt x="5260787" y="1975579"/>
                  <a:pt x="5475630" y="1762469"/>
                  <a:pt x="5528906" y="1493690"/>
                </a:cubicBezTo>
                <a:cubicBezTo>
                  <a:pt x="5253716" y="1552369"/>
                  <a:pt x="5038872" y="1765479"/>
                  <a:pt x="4985597" y="2034258"/>
                </a:cubicBezTo>
                <a:close/>
                <a:moveTo>
                  <a:pt x="4985597" y="3731083"/>
                </a:moveTo>
                <a:cubicBezTo>
                  <a:pt x="5260787" y="3672404"/>
                  <a:pt x="5475630" y="3459294"/>
                  <a:pt x="5528906" y="3190516"/>
                </a:cubicBezTo>
                <a:cubicBezTo>
                  <a:pt x="5253716" y="3249194"/>
                  <a:pt x="5038872" y="3462304"/>
                  <a:pt x="4985597" y="3731083"/>
                </a:cubicBezTo>
                <a:close/>
                <a:moveTo>
                  <a:pt x="4842232" y="503273"/>
                </a:moveTo>
                <a:lnTo>
                  <a:pt x="4842826" y="491833"/>
                </a:lnTo>
                <a:lnTo>
                  <a:pt x="4843324" y="491866"/>
                </a:lnTo>
                <a:lnTo>
                  <a:pt x="4843350" y="491372"/>
                </a:lnTo>
                <a:lnTo>
                  <a:pt x="4860437" y="492995"/>
                </a:lnTo>
                <a:cubicBezTo>
                  <a:pt x="4892823" y="493522"/>
                  <a:pt x="4924716" y="496503"/>
                  <a:pt x="4955899" y="502060"/>
                </a:cubicBezTo>
                <a:cubicBezTo>
                  <a:pt x="4961475" y="501641"/>
                  <a:pt x="4966803" y="502589"/>
                  <a:pt x="4972112" y="503599"/>
                </a:cubicBezTo>
                <a:lnTo>
                  <a:pt x="4972229" y="504747"/>
                </a:lnTo>
                <a:cubicBezTo>
                  <a:pt x="5241367" y="549296"/>
                  <a:pt x="5466735" y="718370"/>
                  <a:pt x="5583809" y="948988"/>
                </a:cubicBezTo>
                <a:lnTo>
                  <a:pt x="5593163" y="971822"/>
                </a:lnTo>
                <a:lnTo>
                  <a:pt x="5593163" y="1318474"/>
                </a:lnTo>
                <a:lnTo>
                  <a:pt x="5558612" y="1315193"/>
                </a:lnTo>
                <a:cubicBezTo>
                  <a:pt x="5553035" y="1315612"/>
                  <a:pt x="5547706" y="1314664"/>
                  <a:pt x="5542395" y="1313653"/>
                </a:cubicBezTo>
                <a:lnTo>
                  <a:pt x="5542279" y="1312505"/>
                </a:lnTo>
                <a:cubicBezTo>
                  <a:pt x="5183428" y="1253106"/>
                  <a:pt x="4902389" y="972329"/>
                  <a:pt x="4852114" y="619464"/>
                </a:cubicBezTo>
                <a:cubicBezTo>
                  <a:pt x="4851946" y="619411"/>
                  <a:pt x="4851778" y="619406"/>
                  <a:pt x="4851608" y="619401"/>
                </a:cubicBezTo>
                <a:lnTo>
                  <a:pt x="4851070" y="612725"/>
                </a:lnTo>
                <a:cubicBezTo>
                  <a:pt x="4846011" y="582475"/>
                  <a:pt x="4843560" y="551584"/>
                  <a:pt x="4843603" y="520249"/>
                </a:cubicBezTo>
                <a:cubicBezTo>
                  <a:pt x="4842291" y="514621"/>
                  <a:pt x="4842232" y="508954"/>
                  <a:pt x="4842232" y="503273"/>
                </a:cubicBezTo>
                <a:close/>
                <a:moveTo>
                  <a:pt x="4842232" y="2200098"/>
                </a:moveTo>
                <a:lnTo>
                  <a:pt x="4842826" y="2188658"/>
                </a:lnTo>
                <a:lnTo>
                  <a:pt x="4843324" y="2188691"/>
                </a:lnTo>
                <a:lnTo>
                  <a:pt x="4843350" y="2188197"/>
                </a:lnTo>
                <a:lnTo>
                  <a:pt x="4860437" y="2189820"/>
                </a:lnTo>
                <a:cubicBezTo>
                  <a:pt x="4892823" y="2190347"/>
                  <a:pt x="4924716" y="2193328"/>
                  <a:pt x="4955899" y="2198885"/>
                </a:cubicBezTo>
                <a:cubicBezTo>
                  <a:pt x="4961475" y="2198466"/>
                  <a:pt x="4966803" y="2199414"/>
                  <a:pt x="4972112" y="2200424"/>
                </a:cubicBezTo>
                <a:lnTo>
                  <a:pt x="4972229" y="2201572"/>
                </a:lnTo>
                <a:cubicBezTo>
                  <a:pt x="5241367" y="2246121"/>
                  <a:pt x="5466735" y="2415195"/>
                  <a:pt x="5583809" y="2645813"/>
                </a:cubicBezTo>
                <a:lnTo>
                  <a:pt x="5593163" y="2668647"/>
                </a:lnTo>
                <a:lnTo>
                  <a:pt x="5593163" y="3015299"/>
                </a:lnTo>
                <a:lnTo>
                  <a:pt x="5558612" y="3012018"/>
                </a:lnTo>
                <a:cubicBezTo>
                  <a:pt x="5553035" y="3012437"/>
                  <a:pt x="5547706" y="3011489"/>
                  <a:pt x="5542395" y="3010478"/>
                </a:cubicBezTo>
                <a:lnTo>
                  <a:pt x="5542279" y="3009330"/>
                </a:lnTo>
                <a:cubicBezTo>
                  <a:pt x="5183428" y="2949931"/>
                  <a:pt x="4902389" y="2669154"/>
                  <a:pt x="4852114" y="2316289"/>
                </a:cubicBezTo>
                <a:cubicBezTo>
                  <a:pt x="4851946" y="2316236"/>
                  <a:pt x="4851778" y="2316231"/>
                  <a:pt x="4851608" y="2316226"/>
                </a:cubicBezTo>
                <a:lnTo>
                  <a:pt x="4851070" y="2309550"/>
                </a:lnTo>
                <a:cubicBezTo>
                  <a:pt x="4846011" y="2279300"/>
                  <a:pt x="4843560" y="2248409"/>
                  <a:pt x="4843603" y="2217074"/>
                </a:cubicBezTo>
                <a:cubicBezTo>
                  <a:pt x="4842291" y="2211446"/>
                  <a:pt x="4842232" y="2205779"/>
                  <a:pt x="4842232" y="2200098"/>
                </a:cubicBezTo>
                <a:close/>
                <a:moveTo>
                  <a:pt x="4842232" y="3896923"/>
                </a:moveTo>
                <a:lnTo>
                  <a:pt x="4842826" y="3885483"/>
                </a:lnTo>
                <a:lnTo>
                  <a:pt x="4843324" y="3885516"/>
                </a:lnTo>
                <a:lnTo>
                  <a:pt x="4843350" y="3885022"/>
                </a:lnTo>
                <a:lnTo>
                  <a:pt x="4860437" y="3886645"/>
                </a:lnTo>
                <a:cubicBezTo>
                  <a:pt x="4892823" y="3887172"/>
                  <a:pt x="4924716" y="3890153"/>
                  <a:pt x="4955899" y="3895710"/>
                </a:cubicBezTo>
                <a:cubicBezTo>
                  <a:pt x="4961475" y="3895291"/>
                  <a:pt x="4966803" y="3896239"/>
                  <a:pt x="4972112" y="3897249"/>
                </a:cubicBezTo>
                <a:lnTo>
                  <a:pt x="4972229" y="3898397"/>
                </a:lnTo>
                <a:cubicBezTo>
                  <a:pt x="5206288" y="3937139"/>
                  <a:pt x="5407245" y="4070062"/>
                  <a:pt x="5532481" y="4255797"/>
                </a:cubicBezTo>
                <a:lnTo>
                  <a:pt x="5560926" y="4305008"/>
                </a:lnTo>
                <a:lnTo>
                  <a:pt x="5409877" y="4305008"/>
                </a:lnTo>
                <a:lnTo>
                  <a:pt x="5357754" y="4241205"/>
                </a:lnTo>
                <a:cubicBezTo>
                  <a:pt x="5261058" y="4136681"/>
                  <a:pt x="5131850" y="4061285"/>
                  <a:pt x="4985599" y="4029853"/>
                </a:cubicBezTo>
                <a:cubicBezTo>
                  <a:pt x="5002846" y="4117553"/>
                  <a:pt x="5037026" y="4199373"/>
                  <a:pt x="5084780" y="4271827"/>
                </a:cubicBezTo>
                <a:lnTo>
                  <a:pt x="5111462" y="4305008"/>
                </a:lnTo>
                <a:lnTo>
                  <a:pt x="4957353" y="4305008"/>
                </a:lnTo>
                <a:lnTo>
                  <a:pt x="4927231" y="4254710"/>
                </a:lnTo>
                <a:cubicBezTo>
                  <a:pt x="4890029" y="4179889"/>
                  <a:pt x="4864297" y="4098618"/>
                  <a:pt x="4852114" y="4013114"/>
                </a:cubicBezTo>
                <a:cubicBezTo>
                  <a:pt x="4851946" y="4013061"/>
                  <a:pt x="4851778" y="4013056"/>
                  <a:pt x="4851608" y="4013051"/>
                </a:cubicBezTo>
                <a:lnTo>
                  <a:pt x="4851070" y="4006375"/>
                </a:lnTo>
                <a:cubicBezTo>
                  <a:pt x="4846011" y="3976125"/>
                  <a:pt x="4843560" y="3945234"/>
                  <a:pt x="4843603" y="3913899"/>
                </a:cubicBezTo>
                <a:cubicBezTo>
                  <a:pt x="4842291" y="3908271"/>
                  <a:pt x="4842232" y="3902604"/>
                  <a:pt x="4842232" y="3896923"/>
                </a:cubicBezTo>
                <a:close/>
                <a:moveTo>
                  <a:pt x="4842230" y="469318"/>
                </a:moveTo>
                <a:cubicBezTo>
                  <a:pt x="4842230" y="463681"/>
                  <a:pt x="4842289" y="458057"/>
                  <a:pt x="4843601" y="452471"/>
                </a:cubicBezTo>
                <a:cubicBezTo>
                  <a:pt x="4843558" y="421389"/>
                  <a:pt x="4846008" y="390746"/>
                  <a:pt x="4851065" y="360740"/>
                </a:cubicBezTo>
                <a:lnTo>
                  <a:pt x="4851605" y="354103"/>
                </a:lnTo>
                <a:cubicBezTo>
                  <a:pt x="4851774" y="354098"/>
                  <a:pt x="4851943" y="354093"/>
                  <a:pt x="4852110" y="354040"/>
                </a:cubicBezTo>
                <a:cubicBezTo>
                  <a:pt x="4865262" y="262463"/>
                  <a:pt x="4894203" y="175780"/>
                  <a:pt x="4936323" y="96778"/>
                </a:cubicBezTo>
                <a:lnTo>
                  <a:pt x="4998957" y="0"/>
                </a:lnTo>
                <a:lnTo>
                  <a:pt x="5167333" y="0"/>
                </a:lnTo>
                <a:lnTo>
                  <a:pt x="5099105" y="76659"/>
                </a:lnTo>
                <a:cubicBezTo>
                  <a:pt x="5043838" y="153496"/>
                  <a:pt x="5004523" y="241952"/>
                  <a:pt x="4985597" y="337433"/>
                </a:cubicBezTo>
                <a:cubicBezTo>
                  <a:pt x="5168636" y="298404"/>
                  <a:pt x="5324978" y="191052"/>
                  <a:pt x="5424571" y="44350"/>
                </a:cubicBezTo>
                <a:lnTo>
                  <a:pt x="5446799" y="0"/>
                </a:lnTo>
                <a:lnTo>
                  <a:pt x="5593163" y="0"/>
                </a:lnTo>
                <a:lnTo>
                  <a:pt x="5593163" y="4197"/>
                </a:lnTo>
                <a:lnTo>
                  <a:pt x="5543598" y="95636"/>
                </a:lnTo>
                <a:cubicBezTo>
                  <a:pt x="5419825" y="289169"/>
                  <a:pt x="5213633" y="428211"/>
                  <a:pt x="4972226" y="467856"/>
                </a:cubicBezTo>
                <a:lnTo>
                  <a:pt x="4972110" y="468995"/>
                </a:lnTo>
                <a:cubicBezTo>
                  <a:pt x="4966799" y="469998"/>
                  <a:pt x="4961470" y="470939"/>
                  <a:pt x="4955893" y="470523"/>
                </a:cubicBezTo>
                <a:cubicBezTo>
                  <a:pt x="4924721" y="476033"/>
                  <a:pt x="4892841" y="478991"/>
                  <a:pt x="4860466" y="479514"/>
                </a:cubicBezTo>
                <a:lnTo>
                  <a:pt x="4843348" y="481127"/>
                </a:lnTo>
                <a:lnTo>
                  <a:pt x="4843322" y="480636"/>
                </a:lnTo>
                <a:lnTo>
                  <a:pt x="4842823" y="480669"/>
                </a:lnTo>
                <a:cubicBezTo>
                  <a:pt x="4842257" y="476896"/>
                  <a:pt x="4842230" y="473110"/>
                  <a:pt x="4842230" y="469318"/>
                </a:cubicBezTo>
                <a:close/>
                <a:moveTo>
                  <a:pt x="4842230" y="2166144"/>
                </a:moveTo>
                <a:cubicBezTo>
                  <a:pt x="4842230" y="2160506"/>
                  <a:pt x="4842289" y="2154882"/>
                  <a:pt x="4843601" y="2149296"/>
                </a:cubicBezTo>
                <a:cubicBezTo>
                  <a:pt x="4843558" y="2118214"/>
                  <a:pt x="4846008" y="2087572"/>
                  <a:pt x="4851065" y="2057565"/>
                </a:cubicBezTo>
                <a:lnTo>
                  <a:pt x="4851605" y="2050928"/>
                </a:lnTo>
                <a:cubicBezTo>
                  <a:pt x="4851774" y="2050923"/>
                  <a:pt x="4851943" y="2050918"/>
                  <a:pt x="4852110" y="2050865"/>
                </a:cubicBezTo>
                <a:cubicBezTo>
                  <a:pt x="4902387" y="1700770"/>
                  <a:pt x="5183426" y="1422199"/>
                  <a:pt x="5542276" y="1363267"/>
                </a:cubicBezTo>
                <a:lnTo>
                  <a:pt x="5542393" y="1362128"/>
                </a:lnTo>
                <a:cubicBezTo>
                  <a:pt x="5547702" y="1361126"/>
                  <a:pt x="5553030" y="1360185"/>
                  <a:pt x="5558606" y="1360601"/>
                </a:cubicBezTo>
                <a:lnTo>
                  <a:pt x="5593163" y="1357345"/>
                </a:lnTo>
                <a:lnTo>
                  <a:pt x="5593163" y="1701268"/>
                </a:lnTo>
                <a:lnTo>
                  <a:pt x="5583807" y="1723929"/>
                </a:lnTo>
                <a:cubicBezTo>
                  <a:pt x="5466733" y="1952736"/>
                  <a:pt x="5241364" y="2120482"/>
                  <a:pt x="4972226" y="2164681"/>
                </a:cubicBezTo>
                <a:lnTo>
                  <a:pt x="4972110" y="2165820"/>
                </a:lnTo>
                <a:cubicBezTo>
                  <a:pt x="4966799" y="2166823"/>
                  <a:pt x="4961470" y="2167764"/>
                  <a:pt x="4955893" y="2167348"/>
                </a:cubicBezTo>
                <a:cubicBezTo>
                  <a:pt x="4924721" y="2172858"/>
                  <a:pt x="4892841" y="2175816"/>
                  <a:pt x="4860466" y="2176339"/>
                </a:cubicBezTo>
                <a:lnTo>
                  <a:pt x="4843348" y="2177952"/>
                </a:lnTo>
                <a:lnTo>
                  <a:pt x="4843322" y="2177461"/>
                </a:lnTo>
                <a:lnTo>
                  <a:pt x="4842823" y="2177494"/>
                </a:lnTo>
                <a:cubicBezTo>
                  <a:pt x="4842257" y="2173722"/>
                  <a:pt x="4842230" y="2169936"/>
                  <a:pt x="4842230" y="2166144"/>
                </a:cubicBezTo>
                <a:close/>
                <a:moveTo>
                  <a:pt x="4842230" y="3862969"/>
                </a:moveTo>
                <a:cubicBezTo>
                  <a:pt x="4842230" y="3857331"/>
                  <a:pt x="4842289" y="3851707"/>
                  <a:pt x="4843601" y="3846121"/>
                </a:cubicBezTo>
                <a:cubicBezTo>
                  <a:pt x="4843558" y="3815039"/>
                  <a:pt x="4846008" y="3784397"/>
                  <a:pt x="4851065" y="3754390"/>
                </a:cubicBezTo>
                <a:lnTo>
                  <a:pt x="4851605" y="3747753"/>
                </a:lnTo>
                <a:cubicBezTo>
                  <a:pt x="4851774" y="3747748"/>
                  <a:pt x="4851943" y="3747743"/>
                  <a:pt x="4852110" y="3747690"/>
                </a:cubicBezTo>
                <a:cubicBezTo>
                  <a:pt x="4902387" y="3397595"/>
                  <a:pt x="5183426" y="3119024"/>
                  <a:pt x="5542276" y="3060092"/>
                </a:cubicBezTo>
                <a:lnTo>
                  <a:pt x="5542393" y="3058953"/>
                </a:lnTo>
                <a:cubicBezTo>
                  <a:pt x="5547702" y="3057951"/>
                  <a:pt x="5553030" y="3057010"/>
                  <a:pt x="5558606" y="3057426"/>
                </a:cubicBezTo>
                <a:lnTo>
                  <a:pt x="5593163" y="3054170"/>
                </a:lnTo>
                <a:lnTo>
                  <a:pt x="5593163" y="3398093"/>
                </a:lnTo>
                <a:lnTo>
                  <a:pt x="5583807" y="3420754"/>
                </a:lnTo>
                <a:cubicBezTo>
                  <a:pt x="5466733" y="3649560"/>
                  <a:pt x="5241364" y="3817307"/>
                  <a:pt x="4972226" y="3861506"/>
                </a:cubicBezTo>
                <a:lnTo>
                  <a:pt x="4972110" y="3862645"/>
                </a:lnTo>
                <a:cubicBezTo>
                  <a:pt x="4966799" y="3863648"/>
                  <a:pt x="4961470" y="3864589"/>
                  <a:pt x="4955893" y="3864173"/>
                </a:cubicBezTo>
                <a:cubicBezTo>
                  <a:pt x="4924721" y="3869683"/>
                  <a:pt x="4892841" y="3872641"/>
                  <a:pt x="4860466" y="3873164"/>
                </a:cubicBezTo>
                <a:lnTo>
                  <a:pt x="4843348" y="3874777"/>
                </a:lnTo>
                <a:lnTo>
                  <a:pt x="4843322" y="3874286"/>
                </a:lnTo>
                <a:lnTo>
                  <a:pt x="4842823" y="3874319"/>
                </a:lnTo>
                <a:cubicBezTo>
                  <a:pt x="4842257" y="3870547"/>
                  <a:pt x="4842230" y="3866761"/>
                  <a:pt x="4842230" y="3862969"/>
                </a:cubicBezTo>
                <a:close/>
                <a:moveTo>
                  <a:pt x="4135041" y="1181049"/>
                </a:moveTo>
                <a:cubicBezTo>
                  <a:pt x="4410231" y="1121906"/>
                  <a:pt x="4625074" y="907109"/>
                  <a:pt x="4678350" y="636203"/>
                </a:cubicBezTo>
                <a:cubicBezTo>
                  <a:pt x="4403160" y="695346"/>
                  <a:pt x="4188316" y="910143"/>
                  <a:pt x="4135041" y="1181049"/>
                </a:cubicBezTo>
                <a:close/>
                <a:moveTo>
                  <a:pt x="4135041" y="1493690"/>
                </a:moveTo>
                <a:cubicBezTo>
                  <a:pt x="4188317" y="1762469"/>
                  <a:pt x="4403160" y="1975579"/>
                  <a:pt x="4678350" y="2034258"/>
                </a:cubicBezTo>
                <a:cubicBezTo>
                  <a:pt x="4625075" y="1765479"/>
                  <a:pt x="4410231" y="1552369"/>
                  <a:pt x="4135041" y="1493690"/>
                </a:cubicBezTo>
                <a:close/>
                <a:moveTo>
                  <a:pt x="4135041" y="2877874"/>
                </a:moveTo>
                <a:cubicBezTo>
                  <a:pt x="4410231" y="2818731"/>
                  <a:pt x="4625074" y="2603934"/>
                  <a:pt x="4678350" y="2333028"/>
                </a:cubicBezTo>
                <a:cubicBezTo>
                  <a:pt x="4403160" y="2392171"/>
                  <a:pt x="4188316" y="2606968"/>
                  <a:pt x="4135041" y="2877874"/>
                </a:cubicBezTo>
                <a:close/>
                <a:moveTo>
                  <a:pt x="4135041" y="3190516"/>
                </a:moveTo>
                <a:cubicBezTo>
                  <a:pt x="4188317" y="3459294"/>
                  <a:pt x="4403160" y="3672404"/>
                  <a:pt x="4678350" y="3731083"/>
                </a:cubicBezTo>
                <a:cubicBezTo>
                  <a:pt x="4625075" y="3462304"/>
                  <a:pt x="4410231" y="3249194"/>
                  <a:pt x="4135041" y="3190516"/>
                </a:cubicBezTo>
                <a:close/>
                <a:moveTo>
                  <a:pt x="4103022" y="4305008"/>
                </a:moveTo>
                <a:lnTo>
                  <a:pt x="4131467" y="4255797"/>
                </a:lnTo>
                <a:cubicBezTo>
                  <a:pt x="4256704" y="4070062"/>
                  <a:pt x="4457661" y="3937139"/>
                  <a:pt x="4691720" y="3898397"/>
                </a:cubicBezTo>
                <a:lnTo>
                  <a:pt x="4691837" y="3897249"/>
                </a:lnTo>
                <a:cubicBezTo>
                  <a:pt x="4697146" y="3896239"/>
                  <a:pt x="4702474" y="3895291"/>
                  <a:pt x="4708050" y="3895710"/>
                </a:cubicBezTo>
                <a:cubicBezTo>
                  <a:pt x="4739233" y="3890153"/>
                  <a:pt x="4771126" y="3887172"/>
                  <a:pt x="4803512" y="3886645"/>
                </a:cubicBezTo>
                <a:lnTo>
                  <a:pt x="4820599" y="3885022"/>
                </a:lnTo>
                <a:lnTo>
                  <a:pt x="4820625" y="3885516"/>
                </a:lnTo>
                <a:lnTo>
                  <a:pt x="4821123" y="3885483"/>
                </a:lnTo>
                <a:lnTo>
                  <a:pt x="4821717" y="3896923"/>
                </a:lnTo>
                <a:cubicBezTo>
                  <a:pt x="4821717" y="3902604"/>
                  <a:pt x="4821658" y="3908271"/>
                  <a:pt x="4820346" y="3913899"/>
                </a:cubicBezTo>
                <a:cubicBezTo>
                  <a:pt x="4820389" y="3945234"/>
                  <a:pt x="4817938" y="3976125"/>
                  <a:pt x="4812879" y="4006375"/>
                </a:cubicBezTo>
                <a:lnTo>
                  <a:pt x="4812341" y="4013051"/>
                </a:lnTo>
                <a:cubicBezTo>
                  <a:pt x="4812171" y="4013056"/>
                  <a:pt x="4812003" y="4013061"/>
                  <a:pt x="4811835" y="4013114"/>
                </a:cubicBezTo>
                <a:cubicBezTo>
                  <a:pt x="4799653" y="4098618"/>
                  <a:pt x="4773921" y="4179889"/>
                  <a:pt x="4736718" y="4254710"/>
                </a:cubicBezTo>
                <a:lnTo>
                  <a:pt x="4706597" y="4305008"/>
                </a:lnTo>
                <a:lnTo>
                  <a:pt x="4552487" y="4305008"/>
                </a:lnTo>
                <a:lnTo>
                  <a:pt x="4579169" y="4271827"/>
                </a:lnTo>
                <a:cubicBezTo>
                  <a:pt x="4626924" y="4199373"/>
                  <a:pt x="4661103" y="4117553"/>
                  <a:pt x="4678350" y="4029853"/>
                </a:cubicBezTo>
                <a:cubicBezTo>
                  <a:pt x="4532099" y="4061285"/>
                  <a:pt x="4402892" y="4136681"/>
                  <a:pt x="4306196" y="4241205"/>
                </a:cubicBezTo>
                <a:lnTo>
                  <a:pt x="4254073" y="4305008"/>
                </a:lnTo>
                <a:close/>
                <a:moveTo>
                  <a:pt x="4068511" y="0"/>
                </a:moveTo>
                <a:lnTo>
                  <a:pt x="4217148" y="0"/>
                </a:lnTo>
                <a:lnTo>
                  <a:pt x="4239376" y="44350"/>
                </a:lnTo>
                <a:cubicBezTo>
                  <a:pt x="4338970" y="191052"/>
                  <a:pt x="4495311" y="298404"/>
                  <a:pt x="4678350" y="337433"/>
                </a:cubicBezTo>
                <a:cubicBezTo>
                  <a:pt x="4659425" y="241952"/>
                  <a:pt x="4620110" y="153496"/>
                  <a:pt x="4564842" y="76659"/>
                </a:cubicBezTo>
                <a:lnTo>
                  <a:pt x="4496615" y="0"/>
                </a:lnTo>
                <a:lnTo>
                  <a:pt x="4664989" y="0"/>
                </a:lnTo>
                <a:lnTo>
                  <a:pt x="4727623" y="96778"/>
                </a:lnTo>
                <a:cubicBezTo>
                  <a:pt x="4769744" y="175780"/>
                  <a:pt x="4798685" y="262463"/>
                  <a:pt x="4811836" y="354040"/>
                </a:cubicBezTo>
                <a:cubicBezTo>
                  <a:pt x="4812004" y="354093"/>
                  <a:pt x="4812173" y="354098"/>
                  <a:pt x="4812342" y="354103"/>
                </a:cubicBezTo>
                <a:lnTo>
                  <a:pt x="4812882" y="360740"/>
                </a:lnTo>
                <a:cubicBezTo>
                  <a:pt x="4817939" y="390746"/>
                  <a:pt x="4820389" y="421389"/>
                  <a:pt x="4820346" y="452471"/>
                </a:cubicBezTo>
                <a:cubicBezTo>
                  <a:pt x="4821658" y="458057"/>
                  <a:pt x="4821717" y="463681"/>
                  <a:pt x="4821717" y="469318"/>
                </a:cubicBezTo>
                <a:cubicBezTo>
                  <a:pt x="4821717" y="473110"/>
                  <a:pt x="4821690" y="476896"/>
                  <a:pt x="4821124" y="480669"/>
                </a:cubicBezTo>
                <a:lnTo>
                  <a:pt x="4820625" y="480636"/>
                </a:lnTo>
                <a:lnTo>
                  <a:pt x="4820599" y="481127"/>
                </a:lnTo>
                <a:lnTo>
                  <a:pt x="4803481" y="479514"/>
                </a:lnTo>
                <a:cubicBezTo>
                  <a:pt x="4771106" y="478991"/>
                  <a:pt x="4739226" y="476033"/>
                  <a:pt x="4708054" y="470523"/>
                </a:cubicBezTo>
                <a:cubicBezTo>
                  <a:pt x="4702477" y="470939"/>
                  <a:pt x="4697148" y="469998"/>
                  <a:pt x="4691837" y="468995"/>
                </a:cubicBezTo>
                <a:lnTo>
                  <a:pt x="4691721" y="467856"/>
                </a:lnTo>
                <a:cubicBezTo>
                  <a:pt x="4450315" y="428211"/>
                  <a:pt x="4244123" y="289169"/>
                  <a:pt x="4120350" y="95636"/>
                </a:cubicBezTo>
                <a:close/>
                <a:moveTo>
                  <a:pt x="3991674" y="1313979"/>
                </a:moveTo>
                <a:cubicBezTo>
                  <a:pt x="3991674" y="1308297"/>
                  <a:pt x="3991733" y="1302628"/>
                  <a:pt x="3993045" y="1296998"/>
                </a:cubicBezTo>
                <a:cubicBezTo>
                  <a:pt x="3993003" y="1265670"/>
                  <a:pt x="3995452" y="1234785"/>
                  <a:pt x="4000509" y="1204541"/>
                </a:cubicBezTo>
                <a:lnTo>
                  <a:pt x="4001049" y="1197851"/>
                </a:lnTo>
                <a:cubicBezTo>
                  <a:pt x="4001218" y="1197846"/>
                  <a:pt x="4001387" y="1197841"/>
                  <a:pt x="4001555" y="1197788"/>
                </a:cubicBezTo>
                <a:cubicBezTo>
                  <a:pt x="4051831" y="844922"/>
                  <a:pt x="4332870" y="564145"/>
                  <a:pt x="4691720" y="504747"/>
                </a:cubicBezTo>
                <a:lnTo>
                  <a:pt x="4691837" y="503599"/>
                </a:lnTo>
                <a:cubicBezTo>
                  <a:pt x="4697146" y="502589"/>
                  <a:pt x="4702474" y="501641"/>
                  <a:pt x="4708050" y="502060"/>
                </a:cubicBezTo>
                <a:cubicBezTo>
                  <a:pt x="4739233" y="496503"/>
                  <a:pt x="4771126" y="493522"/>
                  <a:pt x="4803512" y="492995"/>
                </a:cubicBezTo>
                <a:lnTo>
                  <a:pt x="4820599" y="491372"/>
                </a:lnTo>
                <a:lnTo>
                  <a:pt x="4820625" y="491866"/>
                </a:lnTo>
                <a:lnTo>
                  <a:pt x="4821123" y="491833"/>
                </a:lnTo>
                <a:lnTo>
                  <a:pt x="4821717" y="503273"/>
                </a:lnTo>
                <a:cubicBezTo>
                  <a:pt x="4821717" y="508954"/>
                  <a:pt x="4821658" y="514621"/>
                  <a:pt x="4820346" y="520249"/>
                </a:cubicBezTo>
                <a:cubicBezTo>
                  <a:pt x="4820389" y="551584"/>
                  <a:pt x="4817938" y="582475"/>
                  <a:pt x="4812879" y="612725"/>
                </a:cubicBezTo>
                <a:lnTo>
                  <a:pt x="4812341" y="619401"/>
                </a:lnTo>
                <a:cubicBezTo>
                  <a:pt x="4812171" y="619406"/>
                  <a:pt x="4812003" y="619411"/>
                  <a:pt x="4811835" y="619464"/>
                </a:cubicBezTo>
                <a:cubicBezTo>
                  <a:pt x="4761560" y="972329"/>
                  <a:pt x="4480521" y="1253106"/>
                  <a:pt x="4121670" y="1312505"/>
                </a:cubicBezTo>
                <a:lnTo>
                  <a:pt x="4121554" y="1313653"/>
                </a:lnTo>
                <a:cubicBezTo>
                  <a:pt x="4116243" y="1314664"/>
                  <a:pt x="4110914" y="1315612"/>
                  <a:pt x="4105337" y="1315193"/>
                </a:cubicBezTo>
                <a:cubicBezTo>
                  <a:pt x="4074165" y="1320747"/>
                  <a:pt x="4042285" y="1323728"/>
                  <a:pt x="4009911" y="1324255"/>
                </a:cubicBezTo>
                <a:lnTo>
                  <a:pt x="3992792" y="1325881"/>
                </a:lnTo>
                <a:lnTo>
                  <a:pt x="3992766" y="1325386"/>
                </a:lnTo>
                <a:lnTo>
                  <a:pt x="3992267" y="1325419"/>
                </a:lnTo>
                <a:cubicBezTo>
                  <a:pt x="3991701" y="1321617"/>
                  <a:pt x="3991674" y="1317801"/>
                  <a:pt x="3991674" y="1313979"/>
                </a:cubicBezTo>
                <a:close/>
                <a:moveTo>
                  <a:pt x="3991674" y="1361805"/>
                </a:moveTo>
                <a:lnTo>
                  <a:pt x="3992268" y="1350455"/>
                </a:lnTo>
                <a:lnTo>
                  <a:pt x="3992766" y="1350487"/>
                </a:lnTo>
                <a:lnTo>
                  <a:pt x="3992792" y="1349997"/>
                </a:lnTo>
                <a:lnTo>
                  <a:pt x="4009880" y="1351607"/>
                </a:lnTo>
                <a:cubicBezTo>
                  <a:pt x="4042265" y="1352130"/>
                  <a:pt x="4074158" y="1355088"/>
                  <a:pt x="4105341" y="1360601"/>
                </a:cubicBezTo>
                <a:cubicBezTo>
                  <a:pt x="4110917" y="1360185"/>
                  <a:pt x="4116245" y="1361126"/>
                  <a:pt x="4121554" y="1362128"/>
                </a:cubicBezTo>
                <a:lnTo>
                  <a:pt x="4121671" y="1363267"/>
                </a:lnTo>
                <a:cubicBezTo>
                  <a:pt x="4480521" y="1422199"/>
                  <a:pt x="4761560" y="1700770"/>
                  <a:pt x="4811836" y="2050865"/>
                </a:cubicBezTo>
                <a:cubicBezTo>
                  <a:pt x="4812004" y="2050918"/>
                  <a:pt x="4812173" y="2050923"/>
                  <a:pt x="4812342" y="2050928"/>
                </a:cubicBezTo>
                <a:lnTo>
                  <a:pt x="4812882" y="2057565"/>
                </a:lnTo>
                <a:cubicBezTo>
                  <a:pt x="4817939" y="2087572"/>
                  <a:pt x="4820389" y="2118214"/>
                  <a:pt x="4820346" y="2149296"/>
                </a:cubicBezTo>
                <a:cubicBezTo>
                  <a:pt x="4821658" y="2154882"/>
                  <a:pt x="4821717" y="2160506"/>
                  <a:pt x="4821717" y="2166144"/>
                </a:cubicBezTo>
                <a:cubicBezTo>
                  <a:pt x="4821717" y="2169936"/>
                  <a:pt x="4821690" y="2173722"/>
                  <a:pt x="4821124" y="2177494"/>
                </a:cubicBezTo>
                <a:lnTo>
                  <a:pt x="4820625" y="2177461"/>
                </a:lnTo>
                <a:lnTo>
                  <a:pt x="4820599" y="2177952"/>
                </a:lnTo>
                <a:lnTo>
                  <a:pt x="4803481" y="2176339"/>
                </a:lnTo>
                <a:cubicBezTo>
                  <a:pt x="4771106" y="2175816"/>
                  <a:pt x="4739226" y="2172858"/>
                  <a:pt x="4708054" y="2167348"/>
                </a:cubicBezTo>
                <a:cubicBezTo>
                  <a:pt x="4702477" y="2167764"/>
                  <a:pt x="4697148" y="2166823"/>
                  <a:pt x="4691837" y="2165820"/>
                </a:cubicBezTo>
                <a:lnTo>
                  <a:pt x="4691721" y="2164681"/>
                </a:lnTo>
                <a:cubicBezTo>
                  <a:pt x="4332870" y="2105749"/>
                  <a:pt x="4051831" y="1827177"/>
                  <a:pt x="4001556" y="1477083"/>
                </a:cubicBezTo>
                <a:cubicBezTo>
                  <a:pt x="4001388" y="1477030"/>
                  <a:pt x="4001220" y="1477026"/>
                  <a:pt x="4001050" y="1477021"/>
                </a:cubicBezTo>
                <a:lnTo>
                  <a:pt x="4000512" y="1470397"/>
                </a:lnTo>
                <a:cubicBezTo>
                  <a:pt x="3995453" y="1440385"/>
                  <a:pt x="3993003" y="1409736"/>
                  <a:pt x="3993045" y="1378647"/>
                </a:cubicBezTo>
                <a:cubicBezTo>
                  <a:pt x="3991733" y="1373063"/>
                  <a:pt x="3991674" y="1367441"/>
                  <a:pt x="3991674" y="1361805"/>
                </a:cubicBezTo>
                <a:close/>
                <a:moveTo>
                  <a:pt x="3991674" y="3010804"/>
                </a:moveTo>
                <a:cubicBezTo>
                  <a:pt x="3991674" y="3005122"/>
                  <a:pt x="3991733" y="2999453"/>
                  <a:pt x="3993045" y="2993823"/>
                </a:cubicBezTo>
                <a:cubicBezTo>
                  <a:pt x="3993003" y="2962495"/>
                  <a:pt x="3995452" y="2931610"/>
                  <a:pt x="4000509" y="2901366"/>
                </a:cubicBezTo>
                <a:lnTo>
                  <a:pt x="4001049" y="2894676"/>
                </a:lnTo>
                <a:cubicBezTo>
                  <a:pt x="4001218" y="2894671"/>
                  <a:pt x="4001387" y="2894666"/>
                  <a:pt x="4001555" y="2894613"/>
                </a:cubicBezTo>
                <a:cubicBezTo>
                  <a:pt x="4051831" y="2541747"/>
                  <a:pt x="4332870" y="2260970"/>
                  <a:pt x="4691720" y="2201572"/>
                </a:cubicBezTo>
                <a:lnTo>
                  <a:pt x="4691837" y="2200424"/>
                </a:lnTo>
                <a:cubicBezTo>
                  <a:pt x="4697146" y="2199414"/>
                  <a:pt x="4702474" y="2198466"/>
                  <a:pt x="4708050" y="2198885"/>
                </a:cubicBezTo>
                <a:cubicBezTo>
                  <a:pt x="4739233" y="2193328"/>
                  <a:pt x="4771126" y="2190347"/>
                  <a:pt x="4803512" y="2189820"/>
                </a:cubicBezTo>
                <a:lnTo>
                  <a:pt x="4820599" y="2188197"/>
                </a:lnTo>
                <a:lnTo>
                  <a:pt x="4820625" y="2188691"/>
                </a:lnTo>
                <a:lnTo>
                  <a:pt x="4821123" y="2188658"/>
                </a:lnTo>
                <a:lnTo>
                  <a:pt x="4821717" y="2200098"/>
                </a:lnTo>
                <a:cubicBezTo>
                  <a:pt x="4821717" y="2205779"/>
                  <a:pt x="4821658" y="2211446"/>
                  <a:pt x="4820346" y="2217074"/>
                </a:cubicBezTo>
                <a:cubicBezTo>
                  <a:pt x="4820389" y="2248409"/>
                  <a:pt x="4817938" y="2279300"/>
                  <a:pt x="4812879" y="2309550"/>
                </a:cubicBezTo>
                <a:lnTo>
                  <a:pt x="4812341" y="2316226"/>
                </a:lnTo>
                <a:cubicBezTo>
                  <a:pt x="4812171" y="2316231"/>
                  <a:pt x="4812003" y="2316236"/>
                  <a:pt x="4811835" y="2316289"/>
                </a:cubicBezTo>
                <a:cubicBezTo>
                  <a:pt x="4761560" y="2669154"/>
                  <a:pt x="4480521" y="2949931"/>
                  <a:pt x="4121670" y="3009330"/>
                </a:cubicBezTo>
                <a:lnTo>
                  <a:pt x="4121554" y="3010478"/>
                </a:lnTo>
                <a:cubicBezTo>
                  <a:pt x="4116243" y="3011489"/>
                  <a:pt x="4110914" y="3012437"/>
                  <a:pt x="4105337" y="3012018"/>
                </a:cubicBezTo>
                <a:cubicBezTo>
                  <a:pt x="4074165" y="3017572"/>
                  <a:pt x="4042285" y="3020553"/>
                  <a:pt x="4009911" y="3021080"/>
                </a:cubicBezTo>
                <a:lnTo>
                  <a:pt x="3992792" y="3022706"/>
                </a:lnTo>
                <a:lnTo>
                  <a:pt x="3992766" y="3022211"/>
                </a:lnTo>
                <a:lnTo>
                  <a:pt x="3992267" y="3022244"/>
                </a:lnTo>
                <a:cubicBezTo>
                  <a:pt x="3991701" y="3018442"/>
                  <a:pt x="3991674" y="3014626"/>
                  <a:pt x="3991674" y="3010804"/>
                </a:cubicBezTo>
                <a:close/>
                <a:moveTo>
                  <a:pt x="3991674" y="3058630"/>
                </a:moveTo>
                <a:lnTo>
                  <a:pt x="3992268" y="3047280"/>
                </a:lnTo>
                <a:lnTo>
                  <a:pt x="3992766" y="3047312"/>
                </a:lnTo>
                <a:lnTo>
                  <a:pt x="3992792" y="3046822"/>
                </a:lnTo>
                <a:lnTo>
                  <a:pt x="4009880" y="3048432"/>
                </a:lnTo>
                <a:cubicBezTo>
                  <a:pt x="4042265" y="3048955"/>
                  <a:pt x="4074158" y="3051913"/>
                  <a:pt x="4105341" y="3057426"/>
                </a:cubicBezTo>
                <a:cubicBezTo>
                  <a:pt x="4110917" y="3057010"/>
                  <a:pt x="4116245" y="3057951"/>
                  <a:pt x="4121554" y="3058953"/>
                </a:cubicBezTo>
                <a:lnTo>
                  <a:pt x="4121671" y="3060092"/>
                </a:lnTo>
                <a:cubicBezTo>
                  <a:pt x="4480521" y="3119024"/>
                  <a:pt x="4761560" y="3397595"/>
                  <a:pt x="4811836" y="3747690"/>
                </a:cubicBezTo>
                <a:cubicBezTo>
                  <a:pt x="4812004" y="3747743"/>
                  <a:pt x="4812173" y="3747748"/>
                  <a:pt x="4812342" y="3747753"/>
                </a:cubicBezTo>
                <a:lnTo>
                  <a:pt x="4812882" y="3754390"/>
                </a:lnTo>
                <a:cubicBezTo>
                  <a:pt x="4817939" y="3784397"/>
                  <a:pt x="4820389" y="3815039"/>
                  <a:pt x="4820346" y="3846121"/>
                </a:cubicBezTo>
                <a:cubicBezTo>
                  <a:pt x="4821658" y="3851707"/>
                  <a:pt x="4821717" y="3857331"/>
                  <a:pt x="4821717" y="3862969"/>
                </a:cubicBezTo>
                <a:cubicBezTo>
                  <a:pt x="4821717" y="3866761"/>
                  <a:pt x="4821690" y="3870547"/>
                  <a:pt x="4821124" y="3874319"/>
                </a:cubicBezTo>
                <a:lnTo>
                  <a:pt x="4820625" y="3874286"/>
                </a:lnTo>
                <a:lnTo>
                  <a:pt x="4820599" y="3874777"/>
                </a:lnTo>
                <a:lnTo>
                  <a:pt x="4803481" y="3873164"/>
                </a:lnTo>
                <a:cubicBezTo>
                  <a:pt x="4771106" y="3872641"/>
                  <a:pt x="4739226" y="3869683"/>
                  <a:pt x="4708054" y="3864173"/>
                </a:cubicBezTo>
                <a:cubicBezTo>
                  <a:pt x="4702477" y="3864589"/>
                  <a:pt x="4697148" y="3863648"/>
                  <a:pt x="4691837" y="3862645"/>
                </a:cubicBezTo>
                <a:lnTo>
                  <a:pt x="4691721" y="3861506"/>
                </a:lnTo>
                <a:cubicBezTo>
                  <a:pt x="4332870" y="3802574"/>
                  <a:pt x="4051831" y="3524002"/>
                  <a:pt x="4001556" y="3173908"/>
                </a:cubicBezTo>
                <a:cubicBezTo>
                  <a:pt x="4001388" y="3173856"/>
                  <a:pt x="4001220" y="3173851"/>
                  <a:pt x="4001050" y="3173846"/>
                </a:cubicBezTo>
                <a:lnTo>
                  <a:pt x="4000512" y="3167222"/>
                </a:lnTo>
                <a:cubicBezTo>
                  <a:pt x="3995453" y="3137210"/>
                  <a:pt x="3993003" y="3106561"/>
                  <a:pt x="3993045" y="3075472"/>
                </a:cubicBezTo>
                <a:cubicBezTo>
                  <a:pt x="3991733" y="3069889"/>
                  <a:pt x="3991674" y="3064266"/>
                  <a:pt x="3991674" y="3058630"/>
                </a:cubicBezTo>
                <a:close/>
                <a:moveTo>
                  <a:pt x="3293448" y="636203"/>
                </a:moveTo>
                <a:cubicBezTo>
                  <a:pt x="3346724" y="907109"/>
                  <a:pt x="3561567" y="1121906"/>
                  <a:pt x="3836757" y="1181049"/>
                </a:cubicBezTo>
                <a:cubicBezTo>
                  <a:pt x="3783482" y="910143"/>
                  <a:pt x="3568638" y="695346"/>
                  <a:pt x="3293448" y="636203"/>
                </a:cubicBezTo>
                <a:close/>
                <a:moveTo>
                  <a:pt x="3293448" y="2333028"/>
                </a:moveTo>
                <a:cubicBezTo>
                  <a:pt x="3346724" y="2603934"/>
                  <a:pt x="3561567" y="2818731"/>
                  <a:pt x="3836757" y="2877874"/>
                </a:cubicBezTo>
                <a:cubicBezTo>
                  <a:pt x="3783482" y="2606968"/>
                  <a:pt x="3568638" y="2392171"/>
                  <a:pt x="3293448" y="2333028"/>
                </a:cubicBezTo>
                <a:close/>
                <a:moveTo>
                  <a:pt x="3293446" y="2034258"/>
                </a:moveTo>
                <a:cubicBezTo>
                  <a:pt x="3568636" y="1975579"/>
                  <a:pt x="3783479" y="1762469"/>
                  <a:pt x="3836755" y="1493690"/>
                </a:cubicBezTo>
                <a:cubicBezTo>
                  <a:pt x="3561565" y="1552369"/>
                  <a:pt x="3346721" y="1765479"/>
                  <a:pt x="3293446" y="2034258"/>
                </a:cubicBezTo>
                <a:close/>
                <a:moveTo>
                  <a:pt x="3293446" y="3731083"/>
                </a:moveTo>
                <a:cubicBezTo>
                  <a:pt x="3568636" y="3672404"/>
                  <a:pt x="3783479" y="3459294"/>
                  <a:pt x="3836755" y="3190516"/>
                </a:cubicBezTo>
                <a:cubicBezTo>
                  <a:pt x="3561565" y="3249194"/>
                  <a:pt x="3346721" y="3462304"/>
                  <a:pt x="3293446" y="3731083"/>
                </a:cubicBezTo>
                <a:close/>
                <a:moveTo>
                  <a:pt x="3150081" y="503273"/>
                </a:moveTo>
                <a:lnTo>
                  <a:pt x="3150675" y="491833"/>
                </a:lnTo>
                <a:lnTo>
                  <a:pt x="3151173" y="491866"/>
                </a:lnTo>
                <a:lnTo>
                  <a:pt x="3151199" y="491372"/>
                </a:lnTo>
                <a:lnTo>
                  <a:pt x="3168287" y="492995"/>
                </a:lnTo>
                <a:cubicBezTo>
                  <a:pt x="3200672" y="493522"/>
                  <a:pt x="3232565" y="496503"/>
                  <a:pt x="3263748" y="502060"/>
                </a:cubicBezTo>
                <a:cubicBezTo>
                  <a:pt x="3269324" y="501641"/>
                  <a:pt x="3274652" y="502589"/>
                  <a:pt x="3279961" y="503599"/>
                </a:cubicBezTo>
                <a:lnTo>
                  <a:pt x="3280078" y="504747"/>
                </a:lnTo>
                <a:cubicBezTo>
                  <a:pt x="3638928" y="564145"/>
                  <a:pt x="3919967" y="844922"/>
                  <a:pt x="3970244" y="1197788"/>
                </a:cubicBezTo>
                <a:cubicBezTo>
                  <a:pt x="3970411" y="1197841"/>
                  <a:pt x="3970581" y="1197846"/>
                  <a:pt x="3970749" y="1197851"/>
                </a:cubicBezTo>
                <a:lnTo>
                  <a:pt x="3971290" y="1204541"/>
                </a:lnTo>
                <a:cubicBezTo>
                  <a:pt x="3976346" y="1234785"/>
                  <a:pt x="3978796" y="1265670"/>
                  <a:pt x="3978754" y="1296998"/>
                </a:cubicBezTo>
                <a:cubicBezTo>
                  <a:pt x="3980066" y="1302628"/>
                  <a:pt x="3980124" y="1308297"/>
                  <a:pt x="3980124" y="1313979"/>
                </a:cubicBezTo>
                <a:cubicBezTo>
                  <a:pt x="3980124" y="1317801"/>
                  <a:pt x="3980097" y="1321617"/>
                  <a:pt x="3979531" y="1325419"/>
                </a:cubicBezTo>
                <a:lnTo>
                  <a:pt x="3979032" y="1325386"/>
                </a:lnTo>
                <a:lnTo>
                  <a:pt x="3979006" y="1325881"/>
                </a:lnTo>
                <a:lnTo>
                  <a:pt x="3961888" y="1324255"/>
                </a:lnTo>
                <a:cubicBezTo>
                  <a:pt x="3929514" y="1323728"/>
                  <a:pt x="3897633" y="1320747"/>
                  <a:pt x="3866461" y="1315193"/>
                </a:cubicBezTo>
                <a:cubicBezTo>
                  <a:pt x="3860884" y="1315612"/>
                  <a:pt x="3855555" y="1314664"/>
                  <a:pt x="3850245" y="1313653"/>
                </a:cubicBezTo>
                <a:lnTo>
                  <a:pt x="3850129" y="1312505"/>
                </a:lnTo>
                <a:cubicBezTo>
                  <a:pt x="3491277" y="1253106"/>
                  <a:pt x="3210238" y="972329"/>
                  <a:pt x="3159963" y="619464"/>
                </a:cubicBezTo>
                <a:cubicBezTo>
                  <a:pt x="3159795" y="619411"/>
                  <a:pt x="3159627" y="619406"/>
                  <a:pt x="3159457" y="619401"/>
                </a:cubicBezTo>
                <a:lnTo>
                  <a:pt x="3158919" y="612725"/>
                </a:lnTo>
                <a:cubicBezTo>
                  <a:pt x="3153860" y="582475"/>
                  <a:pt x="3151410" y="551584"/>
                  <a:pt x="3151452" y="520249"/>
                </a:cubicBezTo>
                <a:cubicBezTo>
                  <a:pt x="3150140" y="514621"/>
                  <a:pt x="3150081" y="508954"/>
                  <a:pt x="3150081" y="503273"/>
                </a:cubicBezTo>
                <a:close/>
                <a:moveTo>
                  <a:pt x="3150081" y="2200098"/>
                </a:moveTo>
                <a:lnTo>
                  <a:pt x="3150675" y="2188658"/>
                </a:lnTo>
                <a:lnTo>
                  <a:pt x="3151173" y="2188691"/>
                </a:lnTo>
                <a:lnTo>
                  <a:pt x="3151199" y="2188197"/>
                </a:lnTo>
                <a:lnTo>
                  <a:pt x="3168287" y="2189820"/>
                </a:lnTo>
                <a:cubicBezTo>
                  <a:pt x="3200672" y="2190347"/>
                  <a:pt x="3232565" y="2193328"/>
                  <a:pt x="3263748" y="2198885"/>
                </a:cubicBezTo>
                <a:cubicBezTo>
                  <a:pt x="3269324" y="2198466"/>
                  <a:pt x="3274652" y="2199414"/>
                  <a:pt x="3279961" y="2200424"/>
                </a:cubicBezTo>
                <a:lnTo>
                  <a:pt x="3280078" y="2201572"/>
                </a:lnTo>
                <a:cubicBezTo>
                  <a:pt x="3638928" y="2260970"/>
                  <a:pt x="3919967" y="2541747"/>
                  <a:pt x="3970244" y="2894613"/>
                </a:cubicBezTo>
                <a:cubicBezTo>
                  <a:pt x="3970411" y="2894666"/>
                  <a:pt x="3970581" y="2894671"/>
                  <a:pt x="3970749" y="2894676"/>
                </a:cubicBezTo>
                <a:lnTo>
                  <a:pt x="3971290" y="2901366"/>
                </a:lnTo>
                <a:cubicBezTo>
                  <a:pt x="3976346" y="2931610"/>
                  <a:pt x="3978796" y="2962495"/>
                  <a:pt x="3978754" y="2993823"/>
                </a:cubicBezTo>
                <a:cubicBezTo>
                  <a:pt x="3980066" y="2999453"/>
                  <a:pt x="3980124" y="3005122"/>
                  <a:pt x="3980124" y="3010804"/>
                </a:cubicBezTo>
                <a:cubicBezTo>
                  <a:pt x="3980124" y="3014626"/>
                  <a:pt x="3980097" y="3018442"/>
                  <a:pt x="3979531" y="3022244"/>
                </a:cubicBezTo>
                <a:lnTo>
                  <a:pt x="3979032" y="3022211"/>
                </a:lnTo>
                <a:lnTo>
                  <a:pt x="3979006" y="3022706"/>
                </a:lnTo>
                <a:lnTo>
                  <a:pt x="3961888" y="3021080"/>
                </a:lnTo>
                <a:cubicBezTo>
                  <a:pt x="3929514" y="3020553"/>
                  <a:pt x="3897633" y="3017572"/>
                  <a:pt x="3866461" y="3012018"/>
                </a:cubicBezTo>
                <a:cubicBezTo>
                  <a:pt x="3860884" y="3012437"/>
                  <a:pt x="3855555" y="3011489"/>
                  <a:pt x="3850245" y="3010478"/>
                </a:cubicBezTo>
                <a:lnTo>
                  <a:pt x="3850129" y="3009330"/>
                </a:lnTo>
                <a:cubicBezTo>
                  <a:pt x="3491277" y="2949931"/>
                  <a:pt x="3210238" y="2669154"/>
                  <a:pt x="3159963" y="2316289"/>
                </a:cubicBezTo>
                <a:cubicBezTo>
                  <a:pt x="3159795" y="2316236"/>
                  <a:pt x="3159627" y="2316231"/>
                  <a:pt x="3159457" y="2316226"/>
                </a:cubicBezTo>
                <a:lnTo>
                  <a:pt x="3158919" y="2309550"/>
                </a:lnTo>
                <a:cubicBezTo>
                  <a:pt x="3153860" y="2279300"/>
                  <a:pt x="3151410" y="2248409"/>
                  <a:pt x="3151452" y="2217074"/>
                </a:cubicBezTo>
                <a:cubicBezTo>
                  <a:pt x="3150140" y="2211446"/>
                  <a:pt x="3150081" y="2205779"/>
                  <a:pt x="3150081" y="2200098"/>
                </a:cubicBezTo>
                <a:close/>
                <a:moveTo>
                  <a:pt x="3150081" y="3896923"/>
                </a:moveTo>
                <a:lnTo>
                  <a:pt x="3150675" y="3885483"/>
                </a:lnTo>
                <a:lnTo>
                  <a:pt x="3151173" y="3885516"/>
                </a:lnTo>
                <a:lnTo>
                  <a:pt x="3151199" y="3885022"/>
                </a:lnTo>
                <a:lnTo>
                  <a:pt x="3168287" y="3886645"/>
                </a:lnTo>
                <a:cubicBezTo>
                  <a:pt x="3200672" y="3887172"/>
                  <a:pt x="3232565" y="3890153"/>
                  <a:pt x="3263748" y="3895710"/>
                </a:cubicBezTo>
                <a:cubicBezTo>
                  <a:pt x="3269324" y="3895291"/>
                  <a:pt x="3274652" y="3896239"/>
                  <a:pt x="3279961" y="3897249"/>
                </a:cubicBezTo>
                <a:lnTo>
                  <a:pt x="3280078" y="3898397"/>
                </a:lnTo>
                <a:cubicBezTo>
                  <a:pt x="3514137" y="3937139"/>
                  <a:pt x="3715094" y="4070062"/>
                  <a:pt x="3840331" y="4255797"/>
                </a:cubicBezTo>
                <a:lnTo>
                  <a:pt x="3868775" y="4305008"/>
                </a:lnTo>
                <a:lnTo>
                  <a:pt x="3717725" y="4305008"/>
                </a:lnTo>
                <a:lnTo>
                  <a:pt x="3665602" y="4241205"/>
                </a:lnTo>
                <a:cubicBezTo>
                  <a:pt x="3568906" y="4136681"/>
                  <a:pt x="3439699" y="4061285"/>
                  <a:pt x="3293448" y="4029853"/>
                </a:cubicBezTo>
                <a:cubicBezTo>
                  <a:pt x="3310695" y="4117553"/>
                  <a:pt x="3344874" y="4199373"/>
                  <a:pt x="3392629" y="4271827"/>
                </a:cubicBezTo>
                <a:lnTo>
                  <a:pt x="3419311" y="4305008"/>
                </a:lnTo>
                <a:lnTo>
                  <a:pt x="3265201" y="4305008"/>
                </a:lnTo>
                <a:lnTo>
                  <a:pt x="3235080" y="4254710"/>
                </a:lnTo>
                <a:cubicBezTo>
                  <a:pt x="3197877" y="4179889"/>
                  <a:pt x="3172145" y="4098618"/>
                  <a:pt x="3159963" y="4013114"/>
                </a:cubicBezTo>
                <a:cubicBezTo>
                  <a:pt x="3159795" y="4013061"/>
                  <a:pt x="3159627" y="4013056"/>
                  <a:pt x="3159457" y="4013051"/>
                </a:cubicBezTo>
                <a:lnTo>
                  <a:pt x="3158919" y="4006375"/>
                </a:lnTo>
                <a:cubicBezTo>
                  <a:pt x="3153860" y="3976125"/>
                  <a:pt x="3151410" y="3945234"/>
                  <a:pt x="3151452" y="3913899"/>
                </a:cubicBezTo>
                <a:cubicBezTo>
                  <a:pt x="3150140" y="3908271"/>
                  <a:pt x="3150081" y="3902604"/>
                  <a:pt x="3150081" y="3896923"/>
                </a:cubicBezTo>
                <a:close/>
                <a:moveTo>
                  <a:pt x="3150079" y="469318"/>
                </a:moveTo>
                <a:cubicBezTo>
                  <a:pt x="3150079" y="463681"/>
                  <a:pt x="3150138" y="458057"/>
                  <a:pt x="3151450" y="452471"/>
                </a:cubicBezTo>
                <a:cubicBezTo>
                  <a:pt x="3151408" y="421389"/>
                  <a:pt x="3153857" y="390746"/>
                  <a:pt x="3158914" y="360740"/>
                </a:cubicBezTo>
                <a:lnTo>
                  <a:pt x="3159454" y="354103"/>
                </a:lnTo>
                <a:cubicBezTo>
                  <a:pt x="3159623" y="354098"/>
                  <a:pt x="3159792" y="354093"/>
                  <a:pt x="3159960" y="354040"/>
                </a:cubicBezTo>
                <a:cubicBezTo>
                  <a:pt x="3173111" y="262463"/>
                  <a:pt x="3202052" y="175780"/>
                  <a:pt x="3244173" y="96778"/>
                </a:cubicBezTo>
                <a:lnTo>
                  <a:pt x="3306807" y="0"/>
                </a:lnTo>
                <a:lnTo>
                  <a:pt x="3475182" y="0"/>
                </a:lnTo>
                <a:lnTo>
                  <a:pt x="3406954" y="76659"/>
                </a:lnTo>
                <a:cubicBezTo>
                  <a:pt x="3351687" y="153496"/>
                  <a:pt x="3312372" y="241952"/>
                  <a:pt x="3293446" y="337433"/>
                </a:cubicBezTo>
                <a:cubicBezTo>
                  <a:pt x="3476486" y="298404"/>
                  <a:pt x="3632827" y="191052"/>
                  <a:pt x="3732420" y="44350"/>
                </a:cubicBezTo>
                <a:lnTo>
                  <a:pt x="3754649" y="0"/>
                </a:lnTo>
                <a:lnTo>
                  <a:pt x="3903287" y="0"/>
                </a:lnTo>
                <a:lnTo>
                  <a:pt x="3851448" y="95636"/>
                </a:lnTo>
                <a:cubicBezTo>
                  <a:pt x="3727674" y="289169"/>
                  <a:pt x="3521481" y="428211"/>
                  <a:pt x="3280075" y="467856"/>
                </a:cubicBezTo>
                <a:lnTo>
                  <a:pt x="3279959" y="468995"/>
                </a:lnTo>
                <a:cubicBezTo>
                  <a:pt x="3274648" y="469998"/>
                  <a:pt x="3269319" y="470939"/>
                  <a:pt x="3263742" y="470523"/>
                </a:cubicBezTo>
                <a:cubicBezTo>
                  <a:pt x="3232570" y="476033"/>
                  <a:pt x="3200690" y="478991"/>
                  <a:pt x="3168316" y="479514"/>
                </a:cubicBezTo>
                <a:lnTo>
                  <a:pt x="3151197" y="481127"/>
                </a:lnTo>
                <a:lnTo>
                  <a:pt x="3151171" y="480636"/>
                </a:lnTo>
                <a:lnTo>
                  <a:pt x="3150672" y="480669"/>
                </a:lnTo>
                <a:cubicBezTo>
                  <a:pt x="3150106" y="476896"/>
                  <a:pt x="3150079" y="473110"/>
                  <a:pt x="3150079" y="469318"/>
                </a:cubicBezTo>
                <a:close/>
                <a:moveTo>
                  <a:pt x="3150079" y="2166144"/>
                </a:moveTo>
                <a:cubicBezTo>
                  <a:pt x="3150079" y="2160506"/>
                  <a:pt x="3150138" y="2154882"/>
                  <a:pt x="3151450" y="2149296"/>
                </a:cubicBezTo>
                <a:cubicBezTo>
                  <a:pt x="3151408" y="2118214"/>
                  <a:pt x="3153857" y="2087572"/>
                  <a:pt x="3158914" y="2057565"/>
                </a:cubicBezTo>
                <a:lnTo>
                  <a:pt x="3159454" y="2050928"/>
                </a:lnTo>
                <a:cubicBezTo>
                  <a:pt x="3159623" y="2050923"/>
                  <a:pt x="3159792" y="2050918"/>
                  <a:pt x="3159960" y="2050865"/>
                </a:cubicBezTo>
                <a:cubicBezTo>
                  <a:pt x="3210236" y="1700770"/>
                  <a:pt x="3491275" y="1422199"/>
                  <a:pt x="3850126" y="1363267"/>
                </a:cubicBezTo>
                <a:lnTo>
                  <a:pt x="3850243" y="1362128"/>
                </a:lnTo>
                <a:cubicBezTo>
                  <a:pt x="3855551" y="1361126"/>
                  <a:pt x="3860879" y="1360185"/>
                  <a:pt x="3866455" y="1360601"/>
                </a:cubicBezTo>
                <a:cubicBezTo>
                  <a:pt x="3897639" y="1355088"/>
                  <a:pt x="3929531" y="1352130"/>
                  <a:pt x="3961917" y="1351607"/>
                </a:cubicBezTo>
                <a:lnTo>
                  <a:pt x="3979004" y="1349997"/>
                </a:lnTo>
                <a:lnTo>
                  <a:pt x="3979030" y="1350487"/>
                </a:lnTo>
                <a:lnTo>
                  <a:pt x="3979528" y="1350455"/>
                </a:lnTo>
                <a:lnTo>
                  <a:pt x="3980122" y="1361805"/>
                </a:lnTo>
                <a:cubicBezTo>
                  <a:pt x="3980122" y="1367441"/>
                  <a:pt x="3980064" y="1373063"/>
                  <a:pt x="3978752" y="1378647"/>
                </a:cubicBezTo>
                <a:cubicBezTo>
                  <a:pt x="3978794" y="1409736"/>
                  <a:pt x="3976343" y="1440385"/>
                  <a:pt x="3971285" y="1470397"/>
                </a:cubicBezTo>
                <a:lnTo>
                  <a:pt x="3970746" y="1477021"/>
                </a:lnTo>
                <a:cubicBezTo>
                  <a:pt x="3970577" y="1477026"/>
                  <a:pt x="3970408" y="1477030"/>
                  <a:pt x="3970241" y="1477083"/>
                </a:cubicBezTo>
                <a:cubicBezTo>
                  <a:pt x="3919965" y="1827177"/>
                  <a:pt x="3638926" y="2105749"/>
                  <a:pt x="3280075" y="2164681"/>
                </a:cubicBezTo>
                <a:lnTo>
                  <a:pt x="3279959" y="2165820"/>
                </a:lnTo>
                <a:cubicBezTo>
                  <a:pt x="3274648" y="2166823"/>
                  <a:pt x="3269319" y="2167764"/>
                  <a:pt x="3263742" y="2167348"/>
                </a:cubicBezTo>
                <a:cubicBezTo>
                  <a:pt x="3232570" y="2172858"/>
                  <a:pt x="3200690" y="2175816"/>
                  <a:pt x="3168316" y="2176339"/>
                </a:cubicBezTo>
                <a:lnTo>
                  <a:pt x="3151197" y="2177952"/>
                </a:lnTo>
                <a:lnTo>
                  <a:pt x="3151171" y="2177461"/>
                </a:lnTo>
                <a:lnTo>
                  <a:pt x="3150672" y="2177494"/>
                </a:lnTo>
                <a:cubicBezTo>
                  <a:pt x="3150106" y="2173722"/>
                  <a:pt x="3150079" y="2169936"/>
                  <a:pt x="3150079" y="2166144"/>
                </a:cubicBezTo>
                <a:close/>
                <a:moveTo>
                  <a:pt x="3150079" y="3862969"/>
                </a:moveTo>
                <a:cubicBezTo>
                  <a:pt x="3150079" y="3857331"/>
                  <a:pt x="3150138" y="3851707"/>
                  <a:pt x="3151450" y="3846121"/>
                </a:cubicBezTo>
                <a:cubicBezTo>
                  <a:pt x="3151408" y="3815039"/>
                  <a:pt x="3153857" y="3784397"/>
                  <a:pt x="3158914" y="3754390"/>
                </a:cubicBezTo>
                <a:lnTo>
                  <a:pt x="3159454" y="3747753"/>
                </a:lnTo>
                <a:cubicBezTo>
                  <a:pt x="3159623" y="3747748"/>
                  <a:pt x="3159792" y="3747743"/>
                  <a:pt x="3159960" y="3747690"/>
                </a:cubicBezTo>
                <a:cubicBezTo>
                  <a:pt x="3210236" y="3397595"/>
                  <a:pt x="3491275" y="3119024"/>
                  <a:pt x="3850126" y="3060092"/>
                </a:cubicBezTo>
                <a:lnTo>
                  <a:pt x="3850243" y="3058953"/>
                </a:lnTo>
                <a:cubicBezTo>
                  <a:pt x="3855551" y="3057951"/>
                  <a:pt x="3860879" y="3057010"/>
                  <a:pt x="3866455" y="3057426"/>
                </a:cubicBezTo>
                <a:cubicBezTo>
                  <a:pt x="3897639" y="3051913"/>
                  <a:pt x="3929531" y="3048955"/>
                  <a:pt x="3961917" y="3048432"/>
                </a:cubicBezTo>
                <a:lnTo>
                  <a:pt x="3979004" y="3046822"/>
                </a:lnTo>
                <a:lnTo>
                  <a:pt x="3979030" y="3047312"/>
                </a:lnTo>
                <a:lnTo>
                  <a:pt x="3979528" y="3047280"/>
                </a:lnTo>
                <a:lnTo>
                  <a:pt x="3980122" y="3058630"/>
                </a:lnTo>
                <a:cubicBezTo>
                  <a:pt x="3980122" y="3064266"/>
                  <a:pt x="3980064" y="3069889"/>
                  <a:pt x="3978752" y="3075472"/>
                </a:cubicBezTo>
                <a:cubicBezTo>
                  <a:pt x="3978794" y="3106561"/>
                  <a:pt x="3976343" y="3137210"/>
                  <a:pt x="3971285" y="3167222"/>
                </a:cubicBezTo>
                <a:lnTo>
                  <a:pt x="3970746" y="3173846"/>
                </a:lnTo>
                <a:cubicBezTo>
                  <a:pt x="3970577" y="3173851"/>
                  <a:pt x="3970408" y="3173856"/>
                  <a:pt x="3970241" y="3173908"/>
                </a:cubicBezTo>
                <a:cubicBezTo>
                  <a:pt x="3919965" y="3524002"/>
                  <a:pt x="3638926" y="3802574"/>
                  <a:pt x="3280075" y="3861506"/>
                </a:cubicBezTo>
                <a:lnTo>
                  <a:pt x="3279959" y="3862645"/>
                </a:lnTo>
                <a:cubicBezTo>
                  <a:pt x="3274648" y="3863648"/>
                  <a:pt x="3269319" y="3864589"/>
                  <a:pt x="3263742" y="3864173"/>
                </a:cubicBezTo>
                <a:cubicBezTo>
                  <a:pt x="3232570" y="3869683"/>
                  <a:pt x="3200690" y="3872641"/>
                  <a:pt x="3168316" y="3873164"/>
                </a:cubicBezTo>
                <a:lnTo>
                  <a:pt x="3151197" y="3874777"/>
                </a:lnTo>
                <a:lnTo>
                  <a:pt x="3151171" y="3874286"/>
                </a:lnTo>
                <a:lnTo>
                  <a:pt x="3150672" y="3874319"/>
                </a:lnTo>
                <a:cubicBezTo>
                  <a:pt x="3150106" y="3870547"/>
                  <a:pt x="3150079" y="3866761"/>
                  <a:pt x="3150079" y="3862969"/>
                </a:cubicBezTo>
                <a:close/>
                <a:moveTo>
                  <a:pt x="2442890" y="1181049"/>
                </a:moveTo>
                <a:cubicBezTo>
                  <a:pt x="2718080" y="1121906"/>
                  <a:pt x="2932923" y="907109"/>
                  <a:pt x="2986199" y="636203"/>
                </a:cubicBezTo>
                <a:cubicBezTo>
                  <a:pt x="2711009" y="695346"/>
                  <a:pt x="2496165" y="910143"/>
                  <a:pt x="2442890" y="1181049"/>
                </a:cubicBezTo>
                <a:close/>
                <a:moveTo>
                  <a:pt x="2442890" y="1493690"/>
                </a:moveTo>
                <a:cubicBezTo>
                  <a:pt x="2496166" y="1762469"/>
                  <a:pt x="2711009" y="1975579"/>
                  <a:pt x="2986199" y="2034258"/>
                </a:cubicBezTo>
                <a:cubicBezTo>
                  <a:pt x="2932924" y="1765479"/>
                  <a:pt x="2718080" y="1552369"/>
                  <a:pt x="2442890" y="1493690"/>
                </a:cubicBezTo>
                <a:close/>
                <a:moveTo>
                  <a:pt x="2442890" y="2877874"/>
                </a:moveTo>
                <a:cubicBezTo>
                  <a:pt x="2718080" y="2818731"/>
                  <a:pt x="2932923" y="2603934"/>
                  <a:pt x="2986199" y="2333028"/>
                </a:cubicBezTo>
                <a:cubicBezTo>
                  <a:pt x="2711009" y="2392171"/>
                  <a:pt x="2496165" y="2606968"/>
                  <a:pt x="2442890" y="2877874"/>
                </a:cubicBezTo>
                <a:close/>
                <a:moveTo>
                  <a:pt x="2442890" y="3190516"/>
                </a:moveTo>
                <a:cubicBezTo>
                  <a:pt x="2496166" y="3459294"/>
                  <a:pt x="2711009" y="3672404"/>
                  <a:pt x="2986199" y="3731083"/>
                </a:cubicBezTo>
                <a:cubicBezTo>
                  <a:pt x="2932924" y="3462304"/>
                  <a:pt x="2718080" y="3249194"/>
                  <a:pt x="2442890" y="3190516"/>
                </a:cubicBezTo>
                <a:close/>
                <a:moveTo>
                  <a:pt x="2410871" y="4305008"/>
                </a:moveTo>
                <a:lnTo>
                  <a:pt x="2439316" y="4255797"/>
                </a:lnTo>
                <a:cubicBezTo>
                  <a:pt x="2564553" y="4070062"/>
                  <a:pt x="2765510" y="3937139"/>
                  <a:pt x="2999569" y="3898397"/>
                </a:cubicBezTo>
                <a:lnTo>
                  <a:pt x="2999686" y="3897249"/>
                </a:lnTo>
                <a:cubicBezTo>
                  <a:pt x="3004995" y="3896239"/>
                  <a:pt x="3010323" y="3895291"/>
                  <a:pt x="3015899" y="3895710"/>
                </a:cubicBezTo>
                <a:cubicBezTo>
                  <a:pt x="3047082" y="3890153"/>
                  <a:pt x="3078975" y="3887172"/>
                  <a:pt x="3111360" y="3886645"/>
                </a:cubicBezTo>
                <a:lnTo>
                  <a:pt x="3128448" y="3885022"/>
                </a:lnTo>
                <a:lnTo>
                  <a:pt x="3128474" y="3885516"/>
                </a:lnTo>
                <a:lnTo>
                  <a:pt x="3128972" y="3885483"/>
                </a:lnTo>
                <a:lnTo>
                  <a:pt x="3129566" y="3896923"/>
                </a:lnTo>
                <a:cubicBezTo>
                  <a:pt x="3129566" y="3902604"/>
                  <a:pt x="3129507" y="3908271"/>
                  <a:pt x="3128195" y="3913899"/>
                </a:cubicBezTo>
                <a:cubicBezTo>
                  <a:pt x="3128237" y="3945234"/>
                  <a:pt x="3125787" y="3976125"/>
                  <a:pt x="3120728" y="4006375"/>
                </a:cubicBezTo>
                <a:lnTo>
                  <a:pt x="3120190" y="4013051"/>
                </a:lnTo>
                <a:cubicBezTo>
                  <a:pt x="3120020" y="4013056"/>
                  <a:pt x="3119852" y="4013061"/>
                  <a:pt x="3119684" y="4013114"/>
                </a:cubicBezTo>
                <a:cubicBezTo>
                  <a:pt x="3107502" y="4098618"/>
                  <a:pt x="3081770" y="4179889"/>
                  <a:pt x="3044567" y="4254710"/>
                </a:cubicBezTo>
                <a:lnTo>
                  <a:pt x="3014445" y="4305008"/>
                </a:lnTo>
                <a:lnTo>
                  <a:pt x="2860336" y="4305008"/>
                </a:lnTo>
                <a:lnTo>
                  <a:pt x="2887018" y="4271827"/>
                </a:lnTo>
                <a:cubicBezTo>
                  <a:pt x="2934773" y="4199373"/>
                  <a:pt x="2968952" y="4117553"/>
                  <a:pt x="2986199" y="4029853"/>
                </a:cubicBezTo>
                <a:cubicBezTo>
                  <a:pt x="2839947" y="4061285"/>
                  <a:pt x="2710740" y="4136681"/>
                  <a:pt x="2614045" y="4241205"/>
                </a:cubicBezTo>
                <a:lnTo>
                  <a:pt x="2561922" y="4305008"/>
                </a:lnTo>
                <a:close/>
                <a:moveTo>
                  <a:pt x="2376360" y="0"/>
                </a:moveTo>
                <a:lnTo>
                  <a:pt x="2524998" y="0"/>
                </a:lnTo>
                <a:lnTo>
                  <a:pt x="2547226" y="44350"/>
                </a:lnTo>
                <a:cubicBezTo>
                  <a:pt x="2646819" y="191052"/>
                  <a:pt x="2803160" y="298404"/>
                  <a:pt x="2986199" y="337433"/>
                </a:cubicBezTo>
                <a:cubicBezTo>
                  <a:pt x="2967274" y="241952"/>
                  <a:pt x="2927959" y="153496"/>
                  <a:pt x="2872691" y="76659"/>
                </a:cubicBezTo>
                <a:lnTo>
                  <a:pt x="2804464" y="0"/>
                </a:lnTo>
                <a:lnTo>
                  <a:pt x="2972839" y="0"/>
                </a:lnTo>
                <a:lnTo>
                  <a:pt x="3035473" y="96778"/>
                </a:lnTo>
                <a:cubicBezTo>
                  <a:pt x="3077594" y="175780"/>
                  <a:pt x="3106535" y="262463"/>
                  <a:pt x="3119686" y="354040"/>
                </a:cubicBezTo>
                <a:cubicBezTo>
                  <a:pt x="3119853" y="354093"/>
                  <a:pt x="3120023" y="354098"/>
                  <a:pt x="3120191" y="354103"/>
                </a:cubicBezTo>
                <a:lnTo>
                  <a:pt x="3120732" y="360740"/>
                </a:lnTo>
                <a:cubicBezTo>
                  <a:pt x="3125788" y="390746"/>
                  <a:pt x="3128238" y="421389"/>
                  <a:pt x="3128196" y="452471"/>
                </a:cubicBezTo>
                <a:cubicBezTo>
                  <a:pt x="3129508" y="458057"/>
                  <a:pt x="3129566" y="463681"/>
                  <a:pt x="3129566" y="469318"/>
                </a:cubicBezTo>
                <a:cubicBezTo>
                  <a:pt x="3129566" y="473110"/>
                  <a:pt x="3129539" y="476896"/>
                  <a:pt x="3128973" y="480669"/>
                </a:cubicBezTo>
                <a:lnTo>
                  <a:pt x="3128474" y="480636"/>
                </a:lnTo>
                <a:lnTo>
                  <a:pt x="3128448" y="481127"/>
                </a:lnTo>
                <a:lnTo>
                  <a:pt x="3111330" y="479514"/>
                </a:lnTo>
                <a:cubicBezTo>
                  <a:pt x="3078956" y="478991"/>
                  <a:pt x="3047075" y="476033"/>
                  <a:pt x="3015903" y="470523"/>
                </a:cubicBezTo>
                <a:cubicBezTo>
                  <a:pt x="3010326" y="470939"/>
                  <a:pt x="3004997" y="469998"/>
                  <a:pt x="2999687" y="468995"/>
                </a:cubicBezTo>
                <a:lnTo>
                  <a:pt x="2999571" y="467856"/>
                </a:lnTo>
                <a:cubicBezTo>
                  <a:pt x="2758165" y="428211"/>
                  <a:pt x="2551973" y="289169"/>
                  <a:pt x="2428199" y="95636"/>
                </a:cubicBezTo>
                <a:close/>
                <a:moveTo>
                  <a:pt x="2299523" y="1313979"/>
                </a:moveTo>
                <a:cubicBezTo>
                  <a:pt x="2299523" y="1308297"/>
                  <a:pt x="2299582" y="1302628"/>
                  <a:pt x="2300894" y="1296998"/>
                </a:cubicBezTo>
                <a:cubicBezTo>
                  <a:pt x="2300852" y="1265670"/>
                  <a:pt x="2303301" y="1234785"/>
                  <a:pt x="2308358" y="1204541"/>
                </a:cubicBezTo>
                <a:lnTo>
                  <a:pt x="2308898" y="1197851"/>
                </a:lnTo>
                <a:cubicBezTo>
                  <a:pt x="2309067" y="1197846"/>
                  <a:pt x="2309236" y="1197841"/>
                  <a:pt x="2309404" y="1197788"/>
                </a:cubicBezTo>
                <a:cubicBezTo>
                  <a:pt x="2359680" y="844922"/>
                  <a:pt x="2640719" y="564145"/>
                  <a:pt x="2999570" y="504747"/>
                </a:cubicBezTo>
                <a:lnTo>
                  <a:pt x="2999687" y="503599"/>
                </a:lnTo>
                <a:cubicBezTo>
                  <a:pt x="3004995" y="502589"/>
                  <a:pt x="3010323" y="501641"/>
                  <a:pt x="3015899" y="502060"/>
                </a:cubicBezTo>
                <a:cubicBezTo>
                  <a:pt x="3047083" y="496503"/>
                  <a:pt x="3078975" y="493522"/>
                  <a:pt x="3111361" y="492995"/>
                </a:cubicBezTo>
                <a:lnTo>
                  <a:pt x="3128448" y="491372"/>
                </a:lnTo>
                <a:lnTo>
                  <a:pt x="3128474" y="491866"/>
                </a:lnTo>
                <a:lnTo>
                  <a:pt x="3128972" y="491833"/>
                </a:lnTo>
                <a:lnTo>
                  <a:pt x="3129566" y="503273"/>
                </a:lnTo>
                <a:cubicBezTo>
                  <a:pt x="3129566" y="508954"/>
                  <a:pt x="3129508" y="514621"/>
                  <a:pt x="3128196" y="520249"/>
                </a:cubicBezTo>
                <a:cubicBezTo>
                  <a:pt x="3128238" y="551584"/>
                  <a:pt x="3125787" y="582475"/>
                  <a:pt x="3120729" y="612725"/>
                </a:cubicBezTo>
                <a:lnTo>
                  <a:pt x="3120190" y="619401"/>
                </a:lnTo>
                <a:cubicBezTo>
                  <a:pt x="3120021" y="619406"/>
                  <a:pt x="3119852" y="619411"/>
                  <a:pt x="3119685" y="619464"/>
                </a:cubicBezTo>
                <a:cubicBezTo>
                  <a:pt x="3069409" y="972329"/>
                  <a:pt x="2788370" y="1253106"/>
                  <a:pt x="2429519" y="1312505"/>
                </a:cubicBezTo>
                <a:lnTo>
                  <a:pt x="2429403" y="1313653"/>
                </a:lnTo>
                <a:cubicBezTo>
                  <a:pt x="2424092" y="1314664"/>
                  <a:pt x="2418763" y="1315612"/>
                  <a:pt x="2413186" y="1315193"/>
                </a:cubicBezTo>
                <a:cubicBezTo>
                  <a:pt x="2382014" y="1320747"/>
                  <a:pt x="2350134" y="1323728"/>
                  <a:pt x="2317760" y="1324255"/>
                </a:cubicBezTo>
                <a:lnTo>
                  <a:pt x="2300641" y="1325881"/>
                </a:lnTo>
                <a:lnTo>
                  <a:pt x="2300615" y="1325386"/>
                </a:lnTo>
                <a:lnTo>
                  <a:pt x="2300116" y="1325419"/>
                </a:lnTo>
                <a:cubicBezTo>
                  <a:pt x="2299550" y="1321617"/>
                  <a:pt x="2299523" y="1317801"/>
                  <a:pt x="2299523" y="1313979"/>
                </a:cubicBezTo>
                <a:close/>
                <a:moveTo>
                  <a:pt x="2299523" y="1361805"/>
                </a:moveTo>
                <a:lnTo>
                  <a:pt x="2300117" y="1350455"/>
                </a:lnTo>
                <a:lnTo>
                  <a:pt x="2300615" y="1350487"/>
                </a:lnTo>
                <a:lnTo>
                  <a:pt x="2300641" y="1349997"/>
                </a:lnTo>
                <a:lnTo>
                  <a:pt x="2317729" y="1351607"/>
                </a:lnTo>
                <a:cubicBezTo>
                  <a:pt x="2350114" y="1352130"/>
                  <a:pt x="2382007" y="1355088"/>
                  <a:pt x="2413190" y="1360601"/>
                </a:cubicBezTo>
                <a:cubicBezTo>
                  <a:pt x="2418766" y="1360185"/>
                  <a:pt x="2424094" y="1361126"/>
                  <a:pt x="2429403" y="1362128"/>
                </a:cubicBezTo>
                <a:lnTo>
                  <a:pt x="2429520" y="1363267"/>
                </a:lnTo>
                <a:cubicBezTo>
                  <a:pt x="2788370" y="1422199"/>
                  <a:pt x="3069409" y="1700770"/>
                  <a:pt x="3119686" y="2050865"/>
                </a:cubicBezTo>
                <a:cubicBezTo>
                  <a:pt x="3119853" y="2050918"/>
                  <a:pt x="3120023" y="2050923"/>
                  <a:pt x="3120191" y="2050928"/>
                </a:cubicBezTo>
                <a:lnTo>
                  <a:pt x="3120732" y="2057565"/>
                </a:lnTo>
                <a:cubicBezTo>
                  <a:pt x="3125788" y="2087572"/>
                  <a:pt x="3128238" y="2118214"/>
                  <a:pt x="3128196" y="2149296"/>
                </a:cubicBezTo>
                <a:cubicBezTo>
                  <a:pt x="3129508" y="2154882"/>
                  <a:pt x="3129566" y="2160506"/>
                  <a:pt x="3129566" y="2166144"/>
                </a:cubicBezTo>
                <a:cubicBezTo>
                  <a:pt x="3129566" y="2169936"/>
                  <a:pt x="3129539" y="2173722"/>
                  <a:pt x="3128973" y="2177494"/>
                </a:cubicBezTo>
                <a:lnTo>
                  <a:pt x="3128474" y="2177461"/>
                </a:lnTo>
                <a:lnTo>
                  <a:pt x="3128448" y="2177952"/>
                </a:lnTo>
                <a:lnTo>
                  <a:pt x="3111330" y="2176339"/>
                </a:lnTo>
                <a:cubicBezTo>
                  <a:pt x="3078956" y="2175816"/>
                  <a:pt x="3047075" y="2172858"/>
                  <a:pt x="3015903" y="2167348"/>
                </a:cubicBezTo>
                <a:cubicBezTo>
                  <a:pt x="3010326" y="2167764"/>
                  <a:pt x="3004997" y="2166823"/>
                  <a:pt x="2999687" y="2165820"/>
                </a:cubicBezTo>
                <a:lnTo>
                  <a:pt x="2999571" y="2164681"/>
                </a:lnTo>
                <a:cubicBezTo>
                  <a:pt x="2640719" y="2105749"/>
                  <a:pt x="2359680" y="1827177"/>
                  <a:pt x="2309405" y="1477083"/>
                </a:cubicBezTo>
                <a:cubicBezTo>
                  <a:pt x="2309237" y="1477030"/>
                  <a:pt x="2309069" y="1477026"/>
                  <a:pt x="2308899" y="1477021"/>
                </a:cubicBezTo>
                <a:lnTo>
                  <a:pt x="2308361" y="1470397"/>
                </a:lnTo>
                <a:cubicBezTo>
                  <a:pt x="2303302" y="1440385"/>
                  <a:pt x="2300852" y="1409736"/>
                  <a:pt x="2300894" y="1378647"/>
                </a:cubicBezTo>
                <a:cubicBezTo>
                  <a:pt x="2299582" y="1373063"/>
                  <a:pt x="2299523" y="1367441"/>
                  <a:pt x="2299523" y="1361805"/>
                </a:cubicBezTo>
                <a:close/>
                <a:moveTo>
                  <a:pt x="2299523" y="3010804"/>
                </a:moveTo>
                <a:cubicBezTo>
                  <a:pt x="2299523" y="3005122"/>
                  <a:pt x="2299582" y="2999453"/>
                  <a:pt x="2300894" y="2993823"/>
                </a:cubicBezTo>
                <a:cubicBezTo>
                  <a:pt x="2300852" y="2962495"/>
                  <a:pt x="2303301" y="2931610"/>
                  <a:pt x="2308358" y="2901366"/>
                </a:cubicBezTo>
                <a:lnTo>
                  <a:pt x="2308898" y="2894676"/>
                </a:lnTo>
                <a:cubicBezTo>
                  <a:pt x="2309067" y="2894671"/>
                  <a:pt x="2309236" y="2894666"/>
                  <a:pt x="2309404" y="2894613"/>
                </a:cubicBezTo>
                <a:cubicBezTo>
                  <a:pt x="2359680" y="2541747"/>
                  <a:pt x="2640719" y="2260970"/>
                  <a:pt x="2999570" y="2201572"/>
                </a:cubicBezTo>
                <a:lnTo>
                  <a:pt x="2999687" y="2200424"/>
                </a:lnTo>
                <a:cubicBezTo>
                  <a:pt x="3004995" y="2199414"/>
                  <a:pt x="3010323" y="2198466"/>
                  <a:pt x="3015899" y="2198885"/>
                </a:cubicBezTo>
                <a:cubicBezTo>
                  <a:pt x="3047083" y="2193328"/>
                  <a:pt x="3078975" y="2190347"/>
                  <a:pt x="3111361" y="2189820"/>
                </a:cubicBezTo>
                <a:lnTo>
                  <a:pt x="3128448" y="2188197"/>
                </a:lnTo>
                <a:lnTo>
                  <a:pt x="3128474" y="2188691"/>
                </a:lnTo>
                <a:lnTo>
                  <a:pt x="3128972" y="2188658"/>
                </a:lnTo>
                <a:lnTo>
                  <a:pt x="3129566" y="2200098"/>
                </a:lnTo>
                <a:cubicBezTo>
                  <a:pt x="3129566" y="2205779"/>
                  <a:pt x="3129508" y="2211446"/>
                  <a:pt x="3128196" y="2217074"/>
                </a:cubicBezTo>
                <a:cubicBezTo>
                  <a:pt x="3128238" y="2248409"/>
                  <a:pt x="3125787" y="2279300"/>
                  <a:pt x="3120729" y="2309550"/>
                </a:cubicBezTo>
                <a:lnTo>
                  <a:pt x="3120190" y="2316226"/>
                </a:lnTo>
                <a:cubicBezTo>
                  <a:pt x="3120021" y="2316231"/>
                  <a:pt x="3119852" y="2316236"/>
                  <a:pt x="3119685" y="2316289"/>
                </a:cubicBezTo>
                <a:cubicBezTo>
                  <a:pt x="3069409" y="2669154"/>
                  <a:pt x="2788370" y="2949931"/>
                  <a:pt x="2429519" y="3009330"/>
                </a:cubicBezTo>
                <a:lnTo>
                  <a:pt x="2429403" y="3010478"/>
                </a:lnTo>
                <a:cubicBezTo>
                  <a:pt x="2424092" y="3011489"/>
                  <a:pt x="2418763" y="3012437"/>
                  <a:pt x="2413186" y="3012018"/>
                </a:cubicBezTo>
                <a:cubicBezTo>
                  <a:pt x="2382014" y="3017572"/>
                  <a:pt x="2350134" y="3020553"/>
                  <a:pt x="2317760" y="3021080"/>
                </a:cubicBezTo>
                <a:lnTo>
                  <a:pt x="2300641" y="3022706"/>
                </a:lnTo>
                <a:lnTo>
                  <a:pt x="2300615" y="3022211"/>
                </a:lnTo>
                <a:lnTo>
                  <a:pt x="2300116" y="3022244"/>
                </a:lnTo>
                <a:cubicBezTo>
                  <a:pt x="2299550" y="3018442"/>
                  <a:pt x="2299523" y="3014626"/>
                  <a:pt x="2299523" y="3010804"/>
                </a:cubicBezTo>
                <a:close/>
                <a:moveTo>
                  <a:pt x="2299523" y="3058630"/>
                </a:moveTo>
                <a:lnTo>
                  <a:pt x="2300117" y="3047280"/>
                </a:lnTo>
                <a:lnTo>
                  <a:pt x="2300615" y="3047312"/>
                </a:lnTo>
                <a:lnTo>
                  <a:pt x="2300641" y="3046822"/>
                </a:lnTo>
                <a:lnTo>
                  <a:pt x="2317729" y="3048432"/>
                </a:lnTo>
                <a:cubicBezTo>
                  <a:pt x="2350114" y="3048955"/>
                  <a:pt x="2382007" y="3051913"/>
                  <a:pt x="2413190" y="3057426"/>
                </a:cubicBezTo>
                <a:cubicBezTo>
                  <a:pt x="2418766" y="3057010"/>
                  <a:pt x="2424094" y="3057951"/>
                  <a:pt x="2429403" y="3058953"/>
                </a:cubicBezTo>
                <a:lnTo>
                  <a:pt x="2429520" y="3060092"/>
                </a:lnTo>
                <a:cubicBezTo>
                  <a:pt x="2788370" y="3119024"/>
                  <a:pt x="3069409" y="3397595"/>
                  <a:pt x="3119686" y="3747690"/>
                </a:cubicBezTo>
                <a:cubicBezTo>
                  <a:pt x="3119853" y="3747743"/>
                  <a:pt x="3120023" y="3747748"/>
                  <a:pt x="3120191" y="3747753"/>
                </a:cubicBezTo>
                <a:lnTo>
                  <a:pt x="3120732" y="3754390"/>
                </a:lnTo>
                <a:cubicBezTo>
                  <a:pt x="3125788" y="3784397"/>
                  <a:pt x="3128238" y="3815039"/>
                  <a:pt x="3128196" y="3846121"/>
                </a:cubicBezTo>
                <a:cubicBezTo>
                  <a:pt x="3129508" y="3851707"/>
                  <a:pt x="3129566" y="3857331"/>
                  <a:pt x="3129566" y="3862969"/>
                </a:cubicBezTo>
                <a:cubicBezTo>
                  <a:pt x="3129566" y="3866761"/>
                  <a:pt x="3129539" y="3870547"/>
                  <a:pt x="3128973" y="3874319"/>
                </a:cubicBezTo>
                <a:lnTo>
                  <a:pt x="3128474" y="3874286"/>
                </a:lnTo>
                <a:lnTo>
                  <a:pt x="3128448" y="3874777"/>
                </a:lnTo>
                <a:lnTo>
                  <a:pt x="3111330" y="3873164"/>
                </a:lnTo>
                <a:cubicBezTo>
                  <a:pt x="3078956" y="3872641"/>
                  <a:pt x="3047075" y="3869683"/>
                  <a:pt x="3015903" y="3864173"/>
                </a:cubicBezTo>
                <a:cubicBezTo>
                  <a:pt x="3010326" y="3864589"/>
                  <a:pt x="3004997" y="3863648"/>
                  <a:pt x="2999687" y="3862645"/>
                </a:cubicBezTo>
                <a:lnTo>
                  <a:pt x="2999571" y="3861506"/>
                </a:lnTo>
                <a:cubicBezTo>
                  <a:pt x="2640719" y="3802574"/>
                  <a:pt x="2359680" y="3524002"/>
                  <a:pt x="2309405" y="3173908"/>
                </a:cubicBezTo>
                <a:cubicBezTo>
                  <a:pt x="2309237" y="3173856"/>
                  <a:pt x="2309069" y="3173851"/>
                  <a:pt x="2308899" y="3173846"/>
                </a:cubicBezTo>
                <a:lnTo>
                  <a:pt x="2308361" y="3167222"/>
                </a:lnTo>
                <a:cubicBezTo>
                  <a:pt x="2303302" y="3137210"/>
                  <a:pt x="2300852" y="3106561"/>
                  <a:pt x="2300894" y="3075472"/>
                </a:cubicBezTo>
                <a:cubicBezTo>
                  <a:pt x="2299582" y="3069889"/>
                  <a:pt x="2299523" y="3064266"/>
                  <a:pt x="2299523" y="3058630"/>
                </a:cubicBezTo>
                <a:close/>
                <a:moveTo>
                  <a:pt x="1601297" y="636203"/>
                </a:moveTo>
                <a:cubicBezTo>
                  <a:pt x="1654573" y="907109"/>
                  <a:pt x="1869416" y="1121906"/>
                  <a:pt x="2144606" y="1181049"/>
                </a:cubicBezTo>
                <a:cubicBezTo>
                  <a:pt x="2091331" y="910143"/>
                  <a:pt x="1876487" y="695346"/>
                  <a:pt x="1601297" y="636203"/>
                </a:cubicBezTo>
                <a:close/>
                <a:moveTo>
                  <a:pt x="1601297" y="2333028"/>
                </a:moveTo>
                <a:cubicBezTo>
                  <a:pt x="1654573" y="2603934"/>
                  <a:pt x="1869416" y="2818731"/>
                  <a:pt x="2144606" y="2877874"/>
                </a:cubicBezTo>
                <a:cubicBezTo>
                  <a:pt x="2091331" y="2606968"/>
                  <a:pt x="1876487" y="2392171"/>
                  <a:pt x="1601297" y="2333028"/>
                </a:cubicBezTo>
                <a:close/>
                <a:moveTo>
                  <a:pt x="1601295" y="2034258"/>
                </a:moveTo>
                <a:cubicBezTo>
                  <a:pt x="1876485" y="1975579"/>
                  <a:pt x="2091328" y="1762469"/>
                  <a:pt x="2144604" y="1493690"/>
                </a:cubicBezTo>
                <a:cubicBezTo>
                  <a:pt x="1869414" y="1552369"/>
                  <a:pt x="1654570" y="1765479"/>
                  <a:pt x="1601295" y="2034258"/>
                </a:cubicBezTo>
                <a:close/>
                <a:moveTo>
                  <a:pt x="1601295" y="3731083"/>
                </a:moveTo>
                <a:cubicBezTo>
                  <a:pt x="1876485" y="3672404"/>
                  <a:pt x="2091328" y="3459294"/>
                  <a:pt x="2144604" y="3190516"/>
                </a:cubicBezTo>
                <a:cubicBezTo>
                  <a:pt x="1869414" y="3249194"/>
                  <a:pt x="1654570" y="3462304"/>
                  <a:pt x="1601295" y="3731083"/>
                </a:cubicBezTo>
                <a:close/>
                <a:moveTo>
                  <a:pt x="1457930" y="503273"/>
                </a:moveTo>
                <a:lnTo>
                  <a:pt x="1458524" y="491833"/>
                </a:lnTo>
                <a:lnTo>
                  <a:pt x="1459022" y="491866"/>
                </a:lnTo>
                <a:lnTo>
                  <a:pt x="1459048" y="491372"/>
                </a:lnTo>
                <a:lnTo>
                  <a:pt x="1476135" y="492995"/>
                </a:lnTo>
                <a:cubicBezTo>
                  <a:pt x="1508521" y="493522"/>
                  <a:pt x="1540413" y="496503"/>
                  <a:pt x="1571597" y="502060"/>
                </a:cubicBezTo>
                <a:cubicBezTo>
                  <a:pt x="1577173" y="501641"/>
                  <a:pt x="1582501" y="502589"/>
                  <a:pt x="1587809" y="503599"/>
                </a:cubicBezTo>
                <a:lnTo>
                  <a:pt x="1587926" y="504747"/>
                </a:lnTo>
                <a:cubicBezTo>
                  <a:pt x="1946777" y="564145"/>
                  <a:pt x="2227816" y="844922"/>
                  <a:pt x="2278092" y="1197788"/>
                </a:cubicBezTo>
                <a:cubicBezTo>
                  <a:pt x="2278260" y="1197841"/>
                  <a:pt x="2278429" y="1197846"/>
                  <a:pt x="2278598" y="1197851"/>
                </a:cubicBezTo>
                <a:lnTo>
                  <a:pt x="2279138" y="1204541"/>
                </a:lnTo>
                <a:cubicBezTo>
                  <a:pt x="2284195" y="1234785"/>
                  <a:pt x="2286644" y="1265670"/>
                  <a:pt x="2286602" y="1296998"/>
                </a:cubicBezTo>
                <a:cubicBezTo>
                  <a:pt x="2287914" y="1302628"/>
                  <a:pt x="2287973" y="1308297"/>
                  <a:pt x="2287973" y="1313979"/>
                </a:cubicBezTo>
                <a:cubicBezTo>
                  <a:pt x="2287973" y="1317801"/>
                  <a:pt x="2287946" y="1321617"/>
                  <a:pt x="2287380" y="1325419"/>
                </a:cubicBezTo>
                <a:lnTo>
                  <a:pt x="2286881" y="1325386"/>
                </a:lnTo>
                <a:lnTo>
                  <a:pt x="2286855" y="1325881"/>
                </a:lnTo>
                <a:lnTo>
                  <a:pt x="2269736" y="1324255"/>
                </a:lnTo>
                <a:cubicBezTo>
                  <a:pt x="2237362" y="1323728"/>
                  <a:pt x="2205482" y="1320747"/>
                  <a:pt x="2174310" y="1315193"/>
                </a:cubicBezTo>
                <a:cubicBezTo>
                  <a:pt x="2168733" y="1315612"/>
                  <a:pt x="2163404" y="1314664"/>
                  <a:pt x="2158093" y="1313653"/>
                </a:cubicBezTo>
                <a:lnTo>
                  <a:pt x="2157977" y="1312505"/>
                </a:lnTo>
                <a:cubicBezTo>
                  <a:pt x="1799126" y="1253106"/>
                  <a:pt x="1518087" y="972329"/>
                  <a:pt x="1467811" y="619464"/>
                </a:cubicBezTo>
                <a:cubicBezTo>
                  <a:pt x="1467644" y="619411"/>
                  <a:pt x="1467475" y="619406"/>
                  <a:pt x="1467306" y="619401"/>
                </a:cubicBezTo>
                <a:lnTo>
                  <a:pt x="1466767" y="612725"/>
                </a:lnTo>
                <a:cubicBezTo>
                  <a:pt x="1461709" y="582475"/>
                  <a:pt x="1459258" y="551584"/>
                  <a:pt x="1459300" y="520249"/>
                </a:cubicBezTo>
                <a:cubicBezTo>
                  <a:pt x="1457988" y="514621"/>
                  <a:pt x="1457930" y="508954"/>
                  <a:pt x="1457930" y="503273"/>
                </a:cubicBezTo>
                <a:close/>
                <a:moveTo>
                  <a:pt x="1457930" y="2200098"/>
                </a:moveTo>
                <a:lnTo>
                  <a:pt x="1458524" y="2188658"/>
                </a:lnTo>
                <a:lnTo>
                  <a:pt x="1459022" y="2188691"/>
                </a:lnTo>
                <a:lnTo>
                  <a:pt x="1459048" y="2188197"/>
                </a:lnTo>
                <a:lnTo>
                  <a:pt x="1476135" y="2189820"/>
                </a:lnTo>
                <a:cubicBezTo>
                  <a:pt x="1508521" y="2190347"/>
                  <a:pt x="1540413" y="2193328"/>
                  <a:pt x="1571597" y="2198885"/>
                </a:cubicBezTo>
                <a:cubicBezTo>
                  <a:pt x="1577173" y="2198466"/>
                  <a:pt x="1582501" y="2199414"/>
                  <a:pt x="1587809" y="2200424"/>
                </a:cubicBezTo>
                <a:lnTo>
                  <a:pt x="1587926" y="2201572"/>
                </a:lnTo>
                <a:cubicBezTo>
                  <a:pt x="1946777" y="2260970"/>
                  <a:pt x="2227816" y="2541747"/>
                  <a:pt x="2278092" y="2894613"/>
                </a:cubicBezTo>
                <a:cubicBezTo>
                  <a:pt x="2278260" y="2894666"/>
                  <a:pt x="2278429" y="2894671"/>
                  <a:pt x="2278598" y="2894676"/>
                </a:cubicBezTo>
                <a:lnTo>
                  <a:pt x="2279138" y="2901366"/>
                </a:lnTo>
                <a:cubicBezTo>
                  <a:pt x="2284195" y="2931610"/>
                  <a:pt x="2286644" y="2962495"/>
                  <a:pt x="2286602" y="2993823"/>
                </a:cubicBezTo>
                <a:cubicBezTo>
                  <a:pt x="2287914" y="2999453"/>
                  <a:pt x="2287973" y="3005122"/>
                  <a:pt x="2287973" y="3010804"/>
                </a:cubicBezTo>
                <a:cubicBezTo>
                  <a:pt x="2287973" y="3014626"/>
                  <a:pt x="2287946" y="3018442"/>
                  <a:pt x="2287380" y="3022244"/>
                </a:cubicBezTo>
                <a:lnTo>
                  <a:pt x="2286881" y="3022211"/>
                </a:lnTo>
                <a:lnTo>
                  <a:pt x="2286855" y="3022706"/>
                </a:lnTo>
                <a:lnTo>
                  <a:pt x="2269736" y="3021080"/>
                </a:lnTo>
                <a:cubicBezTo>
                  <a:pt x="2237362" y="3020553"/>
                  <a:pt x="2205482" y="3017572"/>
                  <a:pt x="2174310" y="3012018"/>
                </a:cubicBezTo>
                <a:cubicBezTo>
                  <a:pt x="2168733" y="3012437"/>
                  <a:pt x="2163404" y="3011489"/>
                  <a:pt x="2158093" y="3010478"/>
                </a:cubicBezTo>
                <a:lnTo>
                  <a:pt x="2157977" y="3009330"/>
                </a:lnTo>
                <a:cubicBezTo>
                  <a:pt x="1799126" y="2949931"/>
                  <a:pt x="1518087" y="2669154"/>
                  <a:pt x="1467811" y="2316289"/>
                </a:cubicBezTo>
                <a:cubicBezTo>
                  <a:pt x="1467644" y="2316236"/>
                  <a:pt x="1467475" y="2316231"/>
                  <a:pt x="1467306" y="2316226"/>
                </a:cubicBezTo>
                <a:lnTo>
                  <a:pt x="1466767" y="2309550"/>
                </a:lnTo>
                <a:cubicBezTo>
                  <a:pt x="1461709" y="2279300"/>
                  <a:pt x="1459258" y="2248409"/>
                  <a:pt x="1459300" y="2217074"/>
                </a:cubicBezTo>
                <a:cubicBezTo>
                  <a:pt x="1457988" y="2211446"/>
                  <a:pt x="1457930" y="2205779"/>
                  <a:pt x="1457930" y="2200098"/>
                </a:cubicBezTo>
                <a:close/>
                <a:moveTo>
                  <a:pt x="1457930" y="3896923"/>
                </a:moveTo>
                <a:lnTo>
                  <a:pt x="1458524" y="3885483"/>
                </a:lnTo>
                <a:lnTo>
                  <a:pt x="1459022" y="3885516"/>
                </a:lnTo>
                <a:lnTo>
                  <a:pt x="1459048" y="3885022"/>
                </a:lnTo>
                <a:lnTo>
                  <a:pt x="1476135" y="3886645"/>
                </a:lnTo>
                <a:cubicBezTo>
                  <a:pt x="1508521" y="3887172"/>
                  <a:pt x="1540413" y="3890153"/>
                  <a:pt x="1571597" y="3895710"/>
                </a:cubicBezTo>
                <a:cubicBezTo>
                  <a:pt x="1577173" y="3895291"/>
                  <a:pt x="1582501" y="3896239"/>
                  <a:pt x="1587809" y="3897249"/>
                </a:cubicBezTo>
                <a:lnTo>
                  <a:pt x="1587926" y="3898397"/>
                </a:lnTo>
                <a:cubicBezTo>
                  <a:pt x="1821986" y="3937139"/>
                  <a:pt x="2022942" y="4070062"/>
                  <a:pt x="2148179" y="4255797"/>
                </a:cubicBezTo>
                <a:lnTo>
                  <a:pt x="2176624" y="4305008"/>
                </a:lnTo>
                <a:lnTo>
                  <a:pt x="2025574" y="4305008"/>
                </a:lnTo>
                <a:lnTo>
                  <a:pt x="1973451" y="4241205"/>
                </a:lnTo>
                <a:cubicBezTo>
                  <a:pt x="1876755" y="4136681"/>
                  <a:pt x="1747549" y="4061285"/>
                  <a:pt x="1601297" y="4029853"/>
                </a:cubicBezTo>
                <a:cubicBezTo>
                  <a:pt x="1618544" y="4117553"/>
                  <a:pt x="1652724" y="4199373"/>
                  <a:pt x="1700478" y="4271827"/>
                </a:cubicBezTo>
                <a:lnTo>
                  <a:pt x="1727160" y="4305008"/>
                </a:lnTo>
                <a:lnTo>
                  <a:pt x="1573050" y="4305008"/>
                </a:lnTo>
                <a:lnTo>
                  <a:pt x="1542929" y="4254710"/>
                </a:lnTo>
                <a:cubicBezTo>
                  <a:pt x="1505726" y="4179889"/>
                  <a:pt x="1479994" y="4098618"/>
                  <a:pt x="1467811" y="4013114"/>
                </a:cubicBezTo>
                <a:cubicBezTo>
                  <a:pt x="1467644" y="4013061"/>
                  <a:pt x="1467475" y="4013056"/>
                  <a:pt x="1467306" y="4013051"/>
                </a:cubicBezTo>
                <a:lnTo>
                  <a:pt x="1466767" y="4006375"/>
                </a:lnTo>
                <a:cubicBezTo>
                  <a:pt x="1461709" y="3976125"/>
                  <a:pt x="1459258" y="3945234"/>
                  <a:pt x="1459300" y="3913899"/>
                </a:cubicBezTo>
                <a:cubicBezTo>
                  <a:pt x="1457988" y="3908271"/>
                  <a:pt x="1457930" y="3902604"/>
                  <a:pt x="1457930" y="3896923"/>
                </a:cubicBezTo>
                <a:close/>
                <a:moveTo>
                  <a:pt x="1457928" y="469318"/>
                </a:moveTo>
                <a:cubicBezTo>
                  <a:pt x="1457928" y="463681"/>
                  <a:pt x="1457986" y="458057"/>
                  <a:pt x="1459298" y="452471"/>
                </a:cubicBezTo>
                <a:cubicBezTo>
                  <a:pt x="1459256" y="421389"/>
                  <a:pt x="1461706" y="390746"/>
                  <a:pt x="1466762" y="360740"/>
                </a:cubicBezTo>
                <a:lnTo>
                  <a:pt x="1467303" y="354103"/>
                </a:lnTo>
                <a:cubicBezTo>
                  <a:pt x="1467471" y="354098"/>
                  <a:pt x="1467641" y="354093"/>
                  <a:pt x="1467808" y="354040"/>
                </a:cubicBezTo>
                <a:cubicBezTo>
                  <a:pt x="1480960" y="262463"/>
                  <a:pt x="1509901" y="175780"/>
                  <a:pt x="1552022" y="96778"/>
                </a:cubicBezTo>
                <a:lnTo>
                  <a:pt x="1614656" y="0"/>
                </a:lnTo>
                <a:lnTo>
                  <a:pt x="1783031" y="0"/>
                </a:lnTo>
                <a:lnTo>
                  <a:pt x="1714803" y="76659"/>
                </a:lnTo>
                <a:cubicBezTo>
                  <a:pt x="1659536" y="153496"/>
                  <a:pt x="1620221" y="241952"/>
                  <a:pt x="1601295" y="337433"/>
                </a:cubicBezTo>
                <a:cubicBezTo>
                  <a:pt x="1784335" y="298404"/>
                  <a:pt x="1940676" y="191052"/>
                  <a:pt x="2040269" y="44350"/>
                </a:cubicBezTo>
                <a:lnTo>
                  <a:pt x="2062497" y="0"/>
                </a:lnTo>
                <a:lnTo>
                  <a:pt x="2211135" y="0"/>
                </a:lnTo>
                <a:lnTo>
                  <a:pt x="2159296" y="95636"/>
                </a:lnTo>
                <a:cubicBezTo>
                  <a:pt x="2035522" y="289169"/>
                  <a:pt x="1829330" y="428211"/>
                  <a:pt x="1587923" y="467856"/>
                </a:cubicBezTo>
                <a:lnTo>
                  <a:pt x="1587807" y="468995"/>
                </a:lnTo>
                <a:cubicBezTo>
                  <a:pt x="1582497" y="469998"/>
                  <a:pt x="1577168" y="470939"/>
                  <a:pt x="1571591" y="470523"/>
                </a:cubicBezTo>
                <a:cubicBezTo>
                  <a:pt x="1540419" y="476033"/>
                  <a:pt x="1508538" y="478991"/>
                  <a:pt x="1476164" y="479514"/>
                </a:cubicBezTo>
                <a:lnTo>
                  <a:pt x="1459046" y="481127"/>
                </a:lnTo>
                <a:lnTo>
                  <a:pt x="1459020" y="480636"/>
                </a:lnTo>
                <a:lnTo>
                  <a:pt x="1458521" y="480669"/>
                </a:lnTo>
                <a:cubicBezTo>
                  <a:pt x="1457955" y="476896"/>
                  <a:pt x="1457928" y="473110"/>
                  <a:pt x="1457928" y="469318"/>
                </a:cubicBezTo>
                <a:close/>
                <a:moveTo>
                  <a:pt x="1457928" y="2166144"/>
                </a:moveTo>
                <a:cubicBezTo>
                  <a:pt x="1457928" y="2160506"/>
                  <a:pt x="1457986" y="2154882"/>
                  <a:pt x="1459298" y="2149296"/>
                </a:cubicBezTo>
                <a:cubicBezTo>
                  <a:pt x="1459256" y="2118214"/>
                  <a:pt x="1461706" y="2087572"/>
                  <a:pt x="1466762" y="2057565"/>
                </a:cubicBezTo>
                <a:lnTo>
                  <a:pt x="1467303" y="2050928"/>
                </a:lnTo>
                <a:cubicBezTo>
                  <a:pt x="1467471" y="2050923"/>
                  <a:pt x="1467641" y="2050918"/>
                  <a:pt x="1467808" y="2050865"/>
                </a:cubicBezTo>
                <a:cubicBezTo>
                  <a:pt x="1518085" y="1700770"/>
                  <a:pt x="1799124" y="1422199"/>
                  <a:pt x="2157974" y="1363267"/>
                </a:cubicBezTo>
                <a:lnTo>
                  <a:pt x="2158091" y="1362128"/>
                </a:lnTo>
                <a:cubicBezTo>
                  <a:pt x="2163400" y="1361126"/>
                  <a:pt x="2168728" y="1360185"/>
                  <a:pt x="2174304" y="1360601"/>
                </a:cubicBezTo>
                <a:cubicBezTo>
                  <a:pt x="2205487" y="1355088"/>
                  <a:pt x="2237380" y="1352130"/>
                  <a:pt x="2269765" y="1351607"/>
                </a:cubicBezTo>
                <a:lnTo>
                  <a:pt x="2286853" y="1349997"/>
                </a:lnTo>
                <a:lnTo>
                  <a:pt x="2286879" y="1350487"/>
                </a:lnTo>
                <a:lnTo>
                  <a:pt x="2287377" y="1350455"/>
                </a:lnTo>
                <a:lnTo>
                  <a:pt x="2287971" y="1361805"/>
                </a:lnTo>
                <a:cubicBezTo>
                  <a:pt x="2287971" y="1367441"/>
                  <a:pt x="2287912" y="1373063"/>
                  <a:pt x="2286600" y="1378647"/>
                </a:cubicBezTo>
                <a:cubicBezTo>
                  <a:pt x="2286642" y="1409736"/>
                  <a:pt x="2284192" y="1440385"/>
                  <a:pt x="2279133" y="1470397"/>
                </a:cubicBezTo>
                <a:lnTo>
                  <a:pt x="2278595" y="1477021"/>
                </a:lnTo>
                <a:cubicBezTo>
                  <a:pt x="2278425" y="1477026"/>
                  <a:pt x="2278257" y="1477030"/>
                  <a:pt x="2278089" y="1477083"/>
                </a:cubicBezTo>
                <a:cubicBezTo>
                  <a:pt x="2227814" y="1827177"/>
                  <a:pt x="1946775" y="2105749"/>
                  <a:pt x="1587923" y="2164681"/>
                </a:cubicBezTo>
                <a:lnTo>
                  <a:pt x="1587807" y="2165820"/>
                </a:lnTo>
                <a:cubicBezTo>
                  <a:pt x="1582497" y="2166823"/>
                  <a:pt x="1577168" y="2167764"/>
                  <a:pt x="1571591" y="2167348"/>
                </a:cubicBezTo>
                <a:cubicBezTo>
                  <a:pt x="1540419" y="2172858"/>
                  <a:pt x="1508538" y="2175816"/>
                  <a:pt x="1476164" y="2176339"/>
                </a:cubicBezTo>
                <a:lnTo>
                  <a:pt x="1459046" y="2177952"/>
                </a:lnTo>
                <a:lnTo>
                  <a:pt x="1459020" y="2177461"/>
                </a:lnTo>
                <a:lnTo>
                  <a:pt x="1458521" y="2177494"/>
                </a:lnTo>
                <a:cubicBezTo>
                  <a:pt x="1457955" y="2173722"/>
                  <a:pt x="1457928" y="2169936"/>
                  <a:pt x="1457928" y="2166144"/>
                </a:cubicBezTo>
                <a:close/>
                <a:moveTo>
                  <a:pt x="1457928" y="3862969"/>
                </a:moveTo>
                <a:cubicBezTo>
                  <a:pt x="1457928" y="3857331"/>
                  <a:pt x="1457986" y="3851707"/>
                  <a:pt x="1459298" y="3846121"/>
                </a:cubicBezTo>
                <a:cubicBezTo>
                  <a:pt x="1459256" y="3815039"/>
                  <a:pt x="1461706" y="3784397"/>
                  <a:pt x="1466762" y="3754390"/>
                </a:cubicBezTo>
                <a:lnTo>
                  <a:pt x="1467303" y="3747753"/>
                </a:lnTo>
                <a:cubicBezTo>
                  <a:pt x="1467471" y="3747748"/>
                  <a:pt x="1467641" y="3747743"/>
                  <a:pt x="1467808" y="3747690"/>
                </a:cubicBezTo>
                <a:cubicBezTo>
                  <a:pt x="1518085" y="3397595"/>
                  <a:pt x="1799124" y="3119024"/>
                  <a:pt x="2157974" y="3060092"/>
                </a:cubicBezTo>
                <a:lnTo>
                  <a:pt x="2158091" y="3058953"/>
                </a:lnTo>
                <a:cubicBezTo>
                  <a:pt x="2163400" y="3057951"/>
                  <a:pt x="2168728" y="3057010"/>
                  <a:pt x="2174304" y="3057426"/>
                </a:cubicBezTo>
                <a:cubicBezTo>
                  <a:pt x="2205487" y="3051913"/>
                  <a:pt x="2237380" y="3048955"/>
                  <a:pt x="2269765" y="3048432"/>
                </a:cubicBezTo>
                <a:lnTo>
                  <a:pt x="2286853" y="3046822"/>
                </a:lnTo>
                <a:lnTo>
                  <a:pt x="2286879" y="3047312"/>
                </a:lnTo>
                <a:lnTo>
                  <a:pt x="2287377" y="3047280"/>
                </a:lnTo>
                <a:lnTo>
                  <a:pt x="2287971" y="3058630"/>
                </a:lnTo>
                <a:cubicBezTo>
                  <a:pt x="2287971" y="3064266"/>
                  <a:pt x="2287912" y="3069889"/>
                  <a:pt x="2286600" y="3075472"/>
                </a:cubicBezTo>
                <a:cubicBezTo>
                  <a:pt x="2286642" y="3106561"/>
                  <a:pt x="2284192" y="3137210"/>
                  <a:pt x="2279133" y="3167222"/>
                </a:cubicBezTo>
                <a:lnTo>
                  <a:pt x="2278595" y="3173846"/>
                </a:lnTo>
                <a:cubicBezTo>
                  <a:pt x="2278425" y="3173851"/>
                  <a:pt x="2278257" y="3173856"/>
                  <a:pt x="2278089" y="3173908"/>
                </a:cubicBezTo>
                <a:cubicBezTo>
                  <a:pt x="2227814" y="3524002"/>
                  <a:pt x="1946775" y="3802574"/>
                  <a:pt x="1587923" y="3861506"/>
                </a:cubicBezTo>
                <a:lnTo>
                  <a:pt x="1587807" y="3862645"/>
                </a:lnTo>
                <a:cubicBezTo>
                  <a:pt x="1582497" y="3863648"/>
                  <a:pt x="1577168" y="3864589"/>
                  <a:pt x="1571591" y="3864173"/>
                </a:cubicBezTo>
                <a:cubicBezTo>
                  <a:pt x="1540419" y="3869683"/>
                  <a:pt x="1508538" y="3872641"/>
                  <a:pt x="1476164" y="3873164"/>
                </a:cubicBezTo>
                <a:lnTo>
                  <a:pt x="1459046" y="3874777"/>
                </a:lnTo>
                <a:lnTo>
                  <a:pt x="1459020" y="3874286"/>
                </a:lnTo>
                <a:lnTo>
                  <a:pt x="1458521" y="3874319"/>
                </a:lnTo>
                <a:cubicBezTo>
                  <a:pt x="1457955" y="3870547"/>
                  <a:pt x="1457928" y="3866761"/>
                  <a:pt x="1457928" y="3862969"/>
                </a:cubicBezTo>
                <a:close/>
                <a:moveTo>
                  <a:pt x="750739" y="1181049"/>
                </a:moveTo>
                <a:cubicBezTo>
                  <a:pt x="1025929" y="1121906"/>
                  <a:pt x="1240772" y="907109"/>
                  <a:pt x="1294048" y="636203"/>
                </a:cubicBezTo>
                <a:cubicBezTo>
                  <a:pt x="1018858" y="695346"/>
                  <a:pt x="804014" y="910143"/>
                  <a:pt x="750739" y="1181049"/>
                </a:cubicBezTo>
                <a:close/>
                <a:moveTo>
                  <a:pt x="750739" y="1493690"/>
                </a:moveTo>
                <a:cubicBezTo>
                  <a:pt x="804015" y="1762469"/>
                  <a:pt x="1018858" y="1975579"/>
                  <a:pt x="1294048" y="2034258"/>
                </a:cubicBezTo>
                <a:cubicBezTo>
                  <a:pt x="1240773" y="1765479"/>
                  <a:pt x="1025929" y="1552369"/>
                  <a:pt x="750739" y="1493690"/>
                </a:cubicBezTo>
                <a:close/>
                <a:moveTo>
                  <a:pt x="750739" y="2877874"/>
                </a:moveTo>
                <a:cubicBezTo>
                  <a:pt x="1025929" y="2818731"/>
                  <a:pt x="1240772" y="2603934"/>
                  <a:pt x="1294048" y="2333028"/>
                </a:cubicBezTo>
                <a:cubicBezTo>
                  <a:pt x="1018858" y="2392171"/>
                  <a:pt x="804014" y="2606968"/>
                  <a:pt x="750739" y="2877874"/>
                </a:cubicBezTo>
                <a:close/>
                <a:moveTo>
                  <a:pt x="750739" y="3190516"/>
                </a:moveTo>
                <a:cubicBezTo>
                  <a:pt x="804015" y="3459294"/>
                  <a:pt x="1018858" y="3672404"/>
                  <a:pt x="1294048" y="3731083"/>
                </a:cubicBezTo>
                <a:cubicBezTo>
                  <a:pt x="1240773" y="3462304"/>
                  <a:pt x="1025929" y="3249194"/>
                  <a:pt x="750739" y="3190516"/>
                </a:cubicBezTo>
                <a:close/>
                <a:moveTo>
                  <a:pt x="718720" y="4305008"/>
                </a:moveTo>
                <a:lnTo>
                  <a:pt x="747165" y="4255797"/>
                </a:lnTo>
                <a:cubicBezTo>
                  <a:pt x="872402" y="4070062"/>
                  <a:pt x="1073359" y="3937139"/>
                  <a:pt x="1307418" y="3898397"/>
                </a:cubicBezTo>
                <a:lnTo>
                  <a:pt x="1307535" y="3897249"/>
                </a:lnTo>
                <a:cubicBezTo>
                  <a:pt x="1312844" y="3896239"/>
                  <a:pt x="1318172" y="3895291"/>
                  <a:pt x="1323748" y="3895710"/>
                </a:cubicBezTo>
                <a:cubicBezTo>
                  <a:pt x="1354931" y="3890153"/>
                  <a:pt x="1386824" y="3887172"/>
                  <a:pt x="1419209" y="3886645"/>
                </a:cubicBezTo>
                <a:lnTo>
                  <a:pt x="1436297" y="3885022"/>
                </a:lnTo>
                <a:lnTo>
                  <a:pt x="1436323" y="3885516"/>
                </a:lnTo>
                <a:lnTo>
                  <a:pt x="1436821" y="3885483"/>
                </a:lnTo>
                <a:lnTo>
                  <a:pt x="1437415" y="3896923"/>
                </a:lnTo>
                <a:cubicBezTo>
                  <a:pt x="1437415" y="3902604"/>
                  <a:pt x="1437356" y="3908271"/>
                  <a:pt x="1436044" y="3913899"/>
                </a:cubicBezTo>
                <a:cubicBezTo>
                  <a:pt x="1436086" y="3945234"/>
                  <a:pt x="1433636" y="3976125"/>
                  <a:pt x="1428577" y="4006375"/>
                </a:cubicBezTo>
                <a:lnTo>
                  <a:pt x="1428039" y="4013051"/>
                </a:lnTo>
                <a:cubicBezTo>
                  <a:pt x="1427869" y="4013056"/>
                  <a:pt x="1427701" y="4013061"/>
                  <a:pt x="1427533" y="4013114"/>
                </a:cubicBezTo>
                <a:cubicBezTo>
                  <a:pt x="1415351" y="4098618"/>
                  <a:pt x="1389619" y="4179889"/>
                  <a:pt x="1352416" y="4254710"/>
                </a:cubicBezTo>
                <a:lnTo>
                  <a:pt x="1322295" y="4305008"/>
                </a:lnTo>
                <a:lnTo>
                  <a:pt x="1168185" y="4305008"/>
                </a:lnTo>
                <a:lnTo>
                  <a:pt x="1194867" y="4271827"/>
                </a:lnTo>
                <a:cubicBezTo>
                  <a:pt x="1242622" y="4199373"/>
                  <a:pt x="1276801" y="4117553"/>
                  <a:pt x="1294048" y="4029853"/>
                </a:cubicBezTo>
                <a:cubicBezTo>
                  <a:pt x="1147796" y="4061285"/>
                  <a:pt x="1018589" y="4136681"/>
                  <a:pt x="921894" y="4241205"/>
                </a:cubicBezTo>
                <a:lnTo>
                  <a:pt x="869771" y="4305008"/>
                </a:lnTo>
                <a:close/>
                <a:moveTo>
                  <a:pt x="684209" y="0"/>
                </a:moveTo>
                <a:lnTo>
                  <a:pt x="832847" y="0"/>
                </a:lnTo>
                <a:lnTo>
                  <a:pt x="855075" y="44350"/>
                </a:lnTo>
                <a:cubicBezTo>
                  <a:pt x="954668" y="191053"/>
                  <a:pt x="1111009" y="298404"/>
                  <a:pt x="1294048" y="337433"/>
                </a:cubicBezTo>
                <a:cubicBezTo>
                  <a:pt x="1275123" y="241952"/>
                  <a:pt x="1235808" y="153496"/>
                  <a:pt x="1180541" y="76659"/>
                </a:cubicBezTo>
                <a:lnTo>
                  <a:pt x="1112313" y="0"/>
                </a:lnTo>
                <a:lnTo>
                  <a:pt x="1280688" y="0"/>
                </a:lnTo>
                <a:lnTo>
                  <a:pt x="1343322" y="96778"/>
                </a:lnTo>
                <a:cubicBezTo>
                  <a:pt x="1385443" y="175780"/>
                  <a:pt x="1414383" y="262463"/>
                  <a:pt x="1427534" y="354040"/>
                </a:cubicBezTo>
                <a:cubicBezTo>
                  <a:pt x="1427702" y="354093"/>
                  <a:pt x="1427871" y="354098"/>
                  <a:pt x="1428040" y="354102"/>
                </a:cubicBezTo>
                <a:lnTo>
                  <a:pt x="1428580" y="360740"/>
                </a:lnTo>
                <a:cubicBezTo>
                  <a:pt x="1433637" y="390746"/>
                  <a:pt x="1436086" y="421389"/>
                  <a:pt x="1436044" y="452471"/>
                </a:cubicBezTo>
                <a:cubicBezTo>
                  <a:pt x="1437356" y="458057"/>
                  <a:pt x="1437415" y="463681"/>
                  <a:pt x="1437415" y="469318"/>
                </a:cubicBezTo>
                <a:cubicBezTo>
                  <a:pt x="1437415" y="473111"/>
                  <a:pt x="1437388" y="476896"/>
                  <a:pt x="1436822" y="480669"/>
                </a:cubicBezTo>
                <a:lnTo>
                  <a:pt x="1436323" y="480636"/>
                </a:lnTo>
                <a:lnTo>
                  <a:pt x="1436297" y="481127"/>
                </a:lnTo>
                <a:lnTo>
                  <a:pt x="1419178" y="479514"/>
                </a:lnTo>
                <a:cubicBezTo>
                  <a:pt x="1386804" y="478991"/>
                  <a:pt x="1354924" y="476033"/>
                  <a:pt x="1323752" y="470523"/>
                </a:cubicBezTo>
                <a:cubicBezTo>
                  <a:pt x="1318175" y="470939"/>
                  <a:pt x="1312846" y="469998"/>
                  <a:pt x="1307535" y="468995"/>
                </a:cubicBezTo>
                <a:lnTo>
                  <a:pt x="1307419" y="467856"/>
                </a:lnTo>
                <a:cubicBezTo>
                  <a:pt x="1066014" y="428211"/>
                  <a:pt x="859822" y="289169"/>
                  <a:pt x="736048" y="95636"/>
                </a:cubicBezTo>
                <a:close/>
                <a:moveTo>
                  <a:pt x="607372" y="1313979"/>
                </a:moveTo>
                <a:cubicBezTo>
                  <a:pt x="607372" y="1308297"/>
                  <a:pt x="607430" y="1302628"/>
                  <a:pt x="608742" y="1296998"/>
                </a:cubicBezTo>
                <a:cubicBezTo>
                  <a:pt x="608700" y="1265670"/>
                  <a:pt x="611150" y="1234785"/>
                  <a:pt x="616206" y="1204541"/>
                </a:cubicBezTo>
                <a:lnTo>
                  <a:pt x="616747" y="1197851"/>
                </a:lnTo>
                <a:cubicBezTo>
                  <a:pt x="616915" y="1197846"/>
                  <a:pt x="617085" y="1197841"/>
                  <a:pt x="617252" y="1197788"/>
                </a:cubicBezTo>
                <a:cubicBezTo>
                  <a:pt x="667529" y="844922"/>
                  <a:pt x="948568" y="564145"/>
                  <a:pt x="1307418" y="504747"/>
                </a:cubicBezTo>
                <a:lnTo>
                  <a:pt x="1307535" y="503599"/>
                </a:lnTo>
                <a:cubicBezTo>
                  <a:pt x="1312844" y="502589"/>
                  <a:pt x="1318172" y="501641"/>
                  <a:pt x="1323748" y="502060"/>
                </a:cubicBezTo>
                <a:cubicBezTo>
                  <a:pt x="1354931" y="496503"/>
                  <a:pt x="1386824" y="493522"/>
                  <a:pt x="1419209" y="492995"/>
                </a:cubicBezTo>
                <a:lnTo>
                  <a:pt x="1436297" y="491372"/>
                </a:lnTo>
                <a:lnTo>
                  <a:pt x="1436323" y="491866"/>
                </a:lnTo>
                <a:lnTo>
                  <a:pt x="1436821" y="491833"/>
                </a:lnTo>
                <a:lnTo>
                  <a:pt x="1437415" y="503273"/>
                </a:lnTo>
                <a:cubicBezTo>
                  <a:pt x="1437415" y="508954"/>
                  <a:pt x="1437356" y="514621"/>
                  <a:pt x="1436044" y="520249"/>
                </a:cubicBezTo>
                <a:cubicBezTo>
                  <a:pt x="1436086" y="551584"/>
                  <a:pt x="1433636" y="582475"/>
                  <a:pt x="1428577" y="612725"/>
                </a:cubicBezTo>
                <a:lnTo>
                  <a:pt x="1428039" y="619401"/>
                </a:lnTo>
                <a:cubicBezTo>
                  <a:pt x="1427869" y="619406"/>
                  <a:pt x="1427701" y="619411"/>
                  <a:pt x="1427533" y="619464"/>
                </a:cubicBezTo>
                <a:cubicBezTo>
                  <a:pt x="1377258" y="972329"/>
                  <a:pt x="1096219" y="1253106"/>
                  <a:pt x="737367" y="1312505"/>
                </a:cubicBezTo>
                <a:lnTo>
                  <a:pt x="737251" y="1313653"/>
                </a:lnTo>
                <a:cubicBezTo>
                  <a:pt x="731941" y="1314664"/>
                  <a:pt x="726612" y="1315612"/>
                  <a:pt x="721035" y="1315193"/>
                </a:cubicBezTo>
                <a:cubicBezTo>
                  <a:pt x="689863" y="1320747"/>
                  <a:pt x="657982" y="1323728"/>
                  <a:pt x="625608" y="1324255"/>
                </a:cubicBezTo>
                <a:lnTo>
                  <a:pt x="608490" y="1325881"/>
                </a:lnTo>
                <a:lnTo>
                  <a:pt x="608464" y="1325386"/>
                </a:lnTo>
                <a:lnTo>
                  <a:pt x="607965" y="1325419"/>
                </a:lnTo>
                <a:cubicBezTo>
                  <a:pt x="607399" y="1321617"/>
                  <a:pt x="607372" y="1317801"/>
                  <a:pt x="607372" y="1313979"/>
                </a:cubicBezTo>
                <a:close/>
                <a:moveTo>
                  <a:pt x="607372" y="1361805"/>
                </a:moveTo>
                <a:lnTo>
                  <a:pt x="607966" y="1350455"/>
                </a:lnTo>
                <a:lnTo>
                  <a:pt x="608464" y="1350487"/>
                </a:lnTo>
                <a:lnTo>
                  <a:pt x="608490" y="1349997"/>
                </a:lnTo>
                <a:lnTo>
                  <a:pt x="625577" y="1351607"/>
                </a:lnTo>
                <a:cubicBezTo>
                  <a:pt x="657963" y="1352130"/>
                  <a:pt x="689855" y="1355088"/>
                  <a:pt x="721039" y="1360601"/>
                </a:cubicBezTo>
                <a:cubicBezTo>
                  <a:pt x="726615" y="1360185"/>
                  <a:pt x="731943" y="1361126"/>
                  <a:pt x="737251" y="1362128"/>
                </a:cubicBezTo>
                <a:lnTo>
                  <a:pt x="737368" y="1363267"/>
                </a:lnTo>
                <a:cubicBezTo>
                  <a:pt x="1096219" y="1422199"/>
                  <a:pt x="1377258" y="1700770"/>
                  <a:pt x="1427534" y="2050865"/>
                </a:cubicBezTo>
                <a:cubicBezTo>
                  <a:pt x="1427702" y="2050918"/>
                  <a:pt x="1427871" y="2050923"/>
                  <a:pt x="1428040" y="2050928"/>
                </a:cubicBezTo>
                <a:lnTo>
                  <a:pt x="1428580" y="2057565"/>
                </a:lnTo>
                <a:cubicBezTo>
                  <a:pt x="1433637" y="2087572"/>
                  <a:pt x="1436086" y="2118214"/>
                  <a:pt x="1436044" y="2149296"/>
                </a:cubicBezTo>
                <a:cubicBezTo>
                  <a:pt x="1437356" y="2154882"/>
                  <a:pt x="1437415" y="2160506"/>
                  <a:pt x="1437415" y="2166144"/>
                </a:cubicBezTo>
                <a:cubicBezTo>
                  <a:pt x="1437415" y="2169936"/>
                  <a:pt x="1437388" y="2173722"/>
                  <a:pt x="1436822" y="2177494"/>
                </a:cubicBezTo>
                <a:lnTo>
                  <a:pt x="1436323" y="2177461"/>
                </a:lnTo>
                <a:lnTo>
                  <a:pt x="1436297" y="2177952"/>
                </a:lnTo>
                <a:lnTo>
                  <a:pt x="1419178" y="2176339"/>
                </a:lnTo>
                <a:cubicBezTo>
                  <a:pt x="1386804" y="2175816"/>
                  <a:pt x="1354924" y="2172858"/>
                  <a:pt x="1323752" y="2167348"/>
                </a:cubicBezTo>
                <a:cubicBezTo>
                  <a:pt x="1318175" y="2167764"/>
                  <a:pt x="1312846" y="2166823"/>
                  <a:pt x="1307535" y="2165820"/>
                </a:cubicBezTo>
                <a:lnTo>
                  <a:pt x="1307419" y="2164681"/>
                </a:lnTo>
                <a:cubicBezTo>
                  <a:pt x="948568" y="2105749"/>
                  <a:pt x="667529" y="1827177"/>
                  <a:pt x="617253" y="1477083"/>
                </a:cubicBezTo>
                <a:cubicBezTo>
                  <a:pt x="617086" y="1477030"/>
                  <a:pt x="616917" y="1477026"/>
                  <a:pt x="616748" y="1477021"/>
                </a:cubicBezTo>
                <a:lnTo>
                  <a:pt x="616209" y="1470397"/>
                </a:lnTo>
                <a:cubicBezTo>
                  <a:pt x="611151" y="1440385"/>
                  <a:pt x="608700" y="1409736"/>
                  <a:pt x="608742" y="1378647"/>
                </a:cubicBezTo>
                <a:cubicBezTo>
                  <a:pt x="607430" y="1373063"/>
                  <a:pt x="607372" y="1367441"/>
                  <a:pt x="607372" y="1361805"/>
                </a:cubicBezTo>
                <a:close/>
                <a:moveTo>
                  <a:pt x="607372" y="3010804"/>
                </a:moveTo>
                <a:cubicBezTo>
                  <a:pt x="607372" y="3005122"/>
                  <a:pt x="607430" y="2999453"/>
                  <a:pt x="608742" y="2993823"/>
                </a:cubicBezTo>
                <a:cubicBezTo>
                  <a:pt x="608700" y="2962495"/>
                  <a:pt x="611150" y="2931610"/>
                  <a:pt x="616206" y="2901366"/>
                </a:cubicBezTo>
                <a:lnTo>
                  <a:pt x="616747" y="2894676"/>
                </a:lnTo>
                <a:cubicBezTo>
                  <a:pt x="616915" y="2894671"/>
                  <a:pt x="617085" y="2894666"/>
                  <a:pt x="617252" y="2894613"/>
                </a:cubicBezTo>
                <a:cubicBezTo>
                  <a:pt x="667529" y="2541747"/>
                  <a:pt x="948568" y="2260970"/>
                  <a:pt x="1307418" y="2201572"/>
                </a:cubicBezTo>
                <a:lnTo>
                  <a:pt x="1307535" y="2200424"/>
                </a:lnTo>
                <a:cubicBezTo>
                  <a:pt x="1312844" y="2199414"/>
                  <a:pt x="1318172" y="2198466"/>
                  <a:pt x="1323748" y="2198885"/>
                </a:cubicBezTo>
                <a:cubicBezTo>
                  <a:pt x="1354931" y="2193328"/>
                  <a:pt x="1386824" y="2190347"/>
                  <a:pt x="1419209" y="2189820"/>
                </a:cubicBezTo>
                <a:lnTo>
                  <a:pt x="1436297" y="2188197"/>
                </a:lnTo>
                <a:lnTo>
                  <a:pt x="1436323" y="2188691"/>
                </a:lnTo>
                <a:lnTo>
                  <a:pt x="1436821" y="2188658"/>
                </a:lnTo>
                <a:lnTo>
                  <a:pt x="1437415" y="2200098"/>
                </a:lnTo>
                <a:cubicBezTo>
                  <a:pt x="1437415" y="2205779"/>
                  <a:pt x="1437356" y="2211446"/>
                  <a:pt x="1436044" y="2217074"/>
                </a:cubicBezTo>
                <a:cubicBezTo>
                  <a:pt x="1436086" y="2248409"/>
                  <a:pt x="1433636" y="2279300"/>
                  <a:pt x="1428577" y="2309550"/>
                </a:cubicBezTo>
                <a:lnTo>
                  <a:pt x="1428039" y="2316226"/>
                </a:lnTo>
                <a:cubicBezTo>
                  <a:pt x="1427869" y="2316231"/>
                  <a:pt x="1427701" y="2316236"/>
                  <a:pt x="1427533" y="2316289"/>
                </a:cubicBezTo>
                <a:cubicBezTo>
                  <a:pt x="1377258" y="2669154"/>
                  <a:pt x="1096219" y="2949931"/>
                  <a:pt x="737367" y="3009330"/>
                </a:cubicBezTo>
                <a:lnTo>
                  <a:pt x="737251" y="3010478"/>
                </a:lnTo>
                <a:cubicBezTo>
                  <a:pt x="731941" y="3011489"/>
                  <a:pt x="726612" y="3012437"/>
                  <a:pt x="721035" y="3012018"/>
                </a:cubicBezTo>
                <a:cubicBezTo>
                  <a:pt x="689863" y="3017572"/>
                  <a:pt x="657982" y="3020553"/>
                  <a:pt x="625608" y="3021080"/>
                </a:cubicBezTo>
                <a:lnTo>
                  <a:pt x="608490" y="3022706"/>
                </a:lnTo>
                <a:lnTo>
                  <a:pt x="608464" y="3022211"/>
                </a:lnTo>
                <a:lnTo>
                  <a:pt x="607965" y="3022244"/>
                </a:lnTo>
                <a:cubicBezTo>
                  <a:pt x="607399" y="3018442"/>
                  <a:pt x="607372" y="3014626"/>
                  <a:pt x="607372" y="3010804"/>
                </a:cubicBezTo>
                <a:close/>
                <a:moveTo>
                  <a:pt x="607372" y="3058630"/>
                </a:moveTo>
                <a:lnTo>
                  <a:pt x="607966" y="3047280"/>
                </a:lnTo>
                <a:lnTo>
                  <a:pt x="608464" y="3047312"/>
                </a:lnTo>
                <a:lnTo>
                  <a:pt x="608490" y="3046822"/>
                </a:lnTo>
                <a:lnTo>
                  <a:pt x="625577" y="3048432"/>
                </a:lnTo>
                <a:cubicBezTo>
                  <a:pt x="657963" y="3048955"/>
                  <a:pt x="689855" y="3051913"/>
                  <a:pt x="721039" y="3057426"/>
                </a:cubicBezTo>
                <a:cubicBezTo>
                  <a:pt x="726615" y="3057010"/>
                  <a:pt x="731943" y="3057951"/>
                  <a:pt x="737251" y="3058953"/>
                </a:cubicBezTo>
                <a:lnTo>
                  <a:pt x="737368" y="3060092"/>
                </a:lnTo>
                <a:cubicBezTo>
                  <a:pt x="1096219" y="3119024"/>
                  <a:pt x="1377258" y="3397595"/>
                  <a:pt x="1427534" y="3747690"/>
                </a:cubicBezTo>
                <a:cubicBezTo>
                  <a:pt x="1427702" y="3747743"/>
                  <a:pt x="1427871" y="3747748"/>
                  <a:pt x="1428040" y="3747753"/>
                </a:cubicBezTo>
                <a:lnTo>
                  <a:pt x="1428580" y="3754390"/>
                </a:lnTo>
                <a:cubicBezTo>
                  <a:pt x="1433637" y="3784397"/>
                  <a:pt x="1436086" y="3815039"/>
                  <a:pt x="1436044" y="3846121"/>
                </a:cubicBezTo>
                <a:cubicBezTo>
                  <a:pt x="1437356" y="3851707"/>
                  <a:pt x="1437415" y="3857331"/>
                  <a:pt x="1437415" y="3862969"/>
                </a:cubicBezTo>
                <a:cubicBezTo>
                  <a:pt x="1437415" y="3866761"/>
                  <a:pt x="1437388" y="3870547"/>
                  <a:pt x="1436822" y="3874319"/>
                </a:cubicBezTo>
                <a:lnTo>
                  <a:pt x="1436323" y="3874286"/>
                </a:lnTo>
                <a:lnTo>
                  <a:pt x="1436297" y="3874777"/>
                </a:lnTo>
                <a:lnTo>
                  <a:pt x="1419178" y="3873164"/>
                </a:lnTo>
                <a:cubicBezTo>
                  <a:pt x="1386804" y="3872641"/>
                  <a:pt x="1354924" y="3869683"/>
                  <a:pt x="1323752" y="3864173"/>
                </a:cubicBezTo>
                <a:cubicBezTo>
                  <a:pt x="1318175" y="3864589"/>
                  <a:pt x="1312846" y="3863648"/>
                  <a:pt x="1307535" y="3862645"/>
                </a:cubicBezTo>
                <a:lnTo>
                  <a:pt x="1307419" y="3861506"/>
                </a:lnTo>
                <a:cubicBezTo>
                  <a:pt x="948568" y="3802574"/>
                  <a:pt x="667529" y="3524002"/>
                  <a:pt x="617253" y="3173908"/>
                </a:cubicBezTo>
                <a:cubicBezTo>
                  <a:pt x="617086" y="3173856"/>
                  <a:pt x="616917" y="3173851"/>
                  <a:pt x="616748" y="3173846"/>
                </a:cubicBezTo>
                <a:lnTo>
                  <a:pt x="616209" y="3167222"/>
                </a:lnTo>
                <a:cubicBezTo>
                  <a:pt x="611151" y="3137210"/>
                  <a:pt x="608700" y="3106561"/>
                  <a:pt x="608742" y="3075472"/>
                </a:cubicBezTo>
                <a:cubicBezTo>
                  <a:pt x="607430" y="3069889"/>
                  <a:pt x="607372" y="3064266"/>
                  <a:pt x="607372" y="3058630"/>
                </a:cubicBezTo>
                <a:close/>
                <a:moveTo>
                  <a:pt x="0" y="116373"/>
                </a:moveTo>
                <a:lnTo>
                  <a:pt x="0" y="0"/>
                </a:lnTo>
                <a:lnTo>
                  <a:pt x="90880" y="0"/>
                </a:lnTo>
                <a:lnTo>
                  <a:pt x="22652" y="76659"/>
                </a:lnTo>
                <a:close/>
                <a:moveTo>
                  <a:pt x="0" y="443121"/>
                </a:moveTo>
                <a:lnTo>
                  <a:pt x="0" y="311637"/>
                </a:lnTo>
                <a:lnTo>
                  <a:pt x="82171" y="276703"/>
                </a:lnTo>
                <a:cubicBezTo>
                  <a:pt x="190106" y="222464"/>
                  <a:pt x="281723" y="142152"/>
                  <a:pt x="348118" y="44350"/>
                </a:cubicBezTo>
                <a:lnTo>
                  <a:pt x="370347" y="0"/>
                </a:lnTo>
                <a:lnTo>
                  <a:pt x="518984" y="0"/>
                </a:lnTo>
                <a:lnTo>
                  <a:pt x="467145" y="95636"/>
                </a:lnTo>
                <a:cubicBezTo>
                  <a:pt x="364000" y="256913"/>
                  <a:pt x="203621" y="380350"/>
                  <a:pt x="13323" y="439959"/>
                </a:cubicBezTo>
                <a:close/>
                <a:moveTo>
                  <a:pt x="0" y="1070142"/>
                </a:moveTo>
                <a:lnTo>
                  <a:pt x="0" y="862064"/>
                </a:lnTo>
                <a:lnTo>
                  <a:pt x="31905" y="912052"/>
                </a:lnTo>
                <a:cubicBezTo>
                  <a:pt x="132041" y="1046318"/>
                  <a:pt x="280461" y="1144085"/>
                  <a:pt x="452455" y="1181049"/>
                </a:cubicBezTo>
                <a:cubicBezTo>
                  <a:pt x="405840" y="944006"/>
                  <a:pt x="235523" y="749922"/>
                  <a:pt x="9316" y="665484"/>
                </a:cubicBezTo>
                <a:lnTo>
                  <a:pt x="0" y="662760"/>
                </a:lnTo>
                <a:lnTo>
                  <a:pt x="0" y="530567"/>
                </a:lnTo>
                <a:lnTo>
                  <a:pt x="26399" y="537107"/>
                </a:lnTo>
                <a:cubicBezTo>
                  <a:pt x="321280" y="635466"/>
                  <a:pt x="541950" y="889030"/>
                  <a:pt x="585941" y="1197788"/>
                </a:cubicBezTo>
                <a:cubicBezTo>
                  <a:pt x="586109" y="1197841"/>
                  <a:pt x="586278" y="1197846"/>
                  <a:pt x="586447" y="1197851"/>
                </a:cubicBezTo>
                <a:lnTo>
                  <a:pt x="586987" y="1204541"/>
                </a:lnTo>
                <a:cubicBezTo>
                  <a:pt x="592044" y="1234785"/>
                  <a:pt x="594493" y="1265670"/>
                  <a:pt x="594451" y="1296998"/>
                </a:cubicBezTo>
                <a:cubicBezTo>
                  <a:pt x="595763" y="1302628"/>
                  <a:pt x="595822" y="1308297"/>
                  <a:pt x="595822" y="1313979"/>
                </a:cubicBezTo>
                <a:cubicBezTo>
                  <a:pt x="595822" y="1317801"/>
                  <a:pt x="595795" y="1321617"/>
                  <a:pt x="595229" y="1325419"/>
                </a:cubicBezTo>
                <a:lnTo>
                  <a:pt x="594730" y="1325386"/>
                </a:lnTo>
                <a:lnTo>
                  <a:pt x="594704" y="1325881"/>
                </a:lnTo>
                <a:lnTo>
                  <a:pt x="577585" y="1324255"/>
                </a:lnTo>
                <a:cubicBezTo>
                  <a:pt x="545211" y="1323728"/>
                  <a:pt x="513331" y="1320747"/>
                  <a:pt x="482159" y="1315193"/>
                </a:cubicBezTo>
                <a:cubicBezTo>
                  <a:pt x="476582" y="1315612"/>
                  <a:pt x="471253" y="1314664"/>
                  <a:pt x="465942" y="1313653"/>
                </a:cubicBezTo>
                <a:lnTo>
                  <a:pt x="465826" y="1312505"/>
                </a:lnTo>
                <a:cubicBezTo>
                  <a:pt x="286401" y="1282806"/>
                  <a:pt x="126428" y="1197762"/>
                  <a:pt x="5028" y="1076034"/>
                </a:cubicBezTo>
                <a:close/>
                <a:moveTo>
                  <a:pt x="0" y="2139063"/>
                </a:moveTo>
                <a:lnTo>
                  <a:pt x="0" y="2007909"/>
                </a:lnTo>
                <a:lnTo>
                  <a:pt x="9314" y="2005207"/>
                </a:lnTo>
                <a:cubicBezTo>
                  <a:pt x="235521" y="1921432"/>
                  <a:pt x="405837" y="1728872"/>
                  <a:pt x="452453" y="1493690"/>
                </a:cubicBezTo>
                <a:cubicBezTo>
                  <a:pt x="280459" y="1530364"/>
                  <a:pt x="132038" y="1627363"/>
                  <a:pt x="31903" y="1760575"/>
                </a:cubicBezTo>
                <a:lnTo>
                  <a:pt x="0" y="1810167"/>
                </a:lnTo>
                <a:lnTo>
                  <a:pt x="0" y="1603724"/>
                </a:lnTo>
                <a:lnTo>
                  <a:pt x="5025" y="1597880"/>
                </a:lnTo>
                <a:cubicBezTo>
                  <a:pt x="126426" y="1477109"/>
                  <a:pt x="286398" y="1392733"/>
                  <a:pt x="465823" y="1363267"/>
                </a:cubicBezTo>
                <a:lnTo>
                  <a:pt x="465940" y="1362128"/>
                </a:lnTo>
                <a:cubicBezTo>
                  <a:pt x="471249" y="1361126"/>
                  <a:pt x="476577" y="1360185"/>
                  <a:pt x="482153" y="1360601"/>
                </a:cubicBezTo>
                <a:cubicBezTo>
                  <a:pt x="513336" y="1355088"/>
                  <a:pt x="545229" y="1352130"/>
                  <a:pt x="577614" y="1351607"/>
                </a:cubicBezTo>
                <a:lnTo>
                  <a:pt x="594702" y="1349997"/>
                </a:lnTo>
                <a:lnTo>
                  <a:pt x="594728" y="1350487"/>
                </a:lnTo>
                <a:lnTo>
                  <a:pt x="595226" y="1350455"/>
                </a:lnTo>
                <a:lnTo>
                  <a:pt x="595820" y="1361805"/>
                </a:lnTo>
                <a:cubicBezTo>
                  <a:pt x="595820" y="1367441"/>
                  <a:pt x="595761" y="1373063"/>
                  <a:pt x="594449" y="1378647"/>
                </a:cubicBezTo>
                <a:cubicBezTo>
                  <a:pt x="594491" y="1409736"/>
                  <a:pt x="592041" y="1440385"/>
                  <a:pt x="586982" y="1470397"/>
                </a:cubicBezTo>
                <a:lnTo>
                  <a:pt x="586444" y="1477021"/>
                </a:lnTo>
                <a:cubicBezTo>
                  <a:pt x="586274" y="1477026"/>
                  <a:pt x="586106" y="1477030"/>
                  <a:pt x="585938" y="1477083"/>
                </a:cubicBezTo>
                <a:cubicBezTo>
                  <a:pt x="541948" y="1783415"/>
                  <a:pt x="321278" y="2034989"/>
                  <a:pt x="26396" y="2132575"/>
                </a:cubicBezTo>
                <a:close/>
                <a:moveTo>
                  <a:pt x="0" y="2766967"/>
                </a:moveTo>
                <a:lnTo>
                  <a:pt x="0" y="2558889"/>
                </a:lnTo>
                <a:lnTo>
                  <a:pt x="31905" y="2608877"/>
                </a:lnTo>
                <a:cubicBezTo>
                  <a:pt x="132041" y="2743143"/>
                  <a:pt x="280461" y="2840910"/>
                  <a:pt x="452455" y="2877874"/>
                </a:cubicBezTo>
                <a:cubicBezTo>
                  <a:pt x="405840" y="2640831"/>
                  <a:pt x="235523" y="2446747"/>
                  <a:pt x="9316" y="2362309"/>
                </a:cubicBezTo>
                <a:lnTo>
                  <a:pt x="0" y="2359585"/>
                </a:lnTo>
                <a:lnTo>
                  <a:pt x="0" y="2227392"/>
                </a:lnTo>
                <a:lnTo>
                  <a:pt x="26399" y="2233932"/>
                </a:lnTo>
                <a:cubicBezTo>
                  <a:pt x="321280" y="2332291"/>
                  <a:pt x="541950" y="2585855"/>
                  <a:pt x="585941" y="2894613"/>
                </a:cubicBezTo>
                <a:cubicBezTo>
                  <a:pt x="586109" y="2894666"/>
                  <a:pt x="586278" y="2894671"/>
                  <a:pt x="586447" y="2894676"/>
                </a:cubicBezTo>
                <a:lnTo>
                  <a:pt x="586987" y="2901366"/>
                </a:lnTo>
                <a:cubicBezTo>
                  <a:pt x="592044" y="2931610"/>
                  <a:pt x="594493" y="2962495"/>
                  <a:pt x="594451" y="2993823"/>
                </a:cubicBezTo>
                <a:cubicBezTo>
                  <a:pt x="595763" y="2999453"/>
                  <a:pt x="595822" y="3005122"/>
                  <a:pt x="595822" y="3010804"/>
                </a:cubicBezTo>
                <a:cubicBezTo>
                  <a:pt x="595822" y="3014626"/>
                  <a:pt x="595795" y="3018442"/>
                  <a:pt x="595229" y="3022244"/>
                </a:cubicBezTo>
                <a:lnTo>
                  <a:pt x="594730" y="3022211"/>
                </a:lnTo>
                <a:lnTo>
                  <a:pt x="594704" y="3022706"/>
                </a:lnTo>
                <a:lnTo>
                  <a:pt x="577585" y="3021080"/>
                </a:lnTo>
                <a:cubicBezTo>
                  <a:pt x="545211" y="3020553"/>
                  <a:pt x="513331" y="3017572"/>
                  <a:pt x="482159" y="3012018"/>
                </a:cubicBezTo>
                <a:cubicBezTo>
                  <a:pt x="476582" y="3012437"/>
                  <a:pt x="471253" y="3011489"/>
                  <a:pt x="465942" y="3010478"/>
                </a:cubicBezTo>
                <a:lnTo>
                  <a:pt x="465826" y="3009330"/>
                </a:lnTo>
                <a:cubicBezTo>
                  <a:pt x="286401" y="2979630"/>
                  <a:pt x="126428" y="2894586"/>
                  <a:pt x="5028" y="2772859"/>
                </a:cubicBezTo>
                <a:close/>
                <a:moveTo>
                  <a:pt x="0" y="3835888"/>
                </a:moveTo>
                <a:lnTo>
                  <a:pt x="0" y="3704734"/>
                </a:lnTo>
                <a:lnTo>
                  <a:pt x="9314" y="3702032"/>
                </a:lnTo>
                <a:cubicBezTo>
                  <a:pt x="235521" y="3618257"/>
                  <a:pt x="405837" y="3425697"/>
                  <a:pt x="452453" y="3190516"/>
                </a:cubicBezTo>
                <a:cubicBezTo>
                  <a:pt x="280459" y="3227190"/>
                  <a:pt x="132038" y="3324188"/>
                  <a:pt x="31903" y="3457400"/>
                </a:cubicBezTo>
                <a:lnTo>
                  <a:pt x="0" y="3506992"/>
                </a:lnTo>
                <a:lnTo>
                  <a:pt x="0" y="3300549"/>
                </a:lnTo>
                <a:lnTo>
                  <a:pt x="5025" y="3294705"/>
                </a:lnTo>
                <a:cubicBezTo>
                  <a:pt x="126426" y="3173934"/>
                  <a:pt x="286398" y="3089558"/>
                  <a:pt x="465823" y="3060092"/>
                </a:cubicBezTo>
                <a:lnTo>
                  <a:pt x="465940" y="3058953"/>
                </a:lnTo>
                <a:cubicBezTo>
                  <a:pt x="471249" y="3057951"/>
                  <a:pt x="476577" y="3057010"/>
                  <a:pt x="482153" y="3057426"/>
                </a:cubicBezTo>
                <a:cubicBezTo>
                  <a:pt x="513336" y="3051913"/>
                  <a:pt x="545229" y="3048955"/>
                  <a:pt x="577614" y="3048432"/>
                </a:cubicBezTo>
                <a:lnTo>
                  <a:pt x="594702" y="3046822"/>
                </a:lnTo>
                <a:lnTo>
                  <a:pt x="594728" y="3047312"/>
                </a:lnTo>
                <a:lnTo>
                  <a:pt x="595226" y="3047280"/>
                </a:lnTo>
                <a:lnTo>
                  <a:pt x="595820" y="3058630"/>
                </a:lnTo>
                <a:cubicBezTo>
                  <a:pt x="595820" y="3064266"/>
                  <a:pt x="595761" y="3069889"/>
                  <a:pt x="594449" y="3075472"/>
                </a:cubicBezTo>
                <a:cubicBezTo>
                  <a:pt x="594491" y="3106561"/>
                  <a:pt x="592041" y="3137210"/>
                  <a:pt x="586982" y="3167222"/>
                </a:cubicBezTo>
                <a:lnTo>
                  <a:pt x="586444" y="3173846"/>
                </a:lnTo>
                <a:cubicBezTo>
                  <a:pt x="586274" y="3173851"/>
                  <a:pt x="586106" y="3173856"/>
                  <a:pt x="585938" y="3173908"/>
                </a:cubicBezTo>
                <a:cubicBezTo>
                  <a:pt x="541948" y="3480240"/>
                  <a:pt x="321278" y="3731813"/>
                  <a:pt x="26396" y="3829400"/>
                </a:cubicBezTo>
                <a:close/>
                <a:moveTo>
                  <a:pt x="0" y="4056079"/>
                </a:moveTo>
                <a:lnTo>
                  <a:pt x="0" y="3923091"/>
                </a:lnTo>
                <a:lnTo>
                  <a:pt x="9850" y="3925425"/>
                </a:lnTo>
                <a:cubicBezTo>
                  <a:pt x="194718" y="3982914"/>
                  <a:pt x="351664" y="4101018"/>
                  <a:pt x="456028" y="4255797"/>
                </a:cubicBezTo>
                <a:lnTo>
                  <a:pt x="484473" y="4305008"/>
                </a:lnTo>
                <a:lnTo>
                  <a:pt x="333423" y="4305008"/>
                </a:lnTo>
                <a:lnTo>
                  <a:pt x="281300" y="4241205"/>
                </a:lnTo>
                <a:cubicBezTo>
                  <a:pt x="223282" y="4178491"/>
                  <a:pt x="153561" y="4126262"/>
                  <a:pt x="75476" y="4087725"/>
                </a:cubicBezTo>
                <a:close/>
                <a:moveTo>
                  <a:pt x="0" y="4305008"/>
                </a:moveTo>
                <a:lnTo>
                  <a:pt x="0" y="4256099"/>
                </a:lnTo>
                <a:lnTo>
                  <a:pt x="8327" y="4271827"/>
                </a:lnTo>
                <a:lnTo>
                  <a:pt x="35009" y="4305008"/>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20" name="Rectangle 19">
            <a:extLst>
              <a:ext uri="{FF2B5EF4-FFF2-40B4-BE49-F238E27FC236}">
                <a16:creationId xmlns:a16="http://schemas.microsoft.com/office/drawing/2014/main" id="{51B064F6-4E6D-5E0B-5F11-10FF4C29B4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28592" y="620720"/>
            <a:ext cx="7323231" cy="55931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4" name="Title 3">
            <a:extLst>
              <a:ext uri="{FF2B5EF4-FFF2-40B4-BE49-F238E27FC236}">
                <a16:creationId xmlns:a16="http://schemas.microsoft.com/office/drawing/2014/main" id="{AFF36F96-1309-0DAD-D2C2-E5BD248485BD}"/>
              </a:ext>
            </a:extLst>
          </p:cNvPr>
          <p:cNvSpPr>
            <a:spLocks noGrp="1"/>
          </p:cNvSpPr>
          <p:nvPr>
            <p:ph type="title"/>
          </p:nvPr>
        </p:nvSpPr>
        <p:spPr>
          <a:xfrm>
            <a:off x="4713224" y="1105351"/>
            <a:ext cx="6353967" cy="3023981"/>
          </a:xfrm>
        </p:spPr>
        <p:txBody>
          <a:bodyPr vert="horz" lIns="91440" tIns="45720" rIns="91440" bIns="45720" rtlCol="0" anchor="b">
            <a:normAutofit/>
          </a:bodyPr>
          <a:lstStyle/>
          <a:p>
            <a:pPr algn="l"/>
            <a:r>
              <a:rPr lang="en-US" sz="4800">
                <a:solidFill>
                  <a:srgbClr val="FFFFFF"/>
                </a:solidFill>
              </a:rPr>
              <a:t>Time’s up!!</a:t>
            </a:r>
          </a:p>
        </p:txBody>
      </p:sp>
      <p:sp>
        <p:nvSpPr>
          <p:cNvPr id="5" name="Text Placeholder 4">
            <a:extLst>
              <a:ext uri="{FF2B5EF4-FFF2-40B4-BE49-F238E27FC236}">
                <a16:creationId xmlns:a16="http://schemas.microsoft.com/office/drawing/2014/main" id="{3E845AFC-2A42-AC60-540B-4857E4C2209F}"/>
              </a:ext>
            </a:extLst>
          </p:cNvPr>
          <p:cNvSpPr>
            <a:spLocks noGrp="1"/>
          </p:cNvSpPr>
          <p:nvPr>
            <p:ph type="body" idx="1"/>
          </p:nvPr>
        </p:nvSpPr>
        <p:spPr>
          <a:xfrm>
            <a:off x="4713224" y="4297556"/>
            <a:ext cx="6353968" cy="1433391"/>
          </a:xfrm>
        </p:spPr>
        <p:txBody>
          <a:bodyPr vert="horz" lIns="91440" tIns="45720" rIns="91440" bIns="45720" rtlCol="0" anchor="t">
            <a:normAutofit/>
          </a:bodyPr>
          <a:lstStyle/>
          <a:p>
            <a:endParaRPr lang="en-US">
              <a:solidFill>
                <a:srgbClr val="FFFFFF"/>
              </a:solidFill>
            </a:endParaRPr>
          </a:p>
        </p:txBody>
      </p:sp>
      <p:cxnSp>
        <p:nvCxnSpPr>
          <p:cNvPr id="22" name="Straight Connector 21">
            <a:extLst>
              <a:ext uri="{FF2B5EF4-FFF2-40B4-BE49-F238E27FC236}">
                <a16:creationId xmlns:a16="http://schemas.microsoft.com/office/drawing/2014/main" id="{F2E7D71C-03FE-947C-E8A7-66E19D76BAF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42932" y="4214336"/>
            <a:ext cx="5120640" cy="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 useBgFill="1">
        <p:nvSpPr>
          <p:cNvPr id="24" name="Rectangle 23">
            <a:extLst>
              <a:ext uri="{FF2B5EF4-FFF2-40B4-BE49-F238E27FC236}">
                <a16:creationId xmlns:a16="http://schemas.microsoft.com/office/drawing/2014/main" id="{117C788E-ADD7-2D42-1DAF-F1C0514991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4000" y="-2"/>
            <a:ext cx="164592"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Tree>
    <p:extLst>
      <p:ext uri="{BB962C8B-B14F-4D97-AF65-F5344CB8AC3E}">
        <p14:creationId xmlns:p14="http://schemas.microsoft.com/office/powerpoint/2010/main" val="95310517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4A7523E-3F5F-9E4E-FAA0-9B500016D034}"/>
            </a:ext>
          </a:extLst>
        </p:cNvPr>
        <p:cNvGrpSpPr/>
        <p:nvPr/>
      </p:nvGrpSpPr>
      <p:grpSpPr>
        <a:xfrm>
          <a:off x="0" y="0"/>
          <a:ext cx="0" cy="0"/>
          <a:chOff x="0" y="0"/>
          <a:chExt cx="0" cy="0"/>
        </a:xfrm>
      </p:grpSpPr>
      <p:sp>
        <p:nvSpPr>
          <p:cNvPr id="23" name="Rectangle 22">
            <a:extLst>
              <a:ext uri="{FF2B5EF4-FFF2-40B4-BE49-F238E27FC236}">
                <a16:creationId xmlns:a16="http://schemas.microsoft.com/office/drawing/2014/main" id="{C012AF6C-0733-6061-85B7-11FD5729DD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25" name="Oval 5">
            <a:extLst>
              <a:ext uri="{FF2B5EF4-FFF2-40B4-BE49-F238E27FC236}">
                <a16:creationId xmlns:a16="http://schemas.microsoft.com/office/drawing/2014/main" id="{CDDA8C7D-FF5C-963D-55C4-DE31C9F2D9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cxnSp>
        <p:nvCxnSpPr>
          <p:cNvPr id="27" name="Straight Connector 26">
            <a:extLst>
              <a:ext uri="{FF2B5EF4-FFF2-40B4-BE49-F238E27FC236}">
                <a16:creationId xmlns:a16="http://schemas.microsoft.com/office/drawing/2014/main" id="{73171C87-6BDE-E76F-93FD-833925EC518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useBgFill="1">
        <p:nvSpPr>
          <p:cNvPr id="29" name="Rectangle 28">
            <a:extLst>
              <a:ext uri="{FF2B5EF4-FFF2-40B4-BE49-F238E27FC236}">
                <a16:creationId xmlns:a16="http://schemas.microsoft.com/office/drawing/2014/main" id="{2D5F0093-0263-FC92-B5B7-163D6A9783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274" y="0"/>
            <a:ext cx="12188726" cy="68589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2" name="Title 1">
            <a:extLst>
              <a:ext uri="{FF2B5EF4-FFF2-40B4-BE49-F238E27FC236}">
                <a16:creationId xmlns:a16="http://schemas.microsoft.com/office/drawing/2014/main" id="{5FB3D77E-E346-1118-E31B-3E0611A9F3C3}"/>
              </a:ext>
            </a:extLst>
          </p:cNvPr>
          <p:cNvSpPr>
            <a:spLocks noGrp="1"/>
          </p:cNvSpPr>
          <p:nvPr>
            <p:ph type="title"/>
          </p:nvPr>
        </p:nvSpPr>
        <p:spPr>
          <a:xfrm>
            <a:off x="5258134" y="640080"/>
            <a:ext cx="6293689" cy="3652405"/>
          </a:xfrm>
        </p:spPr>
        <p:txBody>
          <a:bodyPr vert="horz" lIns="91440" tIns="45720" rIns="91440" bIns="45720" rtlCol="0" anchor="b">
            <a:normAutofit/>
          </a:bodyPr>
          <a:lstStyle/>
          <a:p>
            <a:pPr algn="l"/>
            <a:r>
              <a:rPr lang="en-US" sz="4400" kern="1200" cap="all" spc="200" baseline="0" dirty="0">
                <a:solidFill>
                  <a:schemeClr val="tx1">
                    <a:lumMod val="85000"/>
                    <a:lumOff val="15000"/>
                  </a:schemeClr>
                </a:solidFill>
                <a:latin typeface="+mj-lt"/>
                <a:ea typeface="+mj-ea"/>
                <a:cs typeface="+mj-cs"/>
              </a:rPr>
              <a:t>What did you improve about your graph(S)?</a:t>
            </a:r>
          </a:p>
        </p:txBody>
      </p:sp>
      <p:pic>
        <p:nvPicPr>
          <p:cNvPr id="6" name="Graphic 5" descr="Questions with solid fill">
            <a:extLst>
              <a:ext uri="{FF2B5EF4-FFF2-40B4-BE49-F238E27FC236}">
                <a16:creationId xmlns:a16="http://schemas.microsoft.com/office/drawing/2014/main" id="{E310C7DC-952D-2D24-A7BB-5F4004E9CDE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33999" y="1422615"/>
            <a:ext cx="3993942" cy="3993942"/>
          </a:xfrm>
          <a:prstGeom prst="rect">
            <a:avLst/>
          </a:prstGeom>
        </p:spPr>
      </p:pic>
      <p:cxnSp>
        <p:nvCxnSpPr>
          <p:cNvPr id="31" name="Straight Connector 30">
            <a:extLst>
              <a:ext uri="{FF2B5EF4-FFF2-40B4-BE49-F238E27FC236}">
                <a16:creationId xmlns:a16="http://schemas.microsoft.com/office/drawing/2014/main" id="{142D12D5-3BDC-A9D3-C753-72C7D0F1D00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309640" y="4388141"/>
            <a:ext cx="585216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E8C66DBF-F857-97E7-4A2E-B781287ADB9D}"/>
              </a:ext>
            </a:extLst>
          </p:cNvPr>
          <p:cNvSpPr txBox="1"/>
          <p:nvPr/>
        </p:nvSpPr>
        <p:spPr>
          <a:xfrm>
            <a:off x="10105688" y="198773"/>
            <a:ext cx="1591141" cy="120032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7200" b="1" i="0" u="none" strike="noStrike" kern="1200" cap="none" spc="0" normalizeH="0" baseline="0" noProof="0" dirty="0">
                <a:ln>
                  <a:noFill/>
                </a:ln>
                <a:solidFill>
                  <a:srgbClr val="1CADE4"/>
                </a:solidFill>
                <a:effectLst/>
                <a:uLnTx/>
                <a:uFillTx/>
                <a:latin typeface="Tw Cen MT" panose="020B0602020104020603"/>
                <a:ea typeface="+mn-ea"/>
                <a:cs typeface="+mn-cs"/>
              </a:rPr>
              <a:t>Poll</a:t>
            </a:r>
          </a:p>
        </p:txBody>
      </p:sp>
    </p:spTree>
    <p:extLst>
      <p:ext uri="{BB962C8B-B14F-4D97-AF65-F5344CB8AC3E}">
        <p14:creationId xmlns:p14="http://schemas.microsoft.com/office/powerpoint/2010/main" val="196879446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91949D-4551-88F2-EBB3-1106B65F147C}"/>
              </a:ext>
            </a:extLst>
          </p:cNvPr>
          <p:cNvSpPr>
            <a:spLocks noGrp="1"/>
          </p:cNvSpPr>
          <p:nvPr>
            <p:ph type="title"/>
          </p:nvPr>
        </p:nvSpPr>
        <p:spPr/>
        <p:txBody>
          <a:bodyPr/>
          <a:lstStyle/>
          <a:p>
            <a:r>
              <a:rPr lang="en-US" dirty="0"/>
              <a:t>Excel is not a great visualization tool</a:t>
            </a:r>
          </a:p>
        </p:txBody>
      </p:sp>
      <p:sp>
        <p:nvSpPr>
          <p:cNvPr id="3" name="Content Placeholder 2">
            <a:extLst>
              <a:ext uri="{FF2B5EF4-FFF2-40B4-BE49-F238E27FC236}">
                <a16:creationId xmlns:a16="http://schemas.microsoft.com/office/drawing/2014/main" id="{EFDF78F3-F205-E840-8F1A-2132F4637E18}"/>
              </a:ext>
            </a:extLst>
          </p:cNvPr>
          <p:cNvSpPr>
            <a:spLocks noGrp="1"/>
          </p:cNvSpPr>
          <p:nvPr>
            <p:ph idx="1"/>
          </p:nvPr>
        </p:nvSpPr>
        <p:spPr/>
        <p:txBody>
          <a:bodyPr/>
          <a:lstStyle/>
          <a:p>
            <a:pPr marL="176213" indent="-163513"/>
            <a:r>
              <a:rPr lang="en-US" dirty="0"/>
              <a:t> Very easy to make bad visualizations using defaults</a:t>
            </a:r>
          </a:p>
          <a:p>
            <a:pPr marL="349949" lvl="1" indent="-163513"/>
            <a:r>
              <a:rPr lang="en-US" dirty="0"/>
              <a:t>A lot of ”chart junk” </a:t>
            </a:r>
          </a:p>
          <a:p>
            <a:pPr marL="349949" lvl="1" indent="-163513"/>
            <a:r>
              <a:rPr lang="en-US" dirty="0"/>
              <a:t>Poor layouts and graphic options</a:t>
            </a:r>
          </a:p>
          <a:p>
            <a:pPr marL="349949" lvl="1" indent="-163513"/>
            <a:endParaRPr lang="en-US" dirty="0"/>
          </a:p>
          <a:p>
            <a:pPr marL="285750" indent="-285750"/>
            <a:r>
              <a:rPr lang="en-US" dirty="0"/>
              <a:t>Not very easy to make customizations</a:t>
            </a:r>
          </a:p>
          <a:p>
            <a:pPr marL="0" indent="0">
              <a:buNone/>
            </a:pPr>
            <a:endParaRPr lang="en-US" dirty="0"/>
          </a:p>
        </p:txBody>
      </p:sp>
    </p:spTree>
    <p:extLst>
      <p:ext uri="{BB962C8B-B14F-4D97-AF65-F5344CB8AC3E}">
        <p14:creationId xmlns:p14="http://schemas.microsoft.com/office/powerpoint/2010/main" val="266006863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9685FA-0A92-D42A-D984-E2734C676A46}"/>
              </a:ext>
            </a:extLst>
          </p:cNvPr>
          <p:cNvSpPr>
            <a:spLocks noGrp="1"/>
          </p:cNvSpPr>
          <p:nvPr>
            <p:ph type="title"/>
          </p:nvPr>
        </p:nvSpPr>
        <p:spPr>
          <a:xfrm>
            <a:off x="1024128" y="585216"/>
            <a:ext cx="10304272" cy="1499616"/>
          </a:xfrm>
        </p:spPr>
        <p:txBody>
          <a:bodyPr/>
          <a:lstStyle/>
          <a:p>
            <a:r>
              <a:rPr lang="en-US" dirty="0"/>
              <a:t>It’s just a tool – R can make bad plots too!</a:t>
            </a:r>
          </a:p>
        </p:txBody>
      </p:sp>
      <p:pic>
        <p:nvPicPr>
          <p:cNvPr id="5" name="Content Placeholder 4" descr="A diagram of different colored lines&#10;&#10;AI-generated content may be incorrect.">
            <a:extLst>
              <a:ext uri="{FF2B5EF4-FFF2-40B4-BE49-F238E27FC236}">
                <a16:creationId xmlns:a16="http://schemas.microsoft.com/office/drawing/2014/main" id="{0BB68DEE-F3E9-935A-8B80-B567D03744B6}"/>
              </a:ext>
            </a:extLst>
          </p:cNvPr>
          <p:cNvPicPr>
            <a:picLocks noGrp="1" noChangeAspect="1"/>
          </p:cNvPicPr>
          <p:nvPr>
            <p:ph idx="1"/>
          </p:nvPr>
        </p:nvPicPr>
        <p:blipFill>
          <a:blip r:embed="rId2" cstate="screen">
            <a:extLst>
              <a:ext uri="{28A0092B-C50C-407E-A947-70E740481C1C}">
                <a14:useLocalDpi xmlns:a14="http://schemas.microsoft.com/office/drawing/2010/main"/>
              </a:ext>
            </a:extLst>
          </a:blip>
          <a:srcRect/>
          <a:stretch>
            <a:fillRect/>
          </a:stretch>
        </p:blipFill>
        <p:spPr>
          <a:xfrm>
            <a:off x="2751637" y="2959100"/>
            <a:ext cx="5977753" cy="3009900"/>
          </a:xfrm>
        </p:spPr>
      </p:pic>
      <p:sp>
        <p:nvSpPr>
          <p:cNvPr id="6" name="TextBox 5">
            <a:extLst>
              <a:ext uri="{FF2B5EF4-FFF2-40B4-BE49-F238E27FC236}">
                <a16:creationId xmlns:a16="http://schemas.microsoft.com/office/drawing/2014/main" id="{4C1300BB-EB24-0DB5-4905-E3E5B36EB746}"/>
              </a:ext>
            </a:extLst>
          </p:cNvPr>
          <p:cNvSpPr txBox="1"/>
          <p:nvPr/>
        </p:nvSpPr>
        <p:spPr>
          <a:xfrm>
            <a:off x="1788156" y="1715500"/>
            <a:ext cx="4577087" cy="369332"/>
          </a:xfrm>
          <a:prstGeom prst="rect">
            <a:avLst/>
          </a:prstGeom>
          <a:noFill/>
        </p:spPr>
        <p:txBody>
          <a:bodyPr wrap="none" rtlCol="0">
            <a:spAutoFit/>
          </a:bodyPr>
          <a:lstStyle/>
          <a:p>
            <a:r>
              <a:rPr lang="en-US" dirty="0"/>
              <a:t>And it can do it faster and without getting tired!</a:t>
            </a:r>
          </a:p>
        </p:txBody>
      </p:sp>
    </p:spTree>
    <p:extLst>
      <p:ext uri="{BB962C8B-B14F-4D97-AF65-F5344CB8AC3E}">
        <p14:creationId xmlns:p14="http://schemas.microsoft.com/office/powerpoint/2010/main" val="222806127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93546-380E-DB7E-F510-B802187D6655}"/>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5E814F4D-D6CD-2FC4-5155-4A1A7B582F6D}"/>
              </a:ext>
            </a:extLst>
          </p:cNvPr>
          <p:cNvSpPr>
            <a:spLocks noGrp="1"/>
          </p:cNvSpPr>
          <p:nvPr>
            <p:ph idx="1"/>
          </p:nvPr>
        </p:nvSpPr>
        <p:spPr/>
        <p:txBody>
          <a:bodyPr>
            <a:normAutofit fontScale="92500" lnSpcReduction="10000"/>
          </a:bodyPr>
          <a:lstStyle/>
          <a:p>
            <a:pPr marL="176213" indent="-176213"/>
            <a:r>
              <a:rPr lang="en-US" dirty="0"/>
              <a:t>Creating effective visualizations requires knowledge of best practices</a:t>
            </a:r>
          </a:p>
          <a:p>
            <a:pPr marL="176213" indent="-176213"/>
            <a:r>
              <a:rPr lang="en-US" dirty="0"/>
              <a:t>Default settings in visualization tools likely require modification</a:t>
            </a:r>
          </a:p>
          <a:p>
            <a:pPr marL="176213" indent="-176213"/>
            <a:r>
              <a:rPr lang="en-US" dirty="0"/>
              <a:t>When communicating with visuals, keep these concepts in mind</a:t>
            </a:r>
          </a:p>
          <a:p>
            <a:pPr marL="700405" lvl="2" indent="-390525">
              <a:buFont typeface="+mj-lt"/>
              <a:buAutoNum type="arabicPeriod"/>
            </a:pPr>
            <a:r>
              <a:rPr lang="en-US" dirty="0"/>
              <a:t>Select the best visual for your purpose and data type(s)</a:t>
            </a:r>
          </a:p>
          <a:p>
            <a:pPr marL="700405" lvl="2" indent="-390525">
              <a:buFont typeface="+mj-lt"/>
              <a:buAutoNum type="arabicPeriod"/>
            </a:pPr>
            <a:r>
              <a:rPr lang="en-US" dirty="0"/>
              <a:t>Make comparisons and conclusions easy for the audience</a:t>
            </a:r>
          </a:p>
          <a:p>
            <a:pPr marL="700405" lvl="2" indent="-390525">
              <a:buFont typeface="+mj-lt"/>
              <a:buAutoNum type="arabicPeriod"/>
            </a:pPr>
            <a:r>
              <a:rPr lang="en-US" dirty="0"/>
              <a:t>Use visual encodings that are effective</a:t>
            </a:r>
          </a:p>
          <a:p>
            <a:pPr marL="700405" lvl="2" indent="-390525">
              <a:buFont typeface="+mj-lt"/>
              <a:buAutoNum type="arabicPeriod"/>
            </a:pPr>
            <a:r>
              <a:rPr lang="en-US" dirty="0"/>
              <a:t>Include elements that enhance readability and accessibility</a:t>
            </a:r>
          </a:p>
          <a:p>
            <a:endParaRPr lang="en-US" dirty="0"/>
          </a:p>
        </p:txBody>
      </p:sp>
    </p:spTree>
    <p:extLst>
      <p:ext uri="{BB962C8B-B14F-4D97-AF65-F5344CB8AC3E}">
        <p14:creationId xmlns:p14="http://schemas.microsoft.com/office/powerpoint/2010/main" val="296007827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90E119-9297-31BB-D8E4-E389869BCBC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3027F2E-8AC4-990E-4FFB-A1747AF996C4}"/>
              </a:ext>
            </a:extLst>
          </p:cNvPr>
          <p:cNvSpPr txBox="1"/>
          <p:nvPr/>
        </p:nvSpPr>
        <p:spPr>
          <a:xfrm>
            <a:off x="626225" y="201578"/>
            <a:ext cx="10939550" cy="5042855"/>
          </a:xfrm>
          <a:prstGeom prst="rect">
            <a:avLst/>
          </a:prstGeom>
          <a:noFill/>
        </p:spPr>
        <p:txBody>
          <a:bodyPr wrap="square" rtlCol="0">
            <a:spAutoFit/>
          </a:bodyPr>
          <a:lstStyle/>
          <a:p>
            <a:r>
              <a:rPr lang="en-US" sz="3600" dirty="0"/>
              <a:t>Lesson Goals</a:t>
            </a:r>
          </a:p>
          <a:p>
            <a:pPr marL="514350" marR="0" lvl="0" indent="-514350" rtl="0">
              <a:lnSpc>
                <a:spcPct val="107000"/>
              </a:lnSpc>
              <a:spcBef>
                <a:spcPts val="0"/>
              </a:spcBef>
              <a:spcAft>
                <a:spcPts val="0"/>
              </a:spcAft>
              <a:buFont typeface="+mj-lt"/>
              <a:buAutoNum type="arabicPeriod"/>
            </a:pPr>
            <a:r>
              <a:rPr lang="en-US" sz="2800" kern="100" dirty="0">
                <a:effectLst/>
                <a:ea typeface="Calibri" panose="020F0502020204030204" pitchFamily="34" charset="0"/>
                <a:cs typeface="Arial" panose="020B0604020202020204" pitchFamily="34" charset="0"/>
              </a:rPr>
              <a:t>Identify types of common data visualizations that are most appropriate given the types of data available and the goal of the analysis</a:t>
            </a:r>
          </a:p>
          <a:p>
            <a:pPr marR="0" lvl="0" rtl="0">
              <a:lnSpc>
                <a:spcPct val="107000"/>
              </a:lnSpc>
              <a:spcBef>
                <a:spcPts val="0"/>
              </a:spcBef>
              <a:spcAft>
                <a:spcPts val="0"/>
              </a:spcAft>
            </a:pPr>
            <a:endParaRPr lang="en-US" dirty="0"/>
          </a:p>
          <a:p>
            <a:pPr marR="0" lvl="0" rtl="0">
              <a:lnSpc>
                <a:spcPct val="107000"/>
              </a:lnSpc>
              <a:spcBef>
                <a:spcPts val="0"/>
              </a:spcBef>
              <a:spcAft>
                <a:spcPts val="0"/>
              </a:spcAft>
            </a:pPr>
            <a:r>
              <a:rPr lang="en-US" sz="3600" dirty="0"/>
              <a:t>Lesson Objectives</a:t>
            </a:r>
          </a:p>
          <a:p>
            <a:pPr marL="514350" indent="-514350">
              <a:buFontTx/>
              <a:buAutoNum type="arabicPeriod"/>
            </a:pPr>
            <a:r>
              <a:rPr lang="en-US" sz="2800" dirty="0"/>
              <a:t>Describe at least 2 scenarios in which a plot is more effective than a table in demonstrating relationships between variables in a data set</a:t>
            </a:r>
          </a:p>
          <a:p>
            <a:pPr marL="514350" indent="-514350">
              <a:buFontTx/>
              <a:buAutoNum type="arabicPeriod"/>
            </a:pPr>
            <a:r>
              <a:rPr lang="en-US" sz="2800" dirty="0"/>
              <a:t>For each possible combination of data types, identify a type of plot that will effectively illustrate the relationship between two variables</a:t>
            </a:r>
          </a:p>
          <a:p>
            <a:pPr marL="514350" indent="-514350">
              <a:buFontTx/>
              <a:buAutoNum type="arabicPeriod"/>
            </a:pPr>
            <a:r>
              <a:rPr lang="en-US" sz="2800" dirty="0"/>
              <a:t>List 2 types of plots that can illustrate statistical uncertainty when comparing numeric values between groups.</a:t>
            </a:r>
          </a:p>
        </p:txBody>
      </p:sp>
    </p:spTree>
    <p:extLst>
      <p:ext uri="{BB962C8B-B14F-4D97-AF65-F5344CB8AC3E}">
        <p14:creationId xmlns:p14="http://schemas.microsoft.com/office/powerpoint/2010/main" val="288943338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f6b6dd5b-f02f-441a-99a0-162ac5060bd2}" enabled="0" method="" siteId="{f6b6dd5b-f02f-441a-99a0-162ac5060bd2}" removed="1"/>
</clbl:labelList>
</file>

<file path=docProps/app.xml><?xml version="1.0" encoding="utf-8"?>
<Properties xmlns="http://schemas.openxmlformats.org/officeDocument/2006/extended-properties" xmlns:vt="http://schemas.openxmlformats.org/officeDocument/2006/docPropsVTypes">
  <Template>{476843CF-5C3C-BA40-A99B-7BEDA83590AC}tf10001061</Template>
  <TotalTime>38779</TotalTime>
  <Words>3191</Words>
  <Application>Microsoft Macintosh PowerPoint</Application>
  <PresentationFormat>Widescreen</PresentationFormat>
  <Paragraphs>454</Paragraphs>
  <Slides>71</Slides>
  <Notes>38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71</vt:i4>
      </vt:variant>
    </vt:vector>
  </HeadingPairs>
  <TitlesOfParts>
    <vt:vector size="77" baseType="lpstr">
      <vt:lpstr>Arial</vt:lpstr>
      <vt:lpstr>Calibri</vt:lpstr>
      <vt:lpstr>Tw Cen MT</vt:lpstr>
      <vt:lpstr>Tw Cen MT Condensed</vt:lpstr>
      <vt:lpstr>Wingdings 3</vt:lpstr>
      <vt:lpstr>Integral</vt:lpstr>
      <vt:lpstr>Data Visualization Principles</vt:lpstr>
      <vt:lpstr>PowerPoint Presentation</vt:lpstr>
      <vt:lpstr>Purpose of Visualizations</vt:lpstr>
      <vt:lpstr>But when done wrong, can be harmful</vt:lpstr>
      <vt:lpstr>Data visualization best practices</vt:lpstr>
      <vt:lpstr>PowerPoint Presentation</vt:lpstr>
      <vt:lpstr>Discover: Exploratory Data analysis</vt:lpstr>
      <vt:lpstr>What types of visualizations show data distributions?</vt:lpstr>
      <vt:lpstr>Histograms provide insight into distribution</vt:lpstr>
      <vt:lpstr>Example: histogram of iron values</vt:lpstr>
      <vt:lpstr>Strip plots show every point in a distribution</vt:lpstr>
      <vt:lpstr>Boxplots also a way to visualize distributions</vt:lpstr>
      <vt:lpstr>Example: sodium values by location</vt:lpstr>
      <vt:lpstr>Violin plots better represent the underlying density distribution</vt:lpstr>
      <vt:lpstr>A small multiple can be invaluable in exploratory data analysis</vt:lpstr>
      <vt:lpstr>Compare &amp; relate</vt:lpstr>
      <vt:lpstr>consider types of data</vt:lpstr>
      <vt:lpstr>quantitative relationships</vt:lpstr>
      <vt:lpstr>Time’s up!!</vt:lpstr>
      <vt:lpstr>Quant values and Qual items</vt:lpstr>
      <vt:lpstr>Multiple quant values</vt:lpstr>
      <vt:lpstr>Types of Comparisons</vt:lpstr>
      <vt:lpstr>Types of Relationships</vt:lpstr>
      <vt:lpstr>Which is better: Table vs plot?</vt:lpstr>
      <vt:lpstr>Time’s up!!</vt:lpstr>
      <vt:lpstr>Which is better: Table vs plot?</vt:lpstr>
      <vt:lpstr>Time’s up!!</vt:lpstr>
      <vt:lpstr>Which is better?</vt:lpstr>
      <vt:lpstr>When to display data in a table?</vt:lpstr>
      <vt:lpstr>When to Choose a Plot?</vt:lpstr>
      <vt:lpstr>Bar plots Compare values across categories</vt:lpstr>
      <vt:lpstr>Examples: Lab costs by category</vt:lpstr>
      <vt:lpstr>Caution when using Bar plots for continuous data -- may mask important aspects</vt:lpstr>
      <vt:lpstr>Scatterplots show relationships between quantitative variables</vt:lpstr>
      <vt:lpstr>Example: correlation between liver enzymes</vt:lpstr>
      <vt:lpstr>Line charts help visualize trends over time</vt:lpstr>
      <vt:lpstr>Example: SARS-CoV 2 positivity rates over time</vt:lpstr>
      <vt:lpstr>PowerPoint Presentation</vt:lpstr>
      <vt:lpstr>How to make comparisons effortless?</vt:lpstr>
      <vt:lpstr>Sorting categories by the metric is better</vt:lpstr>
      <vt:lpstr>Which is better?</vt:lpstr>
      <vt:lpstr>Use LAYOUt &amp; scales effectively</vt:lpstr>
      <vt:lpstr>Truncated SCALES can be misleading</vt:lpstr>
      <vt:lpstr>Always avoid Dual y axes</vt:lpstr>
      <vt:lpstr>Try A better alternative</vt:lpstr>
      <vt:lpstr>Normalize &amp; provide reference</vt:lpstr>
      <vt:lpstr>Reduce clutter &amp; clarify</vt:lpstr>
      <vt:lpstr>What is going wrong here?</vt:lpstr>
      <vt:lpstr>Show more than averages</vt:lpstr>
      <vt:lpstr>How to make comparisons effortless?</vt:lpstr>
      <vt:lpstr>PowerPoint Presentation</vt:lpstr>
      <vt:lpstr>Which is better?</vt:lpstr>
      <vt:lpstr>Visual channels can encode information</vt:lpstr>
      <vt:lpstr>How well can we perceive relative area?</vt:lpstr>
      <vt:lpstr>PowerPoint Presentation</vt:lpstr>
      <vt:lpstr>Effective use of visual channels</vt:lpstr>
      <vt:lpstr>Example from MSACL DS101</vt:lpstr>
      <vt:lpstr>PowerPoint Presentation</vt:lpstr>
      <vt:lpstr>PowerPoint Presentation</vt:lpstr>
      <vt:lpstr>How well can we perceive color Intensity?</vt:lpstr>
      <vt:lpstr>Simultaneous contrast can make heatmaps tricky to interpret</vt:lpstr>
      <vt:lpstr>Best Use 0f color and intensity</vt:lpstr>
      <vt:lpstr>Make it easier for everyone to read</vt:lpstr>
      <vt:lpstr>Data visualization best practices</vt:lpstr>
      <vt:lpstr>Let’s put it to practice</vt:lpstr>
      <vt:lpstr>Time’s up!!</vt:lpstr>
      <vt:lpstr>What did you improve about your graph(S)?</vt:lpstr>
      <vt:lpstr>Excel is not a great visualization tool</vt:lpstr>
      <vt:lpstr>It’s just a tool – R can make bad plots too!</vt:lpstr>
      <vt:lpstr>summary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Basics</dc:title>
  <dc:creator>Patrick C Mathias</dc:creator>
  <cp:lastModifiedBy>Haymond, Shannon</cp:lastModifiedBy>
  <cp:revision>20</cp:revision>
  <dcterms:created xsi:type="dcterms:W3CDTF">2022-06-28T07:45:18Z</dcterms:created>
  <dcterms:modified xsi:type="dcterms:W3CDTF">2025-09-21T14:39:06Z</dcterms:modified>
</cp:coreProperties>
</file>