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66"/>
  </p:notesMasterIdLst>
  <p:sldIdLst>
    <p:sldId id="256" r:id="rId2"/>
    <p:sldId id="640" r:id="rId3"/>
    <p:sldId id="648" r:id="rId4"/>
    <p:sldId id="642" r:id="rId5"/>
    <p:sldId id="659" r:id="rId6"/>
    <p:sldId id="714" r:id="rId7"/>
    <p:sldId id="715" r:id="rId8"/>
    <p:sldId id="721" r:id="rId9"/>
    <p:sldId id="643" r:id="rId10"/>
    <p:sldId id="666" r:id="rId11"/>
    <p:sldId id="667" r:id="rId12"/>
    <p:sldId id="668" r:id="rId13"/>
    <p:sldId id="669" r:id="rId14"/>
    <p:sldId id="670" r:id="rId15"/>
    <p:sldId id="699" r:id="rId16"/>
    <p:sldId id="663" r:id="rId17"/>
    <p:sldId id="665" r:id="rId18"/>
    <p:sldId id="664" r:id="rId19"/>
    <p:sldId id="266" r:id="rId20"/>
    <p:sldId id="279" r:id="rId21"/>
    <p:sldId id="722" r:id="rId22"/>
    <p:sldId id="644" r:id="rId23"/>
    <p:sldId id="675" r:id="rId24"/>
    <p:sldId id="674" r:id="rId25"/>
    <p:sldId id="689" r:id="rId26"/>
    <p:sldId id="709" r:id="rId27"/>
    <p:sldId id="710" r:id="rId28"/>
    <p:sldId id="711" r:id="rId29"/>
    <p:sldId id="716" r:id="rId30"/>
    <p:sldId id="700" r:id="rId31"/>
    <p:sldId id="676" r:id="rId32"/>
    <p:sldId id="677" r:id="rId33"/>
    <p:sldId id="672" r:id="rId34"/>
    <p:sldId id="723" r:id="rId35"/>
    <p:sldId id="645" r:id="rId36"/>
    <p:sldId id="696" r:id="rId37"/>
    <p:sldId id="695" r:id="rId38"/>
    <p:sldId id="720" r:id="rId39"/>
    <p:sldId id="688" r:id="rId40"/>
    <p:sldId id="704" r:id="rId41"/>
    <p:sldId id="701" r:id="rId42"/>
    <p:sldId id="678" r:id="rId43"/>
    <p:sldId id="679" r:id="rId44"/>
    <p:sldId id="680" r:id="rId45"/>
    <p:sldId id="727" r:id="rId46"/>
    <p:sldId id="726" r:id="rId47"/>
    <p:sldId id="724" r:id="rId48"/>
    <p:sldId id="646" r:id="rId49"/>
    <p:sldId id="697" r:id="rId50"/>
    <p:sldId id="690" r:id="rId51"/>
    <p:sldId id="705" r:id="rId52"/>
    <p:sldId id="702" r:id="rId53"/>
    <p:sldId id="681" r:id="rId54"/>
    <p:sldId id="728" r:id="rId55"/>
    <p:sldId id="682" r:id="rId56"/>
    <p:sldId id="683" r:id="rId57"/>
    <p:sldId id="725" r:id="rId58"/>
    <p:sldId id="671" r:id="rId59"/>
    <p:sldId id="717" r:id="rId60"/>
    <p:sldId id="718" r:id="rId61"/>
    <p:sldId id="686" r:id="rId62"/>
    <p:sldId id="687" r:id="rId63"/>
    <p:sldId id="719" r:id="rId64"/>
    <p:sldId id="641" r:id="rId6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12" userDrawn="1">
          <p15:clr>
            <a:srgbClr val="A4A3A4"/>
          </p15:clr>
        </p15:guide>
        <p15:guide id="2" pos="698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052A332-41E1-924B-A0D3-474C8C57621A}" v="197" dt="2026-10-02T19:34:27.502"/>
    <p1510:client id="{D73A3069-C99D-E34A-B0B9-2834DFD00B8D}" v="8" dt="2026-10-03T02:08:51.222"/>
    <p1510:client id="{D9B8F435-4869-7F44-9F53-81FCB885FD5A}" v="56" dt="2026-10-03T00:25:21.92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176"/>
    <p:restoredTop sz="88484"/>
  </p:normalViewPr>
  <p:slideViewPr>
    <p:cSldViewPr snapToGrid="0" snapToObjects="1">
      <p:cViewPr varScale="1">
        <p:scale>
          <a:sx n="102" d="100"/>
          <a:sy n="102" d="100"/>
        </p:scale>
        <p:origin x="368" y="184"/>
      </p:cViewPr>
      <p:guideLst>
        <p:guide orient="horz" pos="2112"/>
        <p:guide pos="698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71"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ymond, Shannon" userId="5b01a877-9415-4a21-8eeb-d6d3c2be6b18" providerId="ADAL" clId="{FEA7804B-FD21-59C4-8BB3-74F1FB3AA68A}"/>
    <pc:docChg chg="undo custSel addSld delSld modSld sldOrd">
      <pc:chgData name="Haymond, Shannon" userId="5b01a877-9415-4a21-8eeb-d6d3c2be6b18" providerId="ADAL" clId="{FEA7804B-FD21-59C4-8BB3-74F1FB3AA68A}" dt="2026-10-03T02:18:29.901" v="8570" actId="403"/>
      <pc:docMkLst>
        <pc:docMk/>
      </pc:docMkLst>
      <pc:sldChg chg="addSp delSp modSp add mod setBg">
        <pc:chgData name="Haymond, Shannon" userId="5b01a877-9415-4a21-8eeb-d6d3c2be6b18" providerId="ADAL" clId="{FEA7804B-FD21-59C4-8BB3-74F1FB3AA68A}" dt="2026-10-03T01:38:17.967" v="7758" actId="20577"/>
        <pc:sldMkLst>
          <pc:docMk/>
          <pc:sldMk cId="0" sldId="266"/>
        </pc:sldMkLst>
        <pc:spChg chg="add del mod">
          <ac:chgData name="Haymond, Shannon" userId="5b01a877-9415-4a21-8eeb-d6d3c2be6b18" providerId="ADAL" clId="{FEA7804B-FD21-59C4-8BB3-74F1FB3AA68A}" dt="2026-10-02T21:03:12.138" v="5890" actId="21"/>
          <ac:spMkLst>
            <pc:docMk/>
            <pc:sldMk cId="0" sldId="266"/>
            <ac:spMk id="2" creationId="{22D4CB4A-8BCF-9617-AE90-85D6036A8050}"/>
          </ac:spMkLst>
        </pc:spChg>
        <pc:spChg chg="mod">
          <ac:chgData name="Haymond, Shannon" userId="5b01a877-9415-4a21-8eeb-d6d3c2be6b18" providerId="ADAL" clId="{FEA7804B-FD21-59C4-8BB3-74F1FB3AA68A}" dt="2026-10-03T01:38:17.967" v="7758" actId="20577"/>
          <ac:spMkLst>
            <pc:docMk/>
            <pc:sldMk cId="0" sldId="266"/>
            <ac:spMk id="12" creationId="{00000000-0000-0000-0000-000000000000}"/>
          </ac:spMkLst>
        </pc:spChg>
        <pc:spChg chg="mod">
          <ac:chgData name="Haymond, Shannon" userId="5b01a877-9415-4a21-8eeb-d6d3c2be6b18" providerId="ADAL" clId="{FEA7804B-FD21-59C4-8BB3-74F1FB3AA68A}" dt="2026-10-02T01:29:23.763" v="2876" actId="20577"/>
          <ac:spMkLst>
            <pc:docMk/>
            <pc:sldMk cId="0" sldId="266"/>
            <ac:spMk id="36" creationId="{00000000-0000-0000-0000-000000000000}"/>
          </ac:spMkLst>
        </pc:spChg>
        <pc:spChg chg="mod">
          <ac:chgData name="Haymond, Shannon" userId="5b01a877-9415-4a21-8eeb-d6d3c2be6b18" providerId="ADAL" clId="{FEA7804B-FD21-59C4-8BB3-74F1FB3AA68A}" dt="2026-10-02T01:30:15.575" v="2925" actId="20577"/>
          <ac:spMkLst>
            <pc:docMk/>
            <pc:sldMk cId="0" sldId="266"/>
            <ac:spMk id="37" creationId="{00000000-0000-0000-0000-000000000000}"/>
          </ac:spMkLst>
        </pc:spChg>
      </pc:sldChg>
      <pc:sldChg chg="addSp modSp add mod">
        <pc:chgData name="Haymond, Shannon" userId="5b01a877-9415-4a21-8eeb-d6d3c2be6b18" providerId="ADAL" clId="{FEA7804B-FD21-59C4-8BB3-74F1FB3AA68A}" dt="2026-10-03T01:37:28.035" v="7738" actId="20577"/>
        <pc:sldMkLst>
          <pc:docMk/>
          <pc:sldMk cId="0" sldId="279"/>
        </pc:sldMkLst>
        <pc:spChg chg="add mod">
          <ac:chgData name="Haymond, Shannon" userId="5b01a877-9415-4a21-8eeb-d6d3c2be6b18" providerId="ADAL" clId="{FEA7804B-FD21-59C4-8BB3-74F1FB3AA68A}" dt="2026-10-03T01:04:49.908" v="7250" actId="20577"/>
          <ac:spMkLst>
            <pc:docMk/>
            <pc:sldMk cId="0" sldId="279"/>
            <ac:spMk id="2" creationId="{D24D015A-C678-727E-937F-E171C23DBC97}"/>
          </ac:spMkLst>
        </pc:spChg>
        <pc:spChg chg="mod">
          <ac:chgData name="Haymond, Shannon" userId="5b01a877-9415-4a21-8eeb-d6d3c2be6b18" providerId="ADAL" clId="{FEA7804B-FD21-59C4-8BB3-74F1FB3AA68A}" dt="2026-10-02T01:58:50.587" v="2926" actId="20577"/>
          <ac:spMkLst>
            <pc:docMk/>
            <pc:sldMk cId="0" sldId="279"/>
            <ac:spMk id="9" creationId="{00000000-0000-0000-0000-000000000000}"/>
          </ac:spMkLst>
        </pc:spChg>
        <pc:spChg chg="mod">
          <ac:chgData name="Haymond, Shannon" userId="5b01a877-9415-4a21-8eeb-d6d3c2be6b18" providerId="ADAL" clId="{FEA7804B-FD21-59C4-8BB3-74F1FB3AA68A}" dt="2026-10-02T01:58:53.219" v="2927" actId="20577"/>
          <ac:spMkLst>
            <pc:docMk/>
            <pc:sldMk cId="0" sldId="279"/>
            <ac:spMk id="10" creationId="{00000000-0000-0000-0000-000000000000}"/>
          </ac:spMkLst>
        </pc:spChg>
        <pc:spChg chg="mod">
          <ac:chgData name="Haymond, Shannon" userId="5b01a877-9415-4a21-8eeb-d6d3c2be6b18" providerId="ADAL" clId="{FEA7804B-FD21-59C4-8BB3-74F1FB3AA68A}" dt="2026-10-03T01:29:00.476" v="7577" actId="5793"/>
          <ac:spMkLst>
            <pc:docMk/>
            <pc:sldMk cId="0" sldId="279"/>
            <ac:spMk id="11" creationId="{00000000-0000-0000-0000-000000000000}"/>
          </ac:spMkLst>
        </pc:spChg>
        <pc:spChg chg="mod">
          <ac:chgData name="Haymond, Shannon" userId="5b01a877-9415-4a21-8eeb-d6d3c2be6b18" providerId="ADAL" clId="{FEA7804B-FD21-59C4-8BB3-74F1FB3AA68A}" dt="2026-10-03T01:37:28.035" v="7738" actId="20577"/>
          <ac:spMkLst>
            <pc:docMk/>
            <pc:sldMk cId="0" sldId="279"/>
            <ac:spMk id="12" creationId="{00000000-0000-0000-0000-000000000000}"/>
          </ac:spMkLst>
        </pc:spChg>
        <pc:spChg chg="mod">
          <ac:chgData name="Haymond, Shannon" userId="5b01a877-9415-4a21-8eeb-d6d3c2be6b18" providerId="ADAL" clId="{FEA7804B-FD21-59C4-8BB3-74F1FB3AA68A}" dt="2026-10-03T01:31:24.873" v="7584" actId="20577"/>
          <ac:spMkLst>
            <pc:docMk/>
            <pc:sldMk cId="0" sldId="279"/>
            <ac:spMk id="13" creationId="{00000000-0000-0000-0000-000000000000}"/>
          </ac:spMkLst>
        </pc:spChg>
      </pc:sldChg>
      <pc:sldChg chg="add">
        <pc:chgData name="Haymond, Shannon" userId="5b01a877-9415-4a21-8eeb-d6d3c2be6b18" providerId="ADAL" clId="{FEA7804B-FD21-59C4-8BB3-74F1FB3AA68A}" dt="2026-10-02T01:27:10.958" v="2818"/>
        <pc:sldMkLst>
          <pc:docMk/>
          <pc:sldMk cId="3661865094" sldId="282"/>
        </pc:sldMkLst>
      </pc:sldChg>
      <pc:sldChg chg="modSp mod">
        <pc:chgData name="Haymond, Shannon" userId="5b01a877-9415-4a21-8eeb-d6d3c2be6b18" providerId="ADAL" clId="{FEA7804B-FD21-59C4-8BB3-74F1FB3AA68A}" dt="2026-10-02T19:42:14.753" v="5759" actId="20577"/>
        <pc:sldMkLst>
          <pc:docMk/>
          <pc:sldMk cId="3530589102" sldId="645"/>
        </pc:sldMkLst>
        <pc:spChg chg="mod">
          <ac:chgData name="Haymond, Shannon" userId="5b01a877-9415-4a21-8eeb-d6d3c2be6b18" providerId="ADAL" clId="{FEA7804B-FD21-59C4-8BB3-74F1FB3AA68A}" dt="2026-10-02T19:42:14.753" v="5759" actId="20577"/>
          <ac:spMkLst>
            <pc:docMk/>
            <pc:sldMk cId="3530589102" sldId="645"/>
            <ac:spMk id="3" creationId="{1EE056A3-FE4D-EF87-666B-9B309864B4DB}"/>
          </ac:spMkLst>
        </pc:spChg>
      </pc:sldChg>
      <pc:sldChg chg="modNotesTx">
        <pc:chgData name="Haymond, Shannon" userId="5b01a877-9415-4a21-8eeb-d6d3c2be6b18" providerId="ADAL" clId="{FEA7804B-FD21-59C4-8BB3-74F1FB3AA68A}" dt="2026-10-02T22:37:23.302" v="6814" actId="20577"/>
        <pc:sldMkLst>
          <pc:docMk/>
          <pc:sldMk cId="3287533901" sldId="646"/>
        </pc:sldMkLst>
      </pc:sldChg>
      <pc:sldChg chg="modSp mod">
        <pc:chgData name="Haymond, Shannon" userId="5b01a877-9415-4a21-8eeb-d6d3c2be6b18" providerId="ADAL" clId="{FEA7804B-FD21-59C4-8BB3-74F1FB3AA68A}" dt="2026-10-02T00:08:04.623" v="1705" actId="20577"/>
        <pc:sldMkLst>
          <pc:docMk/>
          <pc:sldMk cId="0" sldId="659"/>
        </pc:sldMkLst>
        <pc:spChg chg="mod">
          <ac:chgData name="Haymond, Shannon" userId="5b01a877-9415-4a21-8eeb-d6d3c2be6b18" providerId="ADAL" clId="{FEA7804B-FD21-59C4-8BB3-74F1FB3AA68A}" dt="2026-10-02T00:08:04.623" v="1705" actId="20577"/>
          <ac:spMkLst>
            <pc:docMk/>
            <pc:sldMk cId="0" sldId="659"/>
            <ac:spMk id="13" creationId="{00000000-0000-0000-0000-000000000000}"/>
          </ac:spMkLst>
        </pc:spChg>
      </pc:sldChg>
      <pc:sldChg chg="modSp mod modAnim">
        <pc:chgData name="Haymond, Shannon" userId="5b01a877-9415-4a21-8eeb-d6d3c2be6b18" providerId="ADAL" clId="{FEA7804B-FD21-59C4-8BB3-74F1FB3AA68A}" dt="2026-10-02T18:26:22.003" v="3876" actId="403"/>
        <pc:sldMkLst>
          <pc:docMk/>
          <pc:sldMk cId="0" sldId="663"/>
        </pc:sldMkLst>
        <pc:spChg chg="mod">
          <ac:chgData name="Haymond, Shannon" userId="5b01a877-9415-4a21-8eeb-d6d3c2be6b18" providerId="ADAL" clId="{FEA7804B-FD21-59C4-8BB3-74F1FB3AA68A}" dt="2026-10-02T18:26:22.003" v="3876" actId="403"/>
          <ac:spMkLst>
            <pc:docMk/>
            <pc:sldMk cId="0" sldId="663"/>
            <ac:spMk id="13" creationId="{00000000-0000-0000-0000-000000000000}"/>
          </ac:spMkLst>
        </pc:spChg>
        <pc:spChg chg="mod">
          <ac:chgData name="Haymond, Shannon" userId="5b01a877-9415-4a21-8eeb-d6d3c2be6b18" providerId="ADAL" clId="{FEA7804B-FD21-59C4-8BB3-74F1FB3AA68A}" dt="2026-10-02T18:26:15.479" v="3875" actId="403"/>
          <ac:spMkLst>
            <pc:docMk/>
            <pc:sldMk cId="0" sldId="663"/>
            <ac:spMk id="14" creationId="{00000000-0000-0000-0000-000000000000}"/>
          </ac:spMkLst>
        </pc:spChg>
      </pc:sldChg>
      <pc:sldChg chg="modSp mod">
        <pc:chgData name="Haymond, Shannon" userId="5b01a877-9415-4a21-8eeb-d6d3c2be6b18" providerId="ADAL" clId="{FEA7804B-FD21-59C4-8BB3-74F1FB3AA68A}" dt="2026-10-02T02:02:32.339" v="2964" actId="20577"/>
        <pc:sldMkLst>
          <pc:docMk/>
          <pc:sldMk cId="2561100975" sldId="664"/>
        </pc:sldMkLst>
        <pc:spChg chg="mod">
          <ac:chgData name="Haymond, Shannon" userId="5b01a877-9415-4a21-8eeb-d6d3c2be6b18" providerId="ADAL" clId="{FEA7804B-FD21-59C4-8BB3-74F1FB3AA68A}" dt="2026-10-02T02:02:32.339" v="2964" actId="20577"/>
          <ac:spMkLst>
            <pc:docMk/>
            <pc:sldMk cId="2561100975" sldId="664"/>
            <ac:spMk id="3" creationId="{61F20066-EC7F-97DD-A6D8-F79279731F61}"/>
          </ac:spMkLst>
        </pc:spChg>
      </pc:sldChg>
      <pc:sldChg chg="delSp modSp mod">
        <pc:chgData name="Haymond, Shannon" userId="5b01a877-9415-4a21-8eeb-d6d3c2be6b18" providerId="ADAL" clId="{FEA7804B-FD21-59C4-8BB3-74F1FB3AA68A}" dt="2026-10-02T21:12:14.687" v="6093" actId="20577"/>
        <pc:sldMkLst>
          <pc:docMk/>
          <pc:sldMk cId="0" sldId="665"/>
        </pc:sldMkLst>
        <pc:spChg chg="mod">
          <ac:chgData name="Haymond, Shannon" userId="5b01a877-9415-4a21-8eeb-d6d3c2be6b18" providerId="ADAL" clId="{FEA7804B-FD21-59C4-8BB3-74F1FB3AA68A}" dt="2026-10-02T21:12:14.687" v="6093" actId="20577"/>
          <ac:spMkLst>
            <pc:docMk/>
            <pc:sldMk cId="0" sldId="665"/>
            <ac:spMk id="12" creationId="{00000000-0000-0000-0000-000000000000}"/>
          </ac:spMkLst>
        </pc:spChg>
        <pc:spChg chg="del">
          <ac:chgData name="Haymond, Shannon" userId="5b01a877-9415-4a21-8eeb-d6d3c2be6b18" providerId="ADAL" clId="{FEA7804B-FD21-59C4-8BB3-74F1FB3AA68A}" dt="2026-10-02T01:24:52.499" v="2817" actId="478"/>
          <ac:spMkLst>
            <pc:docMk/>
            <pc:sldMk cId="0" sldId="665"/>
            <ac:spMk id="13" creationId="{00000000-0000-0000-0000-000000000000}"/>
          </ac:spMkLst>
        </pc:spChg>
      </pc:sldChg>
      <pc:sldChg chg="modSp mod">
        <pc:chgData name="Haymond, Shannon" userId="5b01a877-9415-4a21-8eeb-d6d3c2be6b18" providerId="ADAL" clId="{FEA7804B-FD21-59C4-8BB3-74F1FB3AA68A}" dt="2026-10-02T18:25:01.880" v="3867" actId="20577"/>
        <pc:sldMkLst>
          <pc:docMk/>
          <pc:sldMk cId="419320604" sldId="667"/>
        </pc:sldMkLst>
        <pc:spChg chg="mod">
          <ac:chgData name="Haymond, Shannon" userId="5b01a877-9415-4a21-8eeb-d6d3c2be6b18" providerId="ADAL" clId="{FEA7804B-FD21-59C4-8BB3-74F1FB3AA68A}" dt="2026-10-02T18:25:01.880" v="3867" actId="20577"/>
          <ac:spMkLst>
            <pc:docMk/>
            <pc:sldMk cId="419320604" sldId="667"/>
            <ac:spMk id="3" creationId="{2F586A1E-9B3B-2F5E-47F2-C23670E49143}"/>
          </ac:spMkLst>
        </pc:spChg>
      </pc:sldChg>
      <pc:sldChg chg="modSp mod">
        <pc:chgData name="Haymond, Shannon" userId="5b01a877-9415-4a21-8eeb-d6d3c2be6b18" providerId="ADAL" clId="{FEA7804B-FD21-59C4-8BB3-74F1FB3AA68A}" dt="2026-10-02T18:25:09.950" v="3869" actId="20577"/>
        <pc:sldMkLst>
          <pc:docMk/>
          <pc:sldMk cId="131324904" sldId="669"/>
        </pc:sldMkLst>
        <pc:spChg chg="mod">
          <ac:chgData name="Haymond, Shannon" userId="5b01a877-9415-4a21-8eeb-d6d3c2be6b18" providerId="ADAL" clId="{FEA7804B-FD21-59C4-8BB3-74F1FB3AA68A}" dt="2026-10-02T18:25:09.950" v="3869" actId="20577"/>
          <ac:spMkLst>
            <pc:docMk/>
            <pc:sldMk cId="131324904" sldId="669"/>
            <ac:spMk id="3" creationId="{71B6AF02-CFBF-7A1A-CE43-1602B43B60C4}"/>
          </ac:spMkLst>
        </pc:spChg>
      </pc:sldChg>
      <pc:sldChg chg="modSp mod">
        <pc:chgData name="Haymond, Shannon" userId="5b01a877-9415-4a21-8eeb-d6d3c2be6b18" providerId="ADAL" clId="{FEA7804B-FD21-59C4-8BB3-74F1FB3AA68A}" dt="2026-10-03T01:40:19.844" v="7762" actId="20577"/>
        <pc:sldMkLst>
          <pc:docMk/>
          <pc:sldMk cId="2217996445" sldId="672"/>
        </pc:sldMkLst>
        <pc:spChg chg="mod">
          <ac:chgData name="Haymond, Shannon" userId="5b01a877-9415-4a21-8eeb-d6d3c2be6b18" providerId="ADAL" clId="{FEA7804B-FD21-59C4-8BB3-74F1FB3AA68A}" dt="2026-10-03T01:40:19.844" v="7762" actId="20577"/>
          <ac:spMkLst>
            <pc:docMk/>
            <pc:sldMk cId="2217996445" sldId="672"/>
            <ac:spMk id="3" creationId="{22D56438-18FE-116C-43B0-75F76C02ED07}"/>
          </ac:spMkLst>
        </pc:spChg>
      </pc:sldChg>
      <pc:sldChg chg="modSp mod">
        <pc:chgData name="Haymond, Shannon" userId="5b01a877-9415-4a21-8eeb-d6d3c2be6b18" providerId="ADAL" clId="{FEA7804B-FD21-59C4-8BB3-74F1FB3AA68A}" dt="2026-10-02T18:26:45.609" v="3891" actId="20577"/>
        <pc:sldMkLst>
          <pc:docMk/>
          <pc:sldMk cId="1473533862" sldId="674"/>
        </pc:sldMkLst>
        <pc:spChg chg="mod">
          <ac:chgData name="Haymond, Shannon" userId="5b01a877-9415-4a21-8eeb-d6d3c2be6b18" providerId="ADAL" clId="{FEA7804B-FD21-59C4-8BB3-74F1FB3AA68A}" dt="2026-10-02T02:14:32.513" v="3108" actId="20577"/>
          <ac:spMkLst>
            <pc:docMk/>
            <pc:sldMk cId="1473533862" sldId="674"/>
            <ac:spMk id="12" creationId="{52905A28-7C61-F9D6-E469-0D36FF765500}"/>
          </ac:spMkLst>
        </pc:spChg>
        <pc:graphicFrameChg chg="modGraphic">
          <ac:chgData name="Haymond, Shannon" userId="5b01a877-9415-4a21-8eeb-d6d3c2be6b18" providerId="ADAL" clId="{FEA7804B-FD21-59C4-8BB3-74F1FB3AA68A}" dt="2026-10-02T18:26:45.609" v="3891" actId="20577"/>
          <ac:graphicFrameMkLst>
            <pc:docMk/>
            <pc:sldMk cId="1473533862" sldId="674"/>
            <ac:graphicFrameMk id="3" creationId="{C5DB123C-58E2-9EB5-F848-84209C998D3F}"/>
          </ac:graphicFrameMkLst>
        </pc:graphicFrameChg>
      </pc:sldChg>
      <pc:sldChg chg="addSp modSp">
        <pc:chgData name="Haymond, Shannon" userId="5b01a877-9415-4a21-8eeb-d6d3c2be6b18" providerId="ADAL" clId="{FEA7804B-FD21-59C4-8BB3-74F1FB3AA68A}" dt="2026-10-02T21:13:46.749" v="6094"/>
        <pc:sldMkLst>
          <pc:docMk/>
          <pc:sldMk cId="3659765826" sldId="675"/>
        </pc:sldMkLst>
        <pc:picChg chg="add mod">
          <ac:chgData name="Haymond, Shannon" userId="5b01a877-9415-4a21-8eeb-d6d3c2be6b18" providerId="ADAL" clId="{FEA7804B-FD21-59C4-8BB3-74F1FB3AA68A}" dt="2026-10-02T21:13:46.749" v="6094"/>
          <ac:picMkLst>
            <pc:docMk/>
            <pc:sldMk cId="3659765826" sldId="675"/>
            <ac:picMk id="2" creationId="{13C8DA74-B1E0-032F-A7FB-2983E8CAC537}"/>
          </ac:picMkLst>
        </pc:picChg>
      </pc:sldChg>
      <pc:sldChg chg="addSp delSp modSp mod">
        <pc:chgData name="Haymond, Shannon" userId="5b01a877-9415-4a21-8eeb-d6d3c2be6b18" providerId="ADAL" clId="{FEA7804B-FD21-59C4-8BB3-74F1FB3AA68A}" dt="2026-10-02T20:55:27.455" v="5810" actId="1035"/>
        <pc:sldMkLst>
          <pc:docMk/>
          <pc:sldMk cId="0" sldId="676"/>
        </pc:sldMkLst>
        <pc:spChg chg="add mod">
          <ac:chgData name="Haymond, Shannon" userId="5b01a877-9415-4a21-8eeb-d6d3c2be6b18" providerId="ADAL" clId="{FEA7804B-FD21-59C4-8BB3-74F1FB3AA68A}" dt="2026-10-02T20:55:27.455" v="5810" actId="1035"/>
          <ac:spMkLst>
            <pc:docMk/>
            <pc:sldMk cId="0" sldId="676"/>
            <ac:spMk id="2" creationId="{1303F4AA-47A7-2B79-3EBE-5579CEDC233D}"/>
          </ac:spMkLst>
        </pc:spChg>
        <pc:spChg chg="add mod">
          <ac:chgData name="Haymond, Shannon" userId="5b01a877-9415-4a21-8eeb-d6d3c2be6b18" providerId="ADAL" clId="{FEA7804B-FD21-59C4-8BB3-74F1FB3AA68A}" dt="2026-10-02T20:55:17.137" v="5804" actId="1076"/>
          <ac:spMkLst>
            <pc:docMk/>
            <pc:sldMk cId="0" sldId="676"/>
            <ac:spMk id="3" creationId="{FA0280D6-598D-25CC-C9F8-06EA075F0C0F}"/>
          </ac:spMkLst>
        </pc:spChg>
        <pc:spChg chg="add del mod">
          <ac:chgData name="Haymond, Shannon" userId="5b01a877-9415-4a21-8eeb-d6d3c2be6b18" providerId="ADAL" clId="{FEA7804B-FD21-59C4-8BB3-74F1FB3AA68A}" dt="2026-10-02T19:37:11.428" v="5700" actId="478"/>
          <ac:spMkLst>
            <pc:docMk/>
            <pc:sldMk cId="0" sldId="676"/>
            <ac:spMk id="4" creationId="{72FCE8B1-65BE-17F3-9857-1BD86196B5BF}"/>
          </ac:spMkLst>
        </pc:spChg>
        <pc:spChg chg="mod">
          <ac:chgData name="Haymond, Shannon" userId="5b01a877-9415-4a21-8eeb-d6d3c2be6b18" providerId="ADAL" clId="{FEA7804B-FD21-59C4-8BB3-74F1FB3AA68A}" dt="2026-10-02T18:28:02.513" v="3897" actId="403"/>
          <ac:spMkLst>
            <pc:docMk/>
            <pc:sldMk cId="0" sldId="676"/>
            <ac:spMk id="13" creationId="{00000000-0000-0000-0000-000000000000}"/>
          </ac:spMkLst>
        </pc:spChg>
        <pc:spChg chg="mod">
          <ac:chgData name="Haymond, Shannon" userId="5b01a877-9415-4a21-8eeb-d6d3c2be6b18" providerId="ADAL" clId="{FEA7804B-FD21-59C4-8BB3-74F1FB3AA68A}" dt="2026-10-02T19:36:11.232" v="5675" actId="20577"/>
          <ac:spMkLst>
            <pc:docMk/>
            <pc:sldMk cId="0" sldId="676"/>
            <ac:spMk id="14" creationId="{00000000-0000-0000-0000-000000000000}"/>
          </ac:spMkLst>
        </pc:spChg>
        <pc:spChg chg="mod">
          <ac:chgData name="Haymond, Shannon" userId="5b01a877-9415-4a21-8eeb-d6d3c2be6b18" providerId="ADAL" clId="{FEA7804B-FD21-59C4-8BB3-74F1FB3AA68A}" dt="2026-10-02T19:39:36.748" v="5714" actId="1076"/>
          <ac:spMkLst>
            <pc:docMk/>
            <pc:sldMk cId="0" sldId="676"/>
            <ac:spMk id="15" creationId="{00000000-0000-0000-0000-000000000000}"/>
          </ac:spMkLst>
        </pc:spChg>
      </pc:sldChg>
      <pc:sldChg chg="addSp delSp modSp mod modClrScheme modAnim chgLayout">
        <pc:chgData name="Haymond, Shannon" userId="5b01a877-9415-4a21-8eeb-d6d3c2be6b18" providerId="ADAL" clId="{FEA7804B-FD21-59C4-8BB3-74F1FB3AA68A}" dt="2026-10-02T03:08:54.780" v="3772" actId="13926"/>
        <pc:sldMkLst>
          <pc:docMk/>
          <pc:sldMk cId="0" sldId="677"/>
        </pc:sldMkLst>
        <pc:spChg chg="add del mod">
          <ac:chgData name="Haymond, Shannon" userId="5b01a877-9415-4a21-8eeb-d6d3c2be6b18" providerId="ADAL" clId="{FEA7804B-FD21-59C4-8BB3-74F1FB3AA68A}" dt="2026-10-02T02:49:38.733" v="3404" actId="478"/>
          <ac:spMkLst>
            <pc:docMk/>
            <pc:sldMk cId="0" sldId="677"/>
            <ac:spMk id="2" creationId="{EBDA2291-2F21-BDF6-7C5A-BD61C3172D5E}"/>
          </ac:spMkLst>
        </pc:spChg>
        <pc:spChg chg="add mod">
          <ac:chgData name="Haymond, Shannon" userId="5b01a877-9415-4a21-8eeb-d6d3c2be6b18" providerId="ADAL" clId="{FEA7804B-FD21-59C4-8BB3-74F1FB3AA68A}" dt="2026-10-02T03:05:32.749" v="3683" actId="1076"/>
          <ac:spMkLst>
            <pc:docMk/>
            <pc:sldMk cId="0" sldId="677"/>
            <ac:spMk id="3" creationId="{35B964B6-FE0B-A2FC-D70C-2E936B22E415}"/>
          </ac:spMkLst>
        </pc:spChg>
        <pc:spChg chg="add mod">
          <ac:chgData name="Haymond, Shannon" userId="5b01a877-9415-4a21-8eeb-d6d3c2be6b18" providerId="ADAL" clId="{FEA7804B-FD21-59C4-8BB3-74F1FB3AA68A}" dt="2026-10-02T03:05:32.749" v="3683" actId="1076"/>
          <ac:spMkLst>
            <pc:docMk/>
            <pc:sldMk cId="0" sldId="677"/>
            <ac:spMk id="4" creationId="{C0A2CC82-334E-773D-B52E-DE77D10ED94F}"/>
          </ac:spMkLst>
        </pc:spChg>
        <pc:spChg chg="add mod">
          <ac:chgData name="Haymond, Shannon" userId="5b01a877-9415-4a21-8eeb-d6d3c2be6b18" providerId="ADAL" clId="{FEA7804B-FD21-59C4-8BB3-74F1FB3AA68A}" dt="2026-10-02T03:08:38.351" v="3770" actId="13926"/>
          <ac:spMkLst>
            <pc:docMk/>
            <pc:sldMk cId="0" sldId="677"/>
            <ac:spMk id="5" creationId="{C270D2FD-CC8C-1DD1-F40A-7CB28AE49EEA}"/>
          </ac:spMkLst>
        </pc:spChg>
        <pc:spChg chg="add mod">
          <ac:chgData name="Haymond, Shannon" userId="5b01a877-9415-4a21-8eeb-d6d3c2be6b18" providerId="ADAL" clId="{FEA7804B-FD21-59C4-8BB3-74F1FB3AA68A}" dt="2026-10-02T03:08:47.061" v="3771" actId="13926"/>
          <ac:spMkLst>
            <pc:docMk/>
            <pc:sldMk cId="0" sldId="677"/>
            <ac:spMk id="6" creationId="{CEC27711-F554-3739-E3C0-FC6E48D3450D}"/>
          </ac:spMkLst>
        </pc:spChg>
        <pc:spChg chg="add mod">
          <ac:chgData name="Haymond, Shannon" userId="5b01a877-9415-4a21-8eeb-d6d3c2be6b18" providerId="ADAL" clId="{FEA7804B-FD21-59C4-8BB3-74F1FB3AA68A}" dt="2026-10-02T03:07:57.137" v="3769" actId="20577"/>
          <ac:spMkLst>
            <pc:docMk/>
            <pc:sldMk cId="0" sldId="677"/>
            <ac:spMk id="7" creationId="{D4DFF50B-D2C1-F98A-B468-CDBBD1DD79F3}"/>
          </ac:spMkLst>
        </pc:spChg>
        <pc:spChg chg="add mod">
          <ac:chgData name="Haymond, Shannon" userId="5b01a877-9415-4a21-8eeb-d6d3c2be6b18" providerId="ADAL" clId="{FEA7804B-FD21-59C4-8BB3-74F1FB3AA68A}" dt="2026-10-02T03:08:54.780" v="3772" actId="13926"/>
          <ac:spMkLst>
            <pc:docMk/>
            <pc:sldMk cId="0" sldId="677"/>
            <ac:spMk id="8" creationId="{EC03ADFF-E80A-9147-0A41-15D67F08AE59}"/>
          </ac:spMkLst>
        </pc:spChg>
        <pc:spChg chg="add mod">
          <ac:chgData name="Haymond, Shannon" userId="5b01a877-9415-4a21-8eeb-d6d3c2be6b18" providerId="ADAL" clId="{FEA7804B-FD21-59C4-8BB3-74F1FB3AA68A}" dt="2026-10-02T03:05:32.749" v="3683" actId="1076"/>
          <ac:spMkLst>
            <pc:docMk/>
            <pc:sldMk cId="0" sldId="677"/>
            <ac:spMk id="9" creationId="{15438F7B-E272-3B51-84F0-80099F62301E}"/>
          </ac:spMkLst>
        </pc:spChg>
        <pc:spChg chg="add mod">
          <ac:chgData name="Haymond, Shannon" userId="5b01a877-9415-4a21-8eeb-d6d3c2be6b18" providerId="ADAL" clId="{FEA7804B-FD21-59C4-8BB3-74F1FB3AA68A}" dt="2026-10-02T03:06:18.869" v="3704" actId="20577"/>
          <ac:spMkLst>
            <pc:docMk/>
            <pc:sldMk cId="0" sldId="677"/>
            <ac:spMk id="10" creationId="{03BB8CDB-6415-A7E3-02D6-1A206E336C66}"/>
          </ac:spMkLst>
        </pc:spChg>
        <pc:spChg chg="del mod ord">
          <ac:chgData name="Haymond, Shannon" userId="5b01a877-9415-4a21-8eeb-d6d3c2be6b18" providerId="ADAL" clId="{FEA7804B-FD21-59C4-8BB3-74F1FB3AA68A}" dt="2026-10-02T02:41:51.680" v="3236" actId="478"/>
          <ac:spMkLst>
            <pc:docMk/>
            <pc:sldMk cId="0" sldId="677"/>
            <ac:spMk id="11" creationId="{00000000-0000-0000-0000-000000000000}"/>
          </ac:spMkLst>
        </pc:spChg>
        <pc:spChg chg="mod">
          <ac:chgData name="Haymond, Shannon" userId="5b01a877-9415-4a21-8eeb-d6d3c2be6b18" providerId="ADAL" clId="{FEA7804B-FD21-59C4-8BB3-74F1FB3AA68A}" dt="2026-10-02T03:05:32.749" v="3683" actId="1076"/>
          <ac:spMkLst>
            <pc:docMk/>
            <pc:sldMk cId="0" sldId="677"/>
            <ac:spMk id="12" creationId="{00000000-0000-0000-0000-000000000000}"/>
          </ac:spMkLst>
        </pc:spChg>
        <pc:spChg chg="mod">
          <ac:chgData name="Haymond, Shannon" userId="5b01a877-9415-4a21-8eeb-d6d3c2be6b18" providerId="ADAL" clId="{FEA7804B-FD21-59C4-8BB3-74F1FB3AA68A}" dt="2026-10-02T03:07:37.917" v="3747" actId="20577"/>
          <ac:spMkLst>
            <pc:docMk/>
            <pc:sldMk cId="0" sldId="677"/>
            <ac:spMk id="13" creationId="{00000000-0000-0000-0000-000000000000}"/>
          </ac:spMkLst>
        </pc:spChg>
      </pc:sldChg>
      <pc:sldChg chg="addSp modSp mod">
        <pc:chgData name="Haymond, Shannon" userId="5b01a877-9415-4a21-8eeb-d6d3c2be6b18" providerId="ADAL" clId="{FEA7804B-FD21-59C4-8BB3-74F1FB3AA68A}" dt="2026-10-02T21:43:07.175" v="6730" actId="20577"/>
        <pc:sldMkLst>
          <pc:docMk/>
          <pc:sldMk cId="0" sldId="678"/>
        </pc:sldMkLst>
        <pc:spChg chg="add mod">
          <ac:chgData name="Haymond, Shannon" userId="5b01a877-9415-4a21-8eeb-d6d3c2be6b18" providerId="ADAL" clId="{FEA7804B-FD21-59C4-8BB3-74F1FB3AA68A}" dt="2026-10-02T21:36:51.661" v="6701" actId="1076"/>
          <ac:spMkLst>
            <pc:docMk/>
            <pc:sldMk cId="0" sldId="678"/>
            <ac:spMk id="2" creationId="{10F40175-DFD8-BD0E-DE56-69D778E13BEA}"/>
          </ac:spMkLst>
        </pc:spChg>
        <pc:spChg chg="mod">
          <ac:chgData name="Haymond, Shannon" userId="5b01a877-9415-4a21-8eeb-d6d3c2be6b18" providerId="ADAL" clId="{FEA7804B-FD21-59C4-8BB3-74F1FB3AA68A}" dt="2026-10-02T21:43:07.175" v="6730" actId="20577"/>
          <ac:spMkLst>
            <pc:docMk/>
            <pc:sldMk cId="0" sldId="678"/>
            <ac:spMk id="14" creationId="{00000000-0000-0000-0000-000000000000}"/>
          </ac:spMkLst>
        </pc:spChg>
        <pc:spChg chg="mod">
          <ac:chgData name="Haymond, Shannon" userId="5b01a877-9415-4a21-8eeb-d6d3c2be6b18" providerId="ADAL" clId="{FEA7804B-FD21-59C4-8BB3-74F1FB3AA68A}" dt="2026-10-02T21:42:37.373" v="6727" actId="14100"/>
          <ac:spMkLst>
            <pc:docMk/>
            <pc:sldMk cId="0" sldId="678"/>
            <ac:spMk id="15" creationId="{00000000-0000-0000-0000-000000000000}"/>
          </ac:spMkLst>
        </pc:spChg>
      </pc:sldChg>
      <pc:sldChg chg="modSp mod">
        <pc:chgData name="Haymond, Shannon" userId="5b01a877-9415-4a21-8eeb-d6d3c2be6b18" providerId="ADAL" clId="{FEA7804B-FD21-59C4-8BB3-74F1FB3AA68A}" dt="2026-10-02T21:48:14.082" v="6749" actId="20577"/>
        <pc:sldMkLst>
          <pc:docMk/>
          <pc:sldMk cId="0" sldId="679"/>
        </pc:sldMkLst>
        <pc:spChg chg="mod">
          <ac:chgData name="Haymond, Shannon" userId="5b01a877-9415-4a21-8eeb-d6d3c2be6b18" providerId="ADAL" clId="{FEA7804B-FD21-59C4-8BB3-74F1FB3AA68A}" dt="2026-10-02T21:48:14.082" v="6749" actId="20577"/>
          <ac:spMkLst>
            <pc:docMk/>
            <pc:sldMk cId="0" sldId="679"/>
            <ac:spMk id="13" creationId="{00000000-0000-0000-0000-000000000000}"/>
          </ac:spMkLst>
        </pc:spChg>
        <pc:spChg chg="mod">
          <ac:chgData name="Haymond, Shannon" userId="5b01a877-9415-4a21-8eeb-d6d3c2be6b18" providerId="ADAL" clId="{FEA7804B-FD21-59C4-8BB3-74F1FB3AA68A}" dt="2026-10-02T21:29:45.132" v="6416" actId="1076"/>
          <ac:spMkLst>
            <pc:docMk/>
            <pc:sldMk cId="0" sldId="679"/>
            <ac:spMk id="14" creationId="{00000000-0000-0000-0000-000000000000}"/>
          </ac:spMkLst>
        </pc:spChg>
      </pc:sldChg>
      <pc:sldChg chg="modSp mod">
        <pc:chgData name="Haymond, Shannon" userId="5b01a877-9415-4a21-8eeb-d6d3c2be6b18" providerId="ADAL" clId="{FEA7804B-FD21-59C4-8BB3-74F1FB3AA68A}" dt="2026-10-02T21:37:18.459" v="6712" actId="20577"/>
        <pc:sldMkLst>
          <pc:docMk/>
          <pc:sldMk cId="3934872801" sldId="680"/>
        </pc:sldMkLst>
        <pc:spChg chg="mod">
          <ac:chgData name="Haymond, Shannon" userId="5b01a877-9415-4a21-8eeb-d6d3c2be6b18" providerId="ADAL" clId="{FEA7804B-FD21-59C4-8BB3-74F1FB3AA68A}" dt="2026-10-02T21:37:18.459" v="6712" actId="20577"/>
          <ac:spMkLst>
            <pc:docMk/>
            <pc:sldMk cId="3934872801" sldId="680"/>
            <ac:spMk id="3" creationId="{D3C0F10C-7EDF-BFAB-D571-CF4D16870DE8}"/>
          </ac:spMkLst>
        </pc:spChg>
      </pc:sldChg>
      <pc:sldChg chg="modSp mod">
        <pc:chgData name="Haymond, Shannon" userId="5b01a877-9415-4a21-8eeb-d6d3c2be6b18" providerId="ADAL" clId="{FEA7804B-FD21-59C4-8BB3-74F1FB3AA68A}" dt="2026-10-03T02:16:11.111" v="8568" actId="20577"/>
        <pc:sldMkLst>
          <pc:docMk/>
          <pc:sldMk cId="0" sldId="681"/>
        </pc:sldMkLst>
        <pc:spChg chg="mod">
          <ac:chgData name="Haymond, Shannon" userId="5b01a877-9415-4a21-8eeb-d6d3c2be6b18" providerId="ADAL" clId="{FEA7804B-FD21-59C4-8BB3-74F1FB3AA68A}" dt="2026-10-03T02:16:11.111" v="8568" actId="20577"/>
          <ac:spMkLst>
            <pc:docMk/>
            <pc:sldMk cId="0" sldId="681"/>
            <ac:spMk id="11" creationId="{00000000-0000-0000-0000-000000000000}"/>
          </ac:spMkLst>
        </pc:spChg>
      </pc:sldChg>
      <pc:sldChg chg="modSp mod">
        <pc:chgData name="Haymond, Shannon" userId="5b01a877-9415-4a21-8eeb-d6d3c2be6b18" providerId="ADAL" clId="{FEA7804B-FD21-59C4-8BB3-74F1FB3AA68A}" dt="2026-10-03T01:49:39.831" v="8102" actId="14100"/>
        <pc:sldMkLst>
          <pc:docMk/>
          <pc:sldMk cId="0" sldId="682"/>
        </pc:sldMkLst>
        <pc:spChg chg="mod">
          <ac:chgData name="Haymond, Shannon" userId="5b01a877-9415-4a21-8eeb-d6d3c2be6b18" providerId="ADAL" clId="{FEA7804B-FD21-59C4-8BB3-74F1FB3AA68A}" dt="2026-10-03T01:49:39.831" v="8102" actId="14100"/>
          <ac:spMkLst>
            <pc:docMk/>
            <pc:sldMk cId="0" sldId="682"/>
            <ac:spMk id="13" creationId="{00000000-0000-0000-0000-000000000000}"/>
          </ac:spMkLst>
        </pc:spChg>
      </pc:sldChg>
      <pc:sldChg chg="modSp mod">
        <pc:chgData name="Haymond, Shannon" userId="5b01a877-9415-4a21-8eeb-d6d3c2be6b18" providerId="ADAL" clId="{FEA7804B-FD21-59C4-8BB3-74F1FB3AA68A}" dt="2026-10-03T01:50:36.585" v="8166" actId="20577"/>
        <pc:sldMkLst>
          <pc:docMk/>
          <pc:sldMk cId="1905666164" sldId="683"/>
        </pc:sldMkLst>
        <pc:spChg chg="mod">
          <ac:chgData name="Haymond, Shannon" userId="5b01a877-9415-4a21-8eeb-d6d3c2be6b18" providerId="ADAL" clId="{FEA7804B-FD21-59C4-8BB3-74F1FB3AA68A}" dt="2026-10-03T01:50:36.585" v="8166" actId="20577"/>
          <ac:spMkLst>
            <pc:docMk/>
            <pc:sldMk cId="1905666164" sldId="683"/>
            <ac:spMk id="3" creationId="{91344A39-1030-4E23-6AC2-0651394B55DE}"/>
          </ac:spMkLst>
        </pc:spChg>
      </pc:sldChg>
      <pc:sldChg chg="modSp mod">
        <pc:chgData name="Haymond, Shannon" userId="5b01a877-9415-4a21-8eeb-d6d3c2be6b18" providerId="ADAL" clId="{FEA7804B-FD21-59C4-8BB3-74F1FB3AA68A}" dt="2026-10-03T02:18:18.568" v="8569" actId="14100"/>
        <pc:sldMkLst>
          <pc:docMk/>
          <pc:sldMk cId="569884672" sldId="686"/>
        </pc:sldMkLst>
        <pc:spChg chg="mod">
          <ac:chgData name="Haymond, Shannon" userId="5b01a877-9415-4a21-8eeb-d6d3c2be6b18" providerId="ADAL" clId="{FEA7804B-FD21-59C4-8BB3-74F1FB3AA68A}" dt="2026-10-03T02:18:18.568" v="8569" actId="14100"/>
          <ac:spMkLst>
            <pc:docMk/>
            <pc:sldMk cId="569884672" sldId="686"/>
            <ac:spMk id="3" creationId="{C1555F6B-772F-4D8A-EA55-DD5F854A42FB}"/>
          </ac:spMkLst>
        </pc:spChg>
      </pc:sldChg>
      <pc:sldChg chg="modSp mod">
        <pc:chgData name="Haymond, Shannon" userId="5b01a877-9415-4a21-8eeb-d6d3c2be6b18" providerId="ADAL" clId="{FEA7804B-FD21-59C4-8BB3-74F1FB3AA68A}" dt="2026-10-02T19:43:39.822" v="5803" actId="20577"/>
        <pc:sldMkLst>
          <pc:docMk/>
          <pc:sldMk cId="2292791884" sldId="688"/>
        </pc:sldMkLst>
        <pc:spChg chg="mod">
          <ac:chgData name="Haymond, Shannon" userId="5b01a877-9415-4a21-8eeb-d6d3c2be6b18" providerId="ADAL" clId="{FEA7804B-FD21-59C4-8BB3-74F1FB3AA68A}" dt="2026-10-02T19:43:39.822" v="5803" actId="20577"/>
          <ac:spMkLst>
            <pc:docMk/>
            <pc:sldMk cId="2292791884" sldId="688"/>
            <ac:spMk id="3" creationId="{89934CEA-F223-6F01-1F4A-AF14234ECDF6}"/>
          </ac:spMkLst>
        </pc:spChg>
      </pc:sldChg>
      <pc:sldChg chg="addSp delSp modSp mod">
        <pc:chgData name="Haymond, Shannon" userId="5b01a877-9415-4a21-8eeb-d6d3c2be6b18" providerId="ADAL" clId="{FEA7804B-FD21-59C4-8BB3-74F1FB3AA68A}" dt="2026-10-02T22:51:56.729" v="6948" actId="5793"/>
        <pc:sldMkLst>
          <pc:docMk/>
          <pc:sldMk cId="0" sldId="695"/>
        </pc:sldMkLst>
        <pc:spChg chg="add mod">
          <ac:chgData name="Haymond, Shannon" userId="5b01a877-9415-4a21-8eeb-d6d3c2be6b18" providerId="ADAL" clId="{FEA7804B-FD21-59C4-8BB3-74F1FB3AA68A}" dt="2026-10-02T19:13:41.233" v="4789" actId="1076"/>
          <ac:spMkLst>
            <pc:docMk/>
            <pc:sldMk cId="0" sldId="695"/>
            <ac:spMk id="3" creationId="{BC3A3F50-39D6-B8DC-F537-486B184DF7B0}"/>
          </ac:spMkLst>
        </pc:spChg>
        <pc:spChg chg="mod">
          <ac:chgData name="Haymond, Shannon" userId="5b01a877-9415-4a21-8eeb-d6d3c2be6b18" providerId="ADAL" clId="{FEA7804B-FD21-59C4-8BB3-74F1FB3AA68A}" dt="2026-10-02T19:13:53.134" v="4794" actId="14100"/>
          <ac:spMkLst>
            <pc:docMk/>
            <pc:sldMk cId="0" sldId="695"/>
            <ac:spMk id="12" creationId="{00000000-0000-0000-0000-000000000000}"/>
          </ac:spMkLst>
        </pc:spChg>
        <pc:spChg chg="mod">
          <ac:chgData name="Haymond, Shannon" userId="5b01a877-9415-4a21-8eeb-d6d3c2be6b18" providerId="ADAL" clId="{FEA7804B-FD21-59C4-8BB3-74F1FB3AA68A}" dt="2026-10-02T22:51:56.729" v="6948" actId="5793"/>
          <ac:spMkLst>
            <pc:docMk/>
            <pc:sldMk cId="0" sldId="695"/>
            <ac:spMk id="13" creationId="{00000000-0000-0000-0000-000000000000}"/>
          </ac:spMkLst>
        </pc:spChg>
        <pc:spChg chg="mod">
          <ac:chgData name="Haymond, Shannon" userId="5b01a877-9415-4a21-8eeb-d6d3c2be6b18" providerId="ADAL" clId="{FEA7804B-FD21-59C4-8BB3-74F1FB3AA68A}" dt="2026-10-02T19:13:58.237" v="4795" actId="14100"/>
          <ac:spMkLst>
            <pc:docMk/>
            <pc:sldMk cId="0" sldId="695"/>
            <ac:spMk id="14" creationId="{00000000-0000-0000-0000-000000000000}"/>
          </ac:spMkLst>
        </pc:spChg>
        <pc:graphicFrameChg chg="add del mod">
          <ac:chgData name="Haymond, Shannon" userId="5b01a877-9415-4a21-8eeb-d6d3c2be6b18" providerId="ADAL" clId="{FEA7804B-FD21-59C4-8BB3-74F1FB3AA68A}" dt="2026-10-02T18:32:52.156" v="4045" actId="478"/>
          <ac:graphicFrameMkLst>
            <pc:docMk/>
            <pc:sldMk cId="0" sldId="695"/>
            <ac:graphicFrameMk id="2" creationId="{420FB63F-5C52-55D9-038C-5FAB01E6E462}"/>
          </ac:graphicFrameMkLst>
        </pc:graphicFrameChg>
      </pc:sldChg>
      <pc:sldChg chg="modSp mod">
        <pc:chgData name="Haymond, Shannon" userId="5b01a877-9415-4a21-8eeb-d6d3c2be6b18" providerId="ADAL" clId="{FEA7804B-FD21-59C4-8BB3-74F1FB3AA68A}" dt="2026-10-02T18:28:55.501" v="3916" actId="20577"/>
        <pc:sldMkLst>
          <pc:docMk/>
          <pc:sldMk cId="2968273234" sldId="696"/>
        </pc:sldMkLst>
        <pc:spChg chg="mod">
          <ac:chgData name="Haymond, Shannon" userId="5b01a877-9415-4a21-8eeb-d6d3c2be6b18" providerId="ADAL" clId="{FEA7804B-FD21-59C4-8BB3-74F1FB3AA68A}" dt="2026-10-02T18:28:55.501" v="3916" actId="20577"/>
          <ac:spMkLst>
            <pc:docMk/>
            <pc:sldMk cId="2968273234" sldId="696"/>
            <ac:spMk id="3" creationId="{94B06159-CCAA-95B2-0BFC-13187A7F67FD}"/>
          </ac:spMkLst>
        </pc:spChg>
      </pc:sldChg>
      <pc:sldChg chg="addSp delSp modSp mod modClrScheme chgLayout">
        <pc:chgData name="Haymond, Shannon" userId="5b01a877-9415-4a21-8eeb-d6d3c2be6b18" providerId="ADAL" clId="{FEA7804B-FD21-59C4-8BB3-74F1FB3AA68A}" dt="2026-10-02T22:45:28.272" v="6936" actId="1076"/>
        <pc:sldMkLst>
          <pc:docMk/>
          <pc:sldMk cId="2149612445" sldId="697"/>
        </pc:sldMkLst>
        <pc:spChg chg="mod ord">
          <ac:chgData name="Haymond, Shannon" userId="5b01a877-9415-4a21-8eeb-d6d3c2be6b18" providerId="ADAL" clId="{FEA7804B-FD21-59C4-8BB3-74F1FB3AA68A}" dt="2026-10-02T22:37:54.298" v="6816" actId="700"/>
          <ac:spMkLst>
            <pc:docMk/>
            <pc:sldMk cId="2149612445" sldId="697"/>
            <ac:spMk id="2" creationId="{5A52820B-3D3B-2C5A-F7DE-4635DDEC36C1}"/>
          </ac:spMkLst>
        </pc:spChg>
        <pc:spChg chg="del">
          <ac:chgData name="Haymond, Shannon" userId="5b01a877-9415-4a21-8eeb-d6d3c2be6b18" providerId="ADAL" clId="{FEA7804B-FD21-59C4-8BB3-74F1FB3AA68A}" dt="2026-10-02T22:37:54.298" v="6816" actId="700"/>
          <ac:spMkLst>
            <pc:docMk/>
            <pc:sldMk cId="2149612445" sldId="697"/>
            <ac:spMk id="3" creationId="{FF2F53BD-9EFA-4987-65E9-3870934F5BAF}"/>
          </ac:spMkLst>
        </pc:spChg>
        <pc:spChg chg="add mod">
          <ac:chgData name="Haymond, Shannon" userId="5b01a877-9415-4a21-8eeb-d6d3c2be6b18" providerId="ADAL" clId="{FEA7804B-FD21-59C4-8BB3-74F1FB3AA68A}" dt="2026-10-02T22:45:20.549" v="6935" actId="1076"/>
          <ac:spMkLst>
            <pc:docMk/>
            <pc:sldMk cId="2149612445" sldId="697"/>
            <ac:spMk id="4" creationId="{8462FCF1-E1C7-6996-0075-58B6A3C03E41}"/>
          </ac:spMkLst>
        </pc:spChg>
        <pc:spChg chg="add mod">
          <ac:chgData name="Haymond, Shannon" userId="5b01a877-9415-4a21-8eeb-d6d3c2be6b18" providerId="ADAL" clId="{FEA7804B-FD21-59C4-8BB3-74F1FB3AA68A}" dt="2026-10-02T22:45:20.549" v="6935" actId="1076"/>
          <ac:spMkLst>
            <pc:docMk/>
            <pc:sldMk cId="2149612445" sldId="697"/>
            <ac:spMk id="5" creationId="{B0E57392-DE97-0A8A-B13A-482AEA365901}"/>
          </ac:spMkLst>
        </pc:spChg>
        <pc:spChg chg="add mod">
          <ac:chgData name="Haymond, Shannon" userId="5b01a877-9415-4a21-8eeb-d6d3c2be6b18" providerId="ADAL" clId="{FEA7804B-FD21-59C4-8BB3-74F1FB3AA68A}" dt="2026-10-02T22:44:54.668" v="6932" actId="1076"/>
          <ac:spMkLst>
            <pc:docMk/>
            <pc:sldMk cId="2149612445" sldId="697"/>
            <ac:spMk id="6" creationId="{5E3DFEEE-6BAD-E10F-4D3D-7D9B2459FA6F}"/>
          </ac:spMkLst>
        </pc:spChg>
        <pc:picChg chg="mod">
          <ac:chgData name="Haymond, Shannon" userId="5b01a877-9415-4a21-8eeb-d6d3c2be6b18" providerId="ADAL" clId="{FEA7804B-FD21-59C4-8BB3-74F1FB3AA68A}" dt="2026-10-02T22:45:28.272" v="6936" actId="1076"/>
          <ac:picMkLst>
            <pc:docMk/>
            <pc:sldMk cId="2149612445" sldId="697"/>
            <ac:picMk id="7" creationId="{70BA3AFF-DAD1-CBB7-2A8C-F91EEBB36474}"/>
          </ac:picMkLst>
        </pc:picChg>
      </pc:sldChg>
      <pc:sldChg chg="addSp modSp mod modAnim">
        <pc:chgData name="Haymond, Shannon" userId="5b01a877-9415-4a21-8eeb-d6d3c2be6b18" providerId="ADAL" clId="{FEA7804B-FD21-59C4-8BB3-74F1FB3AA68A}" dt="2026-10-02T18:39:52.304" v="4285" actId="1076"/>
        <pc:sldMkLst>
          <pc:docMk/>
          <pc:sldMk cId="2479774867" sldId="704"/>
        </pc:sldMkLst>
        <pc:spChg chg="add mod">
          <ac:chgData name="Haymond, Shannon" userId="5b01a877-9415-4a21-8eeb-d6d3c2be6b18" providerId="ADAL" clId="{FEA7804B-FD21-59C4-8BB3-74F1FB3AA68A}" dt="2026-10-02T18:39:05.031" v="4183" actId="1076"/>
          <ac:spMkLst>
            <pc:docMk/>
            <pc:sldMk cId="2479774867" sldId="704"/>
            <ac:spMk id="3" creationId="{1BCD7FFC-30A6-5827-5EF6-77C9E430580D}"/>
          </ac:spMkLst>
        </pc:spChg>
        <pc:spChg chg="mod">
          <ac:chgData name="Haymond, Shannon" userId="5b01a877-9415-4a21-8eeb-d6d3c2be6b18" providerId="ADAL" clId="{FEA7804B-FD21-59C4-8BB3-74F1FB3AA68A}" dt="2026-10-02T18:37:13.970" v="4123" actId="20577"/>
          <ac:spMkLst>
            <pc:docMk/>
            <pc:sldMk cId="2479774867" sldId="704"/>
            <ac:spMk id="11" creationId="{7A00C6CF-66D1-EFC5-E2C4-4B0939BCDB9A}"/>
          </ac:spMkLst>
        </pc:spChg>
        <pc:spChg chg="add mod">
          <ac:chgData name="Haymond, Shannon" userId="5b01a877-9415-4a21-8eeb-d6d3c2be6b18" providerId="ADAL" clId="{FEA7804B-FD21-59C4-8BB3-74F1FB3AA68A}" dt="2026-10-02T18:39:52.304" v="4285" actId="1076"/>
          <ac:spMkLst>
            <pc:docMk/>
            <pc:sldMk cId="2479774867" sldId="704"/>
            <ac:spMk id="14" creationId="{F401C055-75FE-FCA4-46D0-49257370F77B}"/>
          </ac:spMkLst>
        </pc:spChg>
        <pc:cxnChg chg="add mod">
          <ac:chgData name="Haymond, Shannon" userId="5b01a877-9415-4a21-8eeb-d6d3c2be6b18" providerId="ADAL" clId="{FEA7804B-FD21-59C4-8BB3-74F1FB3AA68A}" dt="2026-10-02T18:38:59.479" v="4182" actId="14100"/>
          <ac:cxnSpMkLst>
            <pc:docMk/>
            <pc:sldMk cId="2479774867" sldId="704"/>
            <ac:cxnSpMk id="4" creationId="{C8EBDABD-2804-3C0F-5A0B-C747FE95493A}"/>
          </ac:cxnSpMkLst>
        </pc:cxnChg>
      </pc:sldChg>
      <pc:sldChg chg="addSp delSp modSp mod addAnim delAnim modAnim">
        <pc:chgData name="Haymond, Shannon" userId="5b01a877-9415-4a21-8eeb-d6d3c2be6b18" providerId="ADAL" clId="{FEA7804B-FD21-59C4-8BB3-74F1FB3AA68A}" dt="2026-10-03T01:46:43.841" v="7798"/>
        <pc:sldMkLst>
          <pc:docMk/>
          <pc:sldMk cId="424995176" sldId="705"/>
        </pc:sldMkLst>
        <pc:spChg chg="add mod topLvl">
          <ac:chgData name="Haymond, Shannon" userId="5b01a877-9415-4a21-8eeb-d6d3c2be6b18" providerId="ADAL" clId="{FEA7804B-FD21-59C4-8BB3-74F1FB3AA68A}" dt="2026-10-02T23:14:40.020" v="7193" actId="165"/>
          <ac:spMkLst>
            <pc:docMk/>
            <pc:sldMk cId="424995176" sldId="705"/>
            <ac:spMk id="2" creationId="{8B331A49-C541-C470-1DDF-B1F6AC0CB0DB}"/>
          </ac:spMkLst>
        </pc:spChg>
        <pc:spChg chg="add mod">
          <ac:chgData name="Haymond, Shannon" userId="5b01a877-9415-4a21-8eeb-d6d3c2be6b18" providerId="ADAL" clId="{FEA7804B-FD21-59C4-8BB3-74F1FB3AA68A}" dt="2026-10-03T01:46:25.329" v="7792"/>
          <ac:spMkLst>
            <pc:docMk/>
            <pc:sldMk cId="424995176" sldId="705"/>
            <ac:spMk id="3" creationId="{D3E3CE56-612C-0572-6314-607554FE1800}"/>
          </ac:spMkLst>
        </pc:spChg>
        <pc:spChg chg="add mod">
          <ac:chgData name="Haymond, Shannon" userId="5b01a877-9415-4a21-8eeb-d6d3c2be6b18" providerId="ADAL" clId="{FEA7804B-FD21-59C4-8BB3-74F1FB3AA68A}" dt="2026-10-03T01:46:43.841" v="7798"/>
          <ac:spMkLst>
            <pc:docMk/>
            <pc:sldMk cId="424995176" sldId="705"/>
            <ac:spMk id="5" creationId="{8B3F983B-8648-C39E-E0FF-7DD6C38E2BB4}"/>
          </ac:spMkLst>
        </pc:spChg>
        <pc:spChg chg="add mod">
          <ac:chgData name="Haymond, Shannon" userId="5b01a877-9415-4a21-8eeb-d6d3c2be6b18" providerId="ADAL" clId="{FEA7804B-FD21-59C4-8BB3-74F1FB3AA68A}" dt="2026-10-03T01:45:36.136" v="7782"/>
          <ac:spMkLst>
            <pc:docMk/>
            <pc:sldMk cId="424995176" sldId="705"/>
            <ac:spMk id="6" creationId="{3EE0F70A-FCAB-66EA-E198-080EF063C036}"/>
          </ac:spMkLst>
        </pc:spChg>
        <pc:spChg chg="mod">
          <ac:chgData name="Haymond, Shannon" userId="5b01a877-9415-4a21-8eeb-d6d3c2be6b18" providerId="ADAL" clId="{FEA7804B-FD21-59C4-8BB3-74F1FB3AA68A}" dt="2026-10-02T23:13:55.880" v="7192" actId="1076"/>
          <ac:spMkLst>
            <pc:docMk/>
            <pc:sldMk cId="424995176" sldId="705"/>
            <ac:spMk id="7" creationId="{A2D5F2FE-FE68-8C68-1F1D-9F60B07D2CFC}"/>
          </ac:spMkLst>
        </pc:spChg>
        <pc:spChg chg="add mod">
          <ac:chgData name="Haymond, Shannon" userId="5b01a877-9415-4a21-8eeb-d6d3c2be6b18" providerId="ADAL" clId="{FEA7804B-FD21-59C4-8BB3-74F1FB3AA68A}" dt="2026-10-03T01:45:36.136" v="7782"/>
          <ac:spMkLst>
            <pc:docMk/>
            <pc:sldMk cId="424995176" sldId="705"/>
            <ac:spMk id="8" creationId="{0888EBE0-C391-76C2-5811-ED36230AD051}"/>
          </ac:spMkLst>
        </pc:spChg>
        <pc:spChg chg="mod topLvl">
          <ac:chgData name="Haymond, Shannon" userId="5b01a877-9415-4a21-8eeb-d6d3c2be6b18" providerId="ADAL" clId="{FEA7804B-FD21-59C4-8BB3-74F1FB3AA68A}" dt="2026-10-02T23:14:40.020" v="7193" actId="165"/>
          <ac:spMkLst>
            <pc:docMk/>
            <pc:sldMk cId="424995176" sldId="705"/>
            <ac:spMk id="13" creationId="{9777614C-AD1D-EA23-2B1C-AAB202252992}"/>
          </ac:spMkLst>
        </pc:spChg>
        <pc:spChg chg="mod topLvl">
          <ac:chgData name="Haymond, Shannon" userId="5b01a877-9415-4a21-8eeb-d6d3c2be6b18" providerId="ADAL" clId="{FEA7804B-FD21-59C4-8BB3-74F1FB3AA68A}" dt="2026-10-02T23:14:40.020" v="7193" actId="165"/>
          <ac:spMkLst>
            <pc:docMk/>
            <pc:sldMk cId="424995176" sldId="705"/>
            <ac:spMk id="14" creationId="{52C1157B-2320-E639-8BED-0C452F7F83CC}"/>
          </ac:spMkLst>
        </pc:spChg>
        <pc:spChg chg="mod topLvl">
          <ac:chgData name="Haymond, Shannon" userId="5b01a877-9415-4a21-8eeb-d6d3c2be6b18" providerId="ADAL" clId="{FEA7804B-FD21-59C4-8BB3-74F1FB3AA68A}" dt="2026-10-02T23:14:40.020" v="7193" actId="165"/>
          <ac:spMkLst>
            <pc:docMk/>
            <pc:sldMk cId="424995176" sldId="705"/>
            <ac:spMk id="15" creationId="{014B5FEA-E174-3163-4DB4-B23996EF52F9}"/>
          </ac:spMkLst>
        </pc:spChg>
        <pc:spChg chg="mod topLvl">
          <ac:chgData name="Haymond, Shannon" userId="5b01a877-9415-4a21-8eeb-d6d3c2be6b18" providerId="ADAL" clId="{FEA7804B-FD21-59C4-8BB3-74F1FB3AA68A}" dt="2026-10-02T23:14:40.020" v="7193" actId="165"/>
          <ac:spMkLst>
            <pc:docMk/>
            <pc:sldMk cId="424995176" sldId="705"/>
            <ac:spMk id="19" creationId="{A54D7566-8979-B5DB-DF41-DCCE44935F4D}"/>
          </ac:spMkLst>
        </pc:spChg>
        <pc:spChg chg="mod">
          <ac:chgData name="Haymond, Shannon" userId="5b01a877-9415-4a21-8eeb-d6d3c2be6b18" providerId="ADAL" clId="{FEA7804B-FD21-59C4-8BB3-74F1FB3AA68A}" dt="2026-10-02T23:12:21.366" v="7181" actId="1076"/>
          <ac:spMkLst>
            <pc:docMk/>
            <pc:sldMk cId="424995176" sldId="705"/>
            <ac:spMk id="33" creationId="{41A15DEC-C88C-DA12-4EF5-589C29679CD1}"/>
          </ac:spMkLst>
        </pc:spChg>
        <pc:spChg chg="add del mod">
          <ac:chgData name="Haymond, Shannon" userId="5b01a877-9415-4a21-8eeb-d6d3c2be6b18" providerId="ADAL" clId="{FEA7804B-FD21-59C4-8BB3-74F1FB3AA68A}" dt="2026-10-02T23:17:05.813" v="7203" actId="478"/>
          <ac:spMkLst>
            <pc:docMk/>
            <pc:sldMk cId="424995176" sldId="705"/>
            <ac:spMk id="34" creationId="{ABB3D115-A5A5-DAD5-C3C1-0EC78A9AB771}"/>
          </ac:spMkLst>
        </pc:spChg>
        <pc:grpChg chg="add mod">
          <ac:chgData name="Haymond, Shannon" userId="5b01a877-9415-4a21-8eeb-d6d3c2be6b18" providerId="ADAL" clId="{FEA7804B-FD21-59C4-8BB3-74F1FB3AA68A}" dt="2026-10-03T01:45:36.136" v="7782"/>
          <ac:grpSpMkLst>
            <pc:docMk/>
            <pc:sldMk cId="424995176" sldId="705"/>
            <ac:grpSpMk id="9" creationId="{C110F2AD-03A2-C545-98BB-D0C57836C229}"/>
          </ac:grpSpMkLst>
        </pc:grpChg>
        <pc:grpChg chg="add del mod">
          <ac:chgData name="Haymond, Shannon" userId="5b01a877-9415-4a21-8eeb-d6d3c2be6b18" providerId="ADAL" clId="{FEA7804B-FD21-59C4-8BB3-74F1FB3AA68A}" dt="2026-10-02T23:14:40.020" v="7193" actId="165"/>
          <ac:grpSpMkLst>
            <pc:docMk/>
            <pc:sldMk cId="424995176" sldId="705"/>
            <ac:grpSpMk id="10" creationId="{A656D67E-1398-828D-BB44-507C6F60DFB9}"/>
          </ac:grpSpMkLst>
        </pc:grpChg>
        <pc:grpChg chg="add">
          <ac:chgData name="Haymond, Shannon" userId="5b01a877-9415-4a21-8eeb-d6d3c2be6b18" providerId="ADAL" clId="{FEA7804B-FD21-59C4-8BB3-74F1FB3AA68A}" dt="2026-10-02T23:14:50.659" v="7194" actId="164"/>
          <ac:grpSpMkLst>
            <pc:docMk/>
            <pc:sldMk cId="424995176" sldId="705"/>
            <ac:grpSpMk id="11" creationId="{E8D822B4-B781-0FA7-B5B3-868215344942}"/>
          </ac:grpSpMkLst>
        </pc:grpChg>
        <pc:grpChg chg="add">
          <ac:chgData name="Haymond, Shannon" userId="5b01a877-9415-4a21-8eeb-d6d3c2be6b18" providerId="ADAL" clId="{FEA7804B-FD21-59C4-8BB3-74F1FB3AA68A}" dt="2026-10-02T23:15:08.284" v="7195" actId="164"/>
          <ac:grpSpMkLst>
            <pc:docMk/>
            <pc:sldMk cId="424995176" sldId="705"/>
            <ac:grpSpMk id="12" creationId="{A2220AE3-DD56-7E3B-93CB-AB8A714AA9B9}"/>
          </ac:grpSpMkLst>
        </pc:grpChg>
        <pc:grpChg chg="mod topLvl">
          <ac:chgData name="Haymond, Shannon" userId="5b01a877-9415-4a21-8eeb-d6d3c2be6b18" providerId="ADAL" clId="{FEA7804B-FD21-59C4-8BB3-74F1FB3AA68A}" dt="2026-10-02T23:14:40.020" v="7193" actId="165"/>
          <ac:grpSpMkLst>
            <pc:docMk/>
            <pc:sldMk cId="424995176" sldId="705"/>
            <ac:grpSpMk id="32" creationId="{953637A2-D679-78A2-D215-076E93CE875F}"/>
          </ac:grpSpMkLst>
        </pc:grpChg>
        <pc:picChg chg="del">
          <ac:chgData name="Haymond, Shannon" userId="5b01a877-9415-4a21-8eeb-d6d3c2be6b18" providerId="ADAL" clId="{FEA7804B-FD21-59C4-8BB3-74F1FB3AA68A}" dt="2026-10-02T23:05:50.840" v="6977" actId="478"/>
          <ac:picMkLst>
            <pc:docMk/>
            <pc:sldMk cId="424995176" sldId="705"/>
            <ac:picMk id="24" creationId="{CB625B91-C3A6-9FD7-76A3-1A647CA49A62}"/>
          </ac:picMkLst>
        </pc:picChg>
        <pc:picChg chg="del">
          <ac:chgData name="Haymond, Shannon" userId="5b01a877-9415-4a21-8eeb-d6d3c2be6b18" providerId="ADAL" clId="{FEA7804B-FD21-59C4-8BB3-74F1FB3AA68A}" dt="2026-10-02T23:09:52.805" v="7144" actId="478"/>
          <ac:picMkLst>
            <pc:docMk/>
            <pc:sldMk cId="424995176" sldId="705"/>
            <ac:picMk id="26" creationId="{84B3B36A-A037-9733-68A2-50ABB9D25FAF}"/>
          </ac:picMkLst>
        </pc:picChg>
        <pc:picChg chg="del">
          <ac:chgData name="Haymond, Shannon" userId="5b01a877-9415-4a21-8eeb-d6d3c2be6b18" providerId="ADAL" clId="{FEA7804B-FD21-59C4-8BB3-74F1FB3AA68A}" dt="2026-10-02T23:09:49.827" v="7143" actId="478"/>
          <ac:picMkLst>
            <pc:docMk/>
            <pc:sldMk cId="424995176" sldId="705"/>
            <ac:picMk id="27" creationId="{2E2FE42D-2E05-1B1D-A6D4-7CF70CD2839B}"/>
          </ac:picMkLst>
        </pc:picChg>
        <pc:cxnChg chg="mod topLvl">
          <ac:chgData name="Haymond, Shannon" userId="5b01a877-9415-4a21-8eeb-d6d3c2be6b18" providerId="ADAL" clId="{FEA7804B-FD21-59C4-8BB3-74F1FB3AA68A}" dt="2026-10-02T23:14:40.020" v="7193" actId="165"/>
          <ac:cxnSpMkLst>
            <pc:docMk/>
            <pc:sldMk cId="424995176" sldId="705"/>
            <ac:cxnSpMk id="16" creationId="{41B5AD48-0876-65BD-3344-ED3F15607FCE}"/>
          </ac:cxnSpMkLst>
        </pc:cxnChg>
        <pc:cxnChg chg="mod topLvl">
          <ac:chgData name="Haymond, Shannon" userId="5b01a877-9415-4a21-8eeb-d6d3c2be6b18" providerId="ADAL" clId="{FEA7804B-FD21-59C4-8BB3-74F1FB3AA68A}" dt="2026-10-02T23:14:40.020" v="7193" actId="165"/>
          <ac:cxnSpMkLst>
            <pc:docMk/>
            <pc:sldMk cId="424995176" sldId="705"/>
            <ac:cxnSpMk id="20" creationId="{272259D7-4CB4-8F20-657D-8CD268C1197C}"/>
          </ac:cxnSpMkLst>
        </pc:cxnChg>
      </pc:sldChg>
      <pc:sldChg chg="addSp modSp mod modNotesTx">
        <pc:chgData name="Haymond, Shannon" userId="5b01a877-9415-4a21-8eeb-d6d3c2be6b18" providerId="ADAL" clId="{FEA7804B-FD21-59C4-8BB3-74F1FB3AA68A}" dt="2026-10-02T19:26:32.051" v="5235" actId="20577"/>
        <pc:sldMkLst>
          <pc:docMk/>
          <pc:sldMk cId="3154917535" sldId="711"/>
        </pc:sldMkLst>
        <pc:spChg chg="add mod">
          <ac:chgData name="Haymond, Shannon" userId="5b01a877-9415-4a21-8eeb-d6d3c2be6b18" providerId="ADAL" clId="{FEA7804B-FD21-59C4-8BB3-74F1FB3AA68A}" dt="2026-10-02T02:04:35.190" v="3076" actId="1076"/>
          <ac:spMkLst>
            <pc:docMk/>
            <pc:sldMk cId="3154917535" sldId="711"/>
            <ac:spMk id="3" creationId="{30DEE4C2-8210-1F30-BA03-78CF9D67C791}"/>
          </ac:spMkLst>
        </pc:spChg>
      </pc:sldChg>
      <pc:sldChg chg="del">
        <pc:chgData name="Haymond, Shannon" userId="5b01a877-9415-4a21-8eeb-d6d3c2be6b18" providerId="ADAL" clId="{FEA7804B-FD21-59C4-8BB3-74F1FB3AA68A}" dt="2026-10-02T00:29:49.456" v="2041" actId="2696"/>
        <pc:sldMkLst>
          <pc:docMk/>
          <pc:sldMk cId="1048713264" sldId="712"/>
        </pc:sldMkLst>
      </pc:sldChg>
      <pc:sldChg chg="del">
        <pc:chgData name="Haymond, Shannon" userId="5b01a877-9415-4a21-8eeb-d6d3c2be6b18" providerId="ADAL" clId="{FEA7804B-FD21-59C4-8BB3-74F1FB3AA68A}" dt="2026-10-02T00:29:50.534" v="2042" actId="2696"/>
        <pc:sldMkLst>
          <pc:docMk/>
          <pc:sldMk cId="807712877" sldId="713"/>
        </pc:sldMkLst>
      </pc:sldChg>
      <pc:sldChg chg="modSp mod">
        <pc:chgData name="Haymond, Shannon" userId="5b01a877-9415-4a21-8eeb-d6d3c2be6b18" providerId="ADAL" clId="{FEA7804B-FD21-59C4-8BB3-74F1FB3AA68A}" dt="2026-10-02T00:25:11.957" v="1868" actId="20577"/>
        <pc:sldMkLst>
          <pc:docMk/>
          <pc:sldMk cId="0" sldId="714"/>
        </pc:sldMkLst>
        <pc:spChg chg="mod">
          <ac:chgData name="Haymond, Shannon" userId="5b01a877-9415-4a21-8eeb-d6d3c2be6b18" providerId="ADAL" clId="{FEA7804B-FD21-59C4-8BB3-74F1FB3AA68A}" dt="2026-10-02T00:25:11.957" v="1868" actId="20577"/>
          <ac:spMkLst>
            <pc:docMk/>
            <pc:sldMk cId="0" sldId="714"/>
            <ac:spMk id="14" creationId="{00000000-0000-0000-0000-000000000000}"/>
          </ac:spMkLst>
        </pc:spChg>
        <pc:spChg chg="mod">
          <ac:chgData name="Haymond, Shannon" userId="5b01a877-9415-4a21-8eeb-d6d3c2be6b18" providerId="ADAL" clId="{FEA7804B-FD21-59C4-8BB3-74F1FB3AA68A}" dt="2026-10-02T00:21:41.850" v="1800" actId="20577"/>
          <ac:spMkLst>
            <pc:docMk/>
            <pc:sldMk cId="0" sldId="714"/>
            <ac:spMk id="15" creationId="{00000000-0000-0000-0000-000000000000}"/>
          </ac:spMkLst>
        </pc:spChg>
      </pc:sldChg>
      <pc:sldChg chg="modSp mod">
        <pc:chgData name="Haymond, Shannon" userId="5b01a877-9415-4a21-8eeb-d6d3c2be6b18" providerId="ADAL" clId="{FEA7804B-FD21-59C4-8BB3-74F1FB3AA68A}" dt="2026-10-03T01:04:28.750" v="7238" actId="20577"/>
        <pc:sldMkLst>
          <pc:docMk/>
          <pc:sldMk cId="0" sldId="715"/>
        </pc:sldMkLst>
        <pc:spChg chg="mod">
          <ac:chgData name="Haymond, Shannon" userId="5b01a877-9415-4a21-8eeb-d6d3c2be6b18" providerId="ADAL" clId="{FEA7804B-FD21-59C4-8BB3-74F1FB3AA68A}" dt="2026-10-03T01:04:28.750" v="7238" actId="20577"/>
          <ac:spMkLst>
            <pc:docMk/>
            <pc:sldMk cId="0" sldId="715"/>
            <ac:spMk id="14" creationId="{00000000-0000-0000-0000-000000000000}"/>
          </ac:spMkLst>
        </pc:spChg>
        <pc:spChg chg="mod">
          <ac:chgData name="Haymond, Shannon" userId="5b01a877-9415-4a21-8eeb-d6d3c2be6b18" providerId="ADAL" clId="{FEA7804B-FD21-59C4-8BB3-74F1FB3AA68A}" dt="2026-10-02T00:28:52.351" v="2040" actId="14100"/>
          <ac:spMkLst>
            <pc:docMk/>
            <pc:sldMk cId="0" sldId="715"/>
            <ac:spMk id="15" creationId="{00000000-0000-0000-0000-000000000000}"/>
          </ac:spMkLst>
        </pc:spChg>
      </pc:sldChg>
      <pc:sldChg chg="addSp modSp mod modNotesTx">
        <pc:chgData name="Haymond, Shannon" userId="5b01a877-9415-4a21-8eeb-d6d3c2be6b18" providerId="ADAL" clId="{FEA7804B-FD21-59C4-8BB3-74F1FB3AA68A}" dt="2026-10-03T01:39:19.859" v="7761" actId="1076"/>
        <pc:sldMkLst>
          <pc:docMk/>
          <pc:sldMk cId="0" sldId="716"/>
        </pc:sldMkLst>
        <pc:spChg chg="add mod">
          <ac:chgData name="Haymond, Shannon" userId="5b01a877-9415-4a21-8eeb-d6d3c2be6b18" providerId="ADAL" clId="{FEA7804B-FD21-59C4-8BB3-74F1FB3AA68A}" dt="2026-10-03T01:39:19.859" v="7761" actId="1076"/>
          <ac:spMkLst>
            <pc:docMk/>
            <pc:sldMk cId="0" sldId="716"/>
            <ac:spMk id="2" creationId="{092872A5-2446-CCDD-0C75-FAC013906DCE}"/>
          </ac:spMkLst>
        </pc:spChg>
        <pc:spChg chg="mod">
          <ac:chgData name="Haymond, Shannon" userId="5b01a877-9415-4a21-8eeb-d6d3c2be6b18" providerId="ADAL" clId="{FEA7804B-FD21-59C4-8BB3-74F1FB3AA68A}" dt="2026-10-02T19:18:45.027" v="4867" actId="403"/>
          <ac:spMkLst>
            <pc:docMk/>
            <pc:sldMk cId="0" sldId="716"/>
            <ac:spMk id="12" creationId="{00000000-0000-0000-0000-000000000000}"/>
          </ac:spMkLst>
        </pc:spChg>
        <pc:spChg chg="mod">
          <ac:chgData name="Haymond, Shannon" userId="5b01a877-9415-4a21-8eeb-d6d3c2be6b18" providerId="ADAL" clId="{FEA7804B-FD21-59C4-8BB3-74F1FB3AA68A}" dt="2026-10-02T19:17:36.772" v="4866" actId="20577"/>
          <ac:spMkLst>
            <pc:docMk/>
            <pc:sldMk cId="0" sldId="716"/>
            <ac:spMk id="13" creationId="{00000000-0000-0000-0000-000000000000}"/>
          </ac:spMkLst>
        </pc:spChg>
      </pc:sldChg>
      <pc:sldChg chg="modSp mod">
        <pc:chgData name="Haymond, Shannon" userId="5b01a877-9415-4a21-8eeb-d6d3c2be6b18" providerId="ADAL" clId="{FEA7804B-FD21-59C4-8BB3-74F1FB3AA68A}" dt="2026-10-03T01:51:48.492" v="8191" actId="20577"/>
        <pc:sldMkLst>
          <pc:docMk/>
          <pc:sldMk cId="0" sldId="718"/>
        </pc:sldMkLst>
        <pc:graphicFrameChg chg="modGraphic">
          <ac:chgData name="Haymond, Shannon" userId="5b01a877-9415-4a21-8eeb-d6d3c2be6b18" providerId="ADAL" clId="{FEA7804B-FD21-59C4-8BB3-74F1FB3AA68A}" dt="2026-10-03T01:51:48.492" v="8191" actId="20577"/>
          <ac:graphicFrameMkLst>
            <pc:docMk/>
            <pc:sldMk cId="0" sldId="718"/>
            <ac:graphicFrameMk id="12" creationId="{00000000-0000-0000-0000-000000000000}"/>
          </ac:graphicFrameMkLst>
        </pc:graphicFrameChg>
      </pc:sldChg>
      <pc:sldChg chg="modSp mod">
        <pc:chgData name="Haymond, Shannon" userId="5b01a877-9415-4a21-8eeb-d6d3c2be6b18" providerId="ADAL" clId="{FEA7804B-FD21-59C4-8BB3-74F1FB3AA68A}" dt="2026-10-03T02:18:29.901" v="8570" actId="403"/>
        <pc:sldMkLst>
          <pc:docMk/>
          <pc:sldMk cId="0" sldId="719"/>
        </pc:sldMkLst>
        <pc:spChg chg="mod">
          <ac:chgData name="Haymond, Shannon" userId="5b01a877-9415-4a21-8eeb-d6d3c2be6b18" providerId="ADAL" clId="{FEA7804B-FD21-59C4-8BB3-74F1FB3AA68A}" dt="2026-10-03T02:18:29.901" v="8570" actId="403"/>
          <ac:spMkLst>
            <pc:docMk/>
            <pc:sldMk cId="0" sldId="719"/>
            <ac:spMk id="12" creationId="{00000000-0000-0000-0000-000000000000}"/>
          </ac:spMkLst>
        </pc:spChg>
      </pc:sldChg>
      <pc:sldChg chg="addSp delSp modSp new mod modClrScheme modAnim chgLayout">
        <pc:chgData name="Haymond, Shannon" userId="5b01a877-9415-4a21-8eeb-d6d3c2be6b18" providerId="ADAL" clId="{FEA7804B-FD21-59C4-8BB3-74F1FB3AA68A}" dt="2026-10-02T22:51:34.670" v="6939" actId="20577"/>
        <pc:sldMkLst>
          <pc:docMk/>
          <pc:sldMk cId="3475898822" sldId="720"/>
        </pc:sldMkLst>
        <pc:spChg chg="del mod ord">
          <ac:chgData name="Haymond, Shannon" userId="5b01a877-9415-4a21-8eeb-d6d3c2be6b18" providerId="ADAL" clId="{FEA7804B-FD21-59C4-8BB3-74F1FB3AA68A}" dt="2026-10-02T18:45:15.003" v="4287" actId="700"/>
          <ac:spMkLst>
            <pc:docMk/>
            <pc:sldMk cId="3475898822" sldId="720"/>
            <ac:spMk id="2" creationId="{FB60378F-356C-0773-1455-D3577F93AFDE}"/>
          </ac:spMkLst>
        </pc:spChg>
        <pc:spChg chg="del">
          <ac:chgData name="Haymond, Shannon" userId="5b01a877-9415-4a21-8eeb-d6d3c2be6b18" providerId="ADAL" clId="{FEA7804B-FD21-59C4-8BB3-74F1FB3AA68A}" dt="2026-10-02T18:45:15.003" v="4287" actId="700"/>
          <ac:spMkLst>
            <pc:docMk/>
            <pc:sldMk cId="3475898822" sldId="720"/>
            <ac:spMk id="3" creationId="{3DF4A40B-4A90-407A-6451-5394EAC12E38}"/>
          </ac:spMkLst>
        </pc:spChg>
        <pc:spChg chg="add mod ord">
          <ac:chgData name="Haymond, Shannon" userId="5b01a877-9415-4a21-8eeb-d6d3c2be6b18" providerId="ADAL" clId="{FEA7804B-FD21-59C4-8BB3-74F1FB3AA68A}" dt="2026-10-02T19:04:09.572" v="4598" actId="20577"/>
          <ac:spMkLst>
            <pc:docMk/>
            <pc:sldMk cId="3475898822" sldId="720"/>
            <ac:spMk id="4" creationId="{0850E127-232D-1846-639C-7854FB3B0055}"/>
          </ac:spMkLst>
        </pc:spChg>
        <pc:spChg chg="add del mod">
          <ac:chgData name="Haymond, Shannon" userId="5b01a877-9415-4a21-8eeb-d6d3c2be6b18" providerId="ADAL" clId="{FEA7804B-FD21-59C4-8BB3-74F1FB3AA68A}" dt="2026-10-02T18:45:30.270" v="4291" actId="478"/>
          <ac:spMkLst>
            <pc:docMk/>
            <pc:sldMk cId="3475898822" sldId="720"/>
            <ac:spMk id="6" creationId="{F26EF67F-CD7B-0C03-5FB2-A5639AF752D1}"/>
          </ac:spMkLst>
        </pc:spChg>
        <pc:spChg chg="add mod">
          <ac:chgData name="Haymond, Shannon" userId="5b01a877-9415-4a21-8eeb-d6d3c2be6b18" providerId="ADAL" clId="{FEA7804B-FD21-59C4-8BB3-74F1FB3AA68A}" dt="2026-10-02T22:51:34.670" v="6939" actId="20577"/>
          <ac:spMkLst>
            <pc:docMk/>
            <pc:sldMk cId="3475898822" sldId="720"/>
            <ac:spMk id="10" creationId="{240AAF78-8167-EFBB-FE1E-FF94A0C8120B}"/>
          </ac:spMkLst>
        </pc:spChg>
        <pc:spChg chg="add mod">
          <ac:chgData name="Haymond, Shannon" userId="5b01a877-9415-4a21-8eeb-d6d3c2be6b18" providerId="ADAL" clId="{FEA7804B-FD21-59C4-8BB3-74F1FB3AA68A}" dt="2026-10-02T19:00:28.919" v="4572" actId="1076"/>
          <ac:spMkLst>
            <pc:docMk/>
            <pc:sldMk cId="3475898822" sldId="720"/>
            <ac:spMk id="11" creationId="{82D88A12-AD81-9288-5560-33556E9C870B}"/>
          </ac:spMkLst>
        </pc:spChg>
        <pc:spChg chg="add mod">
          <ac:chgData name="Haymond, Shannon" userId="5b01a877-9415-4a21-8eeb-d6d3c2be6b18" providerId="ADAL" clId="{FEA7804B-FD21-59C4-8BB3-74F1FB3AA68A}" dt="2026-10-02T20:56:38.055" v="5816" actId="1076"/>
          <ac:spMkLst>
            <pc:docMk/>
            <pc:sldMk cId="3475898822" sldId="720"/>
            <ac:spMk id="13" creationId="{2495D2B6-BDFD-798E-C568-7AD785DC8069}"/>
          </ac:spMkLst>
        </pc:spChg>
        <pc:spChg chg="add mod">
          <ac:chgData name="Haymond, Shannon" userId="5b01a877-9415-4a21-8eeb-d6d3c2be6b18" providerId="ADAL" clId="{FEA7804B-FD21-59C4-8BB3-74F1FB3AA68A}" dt="2026-10-02T19:00:07.523" v="4568" actId="1076"/>
          <ac:spMkLst>
            <pc:docMk/>
            <pc:sldMk cId="3475898822" sldId="720"/>
            <ac:spMk id="15" creationId="{5592F166-CE2F-8BBC-9D5A-B13CBD620E08}"/>
          </ac:spMkLst>
        </pc:spChg>
        <pc:spChg chg="add del mod">
          <ac:chgData name="Haymond, Shannon" userId="5b01a877-9415-4a21-8eeb-d6d3c2be6b18" providerId="ADAL" clId="{FEA7804B-FD21-59C4-8BB3-74F1FB3AA68A}" dt="2026-10-02T18:58:18.932" v="4518" actId="478"/>
          <ac:spMkLst>
            <pc:docMk/>
            <pc:sldMk cId="3475898822" sldId="720"/>
            <ac:spMk id="17" creationId="{6D043494-D4C1-708F-D002-9F35CC209FF5}"/>
          </ac:spMkLst>
        </pc:spChg>
        <pc:spChg chg="add del mod">
          <ac:chgData name="Haymond, Shannon" userId="5b01a877-9415-4a21-8eeb-d6d3c2be6b18" providerId="ADAL" clId="{FEA7804B-FD21-59C4-8BB3-74F1FB3AA68A}" dt="2026-10-02T18:59:51.988" v="4567" actId="478"/>
          <ac:spMkLst>
            <pc:docMk/>
            <pc:sldMk cId="3475898822" sldId="720"/>
            <ac:spMk id="20" creationId="{CD87F34F-2DE9-07DF-D3D6-AA92A16F4B90}"/>
          </ac:spMkLst>
        </pc:spChg>
        <pc:picChg chg="add del mod">
          <ac:chgData name="Haymond, Shannon" userId="5b01a877-9415-4a21-8eeb-d6d3c2be6b18" providerId="ADAL" clId="{FEA7804B-FD21-59C4-8BB3-74F1FB3AA68A}" dt="2026-10-02T18:53:51.677" v="4370" actId="478"/>
          <ac:picMkLst>
            <pc:docMk/>
            <pc:sldMk cId="3475898822" sldId="720"/>
            <ac:picMk id="8" creationId="{DE9CF8D2-AC14-2872-335C-1803B6498BAD}"/>
          </ac:picMkLst>
        </pc:picChg>
        <pc:picChg chg="add mod">
          <ac:chgData name="Haymond, Shannon" userId="5b01a877-9415-4a21-8eeb-d6d3c2be6b18" providerId="ADAL" clId="{FEA7804B-FD21-59C4-8BB3-74F1FB3AA68A}" dt="2026-10-02T19:02:29.437" v="4576" actId="1076"/>
          <ac:picMkLst>
            <pc:docMk/>
            <pc:sldMk cId="3475898822" sldId="720"/>
            <ac:picMk id="22" creationId="{40BBF619-393E-E58E-0D61-51C171FC2A3D}"/>
          </ac:picMkLst>
        </pc:picChg>
        <pc:cxnChg chg="add mod">
          <ac:chgData name="Haymond, Shannon" userId="5b01a877-9415-4a21-8eeb-d6d3c2be6b18" providerId="ADAL" clId="{FEA7804B-FD21-59C4-8BB3-74F1FB3AA68A}" dt="2026-10-02T19:00:44.081" v="4573" actId="1076"/>
          <ac:cxnSpMkLst>
            <pc:docMk/>
            <pc:sldMk cId="3475898822" sldId="720"/>
            <ac:cxnSpMk id="12" creationId="{FEA9DE0C-5E46-EDA8-2B56-670FF0E359BD}"/>
          </ac:cxnSpMkLst>
        </pc:cxnChg>
        <pc:cxnChg chg="add mod">
          <ac:chgData name="Haymond, Shannon" userId="5b01a877-9415-4a21-8eeb-d6d3c2be6b18" providerId="ADAL" clId="{FEA7804B-FD21-59C4-8BB3-74F1FB3AA68A}" dt="2026-10-02T19:01:03.495" v="4574" actId="1076"/>
          <ac:cxnSpMkLst>
            <pc:docMk/>
            <pc:sldMk cId="3475898822" sldId="720"/>
            <ac:cxnSpMk id="14" creationId="{D3037A02-DAF3-3B38-A881-5E98BDAF0197}"/>
          </ac:cxnSpMkLst>
        </pc:cxnChg>
        <pc:cxnChg chg="add mod">
          <ac:chgData name="Haymond, Shannon" userId="5b01a877-9415-4a21-8eeb-d6d3c2be6b18" providerId="ADAL" clId="{FEA7804B-FD21-59C4-8BB3-74F1FB3AA68A}" dt="2026-10-02T19:00:07.523" v="4568" actId="1076"/>
          <ac:cxnSpMkLst>
            <pc:docMk/>
            <pc:sldMk cId="3475898822" sldId="720"/>
            <ac:cxnSpMk id="16" creationId="{18D92AFA-A17C-CC41-C736-9D89015C36C7}"/>
          </ac:cxnSpMkLst>
        </pc:cxnChg>
      </pc:sldChg>
      <pc:sldChg chg="addSp delSp modSp new del mod modClrScheme chgLayout">
        <pc:chgData name="Haymond, Shannon" userId="5b01a877-9415-4a21-8eeb-d6d3c2be6b18" providerId="ADAL" clId="{FEA7804B-FD21-59C4-8BB3-74F1FB3AA68A}" dt="2026-10-02T00:31:43.809" v="2071" actId="2696"/>
        <pc:sldMkLst>
          <pc:docMk/>
          <pc:sldMk cId="3861891584" sldId="720"/>
        </pc:sldMkLst>
        <pc:spChg chg="del mod ord">
          <ac:chgData name="Haymond, Shannon" userId="5b01a877-9415-4a21-8eeb-d6d3c2be6b18" providerId="ADAL" clId="{FEA7804B-FD21-59C4-8BB3-74F1FB3AA68A}" dt="2026-10-02T00:30:40.788" v="2044" actId="700"/>
          <ac:spMkLst>
            <pc:docMk/>
            <pc:sldMk cId="3861891584" sldId="720"/>
            <ac:spMk id="2" creationId="{B4C5D51E-08BC-7FBB-8974-FD6DF80F5EE1}"/>
          </ac:spMkLst>
        </pc:spChg>
        <pc:spChg chg="del mod ord">
          <ac:chgData name="Haymond, Shannon" userId="5b01a877-9415-4a21-8eeb-d6d3c2be6b18" providerId="ADAL" clId="{FEA7804B-FD21-59C4-8BB3-74F1FB3AA68A}" dt="2026-10-02T00:30:40.788" v="2044" actId="700"/>
          <ac:spMkLst>
            <pc:docMk/>
            <pc:sldMk cId="3861891584" sldId="720"/>
            <ac:spMk id="3" creationId="{1185AB94-B7B5-568A-34D6-6E99927BFF38}"/>
          </ac:spMkLst>
        </pc:spChg>
        <pc:spChg chg="add del mod ord">
          <ac:chgData name="Haymond, Shannon" userId="5b01a877-9415-4a21-8eeb-d6d3c2be6b18" providerId="ADAL" clId="{FEA7804B-FD21-59C4-8BB3-74F1FB3AA68A}" dt="2026-10-02T00:30:48.934" v="2045" actId="700"/>
          <ac:spMkLst>
            <pc:docMk/>
            <pc:sldMk cId="3861891584" sldId="720"/>
            <ac:spMk id="4" creationId="{DC856C7B-EB1E-1461-7802-C0479DC2A80C}"/>
          </ac:spMkLst>
        </pc:spChg>
        <pc:spChg chg="add del mod ord">
          <ac:chgData name="Haymond, Shannon" userId="5b01a877-9415-4a21-8eeb-d6d3c2be6b18" providerId="ADAL" clId="{FEA7804B-FD21-59C4-8BB3-74F1FB3AA68A}" dt="2026-10-02T00:30:48.934" v="2045" actId="700"/>
          <ac:spMkLst>
            <pc:docMk/>
            <pc:sldMk cId="3861891584" sldId="720"/>
            <ac:spMk id="5" creationId="{E28B1531-1D79-D832-9885-95EEE63919FE}"/>
          </ac:spMkLst>
        </pc:spChg>
        <pc:spChg chg="add del mod ord">
          <ac:chgData name="Haymond, Shannon" userId="5b01a877-9415-4a21-8eeb-d6d3c2be6b18" providerId="ADAL" clId="{FEA7804B-FD21-59C4-8BB3-74F1FB3AA68A}" dt="2026-10-02T00:30:48.934" v="2045" actId="700"/>
          <ac:spMkLst>
            <pc:docMk/>
            <pc:sldMk cId="3861891584" sldId="720"/>
            <ac:spMk id="6" creationId="{66EBF84A-B110-DBD5-00AE-0A634277D7B1}"/>
          </ac:spMkLst>
        </pc:spChg>
        <pc:spChg chg="add mod ord">
          <ac:chgData name="Haymond, Shannon" userId="5b01a877-9415-4a21-8eeb-d6d3c2be6b18" providerId="ADAL" clId="{FEA7804B-FD21-59C4-8BB3-74F1FB3AA68A}" dt="2026-10-02T00:30:48.934" v="2045" actId="700"/>
          <ac:spMkLst>
            <pc:docMk/>
            <pc:sldMk cId="3861891584" sldId="720"/>
            <ac:spMk id="7" creationId="{B7D8CCC4-2406-3E7B-F26F-B9C5018493B2}"/>
          </ac:spMkLst>
        </pc:spChg>
      </pc:sldChg>
      <pc:sldChg chg="addSp delSp add del setBg delDesignElem">
        <pc:chgData name="Haymond, Shannon" userId="5b01a877-9415-4a21-8eeb-d6d3c2be6b18" providerId="ADAL" clId="{FEA7804B-FD21-59C4-8BB3-74F1FB3AA68A}" dt="2026-10-02T00:31:28.627" v="2048"/>
        <pc:sldMkLst>
          <pc:docMk/>
          <pc:sldMk cId="491183459" sldId="721"/>
        </pc:sldMkLst>
        <pc:spChg chg="add del">
          <ac:chgData name="Haymond, Shannon" userId="5b01a877-9415-4a21-8eeb-d6d3c2be6b18" providerId="ADAL" clId="{FEA7804B-FD21-59C4-8BB3-74F1FB3AA68A}" dt="2026-10-02T00:31:28.627" v="2048"/>
          <ac:spMkLst>
            <pc:docMk/>
            <pc:sldMk cId="491183459" sldId="721"/>
            <ac:spMk id="8" creationId="{02B2C458-ABEF-C2C4-9CAC-17AB3FD4907A}"/>
          </ac:spMkLst>
        </pc:spChg>
        <pc:spChg chg="add del">
          <ac:chgData name="Haymond, Shannon" userId="5b01a877-9415-4a21-8eeb-d6d3c2be6b18" providerId="ADAL" clId="{FEA7804B-FD21-59C4-8BB3-74F1FB3AA68A}" dt="2026-10-02T00:31:28.627" v="2048"/>
          <ac:spMkLst>
            <pc:docMk/>
            <pc:sldMk cId="491183459" sldId="721"/>
            <ac:spMk id="10" creationId="{C9A903ED-0533-E591-F074-61CB376D4835}"/>
          </ac:spMkLst>
        </pc:spChg>
        <pc:spChg chg="add del">
          <ac:chgData name="Haymond, Shannon" userId="5b01a877-9415-4a21-8eeb-d6d3c2be6b18" providerId="ADAL" clId="{FEA7804B-FD21-59C4-8BB3-74F1FB3AA68A}" dt="2026-10-02T00:31:28.627" v="2048"/>
          <ac:spMkLst>
            <pc:docMk/>
            <pc:sldMk cId="491183459" sldId="721"/>
            <ac:spMk id="12" creationId="{8313D619-D9E9-14B0-34B1-3C407497FA9E}"/>
          </ac:spMkLst>
        </pc:spChg>
        <pc:spChg chg="add del">
          <ac:chgData name="Haymond, Shannon" userId="5b01a877-9415-4a21-8eeb-d6d3c2be6b18" providerId="ADAL" clId="{FEA7804B-FD21-59C4-8BB3-74F1FB3AA68A}" dt="2026-10-02T00:31:28.627" v="2048"/>
          <ac:spMkLst>
            <pc:docMk/>
            <pc:sldMk cId="491183459" sldId="721"/>
            <ac:spMk id="16" creationId="{CC3B3936-149A-8883-AF1F-A386A2DD12EC}"/>
          </ac:spMkLst>
        </pc:spChg>
        <pc:cxnChg chg="add del">
          <ac:chgData name="Haymond, Shannon" userId="5b01a877-9415-4a21-8eeb-d6d3c2be6b18" providerId="ADAL" clId="{FEA7804B-FD21-59C4-8BB3-74F1FB3AA68A}" dt="2026-10-02T00:31:28.627" v="2048"/>
          <ac:cxnSpMkLst>
            <pc:docMk/>
            <pc:sldMk cId="491183459" sldId="721"/>
            <ac:cxnSpMk id="14" creationId="{0BB4877F-1A27-B4B4-DBFF-7156AF77E807}"/>
          </ac:cxnSpMkLst>
        </pc:cxnChg>
      </pc:sldChg>
      <pc:sldChg chg="addSp delSp modSp add mod">
        <pc:chgData name="Haymond, Shannon" userId="5b01a877-9415-4a21-8eeb-d6d3c2be6b18" providerId="ADAL" clId="{FEA7804B-FD21-59C4-8BB3-74F1FB3AA68A}" dt="2026-10-02T21:07:29.928" v="6012" actId="14100"/>
        <pc:sldMkLst>
          <pc:docMk/>
          <pc:sldMk cId="881265912" sldId="721"/>
        </pc:sldMkLst>
        <pc:spChg chg="add del mod">
          <ac:chgData name="Haymond, Shannon" userId="5b01a877-9415-4a21-8eeb-d6d3c2be6b18" providerId="ADAL" clId="{FEA7804B-FD21-59C4-8BB3-74F1FB3AA68A}" dt="2026-10-02T21:07:24.203" v="6011" actId="478"/>
          <ac:spMkLst>
            <pc:docMk/>
            <pc:sldMk cId="881265912" sldId="721"/>
            <ac:spMk id="3" creationId="{C7284F9D-5C09-D171-4322-B803E7AC52C1}"/>
          </ac:spMkLst>
        </pc:spChg>
        <pc:spChg chg="add mod">
          <ac:chgData name="Haymond, Shannon" userId="5b01a877-9415-4a21-8eeb-d6d3c2be6b18" providerId="ADAL" clId="{FEA7804B-FD21-59C4-8BB3-74F1FB3AA68A}" dt="2026-10-02T21:07:29.928" v="6012" actId="14100"/>
          <ac:spMkLst>
            <pc:docMk/>
            <pc:sldMk cId="881265912" sldId="721"/>
            <ac:spMk id="4" creationId="{D0C6B8C6-F174-5906-C854-1FBA1F77BEB0}"/>
          </ac:spMkLst>
        </pc:spChg>
      </pc:sldChg>
      <pc:sldChg chg="modSp add del mod">
        <pc:chgData name="Haymond, Shannon" userId="5b01a877-9415-4a21-8eeb-d6d3c2be6b18" providerId="ADAL" clId="{FEA7804B-FD21-59C4-8BB3-74F1FB3AA68A}" dt="2026-10-02T00:42:54.894" v="2139" actId="2696"/>
        <pc:sldMkLst>
          <pc:docMk/>
          <pc:sldMk cId="1695456823" sldId="721"/>
        </pc:sldMkLst>
        <pc:spChg chg="mod">
          <ac:chgData name="Haymond, Shannon" userId="5b01a877-9415-4a21-8eeb-d6d3c2be6b18" providerId="ADAL" clId="{FEA7804B-FD21-59C4-8BB3-74F1FB3AA68A}" dt="2026-10-02T00:32:34.578" v="2090" actId="20577"/>
          <ac:spMkLst>
            <pc:docMk/>
            <pc:sldMk cId="1695456823" sldId="721"/>
            <ac:spMk id="2" creationId="{DC89997E-9827-2443-FBDF-1D83DCEC00C7}"/>
          </ac:spMkLst>
        </pc:spChg>
      </pc:sldChg>
      <pc:sldChg chg="addSp modSp add mod">
        <pc:chgData name="Haymond, Shannon" userId="5b01a877-9415-4a21-8eeb-d6d3c2be6b18" providerId="ADAL" clId="{FEA7804B-FD21-59C4-8BB3-74F1FB3AA68A}" dt="2026-10-02T21:07:09.173" v="6009" actId="14100"/>
        <pc:sldMkLst>
          <pc:docMk/>
          <pc:sldMk cId="2747106378" sldId="722"/>
        </pc:sldMkLst>
        <pc:spChg chg="add mod">
          <ac:chgData name="Haymond, Shannon" userId="5b01a877-9415-4a21-8eeb-d6d3c2be6b18" providerId="ADAL" clId="{FEA7804B-FD21-59C4-8BB3-74F1FB3AA68A}" dt="2026-10-02T21:07:04.685" v="6008" actId="14100"/>
          <ac:spMkLst>
            <pc:docMk/>
            <pc:sldMk cId="2747106378" sldId="722"/>
            <ac:spMk id="3" creationId="{1A71869A-0317-F12E-A7ED-43E183BE565F}"/>
          </ac:spMkLst>
        </pc:spChg>
        <pc:spChg chg="add mod">
          <ac:chgData name="Haymond, Shannon" userId="5b01a877-9415-4a21-8eeb-d6d3c2be6b18" providerId="ADAL" clId="{FEA7804B-FD21-59C4-8BB3-74F1FB3AA68A}" dt="2026-10-02T21:07:09.173" v="6009" actId="14100"/>
          <ac:spMkLst>
            <pc:docMk/>
            <pc:sldMk cId="2747106378" sldId="722"/>
            <ac:spMk id="4" creationId="{CEC92E36-F97B-DF73-BB86-F2DA0DF76431}"/>
          </ac:spMkLst>
        </pc:spChg>
      </pc:sldChg>
      <pc:sldChg chg="addSp modSp add mod modNotesTx">
        <pc:chgData name="Haymond, Shannon" userId="5b01a877-9415-4a21-8eeb-d6d3c2be6b18" providerId="ADAL" clId="{FEA7804B-FD21-59C4-8BB3-74F1FB3AA68A}" dt="2026-10-03T01:40:32.789" v="7763" actId="20577"/>
        <pc:sldMkLst>
          <pc:docMk/>
          <pc:sldMk cId="4155191228" sldId="723"/>
        </pc:sldMkLst>
        <pc:spChg chg="add mod">
          <ac:chgData name="Haymond, Shannon" userId="5b01a877-9415-4a21-8eeb-d6d3c2be6b18" providerId="ADAL" clId="{FEA7804B-FD21-59C4-8BB3-74F1FB3AA68A}" dt="2026-10-02T21:06:27.516" v="6002" actId="14100"/>
          <ac:spMkLst>
            <pc:docMk/>
            <pc:sldMk cId="4155191228" sldId="723"/>
            <ac:spMk id="3" creationId="{74A252BD-6C0C-EDF7-64BD-99D951498D4B}"/>
          </ac:spMkLst>
        </pc:spChg>
        <pc:spChg chg="add mod">
          <ac:chgData name="Haymond, Shannon" userId="5b01a877-9415-4a21-8eeb-d6d3c2be6b18" providerId="ADAL" clId="{FEA7804B-FD21-59C4-8BB3-74F1FB3AA68A}" dt="2026-10-02T21:06:38.957" v="6006" actId="1036"/>
          <ac:spMkLst>
            <pc:docMk/>
            <pc:sldMk cId="4155191228" sldId="723"/>
            <ac:spMk id="4" creationId="{325C9213-D5F0-8BE9-8D15-F39A3CE5DE97}"/>
          </ac:spMkLst>
        </pc:spChg>
      </pc:sldChg>
      <pc:sldChg chg="addSp modSp add mod modNotesTx">
        <pc:chgData name="Haymond, Shannon" userId="5b01a877-9415-4a21-8eeb-d6d3c2be6b18" providerId="ADAL" clId="{FEA7804B-FD21-59C4-8BB3-74F1FB3AA68A}" dt="2026-10-02T22:32:13.193" v="6792" actId="20577"/>
        <pc:sldMkLst>
          <pc:docMk/>
          <pc:sldMk cId="3022381472" sldId="724"/>
        </pc:sldMkLst>
        <pc:spChg chg="add mod">
          <ac:chgData name="Haymond, Shannon" userId="5b01a877-9415-4a21-8eeb-d6d3c2be6b18" providerId="ADAL" clId="{FEA7804B-FD21-59C4-8BB3-74F1FB3AA68A}" dt="2026-10-02T21:05:48.010" v="5995" actId="14100"/>
          <ac:spMkLst>
            <pc:docMk/>
            <pc:sldMk cId="3022381472" sldId="724"/>
            <ac:spMk id="3" creationId="{D6B53797-F06B-722A-995C-9DBC4FA04B78}"/>
          </ac:spMkLst>
        </pc:spChg>
        <pc:spChg chg="add mod">
          <ac:chgData name="Haymond, Shannon" userId="5b01a877-9415-4a21-8eeb-d6d3c2be6b18" providerId="ADAL" clId="{FEA7804B-FD21-59C4-8BB3-74F1FB3AA68A}" dt="2026-10-02T21:06:00.032" v="5998" actId="14100"/>
          <ac:spMkLst>
            <pc:docMk/>
            <pc:sldMk cId="3022381472" sldId="724"/>
            <ac:spMk id="4" creationId="{2D4CDA87-39E8-CDD0-9C9A-A7AA267B3FEE}"/>
          </ac:spMkLst>
        </pc:spChg>
      </pc:sldChg>
      <pc:sldChg chg="addSp modSp add mod modNotesTx">
        <pc:chgData name="Haymond, Shannon" userId="5b01a877-9415-4a21-8eeb-d6d3c2be6b18" providerId="ADAL" clId="{FEA7804B-FD21-59C4-8BB3-74F1FB3AA68A}" dt="2026-10-03T01:48:19.139" v="7863" actId="20577"/>
        <pc:sldMkLst>
          <pc:docMk/>
          <pc:sldMk cId="3114402047" sldId="725"/>
        </pc:sldMkLst>
        <pc:spChg chg="add mod">
          <ac:chgData name="Haymond, Shannon" userId="5b01a877-9415-4a21-8eeb-d6d3c2be6b18" providerId="ADAL" clId="{FEA7804B-FD21-59C4-8BB3-74F1FB3AA68A}" dt="2026-10-02T21:05:22.953" v="5993" actId="207"/>
          <ac:spMkLst>
            <pc:docMk/>
            <pc:sldMk cId="3114402047" sldId="725"/>
            <ac:spMk id="3" creationId="{C45C6272-A2B7-5912-D1B9-492BA482ECBE}"/>
          </ac:spMkLst>
        </pc:spChg>
      </pc:sldChg>
      <pc:sldChg chg="addSp modSp new mod">
        <pc:chgData name="Haymond, Shannon" userId="5b01a877-9415-4a21-8eeb-d6d3c2be6b18" providerId="ADAL" clId="{FEA7804B-FD21-59C4-8BB3-74F1FB3AA68A}" dt="2026-10-03T01:08:36.857" v="7450" actId="20577"/>
        <pc:sldMkLst>
          <pc:docMk/>
          <pc:sldMk cId="3585962724" sldId="726"/>
        </pc:sldMkLst>
        <pc:spChg chg="mod">
          <ac:chgData name="Haymond, Shannon" userId="5b01a877-9415-4a21-8eeb-d6d3c2be6b18" providerId="ADAL" clId="{FEA7804B-FD21-59C4-8BB3-74F1FB3AA68A}" dt="2026-10-02T21:32:07.828" v="6554" actId="20577"/>
          <ac:spMkLst>
            <pc:docMk/>
            <pc:sldMk cId="3585962724" sldId="726"/>
            <ac:spMk id="2" creationId="{F73885CA-8653-BE9B-4484-C1751970B287}"/>
          </ac:spMkLst>
        </pc:spChg>
        <pc:spChg chg="mod">
          <ac:chgData name="Haymond, Shannon" userId="5b01a877-9415-4a21-8eeb-d6d3c2be6b18" providerId="ADAL" clId="{FEA7804B-FD21-59C4-8BB3-74F1FB3AA68A}" dt="2026-10-03T01:08:36.857" v="7450" actId="20577"/>
          <ac:spMkLst>
            <pc:docMk/>
            <pc:sldMk cId="3585962724" sldId="726"/>
            <ac:spMk id="3" creationId="{D329BEA8-D3FE-98D3-9B5E-2223F305FE89}"/>
          </ac:spMkLst>
        </pc:spChg>
        <pc:graphicFrameChg chg="add mod">
          <ac:chgData name="Haymond, Shannon" userId="5b01a877-9415-4a21-8eeb-d6d3c2be6b18" providerId="ADAL" clId="{FEA7804B-FD21-59C4-8BB3-74F1FB3AA68A}" dt="2026-10-02T22:28:46.591" v="6750"/>
          <ac:graphicFrameMkLst>
            <pc:docMk/>
            <pc:sldMk cId="3585962724" sldId="726"/>
            <ac:graphicFrameMk id="4" creationId="{8A3D27EC-4AD8-365D-0B3E-6D79F37EE01E}"/>
          </ac:graphicFrameMkLst>
        </pc:graphicFrameChg>
      </pc:sldChg>
      <pc:sldChg chg="addSp delSp modSp new mod modClrScheme chgLayout">
        <pc:chgData name="Haymond, Shannon" userId="5b01a877-9415-4a21-8eeb-d6d3c2be6b18" providerId="ADAL" clId="{FEA7804B-FD21-59C4-8BB3-74F1FB3AA68A}" dt="2026-10-03T01:08:13.659" v="7401" actId="1076"/>
        <pc:sldMkLst>
          <pc:docMk/>
          <pc:sldMk cId="894678061" sldId="727"/>
        </pc:sldMkLst>
        <pc:spChg chg="del">
          <ac:chgData name="Haymond, Shannon" userId="5b01a877-9415-4a21-8eeb-d6d3c2be6b18" providerId="ADAL" clId="{FEA7804B-FD21-59C4-8BB3-74F1FB3AA68A}" dt="2026-10-02T22:28:56.523" v="6752" actId="700"/>
          <ac:spMkLst>
            <pc:docMk/>
            <pc:sldMk cId="894678061" sldId="727"/>
            <ac:spMk id="2" creationId="{C133C580-3697-8230-809C-4CCBD4AB4455}"/>
          </ac:spMkLst>
        </pc:spChg>
        <pc:spChg chg="del">
          <ac:chgData name="Haymond, Shannon" userId="5b01a877-9415-4a21-8eeb-d6d3c2be6b18" providerId="ADAL" clId="{FEA7804B-FD21-59C4-8BB3-74F1FB3AA68A}" dt="2026-10-02T22:28:56.523" v="6752" actId="700"/>
          <ac:spMkLst>
            <pc:docMk/>
            <pc:sldMk cId="894678061" sldId="727"/>
            <ac:spMk id="3" creationId="{DC3E86C2-EA61-0FD5-A3DB-4CAEE90E135C}"/>
          </ac:spMkLst>
        </pc:spChg>
        <pc:spChg chg="add mod ord">
          <ac:chgData name="Haymond, Shannon" userId="5b01a877-9415-4a21-8eeb-d6d3c2be6b18" providerId="ADAL" clId="{FEA7804B-FD21-59C4-8BB3-74F1FB3AA68A}" dt="2026-10-03T01:06:08.268" v="7274" actId="20577"/>
          <ac:spMkLst>
            <pc:docMk/>
            <pc:sldMk cId="894678061" sldId="727"/>
            <ac:spMk id="5" creationId="{E2EC31E1-2C65-D7C6-756F-8BDC089DE6F4}"/>
          </ac:spMkLst>
        </pc:spChg>
        <pc:graphicFrameChg chg="add mod modGraphic">
          <ac:chgData name="Haymond, Shannon" userId="5b01a877-9415-4a21-8eeb-d6d3c2be6b18" providerId="ADAL" clId="{FEA7804B-FD21-59C4-8BB3-74F1FB3AA68A}" dt="2026-10-03T01:08:13.659" v="7401" actId="1076"/>
          <ac:graphicFrameMkLst>
            <pc:docMk/>
            <pc:sldMk cId="894678061" sldId="727"/>
            <ac:graphicFrameMk id="4" creationId="{B91151F9-A3F5-98D0-7959-C20782A8E99B}"/>
          </ac:graphicFrameMkLst>
        </pc:graphicFrameChg>
      </pc:sldChg>
      <pc:sldChg chg="modSp new mod">
        <pc:chgData name="Haymond, Shannon" userId="5b01a877-9415-4a21-8eeb-d6d3c2be6b18" providerId="ADAL" clId="{FEA7804B-FD21-59C4-8BB3-74F1FB3AA68A}" dt="2026-10-03T02:15:52.783" v="8561" actId="207"/>
        <pc:sldMkLst>
          <pc:docMk/>
          <pc:sldMk cId="336406105" sldId="728"/>
        </pc:sldMkLst>
        <pc:spChg chg="mod">
          <ac:chgData name="Haymond, Shannon" userId="5b01a877-9415-4a21-8eeb-d6d3c2be6b18" providerId="ADAL" clId="{FEA7804B-FD21-59C4-8BB3-74F1FB3AA68A}" dt="2026-10-03T02:08:25.543" v="8403" actId="20577"/>
          <ac:spMkLst>
            <pc:docMk/>
            <pc:sldMk cId="336406105" sldId="728"/>
            <ac:spMk id="2" creationId="{4763DCB0-D649-3A59-0FE5-053ECF5AAEA3}"/>
          </ac:spMkLst>
        </pc:spChg>
        <pc:spChg chg="mod">
          <ac:chgData name="Haymond, Shannon" userId="5b01a877-9415-4a21-8eeb-d6d3c2be6b18" providerId="ADAL" clId="{FEA7804B-FD21-59C4-8BB3-74F1FB3AA68A}" dt="2026-10-03T02:15:52.783" v="8561" actId="207"/>
          <ac:spMkLst>
            <pc:docMk/>
            <pc:sldMk cId="336406105" sldId="728"/>
            <ac:spMk id="3" creationId="{C20DA549-A0EB-2594-40A1-50709FC2F72B}"/>
          </ac:spMkLst>
        </pc:spChg>
      </pc:sldChg>
      <pc:sldChg chg="addSp modSp new del mod">
        <pc:chgData name="Haymond, Shannon" userId="5b01a877-9415-4a21-8eeb-d6d3c2be6b18" providerId="ADAL" clId="{FEA7804B-FD21-59C4-8BB3-74F1FB3AA68A}" dt="2026-10-02T23:13:18.278" v="7185" actId="2696"/>
        <pc:sldMkLst>
          <pc:docMk/>
          <pc:sldMk cId="2112852700" sldId="728"/>
        </pc:sldMkLst>
        <pc:spChg chg="add mod">
          <ac:chgData name="Haymond, Shannon" userId="5b01a877-9415-4a21-8eeb-d6d3c2be6b18" providerId="ADAL" clId="{FEA7804B-FD21-59C4-8BB3-74F1FB3AA68A}" dt="2026-10-02T23:05:22.997" v="6976" actId="20577"/>
          <ac:spMkLst>
            <pc:docMk/>
            <pc:sldMk cId="2112852700" sldId="728"/>
            <ac:spMk id="3" creationId="{DF55C2D8-48B7-DCDF-8DCA-345830A4F83F}"/>
          </ac:spMkLst>
        </pc:sp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5" Type="http://schemas.openxmlformats.org/officeDocument/2006/relationships/image" Target="../media/image6.svg"/><Relationship Id="rId4" Type="http://schemas.openxmlformats.org/officeDocument/2006/relationships/image" Target="../media/image5.svg"/></Relationships>
</file>

<file path=ppt/diagrams/_rels/data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5" Type="http://schemas.openxmlformats.org/officeDocument/2006/relationships/image" Target="../media/image6.svg"/><Relationship Id="rId4" Type="http://schemas.openxmlformats.org/officeDocument/2006/relationships/image" Target="../media/image5.svg"/></Relationships>
</file>

<file path=ppt/diagrams/_rels/data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5" Type="http://schemas.openxmlformats.org/officeDocument/2006/relationships/image" Target="../media/image6.svg"/><Relationship Id="rId4" Type="http://schemas.openxmlformats.org/officeDocument/2006/relationships/image" Target="../media/image5.svg"/></Relationships>
</file>

<file path=ppt/diagrams/_rels/data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5" Type="http://schemas.openxmlformats.org/officeDocument/2006/relationships/image" Target="../media/image6.svg"/><Relationship Id="rId4" Type="http://schemas.openxmlformats.org/officeDocument/2006/relationships/image" Target="../media/image5.svg"/></Relationships>
</file>

<file path=ppt/diagrams/_rels/data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5" Type="http://schemas.openxmlformats.org/officeDocument/2006/relationships/image" Target="../media/image6.svg"/><Relationship Id="rId4" Type="http://schemas.openxmlformats.org/officeDocument/2006/relationships/image" Target="../media/image5.svg"/></Relationships>
</file>

<file path=ppt/diagrams/_rels/data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5" Type="http://schemas.openxmlformats.org/officeDocument/2006/relationships/image" Target="../media/image6.svg"/><Relationship Id="rId4" Type="http://schemas.openxmlformats.org/officeDocument/2006/relationships/image" Target="../media/image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5" Type="http://schemas.openxmlformats.org/officeDocument/2006/relationships/image" Target="../media/image6.svg"/><Relationship Id="rId4" Type="http://schemas.openxmlformats.org/officeDocument/2006/relationships/image" Target="../media/image5.svg"/></Relationships>
</file>

<file path=ppt/diagrams/_rels/drawing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5" Type="http://schemas.openxmlformats.org/officeDocument/2006/relationships/image" Target="../media/image6.svg"/><Relationship Id="rId4" Type="http://schemas.openxmlformats.org/officeDocument/2006/relationships/image" Target="../media/image5.svg"/></Relationships>
</file>

<file path=ppt/diagrams/_rels/drawing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5" Type="http://schemas.openxmlformats.org/officeDocument/2006/relationships/image" Target="../media/image6.svg"/><Relationship Id="rId4" Type="http://schemas.openxmlformats.org/officeDocument/2006/relationships/image" Target="../media/image5.svg"/></Relationships>
</file>

<file path=ppt/diagrams/_rels/drawing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5" Type="http://schemas.openxmlformats.org/officeDocument/2006/relationships/image" Target="../media/image6.svg"/><Relationship Id="rId4" Type="http://schemas.openxmlformats.org/officeDocument/2006/relationships/image" Target="../media/image5.svg"/></Relationships>
</file>

<file path=ppt/diagrams/_rels/drawing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5" Type="http://schemas.openxmlformats.org/officeDocument/2006/relationships/image" Target="../media/image6.svg"/><Relationship Id="rId4" Type="http://schemas.openxmlformats.org/officeDocument/2006/relationships/image" Target="../media/image5.svg"/></Relationships>
</file>

<file path=ppt/diagrams/_rels/drawing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5" Type="http://schemas.openxmlformats.org/officeDocument/2006/relationships/image" Target="../media/image6.svg"/><Relationship Id="rId4"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146070E-8AC4-664C-B47B-4BCA66DCB6FD}" type="doc">
      <dgm:prSet loTypeId="urn:microsoft.com/office/officeart/2005/8/layout/vList4" loCatId="" qsTypeId="urn:microsoft.com/office/officeart/2005/8/quickstyle/simple1" qsCatId="simple" csTypeId="urn:microsoft.com/office/officeart/2005/8/colors/colorful1" csCatId="colorful" phldr="1"/>
      <dgm:spPr/>
      <dgm:t>
        <a:bodyPr/>
        <a:lstStyle/>
        <a:p>
          <a:endParaRPr lang="en-US"/>
        </a:p>
      </dgm:t>
    </dgm:pt>
    <dgm:pt modelId="{851BCC14-3C1C-3E49-93A7-BB25B4EE52BA}">
      <dgm:prSet phldrT="[Text]"/>
      <dgm:spPr/>
      <dgm:t>
        <a:bodyPr/>
        <a:lstStyle/>
        <a:p>
          <a:r>
            <a:rPr lang="en-US" dirty="0"/>
            <a:t>Decomposition</a:t>
          </a:r>
        </a:p>
      </dgm:t>
    </dgm:pt>
    <dgm:pt modelId="{5C8A566C-E11F-3744-8CDF-A5B1F2B97244}" type="parTrans" cxnId="{2995C9A3-9478-074D-848A-0C7B5B2F1954}">
      <dgm:prSet/>
      <dgm:spPr/>
      <dgm:t>
        <a:bodyPr/>
        <a:lstStyle/>
        <a:p>
          <a:endParaRPr lang="en-US"/>
        </a:p>
      </dgm:t>
    </dgm:pt>
    <dgm:pt modelId="{E6BC4F12-BA34-184E-9884-FA69ED945A04}" type="sibTrans" cxnId="{2995C9A3-9478-074D-848A-0C7B5B2F1954}">
      <dgm:prSet/>
      <dgm:spPr/>
      <dgm:t>
        <a:bodyPr/>
        <a:lstStyle/>
        <a:p>
          <a:endParaRPr lang="en-US"/>
        </a:p>
      </dgm:t>
    </dgm:pt>
    <dgm:pt modelId="{83FB809C-089F-654C-B289-FA15E78CB845}">
      <dgm:prSet phldrT="[Text]"/>
      <dgm:spPr/>
      <dgm:t>
        <a:bodyPr/>
        <a:lstStyle/>
        <a:p>
          <a:r>
            <a:rPr lang="en-US" dirty="0"/>
            <a:t>Abstraction</a:t>
          </a:r>
        </a:p>
      </dgm:t>
    </dgm:pt>
    <dgm:pt modelId="{B92ED099-6E97-9E4F-AF41-9FE76B2567EC}" type="parTrans" cxnId="{178127F9-FDFD-0F4D-BE65-C0A6F9915633}">
      <dgm:prSet/>
      <dgm:spPr/>
      <dgm:t>
        <a:bodyPr/>
        <a:lstStyle/>
        <a:p>
          <a:endParaRPr lang="en-US"/>
        </a:p>
      </dgm:t>
    </dgm:pt>
    <dgm:pt modelId="{44C7B6ED-D9C9-A54C-BDC5-427D9E4EBBD3}" type="sibTrans" cxnId="{178127F9-FDFD-0F4D-BE65-C0A6F9915633}">
      <dgm:prSet/>
      <dgm:spPr/>
      <dgm:t>
        <a:bodyPr/>
        <a:lstStyle/>
        <a:p>
          <a:endParaRPr lang="en-US"/>
        </a:p>
      </dgm:t>
    </dgm:pt>
    <dgm:pt modelId="{3950DAA9-35E2-0146-A429-1B42BD607DB0}">
      <dgm:prSet phldrT="[Text]"/>
      <dgm:spPr/>
      <dgm:t>
        <a:bodyPr/>
        <a:lstStyle/>
        <a:p>
          <a:r>
            <a:rPr lang="en-US" dirty="0"/>
            <a:t>Algorithm design</a:t>
          </a:r>
        </a:p>
      </dgm:t>
    </dgm:pt>
    <dgm:pt modelId="{DFD8FFC6-03AC-084B-A7BB-9A7DF97894F9}" type="parTrans" cxnId="{CA868C3A-74B5-744F-B744-D433998BD1F7}">
      <dgm:prSet/>
      <dgm:spPr/>
      <dgm:t>
        <a:bodyPr/>
        <a:lstStyle/>
        <a:p>
          <a:endParaRPr lang="en-US"/>
        </a:p>
      </dgm:t>
    </dgm:pt>
    <dgm:pt modelId="{99927EDE-9DF5-394D-BCC9-2FAB3F269E30}" type="sibTrans" cxnId="{CA868C3A-74B5-744F-B744-D433998BD1F7}">
      <dgm:prSet/>
      <dgm:spPr/>
      <dgm:t>
        <a:bodyPr/>
        <a:lstStyle/>
        <a:p>
          <a:endParaRPr lang="en-US"/>
        </a:p>
      </dgm:t>
    </dgm:pt>
    <dgm:pt modelId="{979B68A4-D185-6F41-BDB7-7DD8B195D604}">
      <dgm:prSet/>
      <dgm:spPr/>
      <dgm:t>
        <a:bodyPr/>
        <a:lstStyle/>
        <a:p>
          <a:r>
            <a:rPr lang="en-US" dirty="0"/>
            <a:t>Pattern recognition</a:t>
          </a:r>
        </a:p>
      </dgm:t>
    </dgm:pt>
    <dgm:pt modelId="{49E4B225-A5A2-EC46-8B9C-F6DC5CD8C2A3}" type="parTrans" cxnId="{90BB5E1E-007D-8F42-A777-361876E7C33C}">
      <dgm:prSet/>
      <dgm:spPr/>
      <dgm:t>
        <a:bodyPr/>
        <a:lstStyle/>
        <a:p>
          <a:endParaRPr lang="en-US"/>
        </a:p>
      </dgm:t>
    </dgm:pt>
    <dgm:pt modelId="{22B9AE64-3F79-A149-8BE0-C30D7D2C2317}" type="sibTrans" cxnId="{90BB5E1E-007D-8F42-A777-361876E7C33C}">
      <dgm:prSet/>
      <dgm:spPr/>
      <dgm:t>
        <a:bodyPr/>
        <a:lstStyle/>
        <a:p>
          <a:endParaRPr lang="en-US"/>
        </a:p>
      </dgm:t>
    </dgm:pt>
    <dgm:pt modelId="{A5926812-74A4-E64C-A97D-69A8914BD417}">
      <dgm:prSet/>
      <dgm:spPr/>
      <dgm:t>
        <a:bodyPr/>
        <a:lstStyle/>
        <a:p>
          <a:r>
            <a:rPr lang="en-US" dirty="0"/>
            <a:t>Evaluation &amp; debugging</a:t>
          </a:r>
        </a:p>
      </dgm:t>
    </dgm:pt>
    <dgm:pt modelId="{79530CDF-86DC-DD40-924E-F5AEE8E7EB2C}" type="parTrans" cxnId="{B3B17D37-F7AA-E649-8040-8136DFC8B249}">
      <dgm:prSet/>
      <dgm:spPr/>
      <dgm:t>
        <a:bodyPr/>
        <a:lstStyle/>
        <a:p>
          <a:endParaRPr lang="en-US"/>
        </a:p>
      </dgm:t>
    </dgm:pt>
    <dgm:pt modelId="{D882B879-1BFB-C441-B57A-8BDACC9CBA93}" type="sibTrans" cxnId="{B3B17D37-F7AA-E649-8040-8136DFC8B249}">
      <dgm:prSet/>
      <dgm:spPr/>
      <dgm:t>
        <a:bodyPr/>
        <a:lstStyle/>
        <a:p>
          <a:endParaRPr lang="en-US"/>
        </a:p>
      </dgm:t>
    </dgm:pt>
    <dgm:pt modelId="{5C83BDB9-FDD2-0241-9B3D-4AB98ABEB24A}" type="pres">
      <dgm:prSet presAssocID="{E146070E-8AC4-664C-B47B-4BCA66DCB6FD}" presName="linear" presStyleCnt="0">
        <dgm:presLayoutVars>
          <dgm:dir/>
          <dgm:resizeHandles val="exact"/>
        </dgm:presLayoutVars>
      </dgm:prSet>
      <dgm:spPr/>
    </dgm:pt>
    <dgm:pt modelId="{41EDD0B1-0F31-2C48-8CBF-DE40D7DFDA05}" type="pres">
      <dgm:prSet presAssocID="{851BCC14-3C1C-3E49-93A7-BB25B4EE52BA}" presName="comp" presStyleCnt="0"/>
      <dgm:spPr/>
    </dgm:pt>
    <dgm:pt modelId="{A9D231CA-E878-1546-8579-CE6A66A4F85C}" type="pres">
      <dgm:prSet presAssocID="{851BCC14-3C1C-3E49-93A7-BB25B4EE52BA}" presName="box" presStyleLbl="node1" presStyleIdx="0" presStyleCnt="5"/>
      <dgm:spPr/>
    </dgm:pt>
    <dgm:pt modelId="{2FFDD513-4151-714C-95FD-3AA5415C66EE}" type="pres">
      <dgm:prSet presAssocID="{851BCC14-3C1C-3E49-93A7-BB25B4EE52BA}" presName="img" presStyleLbl="fgImgPlace1" presStyleIdx="0" presStyleCnt="5"/>
      <dgm:spPr>
        <a:blipFill>
          <a:blip xmlns:r="http://schemas.openxmlformats.org/officeDocument/2006/relationships">
            <a:extLst>
              <a:ext uri="{96DAC541-7B7A-43D3-8B79-37D633B846F1}">
                <asvg:svgBlip xmlns:asvg="http://schemas.microsoft.com/office/drawing/2016/SVG/main" r:embed="rId1"/>
              </a:ext>
            </a:extLst>
          </a:blip>
          <a:srcRect/>
          <a:stretch>
            <a:fillRect t="-16000" b="-16000"/>
          </a:stretch>
        </a:blipFill>
      </dgm:spPr>
      <dgm:extLst>
        <a:ext uri="{E40237B7-FDA0-4F09-8148-C483321AD2D9}">
          <dgm14:cNvPr xmlns:dgm14="http://schemas.microsoft.com/office/drawing/2010/diagram" id="0" name="" descr="Puzzle pieces with solid fill"/>
        </a:ext>
      </dgm:extLst>
    </dgm:pt>
    <dgm:pt modelId="{18F14E86-513D-B449-9B50-F9A8F4CC313B}" type="pres">
      <dgm:prSet presAssocID="{851BCC14-3C1C-3E49-93A7-BB25B4EE52BA}" presName="text" presStyleLbl="node1" presStyleIdx="0" presStyleCnt="5">
        <dgm:presLayoutVars>
          <dgm:bulletEnabled val="1"/>
        </dgm:presLayoutVars>
      </dgm:prSet>
      <dgm:spPr/>
    </dgm:pt>
    <dgm:pt modelId="{F26296F8-AAB0-0D4F-9307-12063DD0D8A4}" type="pres">
      <dgm:prSet presAssocID="{E6BC4F12-BA34-184E-9884-FA69ED945A04}" presName="spacer" presStyleCnt="0"/>
      <dgm:spPr/>
    </dgm:pt>
    <dgm:pt modelId="{D1A1ED41-DF0E-F64F-BC7F-758AC96BEF7B}" type="pres">
      <dgm:prSet presAssocID="{979B68A4-D185-6F41-BDB7-7DD8B195D604}" presName="comp" presStyleCnt="0"/>
      <dgm:spPr/>
    </dgm:pt>
    <dgm:pt modelId="{D96D31B2-AC79-0D4D-BCD4-BC21E527A462}" type="pres">
      <dgm:prSet presAssocID="{979B68A4-D185-6F41-BDB7-7DD8B195D604}" presName="box" presStyleLbl="node1" presStyleIdx="1" presStyleCnt="5"/>
      <dgm:spPr/>
    </dgm:pt>
    <dgm:pt modelId="{EB10BBF3-7E94-6649-BD15-0F031A1EC7D4}" type="pres">
      <dgm:prSet presAssocID="{979B68A4-D185-6F41-BDB7-7DD8B195D604}" presName="img" presStyleLbl="fgImgPlace1" presStyleIdx="1" presStyleCnt="5"/>
      <dgm:spPr>
        <a:blipFill>
          <a:blip xmlns:r="http://schemas.openxmlformats.org/officeDocument/2006/relationships">
            <a:extLst>
              <a:ext uri="{96DAC541-7B7A-43D3-8B79-37D633B846F1}">
                <asvg:svgBlip xmlns:asvg="http://schemas.microsoft.com/office/drawing/2016/SVG/main" r:embed="rId2"/>
              </a:ext>
            </a:extLst>
          </a:blip>
          <a:srcRect/>
          <a:stretch>
            <a:fillRect t="-31000" b="-31000"/>
          </a:stretch>
        </a:blipFill>
      </dgm:spPr>
      <dgm:extLst>
        <a:ext uri="{E40237B7-FDA0-4F09-8148-C483321AD2D9}">
          <dgm14:cNvPr xmlns:dgm14="http://schemas.microsoft.com/office/drawing/2010/diagram" id="0" name="" descr="Bar graph with upward trend with solid fill"/>
        </a:ext>
      </dgm:extLst>
    </dgm:pt>
    <dgm:pt modelId="{C3587977-75B8-9244-9C2D-118AECD579F0}" type="pres">
      <dgm:prSet presAssocID="{979B68A4-D185-6F41-BDB7-7DD8B195D604}" presName="text" presStyleLbl="node1" presStyleIdx="1" presStyleCnt="5">
        <dgm:presLayoutVars>
          <dgm:bulletEnabled val="1"/>
        </dgm:presLayoutVars>
      </dgm:prSet>
      <dgm:spPr/>
    </dgm:pt>
    <dgm:pt modelId="{D3DC3002-0950-D641-A3C7-B4F13E78C1E4}" type="pres">
      <dgm:prSet presAssocID="{22B9AE64-3F79-A149-8BE0-C30D7D2C2317}" presName="spacer" presStyleCnt="0"/>
      <dgm:spPr/>
    </dgm:pt>
    <dgm:pt modelId="{352603A0-E60E-004D-AE0E-2D7C769FC873}" type="pres">
      <dgm:prSet presAssocID="{83FB809C-089F-654C-B289-FA15E78CB845}" presName="comp" presStyleCnt="0"/>
      <dgm:spPr/>
    </dgm:pt>
    <dgm:pt modelId="{E030AFDB-D36A-AE47-BEF3-C13AEDAB04A4}" type="pres">
      <dgm:prSet presAssocID="{83FB809C-089F-654C-B289-FA15E78CB845}" presName="box" presStyleLbl="node1" presStyleIdx="2" presStyleCnt="5"/>
      <dgm:spPr/>
    </dgm:pt>
    <dgm:pt modelId="{EB6C143A-9DD9-A644-B15F-DF234AEA04D9}" type="pres">
      <dgm:prSet presAssocID="{83FB809C-089F-654C-B289-FA15E78CB845}" presName="img" presStyleLbl="fgImgPlace1" presStyleIdx="2" presStyleCnt="5"/>
      <dgm:spPr>
        <a:blipFill>
          <a:blip xmlns:r="http://schemas.openxmlformats.org/officeDocument/2006/relationships">
            <a:extLst>
              <a:ext uri="{96DAC541-7B7A-43D3-8B79-37D633B846F1}">
                <asvg:svgBlip xmlns:asvg="http://schemas.microsoft.com/office/drawing/2016/SVG/main" r:embed="rId3"/>
              </a:ext>
            </a:extLst>
          </a:blip>
          <a:srcRect/>
          <a:stretch>
            <a:fillRect t="-10000" b="-10000"/>
          </a:stretch>
        </a:blipFill>
      </dgm:spPr>
      <dgm:extLst>
        <a:ext uri="{E40237B7-FDA0-4F09-8148-C483321AD2D9}">
          <dgm14:cNvPr xmlns:dgm14="http://schemas.microsoft.com/office/drawing/2010/diagram" id="0" name="" descr="Filter with solid fill"/>
        </a:ext>
      </dgm:extLst>
    </dgm:pt>
    <dgm:pt modelId="{CE42979A-F43C-E44E-B15F-5D0FDD792C1B}" type="pres">
      <dgm:prSet presAssocID="{83FB809C-089F-654C-B289-FA15E78CB845}" presName="text" presStyleLbl="node1" presStyleIdx="2" presStyleCnt="5">
        <dgm:presLayoutVars>
          <dgm:bulletEnabled val="1"/>
        </dgm:presLayoutVars>
      </dgm:prSet>
      <dgm:spPr/>
    </dgm:pt>
    <dgm:pt modelId="{86A48613-17CB-AA41-B4F2-10F4AD3E9D17}" type="pres">
      <dgm:prSet presAssocID="{44C7B6ED-D9C9-A54C-BDC5-427D9E4EBBD3}" presName="spacer" presStyleCnt="0"/>
      <dgm:spPr/>
    </dgm:pt>
    <dgm:pt modelId="{F1C53BF6-DEB8-9F4F-B0B0-4B8576ED51B3}" type="pres">
      <dgm:prSet presAssocID="{3950DAA9-35E2-0146-A429-1B42BD607DB0}" presName="comp" presStyleCnt="0"/>
      <dgm:spPr/>
    </dgm:pt>
    <dgm:pt modelId="{DBBD842C-6CC0-A844-928A-CA8119A20197}" type="pres">
      <dgm:prSet presAssocID="{3950DAA9-35E2-0146-A429-1B42BD607DB0}" presName="box" presStyleLbl="node1" presStyleIdx="3" presStyleCnt="5"/>
      <dgm:spPr/>
    </dgm:pt>
    <dgm:pt modelId="{8165C826-065B-F948-9082-91EDC4D80DF3}" type="pres">
      <dgm:prSet presAssocID="{3950DAA9-35E2-0146-A429-1B42BD607DB0}" presName="img" presStyleLbl="fgImgPlace1" presStyleIdx="3" presStyleCnt="5"/>
      <dgm:spPr>
        <a:blipFill>
          <a:blip xmlns:r="http://schemas.openxmlformats.org/officeDocument/2006/relationships">
            <a:extLst>
              <a:ext uri="{96DAC541-7B7A-43D3-8B79-37D633B846F1}">
                <asvg:svgBlip xmlns:asvg="http://schemas.microsoft.com/office/drawing/2016/SVG/main" r:embed="rId4"/>
              </a:ext>
            </a:extLst>
          </a:blip>
          <a:srcRect/>
          <a:stretch>
            <a:fillRect t="-10000" b="-10000"/>
          </a:stretch>
        </a:blipFill>
      </dgm:spPr>
      <dgm:extLst>
        <a:ext uri="{E40237B7-FDA0-4F09-8148-C483321AD2D9}">
          <dgm14:cNvPr xmlns:dgm14="http://schemas.microsoft.com/office/drawing/2010/diagram" id="0" name="" descr="Dance steps with solid fill"/>
        </a:ext>
      </dgm:extLst>
    </dgm:pt>
    <dgm:pt modelId="{6C5C0148-C27F-7B42-83E6-31E80C388795}" type="pres">
      <dgm:prSet presAssocID="{3950DAA9-35E2-0146-A429-1B42BD607DB0}" presName="text" presStyleLbl="node1" presStyleIdx="3" presStyleCnt="5">
        <dgm:presLayoutVars>
          <dgm:bulletEnabled val="1"/>
        </dgm:presLayoutVars>
      </dgm:prSet>
      <dgm:spPr/>
    </dgm:pt>
    <dgm:pt modelId="{FD3B49B1-FABD-D840-88A3-2B717EC460EB}" type="pres">
      <dgm:prSet presAssocID="{99927EDE-9DF5-394D-BCC9-2FAB3F269E30}" presName="spacer" presStyleCnt="0"/>
      <dgm:spPr/>
    </dgm:pt>
    <dgm:pt modelId="{ECBD4269-E074-DC45-9255-D7AE69F3DA57}" type="pres">
      <dgm:prSet presAssocID="{A5926812-74A4-E64C-A97D-69A8914BD417}" presName="comp" presStyleCnt="0"/>
      <dgm:spPr/>
    </dgm:pt>
    <dgm:pt modelId="{8BA020C0-56F1-2E4C-8B91-2B6D290D79E5}" type="pres">
      <dgm:prSet presAssocID="{A5926812-74A4-E64C-A97D-69A8914BD417}" presName="box" presStyleLbl="node1" presStyleIdx="4" presStyleCnt="5"/>
      <dgm:spPr/>
    </dgm:pt>
    <dgm:pt modelId="{66DB940C-C73F-0147-9D9A-942490EE028C}" type="pres">
      <dgm:prSet presAssocID="{A5926812-74A4-E64C-A97D-69A8914BD417}" presName="img" presStyleLbl="fgImgPlace1" presStyleIdx="4" presStyleCnt="5"/>
      <dgm:spPr>
        <a:blipFill>
          <a:blip xmlns:r="http://schemas.openxmlformats.org/officeDocument/2006/relationships">
            <a:extLst>
              <a:ext uri="{96DAC541-7B7A-43D3-8B79-37D633B846F1}">
                <asvg:svgBlip xmlns:asvg="http://schemas.microsoft.com/office/drawing/2016/SVG/main" r:embed="rId5"/>
              </a:ext>
            </a:extLst>
          </a:blip>
          <a:srcRect/>
          <a:stretch>
            <a:fillRect t="-51000" b="-51000"/>
          </a:stretch>
        </a:blipFill>
      </dgm:spPr>
      <dgm:extLst>
        <a:ext uri="{E40237B7-FDA0-4F09-8148-C483321AD2D9}">
          <dgm14:cNvPr xmlns:dgm14="http://schemas.microsoft.com/office/drawing/2010/diagram" id="0" name="" descr="Brain in head with solid fill"/>
        </a:ext>
      </dgm:extLst>
    </dgm:pt>
    <dgm:pt modelId="{1D180D4C-42E5-7649-97B3-0821FE1926FF}" type="pres">
      <dgm:prSet presAssocID="{A5926812-74A4-E64C-A97D-69A8914BD417}" presName="text" presStyleLbl="node1" presStyleIdx="4" presStyleCnt="5">
        <dgm:presLayoutVars>
          <dgm:bulletEnabled val="1"/>
        </dgm:presLayoutVars>
      </dgm:prSet>
      <dgm:spPr/>
    </dgm:pt>
  </dgm:ptLst>
  <dgm:cxnLst>
    <dgm:cxn modelId="{90BB5E1E-007D-8F42-A777-361876E7C33C}" srcId="{E146070E-8AC4-664C-B47B-4BCA66DCB6FD}" destId="{979B68A4-D185-6F41-BDB7-7DD8B195D604}" srcOrd="1" destOrd="0" parTransId="{49E4B225-A5A2-EC46-8B9C-F6DC5CD8C2A3}" sibTransId="{22B9AE64-3F79-A149-8BE0-C30D7D2C2317}"/>
    <dgm:cxn modelId="{2A2F6030-3E9B-D048-A0FB-714A85447DFA}" type="presOf" srcId="{A5926812-74A4-E64C-A97D-69A8914BD417}" destId="{8BA020C0-56F1-2E4C-8B91-2B6D290D79E5}" srcOrd="0" destOrd="0" presId="urn:microsoft.com/office/officeart/2005/8/layout/vList4"/>
    <dgm:cxn modelId="{FADE2734-0D31-EB48-A7A1-790DD8320502}" type="presOf" srcId="{83FB809C-089F-654C-B289-FA15E78CB845}" destId="{CE42979A-F43C-E44E-B15F-5D0FDD792C1B}" srcOrd="1" destOrd="0" presId="urn:microsoft.com/office/officeart/2005/8/layout/vList4"/>
    <dgm:cxn modelId="{B3B17D37-F7AA-E649-8040-8136DFC8B249}" srcId="{E146070E-8AC4-664C-B47B-4BCA66DCB6FD}" destId="{A5926812-74A4-E64C-A97D-69A8914BD417}" srcOrd="4" destOrd="0" parTransId="{79530CDF-86DC-DD40-924E-F5AEE8E7EB2C}" sibTransId="{D882B879-1BFB-C441-B57A-8BDACC9CBA93}"/>
    <dgm:cxn modelId="{CA868C3A-74B5-744F-B744-D433998BD1F7}" srcId="{E146070E-8AC4-664C-B47B-4BCA66DCB6FD}" destId="{3950DAA9-35E2-0146-A429-1B42BD607DB0}" srcOrd="3" destOrd="0" parTransId="{DFD8FFC6-03AC-084B-A7BB-9A7DF97894F9}" sibTransId="{99927EDE-9DF5-394D-BCC9-2FAB3F269E30}"/>
    <dgm:cxn modelId="{12394A41-FC0D-FC49-B832-6C5889B26479}" type="presOf" srcId="{3950DAA9-35E2-0146-A429-1B42BD607DB0}" destId="{6C5C0148-C27F-7B42-83E6-31E80C388795}" srcOrd="1" destOrd="0" presId="urn:microsoft.com/office/officeart/2005/8/layout/vList4"/>
    <dgm:cxn modelId="{303D604B-2212-664C-AA15-A6ABA408D0CF}" type="presOf" srcId="{979B68A4-D185-6F41-BDB7-7DD8B195D604}" destId="{C3587977-75B8-9244-9C2D-118AECD579F0}" srcOrd="1" destOrd="0" presId="urn:microsoft.com/office/officeart/2005/8/layout/vList4"/>
    <dgm:cxn modelId="{D53D095C-CDFE-5B4D-A2B3-86FAAF28CA92}" type="presOf" srcId="{851BCC14-3C1C-3E49-93A7-BB25B4EE52BA}" destId="{18F14E86-513D-B449-9B50-F9A8F4CC313B}" srcOrd="1" destOrd="0" presId="urn:microsoft.com/office/officeart/2005/8/layout/vList4"/>
    <dgm:cxn modelId="{F685036B-30DB-3847-959E-EFA8B6F12B1A}" type="presOf" srcId="{E146070E-8AC4-664C-B47B-4BCA66DCB6FD}" destId="{5C83BDB9-FDD2-0241-9B3D-4AB98ABEB24A}" srcOrd="0" destOrd="0" presId="urn:microsoft.com/office/officeart/2005/8/layout/vList4"/>
    <dgm:cxn modelId="{41E78177-9767-644D-A586-C5212DFC611A}" type="presOf" srcId="{979B68A4-D185-6F41-BDB7-7DD8B195D604}" destId="{D96D31B2-AC79-0D4D-BCD4-BC21E527A462}" srcOrd="0" destOrd="0" presId="urn:microsoft.com/office/officeart/2005/8/layout/vList4"/>
    <dgm:cxn modelId="{872F0B86-CBDB-0F48-94D9-A03299F2E407}" type="presOf" srcId="{A5926812-74A4-E64C-A97D-69A8914BD417}" destId="{1D180D4C-42E5-7649-97B3-0821FE1926FF}" srcOrd="1" destOrd="0" presId="urn:microsoft.com/office/officeart/2005/8/layout/vList4"/>
    <dgm:cxn modelId="{2995C9A3-9478-074D-848A-0C7B5B2F1954}" srcId="{E146070E-8AC4-664C-B47B-4BCA66DCB6FD}" destId="{851BCC14-3C1C-3E49-93A7-BB25B4EE52BA}" srcOrd="0" destOrd="0" parTransId="{5C8A566C-E11F-3744-8CDF-A5B1F2B97244}" sibTransId="{E6BC4F12-BA34-184E-9884-FA69ED945A04}"/>
    <dgm:cxn modelId="{CCA1B1B8-1246-7E4E-81AE-1BA8FE08FF17}" type="presOf" srcId="{3950DAA9-35E2-0146-A429-1B42BD607DB0}" destId="{DBBD842C-6CC0-A844-928A-CA8119A20197}" srcOrd="0" destOrd="0" presId="urn:microsoft.com/office/officeart/2005/8/layout/vList4"/>
    <dgm:cxn modelId="{B33ED8CD-3543-EC4D-AE54-7EA2F90C4D09}" type="presOf" srcId="{83FB809C-089F-654C-B289-FA15E78CB845}" destId="{E030AFDB-D36A-AE47-BEF3-C13AEDAB04A4}" srcOrd="0" destOrd="0" presId="urn:microsoft.com/office/officeart/2005/8/layout/vList4"/>
    <dgm:cxn modelId="{E37A10EB-05DD-D843-9CB5-5DB5CDAA21B6}" type="presOf" srcId="{851BCC14-3C1C-3E49-93A7-BB25B4EE52BA}" destId="{A9D231CA-E878-1546-8579-CE6A66A4F85C}" srcOrd="0" destOrd="0" presId="urn:microsoft.com/office/officeart/2005/8/layout/vList4"/>
    <dgm:cxn modelId="{178127F9-FDFD-0F4D-BE65-C0A6F9915633}" srcId="{E146070E-8AC4-664C-B47B-4BCA66DCB6FD}" destId="{83FB809C-089F-654C-B289-FA15E78CB845}" srcOrd="2" destOrd="0" parTransId="{B92ED099-6E97-9E4F-AF41-9FE76B2567EC}" sibTransId="{44C7B6ED-D9C9-A54C-BDC5-427D9E4EBBD3}"/>
    <dgm:cxn modelId="{E2B41509-B232-AF45-A569-826ACE3F08D5}" type="presParOf" srcId="{5C83BDB9-FDD2-0241-9B3D-4AB98ABEB24A}" destId="{41EDD0B1-0F31-2C48-8CBF-DE40D7DFDA05}" srcOrd="0" destOrd="0" presId="urn:microsoft.com/office/officeart/2005/8/layout/vList4"/>
    <dgm:cxn modelId="{8F82C49A-D90C-E24E-A2C9-0376298ACE36}" type="presParOf" srcId="{41EDD0B1-0F31-2C48-8CBF-DE40D7DFDA05}" destId="{A9D231CA-E878-1546-8579-CE6A66A4F85C}" srcOrd="0" destOrd="0" presId="urn:microsoft.com/office/officeart/2005/8/layout/vList4"/>
    <dgm:cxn modelId="{37B6A39A-10A2-F245-BC2E-1371BDD6ADAA}" type="presParOf" srcId="{41EDD0B1-0F31-2C48-8CBF-DE40D7DFDA05}" destId="{2FFDD513-4151-714C-95FD-3AA5415C66EE}" srcOrd="1" destOrd="0" presId="urn:microsoft.com/office/officeart/2005/8/layout/vList4"/>
    <dgm:cxn modelId="{DD462961-41E3-1A47-BBDA-E8E1F7C5AB63}" type="presParOf" srcId="{41EDD0B1-0F31-2C48-8CBF-DE40D7DFDA05}" destId="{18F14E86-513D-B449-9B50-F9A8F4CC313B}" srcOrd="2" destOrd="0" presId="urn:microsoft.com/office/officeart/2005/8/layout/vList4"/>
    <dgm:cxn modelId="{AE6E55FB-DABE-5D46-B357-BF6BD4ACB49C}" type="presParOf" srcId="{5C83BDB9-FDD2-0241-9B3D-4AB98ABEB24A}" destId="{F26296F8-AAB0-0D4F-9307-12063DD0D8A4}" srcOrd="1" destOrd="0" presId="urn:microsoft.com/office/officeart/2005/8/layout/vList4"/>
    <dgm:cxn modelId="{38BE05EE-B381-DC48-BAAE-EDD4B039896C}" type="presParOf" srcId="{5C83BDB9-FDD2-0241-9B3D-4AB98ABEB24A}" destId="{D1A1ED41-DF0E-F64F-BC7F-758AC96BEF7B}" srcOrd="2" destOrd="0" presId="urn:microsoft.com/office/officeart/2005/8/layout/vList4"/>
    <dgm:cxn modelId="{C7853F27-4744-D74F-894D-6AB5E63946F7}" type="presParOf" srcId="{D1A1ED41-DF0E-F64F-BC7F-758AC96BEF7B}" destId="{D96D31B2-AC79-0D4D-BCD4-BC21E527A462}" srcOrd="0" destOrd="0" presId="urn:microsoft.com/office/officeart/2005/8/layout/vList4"/>
    <dgm:cxn modelId="{7CDA2B2D-D65A-E347-A3B7-94CD3DB1AF9C}" type="presParOf" srcId="{D1A1ED41-DF0E-F64F-BC7F-758AC96BEF7B}" destId="{EB10BBF3-7E94-6649-BD15-0F031A1EC7D4}" srcOrd="1" destOrd="0" presId="urn:microsoft.com/office/officeart/2005/8/layout/vList4"/>
    <dgm:cxn modelId="{1D5328CE-5158-0742-887F-9B0E8D5FFCE8}" type="presParOf" srcId="{D1A1ED41-DF0E-F64F-BC7F-758AC96BEF7B}" destId="{C3587977-75B8-9244-9C2D-118AECD579F0}" srcOrd="2" destOrd="0" presId="urn:microsoft.com/office/officeart/2005/8/layout/vList4"/>
    <dgm:cxn modelId="{9F83F5D8-E087-4747-8032-7233066DE4B1}" type="presParOf" srcId="{5C83BDB9-FDD2-0241-9B3D-4AB98ABEB24A}" destId="{D3DC3002-0950-D641-A3C7-B4F13E78C1E4}" srcOrd="3" destOrd="0" presId="urn:microsoft.com/office/officeart/2005/8/layout/vList4"/>
    <dgm:cxn modelId="{F2414DB0-8050-874B-8C72-00A4B4F043D9}" type="presParOf" srcId="{5C83BDB9-FDD2-0241-9B3D-4AB98ABEB24A}" destId="{352603A0-E60E-004D-AE0E-2D7C769FC873}" srcOrd="4" destOrd="0" presId="urn:microsoft.com/office/officeart/2005/8/layout/vList4"/>
    <dgm:cxn modelId="{1671B69C-0E31-AD45-BC8F-193913826A5F}" type="presParOf" srcId="{352603A0-E60E-004D-AE0E-2D7C769FC873}" destId="{E030AFDB-D36A-AE47-BEF3-C13AEDAB04A4}" srcOrd="0" destOrd="0" presId="urn:microsoft.com/office/officeart/2005/8/layout/vList4"/>
    <dgm:cxn modelId="{E1E5F24F-7762-1D47-85BF-DD57495A373E}" type="presParOf" srcId="{352603A0-E60E-004D-AE0E-2D7C769FC873}" destId="{EB6C143A-9DD9-A644-B15F-DF234AEA04D9}" srcOrd="1" destOrd="0" presId="urn:microsoft.com/office/officeart/2005/8/layout/vList4"/>
    <dgm:cxn modelId="{DE64A942-624D-E44E-B08E-C356AE8FDB04}" type="presParOf" srcId="{352603A0-E60E-004D-AE0E-2D7C769FC873}" destId="{CE42979A-F43C-E44E-B15F-5D0FDD792C1B}" srcOrd="2" destOrd="0" presId="urn:microsoft.com/office/officeart/2005/8/layout/vList4"/>
    <dgm:cxn modelId="{0CE0F294-B93B-9942-908C-25EF19171469}" type="presParOf" srcId="{5C83BDB9-FDD2-0241-9B3D-4AB98ABEB24A}" destId="{86A48613-17CB-AA41-B4F2-10F4AD3E9D17}" srcOrd="5" destOrd="0" presId="urn:microsoft.com/office/officeart/2005/8/layout/vList4"/>
    <dgm:cxn modelId="{1CEEC866-946B-CA47-BCF5-CB61B8C14012}" type="presParOf" srcId="{5C83BDB9-FDD2-0241-9B3D-4AB98ABEB24A}" destId="{F1C53BF6-DEB8-9F4F-B0B0-4B8576ED51B3}" srcOrd="6" destOrd="0" presId="urn:microsoft.com/office/officeart/2005/8/layout/vList4"/>
    <dgm:cxn modelId="{11C1D9A9-7FE6-4A4C-9D6B-CA3BA74534DC}" type="presParOf" srcId="{F1C53BF6-DEB8-9F4F-B0B0-4B8576ED51B3}" destId="{DBBD842C-6CC0-A844-928A-CA8119A20197}" srcOrd="0" destOrd="0" presId="urn:microsoft.com/office/officeart/2005/8/layout/vList4"/>
    <dgm:cxn modelId="{8FE8CFA3-986D-BC49-A17E-DC39CF9E35B2}" type="presParOf" srcId="{F1C53BF6-DEB8-9F4F-B0B0-4B8576ED51B3}" destId="{8165C826-065B-F948-9082-91EDC4D80DF3}" srcOrd="1" destOrd="0" presId="urn:microsoft.com/office/officeart/2005/8/layout/vList4"/>
    <dgm:cxn modelId="{960C2B06-90BF-414E-A4D5-CF4C0F5842B0}" type="presParOf" srcId="{F1C53BF6-DEB8-9F4F-B0B0-4B8576ED51B3}" destId="{6C5C0148-C27F-7B42-83E6-31E80C388795}" srcOrd="2" destOrd="0" presId="urn:microsoft.com/office/officeart/2005/8/layout/vList4"/>
    <dgm:cxn modelId="{418C8E7E-6423-5B40-A554-7147512C9DA4}" type="presParOf" srcId="{5C83BDB9-FDD2-0241-9B3D-4AB98ABEB24A}" destId="{FD3B49B1-FABD-D840-88A3-2B717EC460EB}" srcOrd="7" destOrd="0" presId="urn:microsoft.com/office/officeart/2005/8/layout/vList4"/>
    <dgm:cxn modelId="{36EA2549-D68B-E447-9011-6CBD10ED201D}" type="presParOf" srcId="{5C83BDB9-FDD2-0241-9B3D-4AB98ABEB24A}" destId="{ECBD4269-E074-DC45-9255-D7AE69F3DA57}" srcOrd="8" destOrd="0" presId="urn:microsoft.com/office/officeart/2005/8/layout/vList4"/>
    <dgm:cxn modelId="{D43CC1E9-EB25-6D4D-9DE1-E928455B8BC8}" type="presParOf" srcId="{ECBD4269-E074-DC45-9255-D7AE69F3DA57}" destId="{8BA020C0-56F1-2E4C-8B91-2B6D290D79E5}" srcOrd="0" destOrd="0" presId="urn:microsoft.com/office/officeart/2005/8/layout/vList4"/>
    <dgm:cxn modelId="{5A0453F5-7FF4-A347-85AA-A84F8CFFD3D6}" type="presParOf" srcId="{ECBD4269-E074-DC45-9255-D7AE69F3DA57}" destId="{66DB940C-C73F-0147-9D9A-942490EE028C}" srcOrd="1" destOrd="0" presId="urn:microsoft.com/office/officeart/2005/8/layout/vList4"/>
    <dgm:cxn modelId="{DB024824-B8E3-744F-91BA-BC41A7779457}" type="presParOf" srcId="{ECBD4269-E074-DC45-9255-D7AE69F3DA57}" destId="{1D180D4C-42E5-7649-97B3-0821FE1926FF}" srcOrd="2" destOrd="0" presId="urn:microsoft.com/office/officeart/2005/8/layout/vList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146070E-8AC4-664C-B47B-4BCA66DCB6FD}" type="doc">
      <dgm:prSet loTypeId="urn:microsoft.com/office/officeart/2005/8/layout/vList4" loCatId="" qsTypeId="urn:microsoft.com/office/officeart/2005/8/quickstyle/simple1" qsCatId="simple" csTypeId="urn:microsoft.com/office/officeart/2005/8/colors/colorful1" csCatId="colorful" phldr="1"/>
      <dgm:spPr/>
      <dgm:t>
        <a:bodyPr/>
        <a:lstStyle/>
        <a:p>
          <a:endParaRPr lang="en-US"/>
        </a:p>
      </dgm:t>
    </dgm:pt>
    <dgm:pt modelId="{851BCC14-3C1C-3E49-93A7-BB25B4EE52BA}">
      <dgm:prSet phldrT="[Text]"/>
      <dgm:spPr/>
      <dgm:t>
        <a:bodyPr/>
        <a:lstStyle/>
        <a:p>
          <a:r>
            <a:rPr lang="en-US" dirty="0"/>
            <a:t>Decomposition</a:t>
          </a:r>
        </a:p>
      </dgm:t>
    </dgm:pt>
    <dgm:pt modelId="{5C8A566C-E11F-3744-8CDF-A5B1F2B97244}" type="parTrans" cxnId="{2995C9A3-9478-074D-848A-0C7B5B2F1954}">
      <dgm:prSet/>
      <dgm:spPr/>
      <dgm:t>
        <a:bodyPr/>
        <a:lstStyle/>
        <a:p>
          <a:endParaRPr lang="en-US"/>
        </a:p>
      </dgm:t>
    </dgm:pt>
    <dgm:pt modelId="{E6BC4F12-BA34-184E-9884-FA69ED945A04}" type="sibTrans" cxnId="{2995C9A3-9478-074D-848A-0C7B5B2F1954}">
      <dgm:prSet/>
      <dgm:spPr/>
      <dgm:t>
        <a:bodyPr/>
        <a:lstStyle/>
        <a:p>
          <a:endParaRPr lang="en-US"/>
        </a:p>
      </dgm:t>
    </dgm:pt>
    <dgm:pt modelId="{83FB809C-089F-654C-B289-FA15E78CB845}">
      <dgm:prSet phldrT="[Text]"/>
      <dgm:spPr/>
      <dgm:t>
        <a:bodyPr/>
        <a:lstStyle/>
        <a:p>
          <a:r>
            <a:rPr lang="en-US" dirty="0"/>
            <a:t>Abstraction</a:t>
          </a:r>
        </a:p>
      </dgm:t>
    </dgm:pt>
    <dgm:pt modelId="{B92ED099-6E97-9E4F-AF41-9FE76B2567EC}" type="parTrans" cxnId="{178127F9-FDFD-0F4D-BE65-C0A6F9915633}">
      <dgm:prSet/>
      <dgm:spPr/>
      <dgm:t>
        <a:bodyPr/>
        <a:lstStyle/>
        <a:p>
          <a:endParaRPr lang="en-US"/>
        </a:p>
      </dgm:t>
    </dgm:pt>
    <dgm:pt modelId="{44C7B6ED-D9C9-A54C-BDC5-427D9E4EBBD3}" type="sibTrans" cxnId="{178127F9-FDFD-0F4D-BE65-C0A6F9915633}">
      <dgm:prSet/>
      <dgm:spPr/>
      <dgm:t>
        <a:bodyPr/>
        <a:lstStyle/>
        <a:p>
          <a:endParaRPr lang="en-US"/>
        </a:p>
      </dgm:t>
    </dgm:pt>
    <dgm:pt modelId="{3950DAA9-35E2-0146-A429-1B42BD607DB0}">
      <dgm:prSet phldrT="[Text]"/>
      <dgm:spPr/>
      <dgm:t>
        <a:bodyPr/>
        <a:lstStyle/>
        <a:p>
          <a:r>
            <a:rPr lang="en-US" dirty="0"/>
            <a:t>Algorithm design</a:t>
          </a:r>
        </a:p>
      </dgm:t>
    </dgm:pt>
    <dgm:pt modelId="{DFD8FFC6-03AC-084B-A7BB-9A7DF97894F9}" type="parTrans" cxnId="{CA868C3A-74B5-744F-B744-D433998BD1F7}">
      <dgm:prSet/>
      <dgm:spPr/>
      <dgm:t>
        <a:bodyPr/>
        <a:lstStyle/>
        <a:p>
          <a:endParaRPr lang="en-US"/>
        </a:p>
      </dgm:t>
    </dgm:pt>
    <dgm:pt modelId="{99927EDE-9DF5-394D-BCC9-2FAB3F269E30}" type="sibTrans" cxnId="{CA868C3A-74B5-744F-B744-D433998BD1F7}">
      <dgm:prSet/>
      <dgm:spPr/>
      <dgm:t>
        <a:bodyPr/>
        <a:lstStyle/>
        <a:p>
          <a:endParaRPr lang="en-US"/>
        </a:p>
      </dgm:t>
    </dgm:pt>
    <dgm:pt modelId="{979B68A4-D185-6F41-BDB7-7DD8B195D604}">
      <dgm:prSet/>
      <dgm:spPr/>
      <dgm:t>
        <a:bodyPr/>
        <a:lstStyle/>
        <a:p>
          <a:r>
            <a:rPr lang="en-US" dirty="0"/>
            <a:t>Pattern recognition</a:t>
          </a:r>
        </a:p>
      </dgm:t>
    </dgm:pt>
    <dgm:pt modelId="{49E4B225-A5A2-EC46-8B9C-F6DC5CD8C2A3}" type="parTrans" cxnId="{90BB5E1E-007D-8F42-A777-361876E7C33C}">
      <dgm:prSet/>
      <dgm:spPr/>
      <dgm:t>
        <a:bodyPr/>
        <a:lstStyle/>
        <a:p>
          <a:endParaRPr lang="en-US"/>
        </a:p>
      </dgm:t>
    </dgm:pt>
    <dgm:pt modelId="{22B9AE64-3F79-A149-8BE0-C30D7D2C2317}" type="sibTrans" cxnId="{90BB5E1E-007D-8F42-A777-361876E7C33C}">
      <dgm:prSet/>
      <dgm:spPr/>
      <dgm:t>
        <a:bodyPr/>
        <a:lstStyle/>
        <a:p>
          <a:endParaRPr lang="en-US"/>
        </a:p>
      </dgm:t>
    </dgm:pt>
    <dgm:pt modelId="{A5926812-74A4-E64C-A97D-69A8914BD417}">
      <dgm:prSet/>
      <dgm:spPr/>
      <dgm:t>
        <a:bodyPr/>
        <a:lstStyle/>
        <a:p>
          <a:r>
            <a:rPr lang="en-US" dirty="0"/>
            <a:t>Evaluation &amp; debugging</a:t>
          </a:r>
        </a:p>
      </dgm:t>
    </dgm:pt>
    <dgm:pt modelId="{79530CDF-86DC-DD40-924E-F5AEE8E7EB2C}" type="parTrans" cxnId="{B3B17D37-F7AA-E649-8040-8136DFC8B249}">
      <dgm:prSet/>
      <dgm:spPr/>
      <dgm:t>
        <a:bodyPr/>
        <a:lstStyle/>
        <a:p>
          <a:endParaRPr lang="en-US"/>
        </a:p>
      </dgm:t>
    </dgm:pt>
    <dgm:pt modelId="{D882B879-1BFB-C441-B57A-8BDACC9CBA93}" type="sibTrans" cxnId="{B3B17D37-F7AA-E649-8040-8136DFC8B249}">
      <dgm:prSet/>
      <dgm:spPr/>
      <dgm:t>
        <a:bodyPr/>
        <a:lstStyle/>
        <a:p>
          <a:endParaRPr lang="en-US"/>
        </a:p>
      </dgm:t>
    </dgm:pt>
    <dgm:pt modelId="{5C83BDB9-FDD2-0241-9B3D-4AB98ABEB24A}" type="pres">
      <dgm:prSet presAssocID="{E146070E-8AC4-664C-B47B-4BCA66DCB6FD}" presName="linear" presStyleCnt="0">
        <dgm:presLayoutVars>
          <dgm:dir/>
          <dgm:resizeHandles val="exact"/>
        </dgm:presLayoutVars>
      </dgm:prSet>
      <dgm:spPr/>
    </dgm:pt>
    <dgm:pt modelId="{41EDD0B1-0F31-2C48-8CBF-DE40D7DFDA05}" type="pres">
      <dgm:prSet presAssocID="{851BCC14-3C1C-3E49-93A7-BB25B4EE52BA}" presName="comp" presStyleCnt="0"/>
      <dgm:spPr/>
    </dgm:pt>
    <dgm:pt modelId="{A9D231CA-E878-1546-8579-CE6A66A4F85C}" type="pres">
      <dgm:prSet presAssocID="{851BCC14-3C1C-3E49-93A7-BB25B4EE52BA}" presName="box" presStyleLbl="node1" presStyleIdx="0" presStyleCnt="5"/>
      <dgm:spPr/>
    </dgm:pt>
    <dgm:pt modelId="{2FFDD513-4151-714C-95FD-3AA5415C66EE}" type="pres">
      <dgm:prSet presAssocID="{851BCC14-3C1C-3E49-93A7-BB25B4EE52BA}" presName="img" presStyleLbl="fgImgPlace1" presStyleIdx="0" presStyleCnt="5"/>
      <dgm:spPr>
        <a:blipFill>
          <a:blip xmlns:r="http://schemas.openxmlformats.org/officeDocument/2006/relationships">
            <a:extLst>
              <a:ext uri="{96DAC541-7B7A-43D3-8B79-37D633B846F1}">
                <asvg:svgBlip xmlns:asvg="http://schemas.microsoft.com/office/drawing/2016/SVG/main" r:embed="rId1"/>
              </a:ext>
            </a:extLst>
          </a:blip>
          <a:srcRect/>
          <a:stretch>
            <a:fillRect t="-16000" b="-16000"/>
          </a:stretch>
        </a:blipFill>
      </dgm:spPr>
      <dgm:extLst>
        <a:ext uri="{E40237B7-FDA0-4F09-8148-C483321AD2D9}">
          <dgm14:cNvPr xmlns:dgm14="http://schemas.microsoft.com/office/drawing/2010/diagram" id="0" name="" descr="Puzzle pieces with solid fill"/>
        </a:ext>
      </dgm:extLst>
    </dgm:pt>
    <dgm:pt modelId="{18F14E86-513D-B449-9B50-F9A8F4CC313B}" type="pres">
      <dgm:prSet presAssocID="{851BCC14-3C1C-3E49-93A7-BB25B4EE52BA}" presName="text" presStyleLbl="node1" presStyleIdx="0" presStyleCnt="5">
        <dgm:presLayoutVars>
          <dgm:bulletEnabled val="1"/>
        </dgm:presLayoutVars>
      </dgm:prSet>
      <dgm:spPr/>
    </dgm:pt>
    <dgm:pt modelId="{F26296F8-AAB0-0D4F-9307-12063DD0D8A4}" type="pres">
      <dgm:prSet presAssocID="{E6BC4F12-BA34-184E-9884-FA69ED945A04}" presName="spacer" presStyleCnt="0"/>
      <dgm:spPr/>
    </dgm:pt>
    <dgm:pt modelId="{D1A1ED41-DF0E-F64F-BC7F-758AC96BEF7B}" type="pres">
      <dgm:prSet presAssocID="{979B68A4-D185-6F41-BDB7-7DD8B195D604}" presName="comp" presStyleCnt="0"/>
      <dgm:spPr/>
    </dgm:pt>
    <dgm:pt modelId="{D96D31B2-AC79-0D4D-BCD4-BC21E527A462}" type="pres">
      <dgm:prSet presAssocID="{979B68A4-D185-6F41-BDB7-7DD8B195D604}" presName="box" presStyleLbl="node1" presStyleIdx="1" presStyleCnt="5"/>
      <dgm:spPr/>
    </dgm:pt>
    <dgm:pt modelId="{EB10BBF3-7E94-6649-BD15-0F031A1EC7D4}" type="pres">
      <dgm:prSet presAssocID="{979B68A4-D185-6F41-BDB7-7DD8B195D604}" presName="img" presStyleLbl="fgImgPlace1" presStyleIdx="1" presStyleCnt="5"/>
      <dgm:spPr>
        <a:blipFill>
          <a:blip xmlns:r="http://schemas.openxmlformats.org/officeDocument/2006/relationships">
            <a:extLst>
              <a:ext uri="{96DAC541-7B7A-43D3-8B79-37D633B846F1}">
                <asvg:svgBlip xmlns:asvg="http://schemas.microsoft.com/office/drawing/2016/SVG/main" r:embed="rId2"/>
              </a:ext>
            </a:extLst>
          </a:blip>
          <a:srcRect/>
          <a:stretch>
            <a:fillRect t="-31000" b="-31000"/>
          </a:stretch>
        </a:blipFill>
      </dgm:spPr>
      <dgm:extLst>
        <a:ext uri="{E40237B7-FDA0-4F09-8148-C483321AD2D9}">
          <dgm14:cNvPr xmlns:dgm14="http://schemas.microsoft.com/office/drawing/2010/diagram" id="0" name="" descr="Bar graph with upward trend with solid fill"/>
        </a:ext>
      </dgm:extLst>
    </dgm:pt>
    <dgm:pt modelId="{C3587977-75B8-9244-9C2D-118AECD579F0}" type="pres">
      <dgm:prSet presAssocID="{979B68A4-D185-6F41-BDB7-7DD8B195D604}" presName="text" presStyleLbl="node1" presStyleIdx="1" presStyleCnt="5">
        <dgm:presLayoutVars>
          <dgm:bulletEnabled val="1"/>
        </dgm:presLayoutVars>
      </dgm:prSet>
      <dgm:spPr/>
    </dgm:pt>
    <dgm:pt modelId="{D3DC3002-0950-D641-A3C7-B4F13E78C1E4}" type="pres">
      <dgm:prSet presAssocID="{22B9AE64-3F79-A149-8BE0-C30D7D2C2317}" presName="spacer" presStyleCnt="0"/>
      <dgm:spPr/>
    </dgm:pt>
    <dgm:pt modelId="{352603A0-E60E-004D-AE0E-2D7C769FC873}" type="pres">
      <dgm:prSet presAssocID="{83FB809C-089F-654C-B289-FA15E78CB845}" presName="comp" presStyleCnt="0"/>
      <dgm:spPr/>
    </dgm:pt>
    <dgm:pt modelId="{E030AFDB-D36A-AE47-BEF3-C13AEDAB04A4}" type="pres">
      <dgm:prSet presAssocID="{83FB809C-089F-654C-B289-FA15E78CB845}" presName="box" presStyleLbl="node1" presStyleIdx="2" presStyleCnt="5"/>
      <dgm:spPr/>
    </dgm:pt>
    <dgm:pt modelId="{EB6C143A-9DD9-A644-B15F-DF234AEA04D9}" type="pres">
      <dgm:prSet presAssocID="{83FB809C-089F-654C-B289-FA15E78CB845}" presName="img" presStyleLbl="fgImgPlace1" presStyleIdx="2" presStyleCnt="5"/>
      <dgm:spPr>
        <a:blipFill>
          <a:blip xmlns:r="http://schemas.openxmlformats.org/officeDocument/2006/relationships">
            <a:extLst>
              <a:ext uri="{96DAC541-7B7A-43D3-8B79-37D633B846F1}">
                <asvg:svgBlip xmlns:asvg="http://schemas.microsoft.com/office/drawing/2016/SVG/main" r:embed="rId3"/>
              </a:ext>
            </a:extLst>
          </a:blip>
          <a:srcRect/>
          <a:stretch>
            <a:fillRect t="-10000" b="-10000"/>
          </a:stretch>
        </a:blipFill>
      </dgm:spPr>
      <dgm:extLst>
        <a:ext uri="{E40237B7-FDA0-4F09-8148-C483321AD2D9}">
          <dgm14:cNvPr xmlns:dgm14="http://schemas.microsoft.com/office/drawing/2010/diagram" id="0" name="" descr="Filter with solid fill"/>
        </a:ext>
      </dgm:extLst>
    </dgm:pt>
    <dgm:pt modelId="{CE42979A-F43C-E44E-B15F-5D0FDD792C1B}" type="pres">
      <dgm:prSet presAssocID="{83FB809C-089F-654C-B289-FA15E78CB845}" presName="text" presStyleLbl="node1" presStyleIdx="2" presStyleCnt="5">
        <dgm:presLayoutVars>
          <dgm:bulletEnabled val="1"/>
        </dgm:presLayoutVars>
      </dgm:prSet>
      <dgm:spPr/>
    </dgm:pt>
    <dgm:pt modelId="{86A48613-17CB-AA41-B4F2-10F4AD3E9D17}" type="pres">
      <dgm:prSet presAssocID="{44C7B6ED-D9C9-A54C-BDC5-427D9E4EBBD3}" presName="spacer" presStyleCnt="0"/>
      <dgm:spPr/>
    </dgm:pt>
    <dgm:pt modelId="{F1C53BF6-DEB8-9F4F-B0B0-4B8576ED51B3}" type="pres">
      <dgm:prSet presAssocID="{3950DAA9-35E2-0146-A429-1B42BD607DB0}" presName="comp" presStyleCnt="0"/>
      <dgm:spPr/>
    </dgm:pt>
    <dgm:pt modelId="{DBBD842C-6CC0-A844-928A-CA8119A20197}" type="pres">
      <dgm:prSet presAssocID="{3950DAA9-35E2-0146-A429-1B42BD607DB0}" presName="box" presStyleLbl="node1" presStyleIdx="3" presStyleCnt="5"/>
      <dgm:spPr/>
    </dgm:pt>
    <dgm:pt modelId="{8165C826-065B-F948-9082-91EDC4D80DF3}" type="pres">
      <dgm:prSet presAssocID="{3950DAA9-35E2-0146-A429-1B42BD607DB0}" presName="img" presStyleLbl="fgImgPlace1" presStyleIdx="3" presStyleCnt="5"/>
      <dgm:spPr>
        <a:blipFill>
          <a:blip xmlns:r="http://schemas.openxmlformats.org/officeDocument/2006/relationships">
            <a:extLst>
              <a:ext uri="{96DAC541-7B7A-43D3-8B79-37D633B846F1}">
                <asvg:svgBlip xmlns:asvg="http://schemas.microsoft.com/office/drawing/2016/SVG/main" r:embed="rId4"/>
              </a:ext>
            </a:extLst>
          </a:blip>
          <a:srcRect/>
          <a:stretch>
            <a:fillRect t="-10000" b="-10000"/>
          </a:stretch>
        </a:blipFill>
      </dgm:spPr>
      <dgm:extLst>
        <a:ext uri="{E40237B7-FDA0-4F09-8148-C483321AD2D9}">
          <dgm14:cNvPr xmlns:dgm14="http://schemas.microsoft.com/office/drawing/2010/diagram" id="0" name="" descr="Dance steps with solid fill"/>
        </a:ext>
      </dgm:extLst>
    </dgm:pt>
    <dgm:pt modelId="{6C5C0148-C27F-7B42-83E6-31E80C388795}" type="pres">
      <dgm:prSet presAssocID="{3950DAA9-35E2-0146-A429-1B42BD607DB0}" presName="text" presStyleLbl="node1" presStyleIdx="3" presStyleCnt="5">
        <dgm:presLayoutVars>
          <dgm:bulletEnabled val="1"/>
        </dgm:presLayoutVars>
      </dgm:prSet>
      <dgm:spPr/>
    </dgm:pt>
    <dgm:pt modelId="{FD3B49B1-FABD-D840-88A3-2B717EC460EB}" type="pres">
      <dgm:prSet presAssocID="{99927EDE-9DF5-394D-BCC9-2FAB3F269E30}" presName="spacer" presStyleCnt="0"/>
      <dgm:spPr/>
    </dgm:pt>
    <dgm:pt modelId="{ECBD4269-E074-DC45-9255-D7AE69F3DA57}" type="pres">
      <dgm:prSet presAssocID="{A5926812-74A4-E64C-A97D-69A8914BD417}" presName="comp" presStyleCnt="0"/>
      <dgm:spPr/>
    </dgm:pt>
    <dgm:pt modelId="{8BA020C0-56F1-2E4C-8B91-2B6D290D79E5}" type="pres">
      <dgm:prSet presAssocID="{A5926812-74A4-E64C-A97D-69A8914BD417}" presName="box" presStyleLbl="node1" presStyleIdx="4" presStyleCnt="5"/>
      <dgm:spPr/>
    </dgm:pt>
    <dgm:pt modelId="{66DB940C-C73F-0147-9D9A-942490EE028C}" type="pres">
      <dgm:prSet presAssocID="{A5926812-74A4-E64C-A97D-69A8914BD417}" presName="img" presStyleLbl="fgImgPlace1" presStyleIdx="4" presStyleCnt="5"/>
      <dgm:spPr>
        <a:blipFill>
          <a:blip xmlns:r="http://schemas.openxmlformats.org/officeDocument/2006/relationships">
            <a:extLst>
              <a:ext uri="{96DAC541-7B7A-43D3-8B79-37D633B846F1}">
                <asvg:svgBlip xmlns:asvg="http://schemas.microsoft.com/office/drawing/2016/SVG/main" r:embed="rId5"/>
              </a:ext>
            </a:extLst>
          </a:blip>
          <a:srcRect/>
          <a:stretch>
            <a:fillRect t="-51000" b="-51000"/>
          </a:stretch>
        </a:blipFill>
      </dgm:spPr>
      <dgm:extLst>
        <a:ext uri="{E40237B7-FDA0-4F09-8148-C483321AD2D9}">
          <dgm14:cNvPr xmlns:dgm14="http://schemas.microsoft.com/office/drawing/2010/diagram" id="0" name="" descr="Brain in head with solid fill"/>
        </a:ext>
      </dgm:extLst>
    </dgm:pt>
    <dgm:pt modelId="{1D180D4C-42E5-7649-97B3-0821FE1926FF}" type="pres">
      <dgm:prSet presAssocID="{A5926812-74A4-E64C-A97D-69A8914BD417}" presName="text" presStyleLbl="node1" presStyleIdx="4" presStyleCnt="5">
        <dgm:presLayoutVars>
          <dgm:bulletEnabled val="1"/>
        </dgm:presLayoutVars>
      </dgm:prSet>
      <dgm:spPr/>
    </dgm:pt>
  </dgm:ptLst>
  <dgm:cxnLst>
    <dgm:cxn modelId="{90BB5E1E-007D-8F42-A777-361876E7C33C}" srcId="{E146070E-8AC4-664C-B47B-4BCA66DCB6FD}" destId="{979B68A4-D185-6F41-BDB7-7DD8B195D604}" srcOrd="1" destOrd="0" parTransId="{49E4B225-A5A2-EC46-8B9C-F6DC5CD8C2A3}" sibTransId="{22B9AE64-3F79-A149-8BE0-C30D7D2C2317}"/>
    <dgm:cxn modelId="{2A2F6030-3E9B-D048-A0FB-714A85447DFA}" type="presOf" srcId="{A5926812-74A4-E64C-A97D-69A8914BD417}" destId="{8BA020C0-56F1-2E4C-8B91-2B6D290D79E5}" srcOrd="0" destOrd="0" presId="urn:microsoft.com/office/officeart/2005/8/layout/vList4"/>
    <dgm:cxn modelId="{FADE2734-0D31-EB48-A7A1-790DD8320502}" type="presOf" srcId="{83FB809C-089F-654C-B289-FA15E78CB845}" destId="{CE42979A-F43C-E44E-B15F-5D0FDD792C1B}" srcOrd="1" destOrd="0" presId="urn:microsoft.com/office/officeart/2005/8/layout/vList4"/>
    <dgm:cxn modelId="{B3B17D37-F7AA-E649-8040-8136DFC8B249}" srcId="{E146070E-8AC4-664C-B47B-4BCA66DCB6FD}" destId="{A5926812-74A4-E64C-A97D-69A8914BD417}" srcOrd="4" destOrd="0" parTransId="{79530CDF-86DC-DD40-924E-F5AEE8E7EB2C}" sibTransId="{D882B879-1BFB-C441-B57A-8BDACC9CBA93}"/>
    <dgm:cxn modelId="{CA868C3A-74B5-744F-B744-D433998BD1F7}" srcId="{E146070E-8AC4-664C-B47B-4BCA66DCB6FD}" destId="{3950DAA9-35E2-0146-A429-1B42BD607DB0}" srcOrd="3" destOrd="0" parTransId="{DFD8FFC6-03AC-084B-A7BB-9A7DF97894F9}" sibTransId="{99927EDE-9DF5-394D-BCC9-2FAB3F269E30}"/>
    <dgm:cxn modelId="{12394A41-FC0D-FC49-B832-6C5889B26479}" type="presOf" srcId="{3950DAA9-35E2-0146-A429-1B42BD607DB0}" destId="{6C5C0148-C27F-7B42-83E6-31E80C388795}" srcOrd="1" destOrd="0" presId="urn:microsoft.com/office/officeart/2005/8/layout/vList4"/>
    <dgm:cxn modelId="{303D604B-2212-664C-AA15-A6ABA408D0CF}" type="presOf" srcId="{979B68A4-D185-6F41-BDB7-7DD8B195D604}" destId="{C3587977-75B8-9244-9C2D-118AECD579F0}" srcOrd="1" destOrd="0" presId="urn:microsoft.com/office/officeart/2005/8/layout/vList4"/>
    <dgm:cxn modelId="{D53D095C-CDFE-5B4D-A2B3-86FAAF28CA92}" type="presOf" srcId="{851BCC14-3C1C-3E49-93A7-BB25B4EE52BA}" destId="{18F14E86-513D-B449-9B50-F9A8F4CC313B}" srcOrd="1" destOrd="0" presId="urn:microsoft.com/office/officeart/2005/8/layout/vList4"/>
    <dgm:cxn modelId="{F685036B-30DB-3847-959E-EFA8B6F12B1A}" type="presOf" srcId="{E146070E-8AC4-664C-B47B-4BCA66DCB6FD}" destId="{5C83BDB9-FDD2-0241-9B3D-4AB98ABEB24A}" srcOrd="0" destOrd="0" presId="urn:microsoft.com/office/officeart/2005/8/layout/vList4"/>
    <dgm:cxn modelId="{41E78177-9767-644D-A586-C5212DFC611A}" type="presOf" srcId="{979B68A4-D185-6F41-BDB7-7DD8B195D604}" destId="{D96D31B2-AC79-0D4D-BCD4-BC21E527A462}" srcOrd="0" destOrd="0" presId="urn:microsoft.com/office/officeart/2005/8/layout/vList4"/>
    <dgm:cxn modelId="{872F0B86-CBDB-0F48-94D9-A03299F2E407}" type="presOf" srcId="{A5926812-74A4-E64C-A97D-69A8914BD417}" destId="{1D180D4C-42E5-7649-97B3-0821FE1926FF}" srcOrd="1" destOrd="0" presId="urn:microsoft.com/office/officeart/2005/8/layout/vList4"/>
    <dgm:cxn modelId="{2995C9A3-9478-074D-848A-0C7B5B2F1954}" srcId="{E146070E-8AC4-664C-B47B-4BCA66DCB6FD}" destId="{851BCC14-3C1C-3E49-93A7-BB25B4EE52BA}" srcOrd="0" destOrd="0" parTransId="{5C8A566C-E11F-3744-8CDF-A5B1F2B97244}" sibTransId="{E6BC4F12-BA34-184E-9884-FA69ED945A04}"/>
    <dgm:cxn modelId="{CCA1B1B8-1246-7E4E-81AE-1BA8FE08FF17}" type="presOf" srcId="{3950DAA9-35E2-0146-A429-1B42BD607DB0}" destId="{DBBD842C-6CC0-A844-928A-CA8119A20197}" srcOrd="0" destOrd="0" presId="urn:microsoft.com/office/officeart/2005/8/layout/vList4"/>
    <dgm:cxn modelId="{B33ED8CD-3543-EC4D-AE54-7EA2F90C4D09}" type="presOf" srcId="{83FB809C-089F-654C-B289-FA15E78CB845}" destId="{E030AFDB-D36A-AE47-BEF3-C13AEDAB04A4}" srcOrd="0" destOrd="0" presId="urn:microsoft.com/office/officeart/2005/8/layout/vList4"/>
    <dgm:cxn modelId="{E37A10EB-05DD-D843-9CB5-5DB5CDAA21B6}" type="presOf" srcId="{851BCC14-3C1C-3E49-93A7-BB25B4EE52BA}" destId="{A9D231CA-E878-1546-8579-CE6A66A4F85C}" srcOrd="0" destOrd="0" presId="urn:microsoft.com/office/officeart/2005/8/layout/vList4"/>
    <dgm:cxn modelId="{178127F9-FDFD-0F4D-BE65-C0A6F9915633}" srcId="{E146070E-8AC4-664C-B47B-4BCA66DCB6FD}" destId="{83FB809C-089F-654C-B289-FA15E78CB845}" srcOrd="2" destOrd="0" parTransId="{B92ED099-6E97-9E4F-AF41-9FE76B2567EC}" sibTransId="{44C7B6ED-D9C9-A54C-BDC5-427D9E4EBBD3}"/>
    <dgm:cxn modelId="{E2B41509-B232-AF45-A569-826ACE3F08D5}" type="presParOf" srcId="{5C83BDB9-FDD2-0241-9B3D-4AB98ABEB24A}" destId="{41EDD0B1-0F31-2C48-8CBF-DE40D7DFDA05}" srcOrd="0" destOrd="0" presId="urn:microsoft.com/office/officeart/2005/8/layout/vList4"/>
    <dgm:cxn modelId="{8F82C49A-D90C-E24E-A2C9-0376298ACE36}" type="presParOf" srcId="{41EDD0B1-0F31-2C48-8CBF-DE40D7DFDA05}" destId="{A9D231CA-E878-1546-8579-CE6A66A4F85C}" srcOrd="0" destOrd="0" presId="urn:microsoft.com/office/officeart/2005/8/layout/vList4"/>
    <dgm:cxn modelId="{37B6A39A-10A2-F245-BC2E-1371BDD6ADAA}" type="presParOf" srcId="{41EDD0B1-0F31-2C48-8CBF-DE40D7DFDA05}" destId="{2FFDD513-4151-714C-95FD-3AA5415C66EE}" srcOrd="1" destOrd="0" presId="urn:microsoft.com/office/officeart/2005/8/layout/vList4"/>
    <dgm:cxn modelId="{DD462961-41E3-1A47-BBDA-E8E1F7C5AB63}" type="presParOf" srcId="{41EDD0B1-0F31-2C48-8CBF-DE40D7DFDA05}" destId="{18F14E86-513D-B449-9B50-F9A8F4CC313B}" srcOrd="2" destOrd="0" presId="urn:microsoft.com/office/officeart/2005/8/layout/vList4"/>
    <dgm:cxn modelId="{AE6E55FB-DABE-5D46-B357-BF6BD4ACB49C}" type="presParOf" srcId="{5C83BDB9-FDD2-0241-9B3D-4AB98ABEB24A}" destId="{F26296F8-AAB0-0D4F-9307-12063DD0D8A4}" srcOrd="1" destOrd="0" presId="urn:microsoft.com/office/officeart/2005/8/layout/vList4"/>
    <dgm:cxn modelId="{38BE05EE-B381-DC48-BAAE-EDD4B039896C}" type="presParOf" srcId="{5C83BDB9-FDD2-0241-9B3D-4AB98ABEB24A}" destId="{D1A1ED41-DF0E-F64F-BC7F-758AC96BEF7B}" srcOrd="2" destOrd="0" presId="urn:microsoft.com/office/officeart/2005/8/layout/vList4"/>
    <dgm:cxn modelId="{C7853F27-4744-D74F-894D-6AB5E63946F7}" type="presParOf" srcId="{D1A1ED41-DF0E-F64F-BC7F-758AC96BEF7B}" destId="{D96D31B2-AC79-0D4D-BCD4-BC21E527A462}" srcOrd="0" destOrd="0" presId="urn:microsoft.com/office/officeart/2005/8/layout/vList4"/>
    <dgm:cxn modelId="{7CDA2B2D-D65A-E347-A3B7-94CD3DB1AF9C}" type="presParOf" srcId="{D1A1ED41-DF0E-F64F-BC7F-758AC96BEF7B}" destId="{EB10BBF3-7E94-6649-BD15-0F031A1EC7D4}" srcOrd="1" destOrd="0" presId="urn:microsoft.com/office/officeart/2005/8/layout/vList4"/>
    <dgm:cxn modelId="{1D5328CE-5158-0742-887F-9B0E8D5FFCE8}" type="presParOf" srcId="{D1A1ED41-DF0E-F64F-BC7F-758AC96BEF7B}" destId="{C3587977-75B8-9244-9C2D-118AECD579F0}" srcOrd="2" destOrd="0" presId="urn:microsoft.com/office/officeart/2005/8/layout/vList4"/>
    <dgm:cxn modelId="{9F83F5D8-E087-4747-8032-7233066DE4B1}" type="presParOf" srcId="{5C83BDB9-FDD2-0241-9B3D-4AB98ABEB24A}" destId="{D3DC3002-0950-D641-A3C7-B4F13E78C1E4}" srcOrd="3" destOrd="0" presId="urn:microsoft.com/office/officeart/2005/8/layout/vList4"/>
    <dgm:cxn modelId="{F2414DB0-8050-874B-8C72-00A4B4F043D9}" type="presParOf" srcId="{5C83BDB9-FDD2-0241-9B3D-4AB98ABEB24A}" destId="{352603A0-E60E-004D-AE0E-2D7C769FC873}" srcOrd="4" destOrd="0" presId="urn:microsoft.com/office/officeart/2005/8/layout/vList4"/>
    <dgm:cxn modelId="{1671B69C-0E31-AD45-BC8F-193913826A5F}" type="presParOf" srcId="{352603A0-E60E-004D-AE0E-2D7C769FC873}" destId="{E030AFDB-D36A-AE47-BEF3-C13AEDAB04A4}" srcOrd="0" destOrd="0" presId="urn:microsoft.com/office/officeart/2005/8/layout/vList4"/>
    <dgm:cxn modelId="{E1E5F24F-7762-1D47-85BF-DD57495A373E}" type="presParOf" srcId="{352603A0-E60E-004D-AE0E-2D7C769FC873}" destId="{EB6C143A-9DD9-A644-B15F-DF234AEA04D9}" srcOrd="1" destOrd="0" presId="urn:microsoft.com/office/officeart/2005/8/layout/vList4"/>
    <dgm:cxn modelId="{DE64A942-624D-E44E-B08E-C356AE8FDB04}" type="presParOf" srcId="{352603A0-E60E-004D-AE0E-2D7C769FC873}" destId="{CE42979A-F43C-E44E-B15F-5D0FDD792C1B}" srcOrd="2" destOrd="0" presId="urn:microsoft.com/office/officeart/2005/8/layout/vList4"/>
    <dgm:cxn modelId="{0CE0F294-B93B-9942-908C-25EF19171469}" type="presParOf" srcId="{5C83BDB9-FDD2-0241-9B3D-4AB98ABEB24A}" destId="{86A48613-17CB-AA41-B4F2-10F4AD3E9D17}" srcOrd="5" destOrd="0" presId="urn:microsoft.com/office/officeart/2005/8/layout/vList4"/>
    <dgm:cxn modelId="{1CEEC866-946B-CA47-BCF5-CB61B8C14012}" type="presParOf" srcId="{5C83BDB9-FDD2-0241-9B3D-4AB98ABEB24A}" destId="{F1C53BF6-DEB8-9F4F-B0B0-4B8576ED51B3}" srcOrd="6" destOrd="0" presId="urn:microsoft.com/office/officeart/2005/8/layout/vList4"/>
    <dgm:cxn modelId="{11C1D9A9-7FE6-4A4C-9D6B-CA3BA74534DC}" type="presParOf" srcId="{F1C53BF6-DEB8-9F4F-B0B0-4B8576ED51B3}" destId="{DBBD842C-6CC0-A844-928A-CA8119A20197}" srcOrd="0" destOrd="0" presId="urn:microsoft.com/office/officeart/2005/8/layout/vList4"/>
    <dgm:cxn modelId="{8FE8CFA3-986D-BC49-A17E-DC39CF9E35B2}" type="presParOf" srcId="{F1C53BF6-DEB8-9F4F-B0B0-4B8576ED51B3}" destId="{8165C826-065B-F948-9082-91EDC4D80DF3}" srcOrd="1" destOrd="0" presId="urn:microsoft.com/office/officeart/2005/8/layout/vList4"/>
    <dgm:cxn modelId="{960C2B06-90BF-414E-A4D5-CF4C0F5842B0}" type="presParOf" srcId="{F1C53BF6-DEB8-9F4F-B0B0-4B8576ED51B3}" destId="{6C5C0148-C27F-7B42-83E6-31E80C388795}" srcOrd="2" destOrd="0" presId="urn:microsoft.com/office/officeart/2005/8/layout/vList4"/>
    <dgm:cxn modelId="{418C8E7E-6423-5B40-A554-7147512C9DA4}" type="presParOf" srcId="{5C83BDB9-FDD2-0241-9B3D-4AB98ABEB24A}" destId="{FD3B49B1-FABD-D840-88A3-2B717EC460EB}" srcOrd="7" destOrd="0" presId="urn:microsoft.com/office/officeart/2005/8/layout/vList4"/>
    <dgm:cxn modelId="{36EA2549-D68B-E447-9011-6CBD10ED201D}" type="presParOf" srcId="{5C83BDB9-FDD2-0241-9B3D-4AB98ABEB24A}" destId="{ECBD4269-E074-DC45-9255-D7AE69F3DA57}" srcOrd="8" destOrd="0" presId="urn:microsoft.com/office/officeart/2005/8/layout/vList4"/>
    <dgm:cxn modelId="{D43CC1E9-EB25-6D4D-9DE1-E928455B8BC8}" type="presParOf" srcId="{ECBD4269-E074-DC45-9255-D7AE69F3DA57}" destId="{8BA020C0-56F1-2E4C-8B91-2B6D290D79E5}" srcOrd="0" destOrd="0" presId="urn:microsoft.com/office/officeart/2005/8/layout/vList4"/>
    <dgm:cxn modelId="{5A0453F5-7FF4-A347-85AA-A84F8CFFD3D6}" type="presParOf" srcId="{ECBD4269-E074-DC45-9255-D7AE69F3DA57}" destId="{66DB940C-C73F-0147-9D9A-942490EE028C}" srcOrd="1" destOrd="0" presId="urn:microsoft.com/office/officeart/2005/8/layout/vList4"/>
    <dgm:cxn modelId="{DB024824-B8E3-744F-91BA-BC41A7779457}" type="presParOf" srcId="{ECBD4269-E074-DC45-9255-D7AE69F3DA57}" destId="{1D180D4C-42E5-7649-97B3-0821FE1926FF}" srcOrd="2" destOrd="0" presId="urn:microsoft.com/office/officeart/2005/8/layout/vList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79570B4-670B-42C9-BF91-46C153C563E6}" type="doc">
      <dgm:prSet loTypeId="urn:microsoft.com/office/officeart/2016/7/layout/LinearBlockProcessNumbered" loCatId="process" qsTypeId="urn:microsoft.com/office/officeart/2005/8/quickstyle/simple1" qsCatId="simple" csTypeId="urn:microsoft.com/office/officeart/2005/8/colors/colorful1" csCatId="colorful" phldr="1"/>
      <dgm:spPr/>
      <dgm:t>
        <a:bodyPr/>
        <a:lstStyle/>
        <a:p>
          <a:endParaRPr lang="en-US"/>
        </a:p>
      </dgm:t>
    </dgm:pt>
    <dgm:pt modelId="{5E3528A0-B309-4B59-A4EA-EA7B6F3CE18F}">
      <dgm:prSet/>
      <dgm:spPr/>
      <dgm:t>
        <a:bodyPr/>
        <a:lstStyle/>
        <a:p>
          <a:r>
            <a:rPr lang="en-US" b="1" baseline="0" dirty="0"/>
            <a:t>Planning &amp; Preparation</a:t>
          </a:r>
          <a:endParaRPr lang="en-US" dirty="0"/>
        </a:p>
      </dgm:t>
    </dgm:pt>
    <dgm:pt modelId="{8B4712FB-C0A1-44BB-9C34-2CDDCA580763}" type="parTrans" cxnId="{BC4E2CE0-EB4E-4DDA-806D-17211305B5CA}">
      <dgm:prSet/>
      <dgm:spPr/>
      <dgm:t>
        <a:bodyPr/>
        <a:lstStyle/>
        <a:p>
          <a:endParaRPr lang="en-US"/>
        </a:p>
      </dgm:t>
    </dgm:pt>
    <dgm:pt modelId="{6BBCB496-AA82-47F4-97EB-3D7E2C081066}" type="sibTrans" cxnId="{BC4E2CE0-EB4E-4DDA-806D-17211305B5CA}">
      <dgm:prSet phldrT="01" phldr="0"/>
      <dgm:spPr/>
      <dgm:t>
        <a:bodyPr/>
        <a:lstStyle/>
        <a:p>
          <a:r>
            <a:rPr lang="en-US" dirty="0"/>
            <a:t>01</a:t>
          </a:r>
        </a:p>
      </dgm:t>
    </dgm:pt>
    <dgm:pt modelId="{5747CD0B-C499-4FA8-A1B3-73536D484281}">
      <dgm:prSet/>
      <dgm:spPr/>
      <dgm:t>
        <a:bodyPr/>
        <a:lstStyle/>
        <a:p>
          <a:r>
            <a:rPr lang="en-US" b="1" baseline="0" dirty="0"/>
            <a:t>Mixing</a:t>
          </a:r>
          <a:endParaRPr lang="en-US" dirty="0"/>
        </a:p>
      </dgm:t>
    </dgm:pt>
    <dgm:pt modelId="{F02C2AE8-5BE4-4A9B-BA0C-2EAF2AC4CBD7}" type="parTrans" cxnId="{D98853CA-5FA3-4944-9BD2-1F9DB167DA47}">
      <dgm:prSet/>
      <dgm:spPr/>
      <dgm:t>
        <a:bodyPr/>
        <a:lstStyle/>
        <a:p>
          <a:endParaRPr lang="en-US"/>
        </a:p>
      </dgm:t>
    </dgm:pt>
    <dgm:pt modelId="{BF81BEB4-FAF5-43A7-9165-BD9A9348385E}" type="sibTrans" cxnId="{D98853CA-5FA3-4944-9BD2-1F9DB167DA47}">
      <dgm:prSet phldrT="02" phldr="0"/>
      <dgm:spPr/>
      <dgm:t>
        <a:bodyPr/>
        <a:lstStyle/>
        <a:p>
          <a:r>
            <a:rPr lang="en-US"/>
            <a:t>02</a:t>
          </a:r>
          <a:endParaRPr lang="en-US" dirty="0"/>
        </a:p>
      </dgm:t>
    </dgm:pt>
    <dgm:pt modelId="{629D0AB6-EA6C-46FB-8E97-D882A75D1B3A}">
      <dgm:prSet/>
      <dgm:spPr/>
      <dgm:t>
        <a:bodyPr/>
        <a:lstStyle/>
        <a:p>
          <a:r>
            <a:rPr lang="en-US" b="1" baseline="0" dirty="0"/>
            <a:t>Baking</a:t>
          </a:r>
          <a:endParaRPr lang="en-US" dirty="0"/>
        </a:p>
      </dgm:t>
    </dgm:pt>
    <dgm:pt modelId="{06A4ABDC-7D12-453E-AE39-7AFDD4F443CD}" type="parTrans" cxnId="{68F9DA97-3926-4C92-B2B7-2187113D0BBC}">
      <dgm:prSet/>
      <dgm:spPr/>
      <dgm:t>
        <a:bodyPr/>
        <a:lstStyle/>
        <a:p>
          <a:endParaRPr lang="en-US"/>
        </a:p>
      </dgm:t>
    </dgm:pt>
    <dgm:pt modelId="{CBF7A17A-8B5B-4217-A302-E472D582459D}" type="sibTrans" cxnId="{68F9DA97-3926-4C92-B2B7-2187113D0BBC}">
      <dgm:prSet phldrT="03" phldr="0"/>
      <dgm:spPr/>
      <dgm:t>
        <a:bodyPr/>
        <a:lstStyle/>
        <a:p>
          <a:r>
            <a:rPr lang="en-US"/>
            <a:t>03</a:t>
          </a:r>
          <a:endParaRPr lang="en-US" dirty="0"/>
        </a:p>
      </dgm:t>
    </dgm:pt>
    <dgm:pt modelId="{8209B384-235B-47F9-8BA5-8E42CAD3B100}">
      <dgm:prSet/>
      <dgm:spPr/>
      <dgm:t>
        <a:bodyPr/>
        <a:lstStyle/>
        <a:p>
          <a:r>
            <a:rPr lang="en-US" b="1" baseline="0" dirty="0"/>
            <a:t>Finishing</a:t>
          </a:r>
          <a:br>
            <a:rPr lang="en-US" baseline="0" dirty="0"/>
          </a:br>
          <a:endParaRPr lang="en-US" dirty="0"/>
        </a:p>
      </dgm:t>
    </dgm:pt>
    <dgm:pt modelId="{024DCA4C-740A-4C56-B457-507C462EC332}" type="sibTrans" cxnId="{F7B837F0-FF18-4CFB-A573-25BFE43069E6}">
      <dgm:prSet phldrT="04" phldr="0"/>
      <dgm:spPr/>
      <dgm:t>
        <a:bodyPr/>
        <a:lstStyle/>
        <a:p>
          <a:r>
            <a:rPr lang="en-US"/>
            <a:t>04</a:t>
          </a:r>
          <a:endParaRPr lang="en-US" dirty="0"/>
        </a:p>
      </dgm:t>
    </dgm:pt>
    <dgm:pt modelId="{C2AE047E-A7F8-431E-AA47-D57FD54650C6}" type="parTrans" cxnId="{F7B837F0-FF18-4CFB-A573-25BFE43069E6}">
      <dgm:prSet/>
      <dgm:spPr/>
      <dgm:t>
        <a:bodyPr/>
        <a:lstStyle/>
        <a:p>
          <a:endParaRPr lang="en-US"/>
        </a:p>
      </dgm:t>
    </dgm:pt>
    <dgm:pt modelId="{A1B01282-6C5F-D54F-8A37-842DE7124E6F}" type="pres">
      <dgm:prSet presAssocID="{D79570B4-670B-42C9-BF91-46C153C563E6}" presName="Name0" presStyleCnt="0">
        <dgm:presLayoutVars>
          <dgm:animLvl val="lvl"/>
          <dgm:resizeHandles val="exact"/>
        </dgm:presLayoutVars>
      </dgm:prSet>
      <dgm:spPr/>
    </dgm:pt>
    <dgm:pt modelId="{4EA46E5E-F962-D64F-8456-3E2A0ABA85BD}" type="pres">
      <dgm:prSet presAssocID="{5E3528A0-B309-4B59-A4EA-EA7B6F3CE18F}" presName="compositeNode" presStyleCnt="0">
        <dgm:presLayoutVars>
          <dgm:bulletEnabled val="1"/>
        </dgm:presLayoutVars>
      </dgm:prSet>
      <dgm:spPr/>
    </dgm:pt>
    <dgm:pt modelId="{D79C4E89-C40F-0848-8C46-678473DEC50A}" type="pres">
      <dgm:prSet presAssocID="{5E3528A0-B309-4B59-A4EA-EA7B6F3CE18F}" presName="bgRect" presStyleLbl="alignNode1" presStyleIdx="0" presStyleCnt="4"/>
      <dgm:spPr/>
    </dgm:pt>
    <dgm:pt modelId="{A9FDF445-B884-C14D-A823-65FDFB1EEA77}" type="pres">
      <dgm:prSet presAssocID="{6BBCB496-AA82-47F4-97EB-3D7E2C081066}" presName="sibTransNodeRect" presStyleLbl="alignNode1" presStyleIdx="0" presStyleCnt="4">
        <dgm:presLayoutVars>
          <dgm:chMax val="0"/>
          <dgm:bulletEnabled val="1"/>
        </dgm:presLayoutVars>
      </dgm:prSet>
      <dgm:spPr/>
    </dgm:pt>
    <dgm:pt modelId="{AECD05AC-5133-FA44-B5CF-E560FC471E6A}" type="pres">
      <dgm:prSet presAssocID="{5E3528A0-B309-4B59-A4EA-EA7B6F3CE18F}" presName="nodeRect" presStyleLbl="alignNode1" presStyleIdx="0" presStyleCnt="4">
        <dgm:presLayoutVars>
          <dgm:bulletEnabled val="1"/>
        </dgm:presLayoutVars>
      </dgm:prSet>
      <dgm:spPr/>
    </dgm:pt>
    <dgm:pt modelId="{EE3106F5-AD4E-794D-94EB-E191C2790281}" type="pres">
      <dgm:prSet presAssocID="{6BBCB496-AA82-47F4-97EB-3D7E2C081066}" presName="sibTrans" presStyleCnt="0"/>
      <dgm:spPr/>
    </dgm:pt>
    <dgm:pt modelId="{FF433C1D-EAE6-3949-8A51-14A6E989A2BD}" type="pres">
      <dgm:prSet presAssocID="{5747CD0B-C499-4FA8-A1B3-73536D484281}" presName="compositeNode" presStyleCnt="0">
        <dgm:presLayoutVars>
          <dgm:bulletEnabled val="1"/>
        </dgm:presLayoutVars>
      </dgm:prSet>
      <dgm:spPr/>
    </dgm:pt>
    <dgm:pt modelId="{6C921614-D9EF-0B4D-A20C-1314A317C0E5}" type="pres">
      <dgm:prSet presAssocID="{5747CD0B-C499-4FA8-A1B3-73536D484281}" presName="bgRect" presStyleLbl="alignNode1" presStyleIdx="1" presStyleCnt="4"/>
      <dgm:spPr/>
    </dgm:pt>
    <dgm:pt modelId="{52D91C4D-1B4F-734E-839C-E1CBEDA71742}" type="pres">
      <dgm:prSet presAssocID="{BF81BEB4-FAF5-43A7-9165-BD9A9348385E}" presName="sibTransNodeRect" presStyleLbl="alignNode1" presStyleIdx="1" presStyleCnt="4">
        <dgm:presLayoutVars>
          <dgm:chMax val="0"/>
          <dgm:bulletEnabled val="1"/>
        </dgm:presLayoutVars>
      </dgm:prSet>
      <dgm:spPr/>
    </dgm:pt>
    <dgm:pt modelId="{7418169E-1761-D549-BD3F-FFB4F75C253A}" type="pres">
      <dgm:prSet presAssocID="{5747CD0B-C499-4FA8-A1B3-73536D484281}" presName="nodeRect" presStyleLbl="alignNode1" presStyleIdx="1" presStyleCnt="4">
        <dgm:presLayoutVars>
          <dgm:bulletEnabled val="1"/>
        </dgm:presLayoutVars>
      </dgm:prSet>
      <dgm:spPr/>
    </dgm:pt>
    <dgm:pt modelId="{6B03BD0A-7FA7-844A-BD99-B7BE3C934676}" type="pres">
      <dgm:prSet presAssocID="{BF81BEB4-FAF5-43A7-9165-BD9A9348385E}" presName="sibTrans" presStyleCnt="0"/>
      <dgm:spPr/>
    </dgm:pt>
    <dgm:pt modelId="{5DA91468-416E-E445-AE9E-657BFF93E792}" type="pres">
      <dgm:prSet presAssocID="{629D0AB6-EA6C-46FB-8E97-D882A75D1B3A}" presName="compositeNode" presStyleCnt="0">
        <dgm:presLayoutVars>
          <dgm:bulletEnabled val="1"/>
        </dgm:presLayoutVars>
      </dgm:prSet>
      <dgm:spPr/>
    </dgm:pt>
    <dgm:pt modelId="{E22D8C13-0648-F742-957D-70008D06CCB1}" type="pres">
      <dgm:prSet presAssocID="{629D0AB6-EA6C-46FB-8E97-D882A75D1B3A}" presName="bgRect" presStyleLbl="alignNode1" presStyleIdx="2" presStyleCnt="4"/>
      <dgm:spPr/>
    </dgm:pt>
    <dgm:pt modelId="{5AE1F9E6-F08C-AC4A-BA81-B5081C764F4F}" type="pres">
      <dgm:prSet presAssocID="{CBF7A17A-8B5B-4217-A302-E472D582459D}" presName="sibTransNodeRect" presStyleLbl="alignNode1" presStyleIdx="2" presStyleCnt="4">
        <dgm:presLayoutVars>
          <dgm:chMax val="0"/>
          <dgm:bulletEnabled val="1"/>
        </dgm:presLayoutVars>
      </dgm:prSet>
      <dgm:spPr/>
    </dgm:pt>
    <dgm:pt modelId="{63A99BE1-C70A-7C43-9B47-A2B65A257D49}" type="pres">
      <dgm:prSet presAssocID="{629D0AB6-EA6C-46FB-8E97-D882A75D1B3A}" presName="nodeRect" presStyleLbl="alignNode1" presStyleIdx="2" presStyleCnt="4">
        <dgm:presLayoutVars>
          <dgm:bulletEnabled val="1"/>
        </dgm:presLayoutVars>
      </dgm:prSet>
      <dgm:spPr/>
    </dgm:pt>
    <dgm:pt modelId="{9FE4CDAF-0A25-3442-AE95-C5BBEB11A660}" type="pres">
      <dgm:prSet presAssocID="{CBF7A17A-8B5B-4217-A302-E472D582459D}" presName="sibTrans" presStyleCnt="0"/>
      <dgm:spPr/>
    </dgm:pt>
    <dgm:pt modelId="{93B16F2B-BEC9-5B41-9731-15C7EF3FD899}" type="pres">
      <dgm:prSet presAssocID="{8209B384-235B-47F9-8BA5-8E42CAD3B100}" presName="compositeNode" presStyleCnt="0">
        <dgm:presLayoutVars>
          <dgm:bulletEnabled val="1"/>
        </dgm:presLayoutVars>
      </dgm:prSet>
      <dgm:spPr/>
    </dgm:pt>
    <dgm:pt modelId="{772BA08D-630F-714A-8F18-26A4FF91B768}" type="pres">
      <dgm:prSet presAssocID="{8209B384-235B-47F9-8BA5-8E42CAD3B100}" presName="bgRect" presStyleLbl="alignNode1" presStyleIdx="3" presStyleCnt="4"/>
      <dgm:spPr/>
    </dgm:pt>
    <dgm:pt modelId="{9091DA31-5D66-A244-9AD0-638DA3954598}" type="pres">
      <dgm:prSet presAssocID="{024DCA4C-740A-4C56-B457-507C462EC332}" presName="sibTransNodeRect" presStyleLbl="alignNode1" presStyleIdx="3" presStyleCnt="4">
        <dgm:presLayoutVars>
          <dgm:chMax val="0"/>
          <dgm:bulletEnabled val="1"/>
        </dgm:presLayoutVars>
      </dgm:prSet>
      <dgm:spPr/>
    </dgm:pt>
    <dgm:pt modelId="{32618CCF-1E4B-8842-B584-70354685AF78}" type="pres">
      <dgm:prSet presAssocID="{8209B384-235B-47F9-8BA5-8E42CAD3B100}" presName="nodeRect" presStyleLbl="alignNode1" presStyleIdx="3" presStyleCnt="4">
        <dgm:presLayoutVars>
          <dgm:bulletEnabled val="1"/>
        </dgm:presLayoutVars>
      </dgm:prSet>
      <dgm:spPr/>
    </dgm:pt>
  </dgm:ptLst>
  <dgm:cxnLst>
    <dgm:cxn modelId="{1980FE11-2F93-BC41-BB9A-C1473187644A}" type="presOf" srcId="{629D0AB6-EA6C-46FB-8E97-D882A75D1B3A}" destId="{E22D8C13-0648-F742-957D-70008D06CCB1}" srcOrd="0" destOrd="0" presId="urn:microsoft.com/office/officeart/2016/7/layout/LinearBlockProcessNumbered"/>
    <dgm:cxn modelId="{BCD29616-04D9-3E4E-BFF1-574F359A7801}" type="presOf" srcId="{5747CD0B-C499-4FA8-A1B3-73536D484281}" destId="{7418169E-1761-D549-BD3F-FFB4F75C253A}" srcOrd="1" destOrd="0" presId="urn:microsoft.com/office/officeart/2016/7/layout/LinearBlockProcessNumbered"/>
    <dgm:cxn modelId="{438E7A22-CA29-4D4C-9CFE-DE3E6EDDA231}" type="presOf" srcId="{BF81BEB4-FAF5-43A7-9165-BD9A9348385E}" destId="{52D91C4D-1B4F-734E-839C-E1CBEDA71742}" srcOrd="0" destOrd="0" presId="urn:microsoft.com/office/officeart/2016/7/layout/LinearBlockProcessNumbered"/>
    <dgm:cxn modelId="{0F501C2B-78F3-0543-9B2C-981CCD6ED931}" type="presOf" srcId="{D79570B4-670B-42C9-BF91-46C153C563E6}" destId="{A1B01282-6C5F-D54F-8A37-842DE7124E6F}" srcOrd="0" destOrd="0" presId="urn:microsoft.com/office/officeart/2016/7/layout/LinearBlockProcessNumbered"/>
    <dgm:cxn modelId="{0089033A-33E8-3B47-99CC-612399F767E5}" type="presOf" srcId="{5E3528A0-B309-4B59-A4EA-EA7B6F3CE18F}" destId="{AECD05AC-5133-FA44-B5CF-E560FC471E6A}" srcOrd="1" destOrd="0" presId="urn:microsoft.com/office/officeart/2016/7/layout/LinearBlockProcessNumbered"/>
    <dgm:cxn modelId="{1D28593C-4D86-5E48-B3CD-E6CBA0CC7D72}" type="presOf" srcId="{8209B384-235B-47F9-8BA5-8E42CAD3B100}" destId="{772BA08D-630F-714A-8F18-26A4FF91B768}" srcOrd="0" destOrd="0" presId="urn:microsoft.com/office/officeart/2016/7/layout/LinearBlockProcessNumbered"/>
    <dgm:cxn modelId="{9B6BCD59-19BB-1542-910A-4285DD0C862A}" type="presOf" srcId="{CBF7A17A-8B5B-4217-A302-E472D582459D}" destId="{5AE1F9E6-F08C-AC4A-BA81-B5081C764F4F}" srcOrd="0" destOrd="0" presId="urn:microsoft.com/office/officeart/2016/7/layout/LinearBlockProcessNumbered"/>
    <dgm:cxn modelId="{12866363-2F2B-0E45-BDF5-3983BE5D6123}" type="presOf" srcId="{5747CD0B-C499-4FA8-A1B3-73536D484281}" destId="{6C921614-D9EF-0B4D-A20C-1314A317C0E5}" srcOrd="0" destOrd="0" presId="urn:microsoft.com/office/officeart/2016/7/layout/LinearBlockProcessNumbered"/>
    <dgm:cxn modelId="{1E92A665-6F8C-914C-8220-2F88C1F584A6}" type="presOf" srcId="{024DCA4C-740A-4C56-B457-507C462EC332}" destId="{9091DA31-5D66-A244-9AD0-638DA3954598}" srcOrd="0" destOrd="0" presId="urn:microsoft.com/office/officeart/2016/7/layout/LinearBlockProcessNumbered"/>
    <dgm:cxn modelId="{08E8EC92-02D8-E248-B6B5-D1B844400B3B}" type="presOf" srcId="{629D0AB6-EA6C-46FB-8E97-D882A75D1B3A}" destId="{63A99BE1-C70A-7C43-9B47-A2B65A257D49}" srcOrd="1" destOrd="0" presId="urn:microsoft.com/office/officeart/2016/7/layout/LinearBlockProcessNumbered"/>
    <dgm:cxn modelId="{68F9DA97-3926-4C92-B2B7-2187113D0BBC}" srcId="{D79570B4-670B-42C9-BF91-46C153C563E6}" destId="{629D0AB6-EA6C-46FB-8E97-D882A75D1B3A}" srcOrd="2" destOrd="0" parTransId="{06A4ABDC-7D12-453E-AE39-7AFDD4F443CD}" sibTransId="{CBF7A17A-8B5B-4217-A302-E472D582459D}"/>
    <dgm:cxn modelId="{908849BF-22CB-D44E-8DE7-B44E22AD9230}" type="presOf" srcId="{8209B384-235B-47F9-8BA5-8E42CAD3B100}" destId="{32618CCF-1E4B-8842-B584-70354685AF78}" srcOrd="1" destOrd="0" presId="urn:microsoft.com/office/officeart/2016/7/layout/LinearBlockProcessNumbered"/>
    <dgm:cxn modelId="{D98853CA-5FA3-4944-9BD2-1F9DB167DA47}" srcId="{D79570B4-670B-42C9-BF91-46C153C563E6}" destId="{5747CD0B-C499-4FA8-A1B3-73536D484281}" srcOrd="1" destOrd="0" parTransId="{F02C2AE8-5BE4-4A9B-BA0C-2EAF2AC4CBD7}" sibTransId="{BF81BEB4-FAF5-43A7-9165-BD9A9348385E}"/>
    <dgm:cxn modelId="{5C2627D2-BE81-6145-8DF0-8FCD55159B60}" type="presOf" srcId="{5E3528A0-B309-4B59-A4EA-EA7B6F3CE18F}" destId="{D79C4E89-C40F-0848-8C46-678473DEC50A}" srcOrd="0" destOrd="0" presId="urn:microsoft.com/office/officeart/2016/7/layout/LinearBlockProcessNumbered"/>
    <dgm:cxn modelId="{BC4E2CE0-EB4E-4DDA-806D-17211305B5CA}" srcId="{D79570B4-670B-42C9-BF91-46C153C563E6}" destId="{5E3528A0-B309-4B59-A4EA-EA7B6F3CE18F}" srcOrd="0" destOrd="0" parTransId="{8B4712FB-C0A1-44BB-9C34-2CDDCA580763}" sibTransId="{6BBCB496-AA82-47F4-97EB-3D7E2C081066}"/>
    <dgm:cxn modelId="{19CCBFE3-4BD4-854A-B8D9-D6F65204CED5}" type="presOf" srcId="{6BBCB496-AA82-47F4-97EB-3D7E2C081066}" destId="{A9FDF445-B884-C14D-A823-65FDFB1EEA77}" srcOrd="0" destOrd="0" presId="urn:microsoft.com/office/officeart/2016/7/layout/LinearBlockProcessNumbered"/>
    <dgm:cxn modelId="{F7B837F0-FF18-4CFB-A573-25BFE43069E6}" srcId="{D79570B4-670B-42C9-BF91-46C153C563E6}" destId="{8209B384-235B-47F9-8BA5-8E42CAD3B100}" srcOrd="3" destOrd="0" parTransId="{C2AE047E-A7F8-431E-AA47-D57FD54650C6}" sibTransId="{024DCA4C-740A-4C56-B457-507C462EC332}"/>
    <dgm:cxn modelId="{A657F072-9E0B-6946-A27B-0166CE31AE96}" type="presParOf" srcId="{A1B01282-6C5F-D54F-8A37-842DE7124E6F}" destId="{4EA46E5E-F962-D64F-8456-3E2A0ABA85BD}" srcOrd="0" destOrd="0" presId="urn:microsoft.com/office/officeart/2016/7/layout/LinearBlockProcessNumbered"/>
    <dgm:cxn modelId="{D4AB7B3A-9CB0-C44D-83E1-4F5BFF1C8695}" type="presParOf" srcId="{4EA46E5E-F962-D64F-8456-3E2A0ABA85BD}" destId="{D79C4E89-C40F-0848-8C46-678473DEC50A}" srcOrd="0" destOrd="0" presId="urn:microsoft.com/office/officeart/2016/7/layout/LinearBlockProcessNumbered"/>
    <dgm:cxn modelId="{CCA61944-1699-D34B-83EA-4892C03AC392}" type="presParOf" srcId="{4EA46E5E-F962-D64F-8456-3E2A0ABA85BD}" destId="{A9FDF445-B884-C14D-A823-65FDFB1EEA77}" srcOrd="1" destOrd="0" presId="urn:microsoft.com/office/officeart/2016/7/layout/LinearBlockProcessNumbered"/>
    <dgm:cxn modelId="{010FFED6-88A8-B247-93E3-8C6B9A1EF705}" type="presParOf" srcId="{4EA46E5E-F962-D64F-8456-3E2A0ABA85BD}" destId="{AECD05AC-5133-FA44-B5CF-E560FC471E6A}" srcOrd="2" destOrd="0" presId="urn:microsoft.com/office/officeart/2016/7/layout/LinearBlockProcessNumbered"/>
    <dgm:cxn modelId="{B9653720-827A-674B-9F00-5EE1867B50C1}" type="presParOf" srcId="{A1B01282-6C5F-D54F-8A37-842DE7124E6F}" destId="{EE3106F5-AD4E-794D-94EB-E191C2790281}" srcOrd="1" destOrd="0" presId="urn:microsoft.com/office/officeart/2016/7/layout/LinearBlockProcessNumbered"/>
    <dgm:cxn modelId="{543C5D94-0A94-254A-B7B1-54DEB502F187}" type="presParOf" srcId="{A1B01282-6C5F-D54F-8A37-842DE7124E6F}" destId="{FF433C1D-EAE6-3949-8A51-14A6E989A2BD}" srcOrd="2" destOrd="0" presId="urn:microsoft.com/office/officeart/2016/7/layout/LinearBlockProcessNumbered"/>
    <dgm:cxn modelId="{BBADC868-5326-F046-92F3-D73F3F5BECB5}" type="presParOf" srcId="{FF433C1D-EAE6-3949-8A51-14A6E989A2BD}" destId="{6C921614-D9EF-0B4D-A20C-1314A317C0E5}" srcOrd="0" destOrd="0" presId="urn:microsoft.com/office/officeart/2016/7/layout/LinearBlockProcessNumbered"/>
    <dgm:cxn modelId="{F0F557A9-C5D6-534B-AA7A-26CF5BB8A4D2}" type="presParOf" srcId="{FF433C1D-EAE6-3949-8A51-14A6E989A2BD}" destId="{52D91C4D-1B4F-734E-839C-E1CBEDA71742}" srcOrd="1" destOrd="0" presId="urn:microsoft.com/office/officeart/2016/7/layout/LinearBlockProcessNumbered"/>
    <dgm:cxn modelId="{40C355AD-9BEF-6A4E-BD13-7DE7448F5C7F}" type="presParOf" srcId="{FF433C1D-EAE6-3949-8A51-14A6E989A2BD}" destId="{7418169E-1761-D549-BD3F-FFB4F75C253A}" srcOrd="2" destOrd="0" presId="urn:microsoft.com/office/officeart/2016/7/layout/LinearBlockProcessNumbered"/>
    <dgm:cxn modelId="{3CBFC1B5-B5C8-CC4B-806E-D5817701800C}" type="presParOf" srcId="{A1B01282-6C5F-D54F-8A37-842DE7124E6F}" destId="{6B03BD0A-7FA7-844A-BD99-B7BE3C934676}" srcOrd="3" destOrd="0" presId="urn:microsoft.com/office/officeart/2016/7/layout/LinearBlockProcessNumbered"/>
    <dgm:cxn modelId="{32CC1D29-759C-244B-8C61-4BCB2D8AA95E}" type="presParOf" srcId="{A1B01282-6C5F-D54F-8A37-842DE7124E6F}" destId="{5DA91468-416E-E445-AE9E-657BFF93E792}" srcOrd="4" destOrd="0" presId="urn:microsoft.com/office/officeart/2016/7/layout/LinearBlockProcessNumbered"/>
    <dgm:cxn modelId="{5A48C1DB-AFF6-014F-93E2-9D45A1292C45}" type="presParOf" srcId="{5DA91468-416E-E445-AE9E-657BFF93E792}" destId="{E22D8C13-0648-F742-957D-70008D06CCB1}" srcOrd="0" destOrd="0" presId="urn:microsoft.com/office/officeart/2016/7/layout/LinearBlockProcessNumbered"/>
    <dgm:cxn modelId="{772C5832-3CB8-7447-89D6-C223BC863C07}" type="presParOf" srcId="{5DA91468-416E-E445-AE9E-657BFF93E792}" destId="{5AE1F9E6-F08C-AC4A-BA81-B5081C764F4F}" srcOrd="1" destOrd="0" presId="urn:microsoft.com/office/officeart/2016/7/layout/LinearBlockProcessNumbered"/>
    <dgm:cxn modelId="{5B932F0D-8481-1540-96DA-1FB3B2384BF6}" type="presParOf" srcId="{5DA91468-416E-E445-AE9E-657BFF93E792}" destId="{63A99BE1-C70A-7C43-9B47-A2B65A257D49}" srcOrd="2" destOrd="0" presId="urn:microsoft.com/office/officeart/2016/7/layout/LinearBlockProcessNumbered"/>
    <dgm:cxn modelId="{FD90FA99-4AC7-4143-9114-D52597C861CA}" type="presParOf" srcId="{A1B01282-6C5F-D54F-8A37-842DE7124E6F}" destId="{9FE4CDAF-0A25-3442-AE95-C5BBEB11A660}" srcOrd="5" destOrd="0" presId="urn:microsoft.com/office/officeart/2016/7/layout/LinearBlockProcessNumbered"/>
    <dgm:cxn modelId="{D95BE175-0E94-4541-9273-34A66992DCFB}" type="presParOf" srcId="{A1B01282-6C5F-D54F-8A37-842DE7124E6F}" destId="{93B16F2B-BEC9-5B41-9731-15C7EF3FD899}" srcOrd="6" destOrd="0" presId="urn:microsoft.com/office/officeart/2016/7/layout/LinearBlockProcessNumbered"/>
    <dgm:cxn modelId="{B398A100-7572-FF44-BDC1-D1D661CB2165}" type="presParOf" srcId="{93B16F2B-BEC9-5B41-9731-15C7EF3FD899}" destId="{772BA08D-630F-714A-8F18-26A4FF91B768}" srcOrd="0" destOrd="0" presId="urn:microsoft.com/office/officeart/2016/7/layout/LinearBlockProcessNumbered"/>
    <dgm:cxn modelId="{3EA22B32-D686-2A44-9837-17BF28E8922F}" type="presParOf" srcId="{93B16F2B-BEC9-5B41-9731-15C7EF3FD899}" destId="{9091DA31-5D66-A244-9AD0-638DA3954598}" srcOrd="1" destOrd="0" presId="urn:microsoft.com/office/officeart/2016/7/layout/LinearBlockProcessNumbered"/>
    <dgm:cxn modelId="{AC0A6FD4-E4D5-0A40-A01A-F06186EEDEB9}" type="presParOf" srcId="{93B16F2B-BEC9-5B41-9731-15C7EF3FD899}" destId="{32618CCF-1E4B-8842-B584-70354685AF78}" srcOrd="2" destOrd="0" presId="urn:microsoft.com/office/officeart/2016/7/layout/LinearBlock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146070E-8AC4-664C-B47B-4BCA66DCB6FD}" type="doc">
      <dgm:prSet loTypeId="urn:microsoft.com/office/officeart/2005/8/layout/vList4" loCatId="" qsTypeId="urn:microsoft.com/office/officeart/2005/8/quickstyle/simple1" qsCatId="simple" csTypeId="urn:microsoft.com/office/officeart/2005/8/colors/colorful1" csCatId="colorful" phldr="1"/>
      <dgm:spPr/>
      <dgm:t>
        <a:bodyPr/>
        <a:lstStyle/>
        <a:p>
          <a:endParaRPr lang="en-US"/>
        </a:p>
      </dgm:t>
    </dgm:pt>
    <dgm:pt modelId="{851BCC14-3C1C-3E49-93A7-BB25B4EE52BA}">
      <dgm:prSet phldrT="[Text]"/>
      <dgm:spPr/>
      <dgm:t>
        <a:bodyPr/>
        <a:lstStyle/>
        <a:p>
          <a:r>
            <a:rPr lang="en-US" dirty="0"/>
            <a:t>Decomposition</a:t>
          </a:r>
        </a:p>
      </dgm:t>
    </dgm:pt>
    <dgm:pt modelId="{5C8A566C-E11F-3744-8CDF-A5B1F2B97244}" type="parTrans" cxnId="{2995C9A3-9478-074D-848A-0C7B5B2F1954}">
      <dgm:prSet/>
      <dgm:spPr/>
      <dgm:t>
        <a:bodyPr/>
        <a:lstStyle/>
        <a:p>
          <a:endParaRPr lang="en-US"/>
        </a:p>
      </dgm:t>
    </dgm:pt>
    <dgm:pt modelId="{E6BC4F12-BA34-184E-9884-FA69ED945A04}" type="sibTrans" cxnId="{2995C9A3-9478-074D-848A-0C7B5B2F1954}">
      <dgm:prSet/>
      <dgm:spPr/>
      <dgm:t>
        <a:bodyPr/>
        <a:lstStyle/>
        <a:p>
          <a:endParaRPr lang="en-US"/>
        </a:p>
      </dgm:t>
    </dgm:pt>
    <dgm:pt modelId="{83FB809C-089F-654C-B289-FA15E78CB845}">
      <dgm:prSet phldrT="[Text]"/>
      <dgm:spPr/>
      <dgm:t>
        <a:bodyPr/>
        <a:lstStyle/>
        <a:p>
          <a:r>
            <a:rPr lang="en-US" dirty="0"/>
            <a:t>Abstraction</a:t>
          </a:r>
        </a:p>
      </dgm:t>
    </dgm:pt>
    <dgm:pt modelId="{B92ED099-6E97-9E4F-AF41-9FE76B2567EC}" type="parTrans" cxnId="{178127F9-FDFD-0F4D-BE65-C0A6F9915633}">
      <dgm:prSet/>
      <dgm:spPr/>
      <dgm:t>
        <a:bodyPr/>
        <a:lstStyle/>
        <a:p>
          <a:endParaRPr lang="en-US"/>
        </a:p>
      </dgm:t>
    </dgm:pt>
    <dgm:pt modelId="{44C7B6ED-D9C9-A54C-BDC5-427D9E4EBBD3}" type="sibTrans" cxnId="{178127F9-FDFD-0F4D-BE65-C0A6F9915633}">
      <dgm:prSet/>
      <dgm:spPr/>
      <dgm:t>
        <a:bodyPr/>
        <a:lstStyle/>
        <a:p>
          <a:endParaRPr lang="en-US"/>
        </a:p>
      </dgm:t>
    </dgm:pt>
    <dgm:pt modelId="{3950DAA9-35E2-0146-A429-1B42BD607DB0}">
      <dgm:prSet phldrT="[Text]"/>
      <dgm:spPr/>
      <dgm:t>
        <a:bodyPr/>
        <a:lstStyle/>
        <a:p>
          <a:r>
            <a:rPr lang="en-US" dirty="0"/>
            <a:t>Algorithm design</a:t>
          </a:r>
        </a:p>
      </dgm:t>
    </dgm:pt>
    <dgm:pt modelId="{DFD8FFC6-03AC-084B-A7BB-9A7DF97894F9}" type="parTrans" cxnId="{CA868C3A-74B5-744F-B744-D433998BD1F7}">
      <dgm:prSet/>
      <dgm:spPr/>
      <dgm:t>
        <a:bodyPr/>
        <a:lstStyle/>
        <a:p>
          <a:endParaRPr lang="en-US"/>
        </a:p>
      </dgm:t>
    </dgm:pt>
    <dgm:pt modelId="{99927EDE-9DF5-394D-BCC9-2FAB3F269E30}" type="sibTrans" cxnId="{CA868C3A-74B5-744F-B744-D433998BD1F7}">
      <dgm:prSet/>
      <dgm:spPr/>
      <dgm:t>
        <a:bodyPr/>
        <a:lstStyle/>
        <a:p>
          <a:endParaRPr lang="en-US"/>
        </a:p>
      </dgm:t>
    </dgm:pt>
    <dgm:pt modelId="{979B68A4-D185-6F41-BDB7-7DD8B195D604}">
      <dgm:prSet/>
      <dgm:spPr/>
      <dgm:t>
        <a:bodyPr/>
        <a:lstStyle/>
        <a:p>
          <a:r>
            <a:rPr lang="en-US" dirty="0"/>
            <a:t>Pattern recognition</a:t>
          </a:r>
        </a:p>
      </dgm:t>
    </dgm:pt>
    <dgm:pt modelId="{49E4B225-A5A2-EC46-8B9C-F6DC5CD8C2A3}" type="parTrans" cxnId="{90BB5E1E-007D-8F42-A777-361876E7C33C}">
      <dgm:prSet/>
      <dgm:spPr/>
      <dgm:t>
        <a:bodyPr/>
        <a:lstStyle/>
        <a:p>
          <a:endParaRPr lang="en-US"/>
        </a:p>
      </dgm:t>
    </dgm:pt>
    <dgm:pt modelId="{22B9AE64-3F79-A149-8BE0-C30D7D2C2317}" type="sibTrans" cxnId="{90BB5E1E-007D-8F42-A777-361876E7C33C}">
      <dgm:prSet/>
      <dgm:spPr/>
      <dgm:t>
        <a:bodyPr/>
        <a:lstStyle/>
        <a:p>
          <a:endParaRPr lang="en-US"/>
        </a:p>
      </dgm:t>
    </dgm:pt>
    <dgm:pt modelId="{A5926812-74A4-E64C-A97D-69A8914BD417}">
      <dgm:prSet/>
      <dgm:spPr/>
      <dgm:t>
        <a:bodyPr/>
        <a:lstStyle/>
        <a:p>
          <a:r>
            <a:rPr lang="en-US" dirty="0"/>
            <a:t>Evaluation &amp; debugging</a:t>
          </a:r>
        </a:p>
      </dgm:t>
    </dgm:pt>
    <dgm:pt modelId="{79530CDF-86DC-DD40-924E-F5AEE8E7EB2C}" type="parTrans" cxnId="{B3B17D37-F7AA-E649-8040-8136DFC8B249}">
      <dgm:prSet/>
      <dgm:spPr/>
      <dgm:t>
        <a:bodyPr/>
        <a:lstStyle/>
        <a:p>
          <a:endParaRPr lang="en-US"/>
        </a:p>
      </dgm:t>
    </dgm:pt>
    <dgm:pt modelId="{D882B879-1BFB-C441-B57A-8BDACC9CBA93}" type="sibTrans" cxnId="{B3B17D37-F7AA-E649-8040-8136DFC8B249}">
      <dgm:prSet/>
      <dgm:spPr/>
      <dgm:t>
        <a:bodyPr/>
        <a:lstStyle/>
        <a:p>
          <a:endParaRPr lang="en-US"/>
        </a:p>
      </dgm:t>
    </dgm:pt>
    <dgm:pt modelId="{5C83BDB9-FDD2-0241-9B3D-4AB98ABEB24A}" type="pres">
      <dgm:prSet presAssocID="{E146070E-8AC4-664C-B47B-4BCA66DCB6FD}" presName="linear" presStyleCnt="0">
        <dgm:presLayoutVars>
          <dgm:dir/>
          <dgm:resizeHandles val="exact"/>
        </dgm:presLayoutVars>
      </dgm:prSet>
      <dgm:spPr/>
    </dgm:pt>
    <dgm:pt modelId="{41EDD0B1-0F31-2C48-8CBF-DE40D7DFDA05}" type="pres">
      <dgm:prSet presAssocID="{851BCC14-3C1C-3E49-93A7-BB25B4EE52BA}" presName="comp" presStyleCnt="0"/>
      <dgm:spPr/>
    </dgm:pt>
    <dgm:pt modelId="{A9D231CA-E878-1546-8579-CE6A66A4F85C}" type="pres">
      <dgm:prSet presAssocID="{851BCC14-3C1C-3E49-93A7-BB25B4EE52BA}" presName="box" presStyleLbl="node1" presStyleIdx="0" presStyleCnt="5"/>
      <dgm:spPr/>
    </dgm:pt>
    <dgm:pt modelId="{2FFDD513-4151-714C-95FD-3AA5415C66EE}" type="pres">
      <dgm:prSet presAssocID="{851BCC14-3C1C-3E49-93A7-BB25B4EE52BA}" presName="img" presStyleLbl="fgImgPlace1" presStyleIdx="0" presStyleCnt="5"/>
      <dgm:spPr>
        <a:blipFill>
          <a:blip xmlns:r="http://schemas.openxmlformats.org/officeDocument/2006/relationships">
            <a:extLst>
              <a:ext uri="{96DAC541-7B7A-43D3-8B79-37D633B846F1}">
                <asvg:svgBlip xmlns:asvg="http://schemas.microsoft.com/office/drawing/2016/SVG/main" r:embed="rId1"/>
              </a:ext>
            </a:extLst>
          </a:blip>
          <a:srcRect/>
          <a:stretch>
            <a:fillRect t="-16000" b="-16000"/>
          </a:stretch>
        </a:blipFill>
      </dgm:spPr>
      <dgm:extLst>
        <a:ext uri="{E40237B7-FDA0-4F09-8148-C483321AD2D9}">
          <dgm14:cNvPr xmlns:dgm14="http://schemas.microsoft.com/office/drawing/2010/diagram" id="0" name="" descr="Puzzle pieces with solid fill"/>
        </a:ext>
      </dgm:extLst>
    </dgm:pt>
    <dgm:pt modelId="{18F14E86-513D-B449-9B50-F9A8F4CC313B}" type="pres">
      <dgm:prSet presAssocID="{851BCC14-3C1C-3E49-93A7-BB25B4EE52BA}" presName="text" presStyleLbl="node1" presStyleIdx="0" presStyleCnt="5">
        <dgm:presLayoutVars>
          <dgm:bulletEnabled val="1"/>
        </dgm:presLayoutVars>
      </dgm:prSet>
      <dgm:spPr/>
    </dgm:pt>
    <dgm:pt modelId="{F26296F8-AAB0-0D4F-9307-12063DD0D8A4}" type="pres">
      <dgm:prSet presAssocID="{E6BC4F12-BA34-184E-9884-FA69ED945A04}" presName="spacer" presStyleCnt="0"/>
      <dgm:spPr/>
    </dgm:pt>
    <dgm:pt modelId="{D1A1ED41-DF0E-F64F-BC7F-758AC96BEF7B}" type="pres">
      <dgm:prSet presAssocID="{979B68A4-D185-6F41-BDB7-7DD8B195D604}" presName="comp" presStyleCnt="0"/>
      <dgm:spPr/>
    </dgm:pt>
    <dgm:pt modelId="{D96D31B2-AC79-0D4D-BCD4-BC21E527A462}" type="pres">
      <dgm:prSet presAssocID="{979B68A4-D185-6F41-BDB7-7DD8B195D604}" presName="box" presStyleLbl="node1" presStyleIdx="1" presStyleCnt="5"/>
      <dgm:spPr/>
    </dgm:pt>
    <dgm:pt modelId="{EB10BBF3-7E94-6649-BD15-0F031A1EC7D4}" type="pres">
      <dgm:prSet presAssocID="{979B68A4-D185-6F41-BDB7-7DD8B195D604}" presName="img" presStyleLbl="fgImgPlace1" presStyleIdx="1" presStyleCnt="5"/>
      <dgm:spPr>
        <a:blipFill>
          <a:blip xmlns:r="http://schemas.openxmlformats.org/officeDocument/2006/relationships">
            <a:extLst>
              <a:ext uri="{96DAC541-7B7A-43D3-8B79-37D633B846F1}">
                <asvg:svgBlip xmlns:asvg="http://schemas.microsoft.com/office/drawing/2016/SVG/main" r:embed="rId2"/>
              </a:ext>
            </a:extLst>
          </a:blip>
          <a:srcRect/>
          <a:stretch>
            <a:fillRect t="-31000" b="-31000"/>
          </a:stretch>
        </a:blipFill>
      </dgm:spPr>
      <dgm:extLst>
        <a:ext uri="{E40237B7-FDA0-4F09-8148-C483321AD2D9}">
          <dgm14:cNvPr xmlns:dgm14="http://schemas.microsoft.com/office/drawing/2010/diagram" id="0" name="" descr="Bar graph with upward trend with solid fill"/>
        </a:ext>
      </dgm:extLst>
    </dgm:pt>
    <dgm:pt modelId="{C3587977-75B8-9244-9C2D-118AECD579F0}" type="pres">
      <dgm:prSet presAssocID="{979B68A4-D185-6F41-BDB7-7DD8B195D604}" presName="text" presStyleLbl="node1" presStyleIdx="1" presStyleCnt="5">
        <dgm:presLayoutVars>
          <dgm:bulletEnabled val="1"/>
        </dgm:presLayoutVars>
      </dgm:prSet>
      <dgm:spPr/>
    </dgm:pt>
    <dgm:pt modelId="{D3DC3002-0950-D641-A3C7-B4F13E78C1E4}" type="pres">
      <dgm:prSet presAssocID="{22B9AE64-3F79-A149-8BE0-C30D7D2C2317}" presName="spacer" presStyleCnt="0"/>
      <dgm:spPr/>
    </dgm:pt>
    <dgm:pt modelId="{352603A0-E60E-004D-AE0E-2D7C769FC873}" type="pres">
      <dgm:prSet presAssocID="{83FB809C-089F-654C-B289-FA15E78CB845}" presName="comp" presStyleCnt="0"/>
      <dgm:spPr/>
    </dgm:pt>
    <dgm:pt modelId="{E030AFDB-D36A-AE47-BEF3-C13AEDAB04A4}" type="pres">
      <dgm:prSet presAssocID="{83FB809C-089F-654C-B289-FA15E78CB845}" presName="box" presStyleLbl="node1" presStyleIdx="2" presStyleCnt="5"/>
      <dgm:spPr/>
    </dgm:pt>
    <dgm:pt modelId="{EB6C143A-9DD9-A644-B15F-DF234AEA04D9}" type="pres">
      <dgm:prSet presAssocID="{83FB809C-089F-654C-B289-FA15E78CB845}" presName="img" presStyleLbl="fgImgPlace1" presStyleIdx="2" presStyleCnt="5"/>
      <dgm:spPr>
        <a:blipFill>
          <a:blip xmlns:r="http://schemas.openxmlformats.org/officeDocument/2006/relationships">
            <a:extLst>
              <a:ext uri="{96DAC541-7B7A-43D3-8B79-37D633B846F1}">
                <asvg:svgBlip xmlns:asvg="http://schemas.microsoft.com/office/drawing/2016/SVG/main" r:embed="rId3"/>
              </a:ext>
            </a:extLst>
          </a:blip>
          <a:srcRect/>
          <a:stretch>
            <a:fillRect t="-10000" b="-10000"/>
          </a:stretch>
        </a:blipFill>
      </dgm:spPr>
      <dgm:extLst>
        <a:ext uri="{E40237B7-FDA0-4F09-8148-C483321AD2D9}">
          <dgm14:cNvPr xmlns:dgm14="http://schemas.microsoft.com/office/drawing/2010/diagram" id="0" name="" descr="Filter with solid fill"/>
        </a:ext>
      </dgm:extLst>
    </dgm:pt>
    <dgm:pt modelId="{CE42979A-F43C-E44E-B15F-5D0FDD792C1B}" type="pres">
      <dgm:prSet presAssocID="{83FB809C-089F-654C-B289-FA15E78CB845}" presName="text" presStyleLbl="node1" presStyleIdx="2" presStyleCnt="5">
        <dgm:presLayoutVars>
          <dgm:bulletEnabled val="1"/>
        </dgm:presLayoutVars>
      </dgm:prSet>
      <dgm:spPr/>
    </dgm:pt>
    <dgm:pt modelId="{86A48613-17CB-AA41-B4F2-10F4AD3E9D17}" type="pres">
      <dgm:prSet presAssocID="{44C7B6ED-D9C9-A54C-BDC5-427D9E4EBBD3}" presName="spacer" presStyleCnt="0"/>
      <dgm:spPr/>
    </dgm:pt>
    <dgm:pt modelId="{F1C53BF6-DEB8-9F4F-B0B0-4B8576ED51B3}" type="pres">
      <dgm:prSet presAssocID="{3950DAA9-35E2-0146-A429-1B42BD607DB0}" presName="comp" presStyleCnt="0"/>
      <dgm:spPr/>
    </dgm:pt>
    <dgm:pt modelId="{DBBD842C-6CC0-A844-928A-CA8119A20197}" type="pres">
      <dgm:prSet presAssocID="{3950DAA9-35E2-0146-A429-1B42BD607DB0}" presName="box" presStyleLbl="node1" presStyleIdx="3" presStyleCnt="5"/>
      <dgm:spPr/>
    </dgm:pt>
    <dgm:pt modelId="{8165C826-065B-F948-9082-91EDC4D80DF3}" type="pres">
      <dgm:prSet presAssocID="{3950DAA9-35E2-0146-A429-1B42BD607DB0}" presName="img" presStyleLbl="fgImgPlace1" presStyleIdx="3" presStyleCnt="5"/>
      <dgm:spPr>
        <a:blipFill>
          <a:blip xmlns:r="http://schemas.openxmlformats.org/officeDocument/2006/relationships">
            <a:extLst>
              <a:ext uri="{96DAC541-7B7A-43D3-8B79-37D633B846F1}">
                <asvg:svgBlip xmlns:asvg="http://schemas.microsoft.com/office/drawing/2016/SVG/main" r:embed="rId4"/>
              </a:ext>
            </a:extLst>
          </a:blip>
          <a:srcRect/>
          <a:stretch>
            <a:fillRect t="-10000" b="-10000"/>
          </a:stretch>
        </a:blipFill>
      </dgm:spPr>
      <dgm:extLst>
        <a:ext uri="{E40237B7-FDA0-4F09-8148-C483321AD2D9}">
          <dgm14:cNvPr xmlns:dgm14="http://schemas.microsoft.com/office/drawing/2010/diagram" id="0" name="" descr="Dance steps with solid fill"/>
        </a:ext>
      </dgm:extLst>
    </dgm:pt>
    <dgm:pt modelId="{6C5C0148-C27F-7B42-83E6-31E80C388795}" type="pres">
      <dgm:prSet presAssocID="{3950DAA9-35E2-0146-A429-1B42BD607DB0}" presName="text" presStyleLbl="node1" presStyleIdx="3" presStyleCnt="5">
        <dgm:presLayoutVars>
          <dgm:bulletEnabled val="1"/>
        </dgm:presLayoutVars>
      </dgm:prSet>
      <dgm:spPr/>
    </dgm:pt>
    <dgm:pt modelId="{FD3B49B1-FABD-D840-88A3-2B717EC460EB}" type="pres">
      <dgm:prSet presAssocID="{99927EDE-9DF5-394D-BCC9-2FAB3F269E30}" presName="spacer" presStyleCnt="0"/>
      <dgm:spPr/>
    </dgm:pt>
    <dgm:pt modelId="{ECBD4269-E074-DC45-9255-D7AE69F3DA57}" type="pres">
      <dgm:prSet presAssocID="{A5926812-74A4-E64C-A97D-69A8914BD417}" presName="comp" presStyleCnt="0"/>
      <dgm:spPr/>
    </dgm:pt>
    <dgm:pt modelId="{8BA020C0-56F1-2E4C-8B91-2B6D290D79E5}" type="pres">
      <dgm:prSet presAssocID="{A5926812-74A4-E64C-A97D-69A8914BD417}" presName="box" presStyleLbl="node1" presStyleIdx="4" presStyleCnt="5"/>
      <dgm:spPr/>
    </dgm:pt>
    <dgm:pt modelId="{66DB940C-C73F-0147-9D9A-942490EE028C}" type="pres">
      <dgm:prSet presAssocID="{A5926812-74A4-E64C-A97D-69A8914BD417}" presName="img" presStyleLbl="fgImgPlace1" presStyleIdx="4" presStyleCnt="5"/>
      <dgm:spPr>
        <a:blipFill>
          <a:blip xmlns:r="http://schemas.openxmlformats.org/officeDocument/2006/relationships">
            <a:extLst>
              <a:ext uri="{96DAC541-7B7A-43D3-8B79-37D633B846F1}">
                <asvg:svgBlip xmlns:asvg="http://schemas.microsoft.com/office/drawing/2016/SVG/main" r:embed="rId5"/>
              </a:ext>
            </a:extLst>
          </a:blip>
          <a:srcRect/>
          <a:stretch>
            <a:fillRect t="-51000" b="-51000"/>
          </a:stretch>
        </a:blipFill>
      </dgm:spPr>
      <dgm:extLst>
        <a:ext uri="{E40237B7-FDA0-4F09-8148-C483321AD2D9}">
          <dgm14:cNvPr xmlns:dgm14="http://schemas.microsoft.com/office/drawing/2010/diagram" id="0" name="" descr="Brain in head with solid fill"/>
        </a:ext>
      </dgm:extLst>
    </dgm:pt>
    <dgm:pt modelId="{1D180D4C-42E5-7649-97B3-0821FE1926FF}" type="pres">
      <dgm:prSet presAssocID="{A5926812-74A4-E64C-A97D-69A8914BD417}" presName="text" presStyleLbl="node1" presStyleIdx="4" presStyleCnt="5">
        <dgm:presLayoutVars>
          <dgm:bulletEnabled val="1"/>
        </dgm:presLayoutVars>
      </dgm:prSet>
      <dgm:spPr/>
    </dgm:pt>
  </dgm:ptLst>
  <dgm:cxnLst>
    <dgm:cxn modelId="{90BB5E1E-007D-8F42-A777-361876E7C33C}" srcId="{E146070E-8AC4-664C-B47B-4BCA66DCB6FD}" destId="{979B68A4-D185-6F41-BDB7-7DD8B195D604}" srcOrd="1" destOrd="0" parTransId="{49E4B225-A5A2-EC46-8B9C-F6DC5CD8C2A3}" sibTransId="{22B9AE64-3F79-A149-8BE0-C30D7D2C2317}"/>
    <dgm:cxn modelId="{2A2F6030-3E9B-D048-A0FB-714A85447DFA}" type="presOf" srcId="{A5926812-74A4-E64C-A97D-69A8914BD417}" destId="{8BA020C0-56F1-2E4C-8B91-2B6D290D79E5}" srcOrd="0" destOrd="0" presId="urn:microsoft.com/office/officeart/2005/8/layout/vList4"/>
    <dgm:cxn modelId="{FADE2734-0D31-EB48-A7A1-790DD8320502}" type="presOf" srcId="{83FB809C-089F-654C-B289-FA15E78CB845}" destId="{CE42979A-F43C-E44E-B15F-5D0FDD792C1B}" srcOrd="1" destOrd="0" presId="urn:microsoft.com/office/officeart/2005/8/layout/vList4"/>
    <dgm:cxn modelId="{B3B17D37-F7AA-E649-8040-8136DFC8B249}" srcId="{E146070E-8AC4-664C-B47B-4BCA66DCB6FD}" destId="{A5926812-74A4-E64C-A97D-69A8914BD417}" srcOrd="4" destOrd="0" parTransId="{79530CDF-86DC-DD40-924E-F5AEE8E7EB2C}" sibTransId="{D882B879-1BFB-C441-B57A-8BDACC9CBA93}"/>
    <dgm:cxn modelId="{CA868C3A-74B5-744F-B744-D433998BD1F7}" srcId="{E146070E-8AC4-664C-B47B-4BCA66DCB6FD}" destId="{3950DAA9-35E2-0146-A429-1B42BD607DB0}" srcOrd="3" destOrd="0" parTransId="{DFD8FFC6-03AC-084B-A7BB-9A7DF97894F9}" sibTransId="{99927EDE-9DF5-394D-BCC9-2FAB3F269E30}"/>
    <dgm:cxn modelId="{12394A41-FC0D-FC49-B832-6C5889B26479}" type="presOf" srcId="{3950DAA9-35E2-0146-A429-1B42BD607DB0}" destId="{6C5C0148-C27F-7B42-83E6-31E80C388795}" srcOrd="1" destOrd="0" presId="urn:microsoft.com/office/officeart/2005/8/layout/vList4"/>
    <dgm:cxn modelId="{303D604B-2212-664C-AA15-A6ABA408D0CF}" type="presOf" srcId="{979B68A4-D185-6F41-BDB7-7DD8B195D604}" destId="{C3587977-75B8-9244-9C2D-118AECD579F0}" srcOrd="1" destOrd="0" presId="urn:microsoft.com/office/officeart/2005/8/layout/vList4"/>
    <dgm:cxn modelId="{D53D095C-CDFE-5B4D-A2B3-86FAAF28CA92}" type="presOf" srcId="{851BCC14-3C1C-3E49-93A7-BB25B4EE52BA}" destId="{18F14E86-513D-B449-9B50-F9A8F4CC313B}" srcOrd="1" destOrd="0" presId="urn:microsoft.com/office/officeart/2005/8/layout/vList4"/>
    <dgm:cxn modelId="{F685036B-30DB-3847-959E-EFA8B6F12B1A}" type="presOf" srcId="{E146070E-8AC4-664C-B47B-4BCA66DCB6FD}" destId="{5C83BDB9-FDD2-0241-9B3D-4AB98ABEB24A}" srcOrd="0" destOrd="0" presId="urn:microsoft.com/office/officeart/2005/8/layout/vList4"/>
    <dgm:cxn modelId="{41E78177-9767-644D-A586-C5212DFC611A}" type="presOf" srcId="{979B68A4-D185-6F41-BDB7-7DD8B195D604}" destId="{D96D31B2-AC79-0D4D-BCD4-BC21E527A462}" srcOrd="0" destOrd="0" presId="urn:microsoft.com/office/officeart/2005/8/layout/vList4"/>
    <dgm:cxn modelId="{872F0B86-CBDB-0F48-94D9-A03299F2E407}" type="presOf" srcId="{A5926812-74A4-E64C-A97D-69A8914BD417}" destId="{1D180D4C-42E5-7649-97B3-0821FE1926FF}" srcOrd="1" destOrd="0" presId="urn:microsoft.com/office/officeart/2005/8/layout/vList4"/>
    <dgm:cxn modelId="{2995C9A3-9478-074D-848A-0C7B5B2F1954}" srcId="{E146070E-8AC4-664C-B47B-4BCA66DCB6FD}" destId="{851BCC14-3C1C-3E49-93A7-BB25B4EE52BA}" srcOrd="0" destOrd="0" parTransId="{5C8A566C-E11F-3744-8CDF-A5B1F2B97244}" sibTransId="{E6BC4F12-BA34-184E-9884-FA69ED945A04}"/>
    <dgm:cxn modelId="{CCA1B1B8-1246-7E4E-81AE-1BA8FE08FF17}" type="presOf" srcId="{3950DAA9-35E2-0146-A429-1B42BD607DB0}" destId="{DBBD842C-6CC0-A844-928A-CA8119A20197}" srcOrd="0" destOrd="0" presId="urn:microsoft.com/office/officeart/2005/8/layout/vList4"/>
    <dgm:cxn modelId="{B33ED8CD-3543-EC4D-AE54-7EA2F90C4D09}" type="presOf" srcId="{83FB809C-089F-654C-B289-FA15E78CB845}" destId="{E030AFDB-D36A-AE47-BEF3-C13AEDAB04A4}" srcOrd="0" destOrd="0" presId="urn:microsoft.com/office/officeart/2005/8/layout/vList4"/>
    <dgm:cxn modelId="{E37A10EB-05DD-D843-9CB5-5DB5CDAA21B6}" type="presOf" srcId="{851BCC14-3C1C-3E49-93A7-BB25B4EE52BA}" destId="{A9D231CA-E878-1546-8579-CE6A66A4F85C}" srcOrd="0" destOrd="0" presId="urn:microsoft.com/office/officeart/2005/8/layout/vList4"/>
    <dgm:cxn modelId="{178127F9-FDFD-0F4D-BE65-C0A6F9915633}" srcId="{E146070E-8AC4-664C-B47B-4BCA66DCB6FD}" destId="{83FB809C-089F-654C-B289-FA15E78CB845}" srcOrd="2" destOrd="0" parTransId="{B92ED099-6E97-9E4F-AF41-9FE76B2567EC}" sibTransId="{44C7B6ED-D9C9-A54C-BDC5-427D9E4EBBD3}"/>
    <dgm:cxn modelId="{E2B41509-B232-AF45-A569-826ACE3F08D5}" type="presParOf" srcId="{5C83BDB9-FDD2-0241-9B3D-4AB98ABEB24A}" destId="{41EDD0B1-0F31-2C48-8CBF-DE40D7DFDA05}" srcOrd="0" destOrd="0" presId="urn:microsoft.com/office/officeart/2005/8/layout/vList4"/>
    <dgm:cxn modelId="{8F82C49A-D90C-E24E-A2C9-0376298ACE36}" type="presParOf" srcId="{41EDD0B1-0F31-2C48-8CBF-DE40D7DFDA05}" destId="{A9D231CA-E878-1546-8579-CE6A66A4F85C}" srcOrd="0" destOrd="0" presId="urn:microsoft.com/office/officeart/2005/8/layout/vList4"/>
    <dgm:cxn modelId="{37B6A39A-10A2-F245-BC2E-1371BDD6ADAA}" type="presParOf" srcId="{41EDD0B1-0F31-2C48-8CBF-DE40D7DFDA05}" destId="{2FFDD513-4151-714C-95FD-3AA5415C66EE}" srcOrd="1" destOrd="0" presId="urn:microsoft.com/office/officeart/2005/8/layout/vList4"/>
    <dgm:cxn modelId="{DD462961-41E3-1A47-BBDA-E8E1F7C5AB63}" type="presParOf" srcId="{41EDD0B1-0F31-2C48-8CBF-DE40D7DFDA05}" destId="{18F14E86-513D-B449-9B50-F9A8F4CC313B}" srcOrd="2" destOrd="0" presId="urn:microsoft.com/office/officeart/2005/8/layout/vList4"/>
    <dgm:cxn modelId="{AE6E55FB-DABE-5D46-B357-BF6BD4ACB49C}" type="presParOf" srcId="{5C83BDB9-FDD2-0241-9B3D-4AB98ABEB24A}" destId="{F26296F8-AAB0-0D4F-9307-12063DD0D8A4}" srcOrd="1" destOrd="0" presId="urn:microsoft.com/office/officeart/2005/8/layout/vList4"/>
    <dgm:cxn modelId="{38BE05EE-B381-DC48-BAAE-EDD4B039896C}" type="presParOf" srcId="{5C83BDB9-FDD2-0241-9B3D-4AB98ABEB24A}" destId="{D1A1ED41-DF0E-F64F-BC7F-758AC96BEF7B}" srcOrd="2" destOrd="0" presId="urn:microsoft.com/office/officeart/2005/8/layout/vList4"/>
    <dgm:cxn modelId="{C7853F27-4744-D74F-894D-6AB5E63946F7}" type="presParOf" srcId="{D1A1ED41-DF0E-F64F-BC7F-758AC96BEF7B}" destId="{D96D31B2-AC79-0D4D-BCD4-BC21E527A462}" srcOrd="0" destOrd="0" presId="urn:microsoft.com/office/officeart/2005/8/layout/vList4"/>
    <dgm:cxn modelId="{7CDA2B2D-D65A-E347-A3B7-94CD3DB1AF9C}" type="presParOf" srcId="{D1A1ED41-DF0E-F64F-BC7F-758AC96BEF7B}" destId="{EB10BBF3-7E94-6649-BD15-0F031A1EC7D4}" srcOrd="1" destOrd="0" presId="urn:microsoft.com/office/officeart/2005/8/layout/vList4"/>
    <dgm:cxn modelId="{1D5328CE-5158-0742-887F-9B0E8D5FFCE8}" type="presParOf" srcId="{D1A1ED41-DF0E-F64F-BC7F-758AC96BEF7B}" destId="{C3587977-75B8-9244-9C2D-118AECD579F0}" srcOrd="2" destOrd="0" presId="urn:microsoft.com/office/officeart/2005/8/layout/vList4"/>
    <dgm:cxn modelId="{9F83F5D8-E087-4747-8032-7233066DE4B1}" type="presParOf" srcId="{5C83BDB9-FDD2-0241-9B3D-4AB98ABEB24A}" destId="{D3DC3002-0950-D641-A3C7-B4F13E78C1E4}" srcOrd="3" destOrd="0" presId="urn:microsoft.com/office/officeart/2005/8/layout/vList4"/>
    <dgm:cxn modelId="{F2414DB0-8050-874B-8C72-00A4B4F043D9}" type="presParOf" srcId="{5C83BDB9-FDD2-0241-9B3D-4AB98ABEB24A}" destId="{352603A0-E60E-004D-AE0E-2D7C769FC873}" srcOrd="4" destOrd="0" presId="urn:microsoft.com/office/officeart/2005/8/layout/vList4"/>
    <dgm:cxn modelId="{1671B69C-0E31-AD45-BC8F-193913826A5F}" type="presParOf" srcId="{352603A0-E60E-004D-AE0E-2D7C769FC873}" destId="{E030AFDB-D36A-AE47-BEF3-C13AEDAB04A4}" srcOrd="0" destOrd="0" presId="urn:microsoft.com/office/officeart/2005/8/layout/vList4"/>
    <dgm:cxn modelId="{E1E5F24F-7762-1D47-85BF-DD57495A373E}" type="presParOf" srcId="{352603A0-E60E-004D-AE0E-2D7C769FC873}" destId="{EB6C143A-9DD9-A644-B15F-DF234AEA04D9}" srcOrd="1" destOrd="0" presId="urn:microsoft.com/office/officeart/2005/8/layout/vList4"/>
    <dgm:cxn modelId="{DE64A942-624D-E44E-B08E-C356AE8FDB04}" type="presParOf" srcId="{352603A0-E60E-004D-AE0E-2D7C769FC873}" destId="{CE42979A-F43C-E44E-B15F-5D0FDD792C1B}" srcOrd="2" destOrd="0" presId="urn:microsoft.com/office/officeart/2005/8/layout/vList4"/>
    <dgm:cxn modelId="{0CE0F294-B93B-9942-908C-25EF19171469}" type="presParOf" srcId="{5C83BDB9-FDD2-0241-9B3D-4AB98ABEB24A}" destId="{86A48613-17CB-AA41-B4F2-10F4AD3E9D17}" srcOrd="5" destOrd="0" presId="urn:microsoft.com/office/officeart/2005/8/layout/vList4"/>
    <dgm:cxn modelId="{1CEEC866-946B-CA47-BCF5-CB61B8C14012}" type="presParOf" srcId="{5C83BDB9-FDD2-0241-9B3D-4AB98ABEB24A}" destId="{F1C53BF6-DEB8-9F4F-B0B0-4B8576ED51B3}" srcOrd="6" destOrd="0" presId="urn:microsoft.com/office/officeart/2005/8/layout/vList4"/>
    <dgm:cxn modelId="{11C1D9A9-7FE6-4A4C-9D6B-CA3BA74534DC}" type="presParOf" srcId="{F1C53BF6-DEB8-9F4F-B0B0-4B8576ED51B3}" destId="{DBBD842C-6CC0-A844-928A-CA8119A20197}" srcOrd="0" destOrd="0" presId="urn:microsoft.com/office/officeart/2005/8/layout/vList4"/>
    <dgm:cxn modelId="{8FE8CFA3-986D-BC49-A17E-DC39CF9E35B2}" type="presParOf" srcId="{F1C53BF6-DEB8-9F4F-B0B0-4B8576ED51B3}" destId="{8165C826-065B-F948-9082-91EDC4D80DF3}" srcOrd="1" destOrd="0" presId="urn:microsoft.com/office/officeart/2005/8/layout/vList4"/>
    <dgm:cxn modelId="{960C2B06-90BF-414E-A4D5-CF4C0F5842B0}" type="presParOf" srcId="{F1C53BF6-DEB8-9F4F-B0B0-4B8576ED51B3}" destId="{6C5C0148-C27F-7B42-83E6-31E80C388795}" srcOrd="2" destOrd="0" presId="urn:microsoft.com/office/officeart/2005/8/layout/vList4"/>
    <dgm:cxn modelId="{418C8E7E-6423-5B40-A554-7147512C9DA4}" type="presParOf" srcId="{5C83BDB9-FDD2-0241-9B3D-4AB98ABEB24A}" destId="{FD3B49B1-FABD-D840-88A3-2B717EC460EB}" srcOrd="7" destOrd="0" presId="urn:microsoft.com/office/officeart/2005/8/layout/vList4"/>
    <dgm:cxn modelId="{36EA2549-D68B-E447-9011-6CBD10ED201D}" type="presParOf" srcId="{5C83BDB9-FDD2-0241-9B3D-4AB98ABEB24A}" destId="{ECBD4269-E074-DC45-9255-D7AE69F3DA57}" srcOrd="8" destOrd="0" presId="urn:microsoft.com/office/officeart/2005/8/layout/vList4"/>
    <dgm:cxn modelId="{D43CC1E9-EB25-6D4D-9DE1-E928455B8BC8}" type="presParOf" srcId="{ECBD4269-E074-DC45-9255-D7AE69F3DA57}" destId="{8BA020C0-56F1-2E4C-8B91-2B6D290D79E5}" srcOrd="0" destOrd="0" presId="urn:microsoft.com/office/officeart/2005/8/layout/vList4"/>
    <dgm:cxn modelId="{5A0453F5-7FF4-A347-85AA-A84F8CFFD3D6}" type="presParOf" srcId="{ECBD4269-E074-DC45-9255-D7AE69F3DA57}" destId="{66DB940C-C73F-0147-9D9A-942490EE028C}" srcOrd="1" destOrd="0" presId="urn:microsoft.com/office/officeart/2005/8/layout/vList4"/>
    <dgm:cxn modelId="{DB024824-B8E3-744F-91BA-BC41A7779457}" type="presParOf" srcId="{ECBD4269-E074-DC45-9255-D7AE69F3DA57}" destId="{1D180D4C-42E5-7649-97B3-0821FE1926FF}" srcOrd="2" destOrd="0" presId="urn:microsoft.com/office/officeart/2005/8/layout/vList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146070E-8AC4-664C-B47B-4BCA66DCB6FD}" type="doc">
      <dgm:prSet loTypeId="urn:microsoft.com/office/officeart/2005/8/layout/vList4" loCatId="" qsTypeId="urn:microsoft.com/office/officeart/2005/8/quickstyle/simple1" qsCatId="simple" csTypeId="urn:microsoft.com/office/officeart/2005/8/colors/colorful1" csCatId="colorful" phldr="1"/>
      <dgm:spPr/>
      <dgm:t>
        <a:bodyPr/>
        <a:lstStyle/>
        <a:p>
          <a:endParaRPr lang="en-US"/>
        </a:p>
      </dgm:t>
    </dgm:pt>
    <dgm:pt modelId="{851BCC14-3C1C-3E49-93A7-BB25B4EE52BA}">
      <dgm:prSet phldrT="[Text]"/>
      <dgm:spPr/>
      <dgm:t>
        <a:bodyPr/>
        <a:lstStyle/>
        <a:p>
          <a:r>
            <a:rPr lang="en-US" dirty="0"/>
            <a:t>Decomposition</a:t>
          </a:r>
        </a:p>
      </dgm:t>
    </dgm:pt>
    <dgm:pt modelId="{5C8A566C-E11F-3744-8CDF-A5B1F2B97244}" type="parTrans" cxnId="{2995C9A3-9478-074D-848A-0C7B5B2F1954}">
      <dgm:prSet/>
      <dgm:spPr/>
      <dgm:t>
        <a:bodyPr/>
        <a:lstStyle/>
        <a:p>
          <a:endParaRPr lang="en-US"/>
        </a:p>
      </dgm:t>
    </dgm:pt>
    <dgm:pt modelId="{E6BC4F12-BA34-184E-9884-FA69ED945A04}" type="sibTrans" cxnId="{2995C9A3-9478-074D-848A-0C7B5B2F1954}">
      <dgm:prSet/>
      <dgm:spPr/>
      <dgm:t>
        <a:bodyPr/>
        <a:lstStyle/>
        <a:p>
          <a:endParaRPr lang="en-US"/>
        </a:p>
      </dgm:t>
    </dgm:pt>
    <dgm:pt modelId="{83FB809C-089F-654C-B289-FA15E78CB845}">
      <dgm:prSet phldrT="[Text]"/>
      <dgm:spPr/>
      <dgm:t>
        <a:bodyPr/>
        <a:lstStyle/>
        <a:p>
          <a:r>
            <a:rPr lang="en-US" dirty="0"/>
            <a:t>Abstraction</a:t>
          </a:r>
        </a:p>
      </dgm:t>
    </dgm:pt>
    <dgm:pt modelId="{B92ED099-6E97-9E4F-AF41-9FE76B2567EC}" type="parTrans" cxnId="{178127F9-FDFD-0F4D-BE65-C0A6F9915633}">
      <dgm:prSet/>
      <dgm:spPr/>
      <dgm:t>
        <a:bodyPr/>
        <a:lstStyle/>
        <a:p>
          <a:endParaRPr lang="en-US"/>
        </a:p>
      </dgm:t>
    </dgm:pt>
    <dgm:pt modelId="{44C7B6ED-D9C9-A54C-BDC5-427D9E4EBBD3}" type="sibTrans" cxnId="{178127F9-FDFD-0F4D-BE65-C0A6F9915633}">
      <dgm:prSet/>
      <dgm:spPr/>
      <dgm:t>
        <a:bodyPr/>
        <a:lstStyle/>
        <a:p>
          <a:endParaRPr lang="en-US"/>
        </a:p>
      </dgm:t>
    </dgm:pt>
    <dgm:pt modelId="{3950DAA9-35E2-0146-A429-1B42BD607DB0}">
      <dgm:prSet phldrT="[Text]"/>
      <dgm:spPr/>
      <dgm:t>
        <a:bodyPr/>
        <a:lstStyle/>
        <a:p>
          <a:r>
            <a:rPr lang="en-US" dirty="0"/>
            <a:t>Algorithm design</a:t>
          </a:r>
        </a:p>
      </dgm:t>
    </dgm:pt>
    <dgm:pt modelId="{DFD8FFC6-03AC-084B-A7BB-9A7DF97894F9}" type="parTrans" cxnId="{CA868C3A-74B5-744F-B744-D433998BD1F7}">
      <dgm:prSet/>
      <dgm:spPr/>
      <dgm:t>
        <a:bodyPr/>
        <a:lstStyle/>
        <a:p>
          <a:endParaRPr lang="en-US"/>
        </a:p>
      </dgm:t>
    </dgm:pt>
    <dgm:pt modelId="{99927EDE-9DF5-394D-BCC9-2FAB3F269E30}" type="sibTrans" cxnId="{CA868C3A-74B5-744F-B744-D433998BD1F7}">
      <dgm:prSet/>
      <dgm:spPr/>
      <dgm:t>
        <a:bodyPr/>
        <a:lstStyle/>
        <a:p>
          <a:endParaRPr lang="en-US"/>
        </a:p>
      </dgm:t>
    </dgm:pt>
    <dgm:pt modelId="{979B68A4-D185-6F41-BDB7-7DD8B195D604}">
      <dgm:prSet/>
      <dgm:spPr/>
      <dgm:t>
        <a:bodyPr/>
        <a:lstStyle/>
        <a:p>
          <a:r>
            <a:rPr lang="en-US" dirty="0"/>
            <a:t>Pattern recognition</a:t>
          </a:r>
        </a:p>
      </dgm:t>
    </dgm:pt>
    <dgm:pt modelId="{49E4B225-A5A2-EC46-8B9C-F6DC5CD8C2A3}" type="parTrans" cxnId="{90BB5E1E-007D-8F42-A777-361876E7C33C}">
      <dgm:prSet/>
      <dgm:spPr/>
      <dgm:t>
        <a:bodyPr/>
        <a:lstStyle/>
        <a:p>
          <a:endParaRPr lang="en-US"/>
        </a:p>
      </dgm:t>
    </dgm:pt>
    <dgm:pt modelId="{22B9AE64-3F79-A149-8BE0-C30D7D2C2317}" type="sibTrans" cxnId="{90BB5E1E-007D-8F42-A777-361876E7C33C}">
      <dgm:prSet/>
      <dgm:spPr/>
      <dgm:t>
        <a:bodyPr/>
        <a:lstStyle/>
        <a:p>
          <a:endParaRPr lang="en-US"/>
        </a:p>
      </dgm:t>
    </dgm:pt>
    <dgm:pt modelId="{A5926812-74A4-E64C-A97D-69A8914BD417}">
      <dgm:prSet/>
      <dgm:spPr/>
      <dgm:t>
        <a:bodyPr/>
        <a:lstStyle/>
        <a:p>
          <a:r>
            <a:rPr lang="en-US" dirty="0"/>
            <a:t>Evaluation &amp; debugging</a:t>
          </a:r>
        </a:p>
      </dgm:t>
    </dgm:pt>
    <dgm:pt modelId="{79530CDF-86DC-DD40-924E-F5AEE8E7EB2C}" type="parTrans" cxnId="{B3B17D37-F7AA-E649-8040-8136DFC8B249}">
      <dgm:prSet/>
      <dgm:spPr/>
      <dgm:t>
        <a:bodyPr/>
        <a:lstStyle/>
        <a:p>
          <a:endParaRPr lang="en-US"/>
        </a:p>
      </dgm:t>
    </dgm:pt>
    <dgm:pt modelId="{D882B879-1BFB-C441-B57A-8BDACC9CBA93}" type="sibTrans" cxnId="{B3B17D37-F7AA-E649-8040-8136DFC8B249}">
      <dgm:prSet/>
      <dgm:spPr/>
      <dgm:t>
        <a:bodyPr/>
        <a:lstStyle/>
        <a:p>
          <a:endParaRPr lang="en-US"/>
        </a:p>
      </dgm:t>
    </dgm:pt>
    <dgm:pt modelId="{5C83BDB9-FDD2-0241-9B3D-4AB98ABEB24A}" type="pres">
      <dgm:prSet presAssocID="{E146070E-8AC4-664C-B47B-4BCA66DCB6FD}" presName="linear" presStyleCnt="0">
        <dgm:presLayoutVars>
          <dgm:dir/>
          <dgm:resizeHandles val="exact"/>
        </dgm:presLayoutVars>
      </dgm:prSet>
      <dgm:spPr/>
    </dgm:pt>
    <dgm:pt modelId="{41EDD0B1-0F31-2C48-8CBF-DE40D7DFDA05}" type="pres">
      <dgm:prSet presAssocID="{851BCC14-3C1C-3E49-93A7-BB25B4EE52BA}" presName="comp" presStyleCnt="0"/>
      <dgm:spPr/>
    </dgm:pt>
    <dgm:pt modelId="{A9D231CA-E878-1546-8579-CE6A66A4F85C}" type="pres">
      <dgm:prSet presAssocID="{851BCC14-3C1C-3E49-93A7-BB25B4EE52BA}" presName="box" presStyleLbl="node1" presStyleIdx="0" presStyleCnt="5"/>
      <dgm:spPr/>
    </dgm:pt>
    <dgm:pt modelId="{2FFDD513-4151-714C-95FD-3AA5415C66EE}" type="pres">
      <dgm:prSet presAssocID="{851BCC14-3C1C-3E49-93A7-BB25B4EE52BA}" presName="img" presStyleLbl="fgImgPlace1" presStyleIdx="0" presStyleCnt="5"/>
      <dgm:spPr>
        <a:blipFill>
          <a:blip xmlns:r="http://schemas.openxmlformats.org/officeDocument/2006/relationships">
            <a:extLst>
              <a:ext uri="{96DAC541-7B7A-43D3-8B79-37D633B846F1}">
                <asvg:svgBlip xmlns:asvg="http://schemas.microsoft.com/office/drawing/2016/SVG/main" r:embed="rId1"/>
              </a:ext>
            </a:extLst>
          </a:blip>
          <a:srcRect/>
          <a:stretch>
            <a:fillRect t="-16000" b="-16000"/>
          </a:stretch>
        </a:blipFill>
      </dgm:spPr>
      <dgm:extLst>
        <a:ext uri="{E40237B7-FDA0-4F09-8148-C483321AD2D9}">
          <dgm14:cNvPr xmlns:dgm14="http://schemas.microsoft.com/office/drawing/2010/diagram" id="0" name="" descr="Puzzle pieces with solid fill"/>
        </a:ext>
      </dgm:extLst>
    </dgm:pt>
    <dgm:pt modelId="{18F14E86-513D-B449-9B50-F9A8F4CC313B}" type="pres">
      <dgm:prSet presAssocID="{851BCC14-3C1C-3E49-93A7-BB25B4EE52BA}" presName="text" presStyleLbl="node1" presStyleIdx="0" presStyleCnt="5">
        <dgm:presLayoutVars>
          <dgm:bulletEnabled val="1"/>
        </dgm:presLayoutVars>
      </dgm:prSet>
      <dgm:spPr/>
    </dgm:pt>
    <dgm:pt modelId="{F26296F8-AAB0-0D4F-9307-12063DD0D8A4}" type="pres">
      <dgm:prSet presAssocID="{E6BC4F12-BA34-184E-9884-FA69ED945A04}" presName="spacer" presStyleCnt="0"/>
      <dgm:spPr/>
    </dgm:pt>
    <dgm:pt modelId="{D1A1ED41-DF0E-F64F-BC7F-758AC96BEF7B}" type="pres">
      <dgm:prSet presAssocID="{979B68A4-D185-6F41-BDB7-7DD8B195D604}" presName="comp" presStyleCnt="0"/>
      <dgm:spPr/>
    </dgm:pt>
    <dgm:pt modelId="{D96D31B2-AC79-0D4D-BCD4-BC21E527A462}" type="pres">
      <dgm:prSet presAssocID="{979B68A4-D185-6F41-BDB7-7DD8B195D604}" presName="box" presStyleLbl="node1" presStyleIdx="1" presStyleCnt="5"/>
      <dgm:spPr/>
    </dgm:pt>
    <dgm:pt modelId="{EB10BBF3-7E94-6649-BD15-0F031A1EC7D4}" type="pres">
      <dgm:prSet presAssocID="{979B68A4-D185-6F41-BDB7-7DD8B195D604}" presName="img" presStyleLbl="fgImgPlace1" presStyleIdx="1" presStyleCnt="5"/>
      <dgm:spPr>
        <a:blipFill>
          <a:blip xmlns:r="http://schemas.openxmlformats.org/officeDocument/2006/relationships">
            <a:extLst>
              <a:ext uri="{96DAC541-7B7A-43D3-8B79-37D633B846F1}">
                <asvg:svgBlip xmlns:asvg="http://schemas.microsoft.com/office/drawing/2016/SVG/main" r:embed="rId2"/>
              </a:ext>
            </a:extLst>
          </a:blip>
          <a:srcRect/>
          <a:stretch>
            <a:fillRect t="-31000" b="-31000"/>
          </a:stretch>
        </a:blipFill>
      </dgm:spPr>
      <dgm:extLst>
        <a:ext uri="{E40237B7-FDA0-4F09-8148-C483321AD2D9}">
          <dgm14:cNvPr xmlns:dgm14="http://schemas.microsoft.com/office/drawing/2010/diagram" id="0" name="" descr="Bar graph with upward trend with solid fill"/>
        </a:ext>
      </dgm:extLst>
    </dgm:pt>
    <dgm:pt modelId="{C3587977-75B8-9244-9C2D-118AECD579F0}" type="pres">
      <dgm:prSet presAssocID="{979B68A4-D185-6F41-BDB7-7DD8B195D604}" presName="text" presStyleLbl="node1" presStyleIdx="1" presStyleCnt="5">
        <dgm:presLayoutVars>
          <dgm:bulletEnabled val="1"/>
        </dgm:presLayoutVars>
      </dgm:prSet>
      <dgm:spPr/>
    </dgm:pt>
    <dgm:pt modelId="{D3DC3002-0950-D641-A3C7-B4F13E78C1E4}" type="pres">
      <dgm:prSet presAssocID="{22B9AE64-3F79-A149-8BE0-C30D7D2C2317}" presName="spacer" presStyleCnt="0"/>
      <dgm:spPr/>
    </dgm:pt>
    <dgm:pt modelId="{352603A0-E60E-004D-AE0E-2D7C769FC873}" type="pres">
      <dgm:prSet presAssocID="{83FB809C-089F-654C-B289-FA15E78CB845}" presName="comp" presStyleCnt="0"/>
      <dgm:spPr/>
    </dgm:pt>
    <dgm:pt modelId="{E030AFDB-D36A-AE47-BEF3-C13AEDAB04A4}" type="pres">
      <dgm:prSet presAssocID="{83FB809C-089F-654C-B289-FA15E78CB845}" presName="box" presStyleLbl="node1" presStyleIdx="2" presStyleCnt="5"/>
      <dgm:spPr/>
    </dgm:pt>
    <dgm:pt modelId="{EB6C143A-9DD9-A644-B15F-DF234AEA04D9}" type="pres">
      <dgm:prSet presAssocID="{83FB809C-089F-654C-B289-FA15E78CB845}" presName="img" presStyleLbl="fgImgPlace1" presStyleIdx="2" presStyleCnt="5"/>
      <dgm:spPr>
        <a:blipFill>
          <a:blip xmlns:r="http://schemas.openxmlformats.org/officeDocument/2006/relationships">
            <a:extLst>
              <a:ext uri="{96DAC541-7B7A-43D3-8B79-37D633B846F1}">
                <asvg:svgBlip xmlns:asvg="http://schemas.microsoft.com/office/drawing/2016/SVG/main" r:embed="rId3"/>
              </a:ext>
            </a:extLst>
          </a:blip>
          <a:srcRect/>
          <a:stretch>
            <a:fillRect t="-10000" b="-10000"/>
          </a:stretch>
        </a:blipFill>
      </dgm:spPr>
      <dgm:extLst>
        <a:ext uri="{E40237B7-FDA0-4F09-8148-C483321AD2D9}">
          <dgm14:cNvPr xmlns:dgm14="http://schemas.microsoft.com/office/drawing/2010/diagram" id="0" name="" descr="Filter with solid fill"/>
        </a:ext>
      </dgm:extLst>
    </dgm:pt>
    <dgm:pt modelId="{CE42979A-F43C-E44E-B15F-5D0FDD792C1B}" type="pres">
      <dgm:prSet presAssocID="{83FB809C-089F-654C-B289-FA15E78CB845}" presName="text" presStyleLbl="node1" presStyleIdx="2" presStyleCnt="5">
        <dgm:presLayoutVars>
          <dgm:bulletEnabled val="1"/>
        </dgm:presLayoutVars>
      </dgm:prSet>
      <dgm:spPr/>
    </dgm:pt>
    <dgm:pt modelId="{86A48613-17CB-AA41-B4F2-10F4AD3E9D17}" type="pres">
      <dgm:prSet presAssocID="{44C7B6ED-D9C9-A54C-BDC5-427D9E4EBBD3}" presName="spacer" presStyleCnt="0"/>
      <dgm:spPr/>
    </dgm:pt>
    <dgm:pt modelId="{F1C53BF6-DEB8-9F4F-B0B0-4B8576ED51B3}" type="pres">
      <dgm:prSet presAssocID="{3950DAA9-35E2-0146-A429-1B42BD607DB0}" presName="comp" presStyleCnt="0"/>
      <dgm:spPr/>
    </dgm:pt>
    <dgm:pt modelId="{DBBD842C-6CC0-A844-928A-CA8119A20197}" type="pres">
      <dgm:prSet presAssocID="{3950DAA9-35E2-0146-A429-1B42BD607DB0}" presName="box" presStyleLbl="node1" presStyleIdx="3" presStyleCnt="5"/>
      <dgm:spPr/>
    </dgm:pt>
    <dgm:pt modelId="{8165C826-065B-F948-9082-91EDC4D80DF3}" type="pres">
      <dgm:prSet presAssocID="{3950DAA9-35E2-0146-A429-1B42BD607DB0}" presName="img" presStyleLbl="fgImgPlace1" presStyleIdx="3" presStyleCnt="5"/>
      <dgm:spPr>
        <a:blipFill>
          <a:blip xmlns:r="http://schemas.openxmlformats.org/officeDocument/2006/relationships">
            <a:extLst>
              <a:ext uri="{96DAC541-7B7A-43D3-8B79-37D633B846F1}">
                <asvg:svgBlip xmlns:asvg="http://schemas.microsoft.com/office/drawing/2016/SVG/main" r:embed="rId4"/>
              </a:ext>
            </a:extLst>
          </a:blip>
          <a:srcRect/>
          <a:stretch>
            <a:fillRect t="-10000" b="-10000"/>
          </a:stretch>
        </a:blipFill>
      </dgm:spPr>
      <dgm:extLst>
        <a:ext uri="{E40237B7-FDA0-4F09-8148-C483321AD2D9}">
          <dgm14:cNvPr xmlns:dgm14="http://schemas.microsoft.com/office/drawing/2010/diagram" id="0" name="" descr="Dance steps with solid fill"/>
        </a:ext>
      </dgm:extLst>
    </dgm:pt>
    <dgm:pt modelId="{6C5C0148-C27F-7B42-83E6-31E80C388795}" type="pres">
      <dgm:prSet presAssocID="{3950DAA9-35E2-0146-A429-1B42BD607DB0}" presName="text" presStyleLbl="node1" presStyleIdx="3" presStyleCnt="5">
        <dgm:presLayoutVars>
          <dgm:bulletEnabled val="1"/>
        </dgm:presLayoutVars>
      </dgm:prSet>
      <dgm:spPr/>
    </dgm:pt>
    <dgm:pt modelId="{FD3B49B1-FABD-D840-88A3-2B717EC460EB}" type="pres">
      <dgm:prSet presAssocID="{99927EDE-9DF5-394D-BCC9-2FAB3F269E30}" presName="spacer" presStyleCnt="0"/>
      <dgm:spPr/>
    </dgm:pt>
    <dgm:pt modelId="{ECBD4269-E074-DC45-9255-D7AE69F3DA57}" type="pres">
      <dgm:prSet presAssocID="{A5926812-74A4-E64C-A97D-69A8914BD417}" presName="comp" presStyleCnt="0"/>
      <dgm:spPr/>
    </dgm:pt>
    <dgm:pt modelId="{8BA020C0-56F1-2E4C-8B91-2B6D290D79E5}" type="pres">
      <dgm:prSet presAssocID="{A5926812-74A4-E64C-A97D-69A8914BD417}" presName="box" presStyleLbl="node1" presStyleIdx="4" presStyleCnt="5"/>
      <dgm:spPr/>
    </dgm:pt>
    <dgm:pt modelId="{66DB940C-C73F-0147-9D9A-942490EE028C}" type="pres">
      <dgm:prSet presAssocID="{A5926812-74A4-E64C-A97D-69A8914BD417}" presName="img" presStyleLbl="fgImgPlace1" presStyleIdx="4" presStyleCnt="5"/>
      <dgm:spPr>
        <a:blipFill>
          <a:blip xmlns:r="http://schemas.openxmlformats.org/officeDocument/2006/relationships">
            <a:extLst>
              <a:ext uri="{96DAC541-7B7A-43D3-8B79-37D633B846F1}">
                <asvg:svgBlip xmlns:asvg="http://schemas.microsoft.com/office/drawing/2016/SVG/main" r:embed="rId5"/>
              </a:ext>
            </a:extLst>
          </a:blip>
          <a:srcRect/>
          <a:stretch>
            <a:fillRect t="-51000" b="-51000"/>
          </a:stretch>
        </a:blipFill>
      </dgm:spPr>
      <dgm:extLst>
        <a:ext uri="{E40237B7-FDA0-4F09-8148-C483321AD2D9}">
          <dgm14:cNvPr xmlns:dgm14="http://schemas.microsoft.com/office/drawing/2010/diagram" id="0" name="" descr="Brain in head with solid fill"/>
        </a:ext>
      </dgm:extLst>
    </dgm:pt>
    <dgm:pt modelId="{1D180D4C-42E5-7649-97B3-0821FE1926FF}" type="pres">
      <dgm:prSet presAssocID="{A5926812-74A4-E64C-A97D-69A8914BD417}" presName="text" presStyleLbl="node1" presStyleIdx="4" presStyleCnt="5">
        <dgm:presLayoutVars>
          <dgm:bulletEnabled val="1"/>
        </dgm:presLayoutVars>
      </dgm:prSet>
      <dgm:spPr/>
    </dgm:pt>
  </dgm:ptLst>
  <dgm:cxnLst>
    <dgm:cxn modelId="{90BB5E1E-007D-8F42-A777-361876E7C33C}" srcId="{E146070E-8AC4-664C-B47B-4BCA66DCB6FD}" destId="{979B68A4-D185-6F41-BDB7-7DD8B195D604}" srcOrd="1" destOrd="0" parTransId="{49E4B225-A5A2-EC46-8B9C-F6DC5CD8C2A3}" sibTransId="{22B9AE64-3F79-A149-8BE0-C30D7D2C2317}"/>
    <dgm:cxn modelId="{2A2F6030-3E9B-D048-A0FB-714A85447DFA}" type="presOf" srcId="{A5926812-74A4-E64C-A97D-69A8914BD417}" destId="{8BA020C0-56F1-2E4C-8B91-2B6D290D79E5}" srcOrd="0" destOrd="0" presId="urn:microsoft.com/office/officeart/2005/8/layout/vList4"/>
    <dgm:cxn modelId="{FADE2734-0D31-EB48-A7A1-790DD8320502}" type="presOf" srcId="{83FB809C-089F-654C-B289-FA15E78CB845}" destId="{CE42979A-F43C-E44E-B15F-5D0FDD792C1B}" srcOrd="1" destOrd="0" presId="urn:microsoft.com/office/officeart/2005/8/layout/vList4"/>
    <dgm:cxn modelId="{B3B17D37-F7AA-E649-8040-8136DFC8B249}" srcId="{E146070E-8AC4-664C-B47B-4BCA66DCB6FD}" destId="{A5926812-74A4-E64C-A97D-69A8914BD417}" srcOrd="4" destOrd="0" parTransId="{79530CDF-86DC-DD40-924E-F5AEE8E7EB2C}" sibTransId="{D882B879-1BFB-C441-B57A-8BDACC9CBA93}"/>
    <dgm:cxn modelId="{CA868C3A-74B5-744F-B744-D433998BD1F7}" srcId="{E146070E-8AC4-664C-B47B-4BCA66DCB6FD}" destId="{3950DAA9-35E2-0146-A429-1B42BD607DB0}" srcOrd="3" destOrd="0" parTransId="{DFD8FFC6-03AC-084B-A7BB-9A7DF97894F9}" sibTransId="{99927EDE-9DF5-394D-BCC9-2FAB3F269E30}"/>
    <dgm:cxn modelId="{12394A41-FC0D-FC49-B832-6C5889B26479}" type="presOf" srcId="{3950DAA9-35E2-0146-A429-1B42BD607DB0}" destId="{6C5C0148-C27F-7B42-83E6-31E80C388795}" srcOrd="1" destOrd="0" presId="urn:microsoft.com/office/officeart/2005/8/layout/vList4"/>
    <dgm:cxn modelId="{303D604B-2212-664C-AA15-A6ABA408D0CF}" type="presOf" srcId="{979B68A4-D185-6F41-BDB7-7DD8B195D604}" destId="{C3587977-75B8-9244-9C2D-118AECD579F0}" srcOrd="1" destOrd="0" presId="urn:microsoft.com/office/officeart/2005/8/layout/vList4"/>
    <dgm:cxn modelId="{D53D095C-CDFE-5B4D-A2B3-86FAAF28CA92}" type="presOf" srcId="{851BCC14-3C1C-3E49-93A7-BB25B4EE52BA}" destId="{18F14E86-513D-B449-9B50-F9A8F4CC313B}" srcOrd="1" destOrd="0" presId="urn:microsoft.com/office/officeart/2005/8/layout/vList4"/>
    <dgm:cxn modelId="{F685036B-30DB-3847-959E-EFA8B6F12B1A}" type="presOf" srcId="{E146070E-8AC4-664C-B47B-4BCA66DCB6FD}" destId="{5C83BDB9-FDD2-0241-9B3D-4AB98ABEB24A}" srcOrd="0" destOrd="0" presId="urn:microsoft.com/office/officeart/2005/8/layout/vList4"/>
    <dgm:cxn modelId="{41E78177-9767-644D-A586-C5212DFC611A}" type="presOf" srcId="{979B68A4-D185-6F41-BDB7-7DD8B195D604}" destId="{D96D31B2-AC79-0D4D-BCD4-BC21E527A462}" srcOrd="0" destOrd="0" presId="urn:microsoft.com/office/officeart/2005/8/layout/vList4"/>
    <dgm:cxn modelId="{872F0B86-CBDB-0F48-94D9-A03299F2E407}" type="presOf" srcId="{A5926812-74A4-E64C-A97D-69A8914BD417}" destId="{1D180D4C-42E5-7649-97B3-0821FE1926FF}" srcOrd="1" destOrd="0" presId="urn:microsoft.com/office/officeart/2005/8/layout/vList4"/>
    <dgm:cxn modelId="{2995C9A3-9478-074D-848A-0C7B5B2F1954}" srcId="{E146070E-8AC4-664C-B47B-4BCA66DCB6FD}" destId="{851BCC14-3C1C-3E49-93A7-BB25B4EE52BA}" srcOrd="0" destOrd="0" parTransId="{5C8A566C-E11F-3744-8CDF-A5B1F2B97244}" sibTransId="{E6BC4F12-BA34-184E-9884-FA69ED945A04}"/>
    <dgm:cxn modelId="{CCA1B1B8-1246-7E4E-81AE-1BA8FE08FF17}" type="presOf" srcId="{3950DAA9-35E2-0146-A429-1B42BD607DB0}" destId="{DBBD842C-6CC0-A844-928A-CA8119A20197}" srcOrd="0" destOrd="0" presId="urn:microsoft.com/office/officeart/2005/8/layout/vList4"/>
    <dgm:cxn modelId="{B33ED8CD-3543-EC4D-AE54-7EA2F90C4D09}" type="presOf" srcId="{83FB809C-089F-654C-B289-FA15E78CB845}" destId="{E030AFDB-D36A-AE47-BEF3-C13AEDAB04A4}" srcOrd="0" destOrd="0" presId="urn:microsoft.com/office/officeart/2005/8/layout/vList4"/>
    <dgm:cxn modelId="{E37A10EB-05DD-D843-9CB5-5DB5CDAA21B6}" type="presOf" srcId="{851BCC14-3C1C-3E49-93A7-BB25B4EE52BA}" destId="{A9D231CA-E878-1546-8579-CE6A66A4F85C}" srcOrd="0" destOrd="0" presId="urn:microsoft.com/office/officeart/2005/8/layout/vList4"/>
    <dgm:cxn modelId="{178127F9-FDFD-0F4D-BE65-C0A6F9915633}" srcId="{E146070E-8AC4-664C-B47B-4BCA66DCB6FD}" destId="{83FB809C-089F-654C-B289-FA15E78CB845}" srcOrd="2" destOrd="0" parTransId="{B92ED099-6E97-9E4F-AF41-9FE76B2567EC}" sibTransId="{44C7B6ED-D9C9-A54C-BDC5-427D9E4EBBD3}"/>
    <dgm:cxn modelId="{E2B41509-B232-AF45-A569-826ACE3F08D5}" type="presParOf" srcId="{5C83BDB9-FDD2-0241-9B3D-4AB98ABEB24A}" destId="{41EDD0B1-0F31-2C48-8CBF-DE40D7DFDA05}" srcOrd="0" destOrd="0" presId="urn:microsoft.com/office/officeart/2005/8/layout/vList4"/>
    <dgm:cxn modelId="{8F82C49A-D90C-E24E-A2C9-0376298ACE36}" type="presParOf" srcId="{41EDD0B1-0F31-2C48-8CBF-DE40D7DFDA05}" destId="{A9D231CA-E878-1546-8579-CE6A66A4F85C}" srcOrd="0" destOrd="0" presId="urn:microsoft.com/office/officeart/2005/8/layout/vList4"/>
    <dgm:cxn modelId="{37B6A39A-10A2-F245-BC2E-1371BDD6ADAA}" type="presParOf" srcId="{41EDD0B1-0F31-2C48-8CBF-DE40D7DFDA05}" destId="{2FFDD513-4151-714C-95FD-3AA5415C66EE}" srcOrd="1" destOrd="0" presId="urn:microsoft.com/office/officeart/2005/8/layout/vList4"/>
    <dgm:cxn modelId="{DD462961-41E3-1A47-BBDA-E8E1F7C5AB63}" type="presParOf" srcId="{41EDD0B1-0F31-2C48-8CBF-DE40D7DFDA05}" destId="{18F14E86-513D-B449-9B50-F9A8F4CC313B}" srcOrd="2" destOrd="0" presId="urn:microsoft.com/office/officeart/2005/8/layout/vList4"/>
    <dgm:cxn modelId="{AE6E55FB-DABE-5D46-B357-BF6BD4ACB49C}" type="presParOf" srcId="{5C83BDB9-FDD2-0241-9B3D-4AB98ABEB24A}" destId="{F26296F8-AAB0-0D4F-9307-12063DD0D8A4}" srcOrd="1" destOrd="0" presId="urn:microsoft.com/office/officeart/2005/8/layout/vList4"/>
    <dgm:cxn modelId="{38BE05EE-B381-DC48-BAAE-EDD4B039896C}" type="presParOf" srcId="{5C83BDB9-FDD2-0241-9B3D-4AB98ABEB24A}" destId="{D1A1ED41-DF0E-F64F-BC7F-758AC96BEF7B}" srcOrd="2" destOrd="0" presId="urn:microsoft.com/office/officeart/2005/8/layout/vList4"/>
    <dgm:cxn modelId="{C7853F27-4744-D74F-894D-6AB5E63946F7}" type="presParOf" srcId="{D1A1ED41-DF0E-F64F-BC7F-758AC96BEF7B}" destId="{D96D31B2-AC79-0D4D-BCD4-BC21E527A462}" srcOrd="0" destOrd="0" presId="urn:microsoft.com/office/officeart/2005/8/layout/vList4"/>
    <dgm:cxn modelId="{7CDA2B2D-D65A-E347-A3B7-94CD3DB1AF9C}" type="presParOf" srcId="{D1A1ED41-DF0E-F64F-BC7F-758AC96BEF7B}" destId="{EB10BBF3-7E94-6649-BD15-0F031A1EC7D4}" srcOrd="1" destOrd="0" presId="urn:microsoft.com/office/officeart/2005/8/layout/vList4"/>
    <dgm:cxn modelId="{1D5328CE-5158-0742-887F-9B0E8D5FFCE8}" type="presParOf" srcId="{D1A1ED41-DF0E-F64F-BC7F-758AC96BEF7B}" destId="{C3587977-75B8-9244-9C2D-118AECD579F0}" srcOrd="2" destOrd="0" presId="urn:microsoft.com/office/officeart/2005/8/layout/vList4"/>
    <dgm:cxn modelId="{9F83F5D8-E087-4747-8032-7233066DE4B1}" type="presParOf" srcId="{5C83BDB9-FDD2-0241-9B3D-4AB98ABEB24A}" destId="{D3DC3002-0950-D641-A3C7-B4F13E78C1E4}" srcOrd="3" destOrd="0" presId="urn:microsoft.com/office/officeart/2005/8/layout/vList4"/>
    <dgm:cxn modelId="{F2414DB0-8050-874B-8C72-00A4B4F043D9}" type="presParOf" srcId="{5C83BDB9-FDD2-0241-9B3D-4AB98ABEB24A}" destId="{352603A0-E60E-004D-AE0E-2D7C769FC873}" srcOrd="4" destOrd="0" presId="urn:microsoft.com/office/officeart/2005/8/layout/vList4"/>
    <dgm:cxn modelId="{1671B69C-0E31-AD45-BC8F-193913826A5F}" type="presParOf" srcId="{352603A0-E60E-004D-AE0E-2D7C769FC873}" destId="{E030AFDB-D36A-AE47-BEF3-C13AEDAB04A4}" srcOrd="0" destOrd="0" presId="urn:microsoft.com/office/officeart/2005/8/layout/vList4"/>
    <dgm:cxn modelId="{E1E5F24F-7762-1D47-85BF-DD57495A373E}" type="presParOf" srcId="{352603A0-E60E-004D-AE0E-2D7C769FC873}" destId="{EB6C143A-9DD9-A644-B15F-DF234AEA04D9}" srcOrd="1" destOrd="0" presId="urn:microsoft.com/office/officeart/2005/8/layout/vList4"/>
    <dgm:cxn modelId="{DE64A942-624D-E44E-B08E-C356AE8FDB04}" type="presParOf" srcId="{352603A0-E60E-004D-AE0E-2D7C769FC873}" destId="{CE42979A-F43C-E44E-B15F-5D0FDD792C1B}" srcOrd="2" destOrd="0" presId="urn:microsoft.com/office/officeart/2005/8/layout/vList4"/>
    <dgm:cxn modelId="{0CE0F294-B93B-9942-908C-25EF19171469}" type="presParOf" srcId="{5C83BDB9-FDD2-0241-9B3D-4AB98ABEB24A}" destId="{86A48613-17CB-AA41-B4F2-10F4AD3E9D17}" srcOrd="5" destOrd="0" presId="urn:microsoft.com/office/officeart/2005/8/layout/vList4"/>
    <dgm:cxn modelId="{1CEEC866-946B-CA47-BCF5-CB61B8C14012}" type="presParOf" srcId="{5C83BDB9-FDD2-0241-9B3D-4AB98ABEB24A}" destId="{F1C53BF6-DEB8-9F4F-B0B0-4B8576ED51B3}" srcOrd="6" destOrd="0" presId="urn:microsoft.com/office/officeart/2005/8/layout/vList4"/>
    <dgm:cxn modelId="{11C1D9A9-7FE6-4A4C-9D6B-CA3BA74534DC}" type="presParOf" srcId="{F1C53BF6-DEB8-9F4F-B0B0-4B8576ED51B3}" destId="{DBBD842C-6CC0-A844-928A-CA8119A20197}" srcOrd="0" destOrd="0" presId="urn:microsoft.com/office/officeart/2005/8/layout/vList4"/>
    <dgm:cxn modelId="{8FE8CFA3-986D-BC49-A17E-DC39CF9E35B2}" type="presParOf" srcId="{F1C53BF6-DEB8-9F4F-B0B0-4B8576ED51B3}" destId="{8165C826-065B-F948-9082-91EDC4D80DF3}" srcOrd="1" destOrd="0" presId="urn:microsoft.com/office/officeart/2005/8/layout/vList4"/>
    <dgm:cxn modelId="{960C2B06-90BF-414E-A4D5-CF4C0F5842B0}" type="presParOf" srcId="{F1C53BF6-DEB8-9F4F-B0B0-4B8576ED51B3}" destId="{6C5C0148-C27F-7B42-83E6-31E80C388795}" srcOrd="2" destOrd="0" presId="urn:microsoft.com/office/officeart/2005/8/layout/vList4"/>
    <dgm:cxn modelId="{418C8E7E-6423-5B40-A554-7147512C9DA4}" type="presParOf" srcId="{5C83BDB9-FDD2-0241-9B3D-4AB98ABEB24A}" destId="{FD3B49B1-FABD-D840-88A3-2B717EC460EB}" srcOrd="7" destOrd="0" presId="urn:microsoft.com/office/officeart/2005/8/layout/vList4"/>
    <dgm:cxn modelId="{36EA2549-D68B-E447-9011-6CBD10ED201D}" type="presParOf" srcId="{5C83BDB9-FDD2-0241-9B3D-4AB98ABEB24A}" destId="{ECBD4269-E074-DC45-9255-D7AE69F3DA57}" srcOrd="8" destOrd="0" presId="urn:microsoft.com/office/officeart/2005/8/layout/vList4"/>
    <dgm:cxn modelId="{D43CC1E9-EB25-6D4D-9DE1-E928455B8BC8}" type="presParOf" srcId="{ECBD4269-E074-DC45-9255-D7AE69F3DA57}" destId="{8BA020C0-56F1-2E4C-8B91-2B6D290D79E5}" srcOrd="0" destOrd="0" presId="urn:microsoft.com/office/officeart/2005/8/layout/vList4"/>
    <dgm:cxn modelId="{5A0453F5-7FF4-A347-85AA-A84F8CFFD3D6}" type="presParOf" srcId="{ECBD4269-E074-DC45-9255-D7AE69F3DA57}" destId="{66DB940C-C73F-0147-9D9A-942490EE028C}" srcOrd="1" destOrd="0" presId="urn:microsoft.com/office/officeart/2005/8/layout/vList4"/>
    <dgm:cxn modelId="{DB024824-B8E3-744F-91BA-BC41A7779457}" type="presParOf" srcId="{ECBD4269-E074-DC45-9255-D7AE69F3DA57}" destId="{1D180D4C-42E5-7649-97B3-0821FE1926FF}" srcOrd="2" destOrd="0" presId="urn:microsoft.com/office/officeart/2005/8/layout/vList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146070E-8AC4-664C-B47B-4BCA66DCB6FD}" type="doc">
      <dgm:prSet loTypeId="urn:microsoft.com/office/officeart/2005/8/layout/vList4" loCatId="" qsTypeId="urn:microsoft.com/office/officeart/2005/8/quickstyle/simple1" qsCatId="simple" csTypeId="urn:microsoft.com/office/officeart/2005/8/colors/colorful1" csCatId="colorful" phldr="1"/>
      <dgm:spPr/>
      <dgm:t>
        <a:bodyPr/>
        <a:lstStyle/>
        <a:p>
          <a:endParaRPr lang="en-US"/>
        </a:p>
      </dgm:t>
    </dgm:pt>
    <dgm:pt modelId="{851BCC14-3C1C-3E49-93A7-BB25B4EE52BA}">
      <dgm:prSet phldrT="[Text]"/>
      <dgm:spPr/>
      <dgm:t>
        <a:bodyPr/>
        <a:lstStyle/>
        <a:p>
          <a:r>
            <a:rPr lang="en-US" dirty="0"/>
            <a:t>Decomposition</a:t>
          </a:r>
        </a:p>
      </dgm:t>
    </dgm:pt>
    <dgm:pt modelId="{5C8A566C-E11F-3744-8CDF-A5B1F2B97244}" type="parTrans" cxnId="{2995C9A3-9478-074D-848A-0C7B5B2F1954}">
      <dgm:prSet/>
      <dgm:spPr/>
      <dgm:t>
        <a:bodyPr/>
        <a:lstStyle/>
        <a:p>
          <a:endParaRPr lang="en-US"/>
        </a:p>
      </dgm:t>
    </dgm:pt>
    <dgm:pt modelId="{E6BC4F12-BA34-184E-9884-FA69ED945A04}" type="sibTrans" cxnId="{2995C9A3-9478-074D-848A-0C7B5B2F1954}">
      <dgm:prSet/>
      <dgm:spPr/>
      <dgm:t>
        <a:bodyPr/>
        <a:lstStyle/>
        <a:p>
          <a:endParaRPr lang="en-US"/>
        </a:p>
      </dgm:t>
    </dgm:pt>
    <dgm:pt modelId="{83FB809C-089F-654C-B289-FA15E78CB845}">
      <dgm:prSet phldrT="[Text]"/>
      <dgm:spPr/>
      <dgm:t>
        <a:bodyPr/>
        <a:lstStyle/>
        <a:p>
          <a:r>
            <a:rPr lang="en-US" dirty="0"/>
            <a:t>Abstraction</a:t>
          </a:r>
        </a:p>
      </dgm:t>
    </dgm:pt>
    <dgm:pt modelId="{B92ED099-6E97-9E4F-AF41-9FE76B2567EC}" type="parTrans" cxnId="{178127F9-FDFD-0F4D-BE65-C0A6F9915633}">
      <dgm:prSet/>
      <dgm:spPr/>
      <dgm:t>
        <a:bodyPr/>
        <a:lstStyle/>
        <a:p>
          <a:endParaRPr lang="en-US"/>
        </a:p>
      </dgm:t>
    </dgm:pt>
    <dgm:pt modelId="{44C7B6ED-D9C9-A54C-BDC5-427D9E4EBBD3}" type="sibTrans" cxnId="{178127F9-FDFD-0F4D-BE65-C0A6F9915633}">
      <dgm:prSet/>
      <dgm:spPr/>
      <dgm:t>
        <a:bodyPr/>
        <a:lstStyle/>
        <a:p>
          <a:endParaRPr lang="en-US"/>
        </a:p>
      </dgm:t>
    </dgm:pt>
    <dgm:pt modelId="{3950DAA9-35E2-0146-A429-1B42BD607DB0}">
      <dgm:prSet phldrT="[Text]"/>
      <dgm:spPr/>
      <dgm:t>
        <a:bodyPr/>
        <a:lstStyle/>
        <a:p>
          <a:r>
            <a:rPr lang="en-US" dirty="0"/>
            <a:t>Algorithm design</a:t>
          </a:r>
        </a:p>
      </dgm:t>
    </dgm:pt>
    <dgm:pt modelId="{DFD8FFC6-03AC-084B-A7BB-9A7DF97894F9}" type="parTrans" cxnId="{CA868C3A-74B5-744F-B744-D433998BD1F7}">
      <dgm:prSet/>
      <dgm:spPr/>
      <dgm:t>
        <a:bodyPr/>
        <a:lstStyle/>
        <a:p>
          <a:endParaRPr lang="en-US"/>
        </a:p>
      </dgm:t>
    </dgm:pt>
    <dgm:pt modelId="{99927EDE-9DF5-394D-BCC9-2FAB3F269E30}" type="sibTrans" cxnId="{CA868C3A-74B5-744F-B744-D433998BD1F7}">
      <dgm:prSet/>
      <dgm:spPr/>
      <dgm:t>
        <a:bodyPr/>
        <a:lstStyle/>
        <a:p>
          <a:endParaRPr lang="en-US"/>
        </a:p>
      </dgm:t>
    </dgm:pt>
    <dgm:pt modelId="{979B68A4-D185-6F41-BDB7-7DD8B195D604}">
      <dgm:prSet/>
      <dgm:spPr/>
      <dgm:t>
        <a:bodyPr/>
        <a:lstStyle/>
        <a:p>
          <a:r>
            <a:rPr lang="en-US" dirty="0"/>
            <a:t>Pattern recognition</a:t>
          </a:r>
        </a:p>
      </dgm:t>
    </dgm:pt>
    <dgm:pt modelId="{49E4B225-A5A2-EC46-8B9C-F6DC5CD8C2A3}" type="parTrans" cxnId="{90BB5E1E-007D-8F42-A777-361876E7C33C}">
      <dgm:prSet/>
      <dgm:spPr/>
      <dgm:t>
        <a:bodyPr/>
        <a:lstStyle/>
        <a:p>
          <a:endParaRPr lang="en-US"/>
        </a:p>
      </dgm:t>
    </dgm:pt>
    <dgm:pt modelId="{22B9AE64-3F79-A149-8BE0-C30D7D2C2317}" type="sibTrans" cxnId="{90BB5E1E-007D-8F42-A777-361876E7C33C}">
      <dgm:prSet/>
      <dgm:spPr/>
      <dgm:t>
        <a:bodyPr/>
        <a:lstStyle/>
        <a:p>
          <a:endParaRPr lang="en-US"/>
        </a:p>
      </dgm:t>
    </dgm:pt>
    <dgm:pt modelId="{A5926812-74A4-E64C-A97D-69A8914BD417}">
      <dgm:prSet/>
      <dgm:spPr/>
      <dgm:t>
        <a:bodyPr/>
        <a:lstStyle/>
        <a:p>
          <a:r>
            <a:rPr lang="en-US" dirty="0"/>
            <a:t>Evaluation &amp; debugging</a:t>
          </a:r>
        </a:p>
      </dgm:t>
    </dgm:pt>
    <dgm:pt modelId="{79530CDF-86DC-DD40-924E-F5AEE8E7EB2C}" type="parTrans" cxnId="{B3B17D37-F7AA-E649-8040-8136DFC8B249}">
      <dgm:prSet/>
      <dgm:spPr/>
      <dgm:t>
        <a:bodyPr/>
        <a:lstStyle/>
        <a:p>
          <a:endParaRPr lang="en-US"/>
        </a:p>
      </dgm:t>
    </dgm:pt>
    <dgm:pt modelId="{D882B879-1BFB-C441-B57A-8BDACC9CBA93}" type="sibTrans" cxnId="{B3B17D37-F7AA-E649-8040-8136DFC8B249}">
      <dgm:prSet/>
      <dgm:spPr/>
      <dgm:t>
        <a:bodyPr/>
        <a:lstStyle/>
        <a:p>
          <a:endParaRPr lang="en-US"/>
        </a:p>
      </dgm:t>
    </dgm:pt>
    <dgm:pt modelId="{5C83BDB9-FDD2-0241-9B3D-4AB98ABEB24A}" type="pres">
      <dgm:prSet presAssocID="{E146070E-8AC4-664C-B47B-4BCA66DCB6FD}" presName="linear" presStyleCnt="0">
        <dgm:presLayoutVars>
          <dgm:dir/>
          <dgm:resizeHandles val="exact"/>
        </dgm:presLayoutVars>
      </dgm:prSet>
      <dgm:spPr/>
    </dgm:pt>
    <dgm:pt modelId="{41EDD0B1-0F31-2C48-8CBF-DE40D7DFDA05}" type="pres">
      <dgm:prSet presAssocID="{851BCC14-3C1C-3E49-93A7-BB25B4EE52BA}" presName="comp" presStyleCnt="0"/>
      <dgm:spPr/>
    </dgm:pt>
    <dgm:pt modelId="{A9D231CA-E878-1546-8579-CE6A66A4F85C}" type="pres">
      <dgm:prSet presAssocID="{851BCC14-3C1C-3E49-93A7-BB25B4EE52BA}" presName="box" presStyleLbl="node1" presStyleIdx="0" presStyleCnt="5"/>
      <dgm:spPr/>
    </dgm:pt>
    <dgm:pt modelId="{2FFDD513-4151-714C-95FD-3AA5415C66EE}" type="pres">
      <dgm:prSet presAssocID="{851BCC14-3C1C-3E49-93A7-BB25B4EE52BA}" presName="img" presStyleLbl="fgImgPlace1" presStyleIdx="0" presStyleCnt="5"/>
      <dgm:spPr>
        <a:blipFill>
          <a:blip xmlns:r="http://schemas.openxmlformats.org/officeDocument/2006/relationships">
            <a:extLst>
              <a:ext uri="{96DAC541-7B7A-43D3-8B79-37D633B846F1}">
                <asvg:svgBlip xmlns:asvg="http://schemas.microsoft.com/office/drawing/2016/SVG/main" r:embed="rId1"/>
              </a:ext>
            </a:extLst>
          </a:blip>
          <a:srcRect/>
          <a:stretch>
            <a:fillRect t="-16000" b="-16000"/>
          </a:stretch>
        </a:blipFill>
      </dgm:spPr>
      <dgm:extLst>
        <a:ext uri="{E40237B7-FDA0-4F09-8148-C483321AD2D9}">
          <dgm14:cNvPr xmlns:dgm14="http://schemas.microsoft.com/office/drawing/2010/diagram" id="0" name="" descr="Puzzle pieces with solid fill"/>
        </a:ext>
      </dgm:extLst>
    </dgm:pt>
    <dgm:pt modelId="{18F14E86-513D-B449-9B50-F9A8F4CC313B}" type="pres">
      <dgm:prSet presAssocID="{851BCC14-3C1C-3E49-93A7-BB25B4EE52BA}" presName="text" presStyleLbl="node1" presStyleIdx="0" presStyleCnt="5">
        <dgm:presLayoutVars>
          <dgm:bulletEnabled val="1"/>
        </dgm:presLayoutVars>
      </dgm:prSet>
      <dgm:spPr/>
    </dgm:pt>
    <dgm:pt modelId="{F26296F8-AAB0-0D4F-9307-12063DD0D8A4}" type="pres">
      <dgm:prSet presAssocID="{E6BC4F12-BA34-184E-9884-FA69ED945A04}" presName="spacer" presStyleCnt="0"/>
      <dgm:spPr/>
    </dgm:pt>
    <dgm:pt modelId="{D1A1ED41-DF0E-F64F-BC7F-758AC96BEF7B}" type="pres">
      <dgm:prSet presAssocID="{979B68A4-D185-6F41-BDB7-7DD8B195D604}" presName="comp" presStyleCnt="0"/>
      <dgm:spPr/>
    </dgm:pt>
    <dgm:pt modelId="{D96D31B2-AC79-0D4D-BCD4-BC21E527A462}" type="pres">
      <dgm:prSet presAssocID="{979B68A4-D185-6F41-BDB7-7DD8B195D604}" presName="box" presStyleLbl="node1" presStyleIdx="1" presStyleCnt="5"/>
      <dgm:spPr/>
    </dgm:pt>
    <dgm:pt modelId="{EB10BBF3-7E94-6649-BD15-0F031A1EC7D4}" type="pres">
      <dgm:prSet presAssocID="{979B68A4-D185-6F41-BDB7-7DD8B195D604}" presName="img" presStyleLbl="fgImgPlace1" presStyleIdx="1" presStyleCnt="5"/>
      <dgm:spPr>
        <a:blipFill>
          <a:blip xmlns:r="http://schemas.openxmlformats.org/officeDocument/2006/relationships">
            <a:extLst>
              <a:ext uri="{96DAC541-7B7A-43D3-8B79-37D633B846F1}">
                <asvg:svgBlip xmlns:asvg="http://schemas.microsoft.com/office/drawing/2016/SVG/main" r:embed="rId2"/>
              </a:ext>
            </a:extLst>
          </a:blip>
          <a:srcRect/>
          <a:stretch>
            <a:fillRect t="-31000" b="-31000"/>
          </a:stretch>
        </a:blipFill>
      </dgm:spPr>
      <dgm:extLst>
        <a:ext uri="{E40237B7-FDA0-4F09-8148-C483321AD2D9}">
          <dgm14:cNvPr xmlns:dgm14="http://schemas.microsoft.com/office/drawing/2010/diagram" id="0" name="" descr="Bar graph with upward trend with solid fill"/>
        </a:ext>
      </dgm:extLst>
    </dgm:pt>
    <dgm:pt modelId="{C3587977-75B8-9244-9C2D-118AECD579F0}" type="pres">
      <dgm:prSet presAssocID="{979B68A4-D185-6F41-BDB7-7DD8B195D604}" presName="text" presStyleLbl="node1" presStyleIdx="1" presStyleCnt="5">
        <dgm:presLayoutVars>
          <dgm:bulletEnabled val="1"/>
        </dgm:presLayoutVars>
      </dgm:prSet>
      <dgm:spPr/>
    </dgm:pt>
    <dgm:pt modelId="{D3DC3002-0950-D641-A3C7-B4F13E78C1E4}" type="pres">
      <dgm:prSet presAssocID="{22B9AE64-3F79-A149-8BE0-C30D7D2C2317}" presName="spacer" presStyleCnt="0"/>
      <dgm:spPr/>
    </dgm:pt>
    <dgm:pt modelId="{352603A0-E60E-004D-AE0E-2D7C769FC873}" type="pres">
      <dgm:prSet presAssocID="{83FB809C-089F-654C-B289-FA15E78CB845}" presName="comp" presStyleCnt="0"/>
      <dgm:spPr/>
    </dgm:pt>
    <dgm:pt modelId="{E030AFDB-D36A-AE47-BEF3-C13AEDAB04A4}" type="pres">
      <dgm:prSet presAssocID="{83FB809C-089F-654C-B289-FA15E78CB845}" presName="box" presStyleLbl="node1" presStyleIdx="2" presStyleCnt="5"/>
      <dgm:spPr/>
    </dgm:pt>
    <dgm:pt modelId="{EB6C143A-9DD9-A644-B15F-DF234AEA04D9}" type="pres">
      <dgm:prSet presAssocID="{83FB809C-089F-654C-B289-FA15E78CB845}" presName="img" presStyleLbl="fgImgPlace1" presStyleIdx="2" presStyleCnt="5"/>
      <dgm:spPr>
        <a:blipFill>
          <a:blip xmlns:r="http://schemas.openxmlformats.org/officeDocument/2006/relationships">
            <a:extLst>
              <a:ext uri="{96DAC541-7B7A-43D3-8B79-37D633B846F1}">
                <asvg:svgBlip xmlns:asvg="http://schemas.microsoft.com/office/drawing/2016/SVG/main" r:embed="rId3"/>
              </a:ext>
            </a:extLst>
          </a:blip>
          <a:srcRect/>
          <a:stretch>
            <a:fillRect t="-10000" b="-10000"/>
          </a:stretch>
        </a:blipFill>
      </dgm:spPr>
      <dgm:extLst>
        <a:ext uri="{E40237B7-FDA0-4F09-8148-C483321AD2D9}">
          <dgm14:cNvPr xmlns:dgm14="http://schemas.microsoft.com/office/drawing/2010/diagram" id="0" name="" descr="Filter with solid fill"/>
        </a:ext>
      </dgm:extLst>
    </dgm:pt>
    <dgm:pt modelId="{CE42979A-F43C-E44E-B15F-5D0FDD792C1B}" type="pres">
      <dgm:prSet presAssocID="{83FB809C-089F-654C-B289-FA15E78CB845}" presName="text" presStyleLbl="node1" presStyleIdx="2" presStyleCnt="5">
        <dgm:presLayoutVars>
          <dgm:bulletEnabled val="1"/>
        </dgm:presLayoutVars>
      </dgm:prSet>
      <dgm:spPr/>
    </dgm:pt>
    <dgm:pt modelId="{86A48613-17CB-AA41-B4F2-10F4AD3E9D17}" type="pres">
      <dgm:prSet presAssocID="{44C7B6ED-D9C9-A54C-BDC5-427D9E4EBBD3}" presName="spacer" presStyleCnt="0"/>
      <dgm:spPr/>
    </dgm:pt>
    <dgm:pt modelId="{F1C53BF6-DEB8-9F4F-B0B0-4B8576ED51B3}" type="pres">
      <dgm:prSet presAssocID="{3950DAA9-35E2-0146-A429-1B42BD607DB0}" presName="comp" presStyleCnt="0"/>
      <dgm:spPr/>
    </dgm:pt>
    <dgm:pt modelId="{DBBD842C-6CC0-A844-928A-CA8119A20197}" type="pres">
      <dgm:prSet presAssocID="{3950DAA9-35E2-0146-A429-1B42BD607DB0}" presName="box" presStyleLbl="node1" presStyleIdx="3" presStyleCnt="5"/>
      <dgm:spPr/>
    </dgm:pt>
    <dgm:pt modelId="{8165C826-065B-F948-9082-91EDC4D80DF3}" type="pres">
      <dgm:prSet presAssocID="{3950DAA9-35E2-0146-A429-1B42BD607DB0}" presName="img" presStyleLbl="fgImgPlace1" presStyleIdx="3" presStyleCnt="5"/>
      <dgm:spPr>
        <a:blipFill>
          <a:blip xmlns:r="http://schemas.openxmlformats.org/officeDocument/2006/relationships">
            <a:extLst>
              <a:ext uri="{96DAC541-7B7A-43D3-8B79-37D633B846F1}">
                <asvg:svgBlip xmlns:asvg="http://schemas.microsoft.com/office/drawing/2016/SVG/main" r:embed="rId4"/>
              </a:ext>
            </a:extLst>
          </a:blip>
          <a:srcRect/>
          <a:stretch>
            <a:fillRect t="-10000" b="-10000"/>
          </a:stretch>
        </a:blipFill>
      </dgm:spPr>
      <dgm:extLst>
        <a:ext uri="{E40237B7-FDA0-4F09-8148-C483321AD2D9}">
          <dgm14:cNvPr xmlns:dgm14="http://schemas.microsoft.com/office/drawing/2010/diagram" id="0" name="" descr="Dance steps with solid fill"/>
        </a:ext>
      </dgm:extLst>
    </dgm:pt>
    <dgm:pt modelId="{6C5C0148-C27F-7B42-83E6-31E80C388795}" type="pres">
      <dgm:prSet presAssocID="{3950DAA9-35E2-0146-A429-1B42BD607DB0}" presName="text" presStyleLbl="node1" presStyleIdx="3" presStyleCnt="5">
        <dgm:presLayoutVars>
          <dgm:bulletEnabled val="1"/>
        </dgm:presLayoutVars>
      </dgm:prSet>
      <dgm:spPr/>
    </dgm:pt>
    <dgm:pt modelId="{FD3B49B1-FABD-D840-88A3-2B717EC460EB}" type="pres">
      <dgm:prSet presAssocID="{99927EDE-9DF5-394D-BCC9-2FAB3F269E30}" presName="spacer" presStyleCnt="0"/>
      <dgm:spPr/>
    </dgm:pt>
    <dgm:pt modelId="{ECBD4269-E074-DC45-9255-D7AE69F3DA57}" type="pres">
      <dgm:prSet presAssocID="{A5926812-74A4-E64C-A97D-69A8914BD417}" presName="comp" presStyleCnt="0"/>
      <dgm:spPr/>
    </dgm:pt>
    <dgm:pt modelId="{8BA020C0-56F1-2E4C-8B91-2B6D290D79E5}" type="pres">
      <dgm:prSet presAssocID="{A5926812-74A4-E64C-A97D-69A8914BD417}" presName="box" presStyleLbl="node1" presStyleIdx="4" presStyleCnt="5"/>
      <dgm:spPr/>
    </dgm:pt>
    <dgm:pt modelId="{66DB940C-C73F-0147-9D9A-942490EE028C}" type="pres">
      <dgm:prSet presAssocID="{A5926812-74A4-E64C-A97D-69A8914BD417}" presName="img" presStyleLbl="fgImgPlace1" presStyleIdx="4" presStyleCnt="5"/>
      <dgm:spPr>
        <a:blipFill>
          <a:blip xmlns:r="http://schemas.openxmlformats.org/officeDocument/2006/relationships">
            <a:extLst>
              <a:ext uri="{96DAC541-7B7A-43D3-8B79-37D633B846F1}">
                <asvg:svgBlip xmlns:asvg="http://schemas.microsoft.com/office/drawing/2016/SVG/main" r:embed="rId5"/>
              </a:ext>
            </a:extLst>
          </a:blip>
          <a:srcRect/>
          <a:stretch>
            <a:fillRect t="-51000" b="-51000"/>
          </a:stretch>
        </a:blipFill>
      </dgm:spPr>
      <dgm:extLst>
        <a:ext uri="{E40237B7-FDA0-4F09-8148-C483321AD2D9}">
          <dgm14:cNvPr xmlns:dgm14="http://schemas.microsoft.com/office/drawing/2010/diagram" id="0" name="" descr="Brain in head with solid fill"/>
        </a:ext>
      </dgm:extLst>
    </dgm:pt>
    <dgm:pt modelId="{1D180D4C-42E5-7649-97B3-0821FE1926FF}" type="pres">
      <dgm:prSet presAssocID="{A5926812-74A4-E64C-A97D-69A8914BD417}" presName="text" presStyleLbl="node1" presStyleIdx="4" presStyleCnt="5">
        <dgm:presLayoutVars>
          <dgm:bulletEnabled val="1"/>
        </dgm:presLayoutVars>
      </dgm:prSet>
      <dgm:spPr/>
    </dgm:pt>
  </dgm:ptLst>
  <dgm:cxnLst>
    <dgm:cxn modelId="{90BB5E1E-007D-8F42-A777-361876E7C33C}" srcId="{E146070E-8AC4-664C-B47B-4BCA66DCB6FD}" destId="{979B68A4-D185-6F41-BDB7-7DD8B195D604}" srcOrd="1" destOrd="0" parTransId="{49E4B225-A5A2-EC46-8B9C-F6DC5CD8C2A3}" sibTransId="{22B9AE64-3F79-A149-8BE0-C30D7D2C2317}"/>
    <dgm:cxn modelId="{2A2F6030-3E9B-D048-A0FB-714A85447DFA}" type="presOf" srcId="{A5926812-74A4-E64C-A97D-69A8914BD417}" destId="{8BA020C0-56F1-2E4C-8B91-2B6D290D79E5}" srcOrd="0" destOrd="0" presId="urn:microsoft.com/office/officeart/2005/8/layout/vList4"/>
    <dgm:cxn modelId="{FADE2734-0D31-EB48-A7A1-790DD8320502}" type="presOf" srcId="{83FB809C-089F-654C-B289-FA15E78CB845}" destId="{CE42979A-F43C-E44E-B15F-5D0FDD792C1B}" srcOrd="1" destOrd="0" presId="urn:microsoft.com/office/officeart/2005/8/layout/vList4"/>
    <dgm:cxn modelId="{B3B17D37-F7AA-E649-8040-8136DFC8B249}" srcId="{E146070E-8AC4-664C-B47B-4BCA66DCB6FD}" destId="{A5926812-74A4-E64C-A97D-69A8914BD417}" srcOrd="4" destOrd="0" parTransId="{79530CDF-86DC-DD40-924E-F5AEE8E7EB2C}" sibTransId="{D882B879-1BFB-C441-B57A-8BDACC9CBA93}"/>
    <dgm:cxn modelId="{CA868C3A-74B5-744F-B744-D433998BD1F7}" srcId="{E146070E-8AC4-664C-B47B-4BCA66DCB6FD}" destId="{3950DAA9-35E2-0146-A429-1B42BD607DB0}" srcOrd="3" destOrd="0" parTransId="{DFD8FFC6-03AC-084B-A7BB-9A7DF97894F9}" sibTransId="{99927EDE-9DF5-394D-BCC9-2FAB3F269E30}"/>
    <dgm:cxn modelId="{12394A41-FC0D-FC49-B832-6C5889B26479}" type="presOf" srcId="{3950DAA9-35E2-0146-A429-1B42BD607DB0}" destId="{6C5C0148-C27F-7B42-83E6-31E80C388795}" srcOrd="1" destOrd="0" presId="urn:microsoft.com/office/officeart/2005/8/layout/vList4"/>
    <dgm:cxn modelId="{303D604B-2212-664C-AA15-A6ABA408D0CF}" type="presOf" srcId="{979B68A4-D185-6F41-BDB7-7DD8B195D604}" destId="{C3587977-75B8-9244-9C2D-118AECD579F0}" srcOrd="1" destOrd="0" presId="urn:microsoft.com/office/officeart/2005/8/layout/vList4"/>
    <dgm:cxn modelId="{D53D095C-CDFE-5B4D-A2B3-86FAAF28CA92}" type="presOf" srcId="{851BCC14-3C1C-3E49-93A7-BB25B4EE52BA}" destId="{18F14E86-513D-B449-9B50-F9A8F4CC313B}" srcOrd="1" destOrd="0" presId="urn:microsoft.com/office/officeart/2005/8/layout/vList4"/>
    <dgm:cxn modelId="{F685036B-30DB-3847-959E-EFA8B6F12B1A}" type="presOf" srcId="{E146070E-8AC4-664C-B47B-4BCA66DCB6FD}" destId="{5C83BDB9-FDD2-0241-9B3D-4AB98ABEB24A}" srcOrd="0" destOrd="0" presId="urn:microsoft.com/office/officeart/2005/8/layout/vList4"/>
    <dgm:cxn modelId="{41E78177-9767-644D-A586-C5212DFC611A}" type="presOf" srcId="{979B68A4-D185-6F41-BDB7-7DD8B195D604}" destId="{D96D31B2-AC79-0D4D-BCD4-BC21E527A462}" srcOrd="0" destOrd="0" presId="urn:microsoft.com/office/officeart/2005/8/layout/vList4"/>
    <dgm:cxn modelId="{872F0B86-CBDB-0F48-94D9-A03299F2E407}" type="presOf" srcId="{A5926812-74A4-E64C-A97D-69A8914BD417}" destId="{1D180D4C-42E5-7649-97B3-0821FE1926FF}" srcOrd="1" destOrd="0" presId="urn:microsoft.com/office/officeart/2005/8/layout/vList4"/>
    <dgm:cxn modelId="{2995C9A3-9478-074D-848A-0C7B5B2F1954}" srcId="{E146070E-8AC4-664C-B47B-4BCA66DCB6FD}" destId="{851BCC14-3C1C-3E49-93A7-BB25B4EE52BA}" srcOrd="0" destOrd="0" parTransId="{5C8A566C-E11F-3744-8CDF-A5B1F2B97244}" sibTransId="{E6BC4F12-BA34-184E-9884-FA69ED945A04}"/>
    <dgm:cxn modelId="{CCA1B1B8-1246-7E4E-81AE-1BA8FE08FF17}" type="presOf" srcId="{3950DAA9-35E2-0146-A429-1B42BD607DB0}" destId="{DBBD842C-6CC0-A844-928A-CA8119A20197}" srcOrd="0" destOrd="0" presId="urn:microsoft.com/office/officeart/2005/8/layout/vList4"/>
    <dgm:cxn modelId="{B33ED8CD-3543-EC4D-AE54-7EA2F90C4D09}" type="presOf" srcId="{83FB809C-089F-654C-B289-FA15E78CB845}" destId="{E030AFDB-D36A-AE47-BEF3-C13AEDAB04A4}" srcOrd="0" destOrd="0" presId="urn:microsoft.com/office/officeart/2005/8/layout/vList4"/>
    <dgm:cxn modelId="{E37A10EB-05DD-D843-9CB5-5DB5CDAA21B6}" type="presOf" srcId="{851BCC14-3C1C-3E49-93A7-BB25B4EE52BA}" destId="{A9D231CA-E878-1546-8579-CE6A66A4F85C}" srcOrd="0" destOrd="0" presId="urn:microsoft.com/office/officeart/2005/8/layout/vList4"/>
    <dgm:cxn modelId="{178127F9-FDFD-0F4D-BE65-C0A6F9915633}" srcId="{E146070E-8AC4-664C-B47B-4BCA66DCB6FD}" destId="{83FB809C-089F-654C-B289-FA15E78CB845}" srcOrd="2" destOrd="0" parTransId="{B92ED099-6E97-9E4F-AF41-9FE76B2567EC}" sibTransId="{44C7B6ED-D9C9-A54C-BDC5-427D9E4EBBD3}"/>
    <dgm:cxn modelId="{E2B41509-B232-AF45-A569-826ACE3F08D5}" type="presParOf" srcId="{5C83BDB9-FDD2-0241-9B3D-4AB98ABEB24A}" destId="{41EDD0B1-0F31-2C48-8CBF-DE40D7DFDA05}" srcOrd="0" destOrd="0" presId="urn:microsoft.com/office/officeart/2005/8/layout/vList4"/>
    <dgm:cxn modelId="{8F82C49A-D90C-E24E-A2C9-0376298ACE36}" type="presParOf" srcId="{41EDD0B1-0F31-2C48-8CBF-DE40D7DFDA05}" destId="{A9D231CA-E878-1546-8579-CE6A66A4F85C}" srcOrd="0" destOrd="0" presId="urn:microsoft.com/office/officeart/2005/8/layout/vList4"/>
    <dgm:cxn modelId="{37B6A39A-10A2-F245-BC2E-1371BDD6ADAA}" type="presParOf" srcId="{41EDD0B1-0F31-2C48-8CBF-DE40D7DFDA05}" destId="{2FFDD513-4151-714C-95FD-3AA5415C66EE}" srcOrd="1" destOrd="0" presId="urn:microsoft.com/office/officeart/2005/8/layout/vList4"/>
    <dgm:cxn modelId="{DD462961-41E3-1A47-BBDA-E8E1F7C5AB63}" type="presParOf" srcId="{41EDD0B1-0F31-2C48-8CBF-DE40D7DFDA05}" destId="{18F14E86-513D-B449-9B50-F9A8F4CC313B}" srcOrd="2" destOrd="0" presId="urn:microsoft.com/office/officeart/2005/8/layout/vList4"/>
    <dgm:cxn modelId="{AE6E55FB-DABE-5D46-B357-BF6BD4ACB49C}" type="presParOf" srcId="{5C83BDB9-FDD2-0241-9B3D-4AB98ABEB24A}" destId="{F26296F8-AAB0-0D4F-9307-12063DD0D8A4}" srcOrd="1" destOrd="0" presId="urn:microsoft.com/office/officeart/2005/8/layout/vList4"/>
    <dgm:cxn modelId="{38BE05EE-B381-DC48-BAAE-EDD4B039896C}" type="presParOf" srcId="{5C83BDB9-FDD2-0241-9B3D-4AB98ABEB24A}" destId="{D1A1ED41-DF0E-F64F-BC7F-758AC96BEF7B}" srcOrd="2" destOrd="0" presId="urn:microsoft.com/office/officeart/2005/8/layout/vList4"/>
    <dgm:cxn modelId="{C7853F27-4744-D74F-894D-6AB5E63946F7}" type="presParOf" srcId="{D1A1ED41-DF0E-F64F-BC7F-758AC96BEF7B}" destId="{D96D31B2-AC79-0D4D-BCD4-BC21E527A462}" srcOrd="0" destOrd="0" presId="urn:microsoft.com/office/officeart/2005/8/layout/vList4"/>
    <dgm:cxn modelId="{7CDA2B2D-D65A-E347-A3B7-94CD3DB1AF9C}" type="presParOf" srcId="{D1A1ED41-DF0E-F64F-BC7F-758AC96BEF7B}" destId="{EB10BBF3-7E94-6649-BD15-0F031A1EC7D4}" srcOrd="1" destOrd="0" presId="urn:microsoft.com/office/officeart/2005/8/layout/vList4"/>
    <dgm:cxn modelId="{1D5328CE-5158-0742-887F-9B0E8D5FFCE8}" type="presParOf" srcId="{D1A1ED41-DF0E-F64F-BC7F-758AC96BEF7B}" destId="{C3587977-75B8-9244-9C2D-118AECD579F0}" srcOrd="2" destOrd="0" presId="urn:microsoft.com/office/officeart/2005/8/layout/vList4"/>
    <dgm:cxn modelId="{9F83F5D8-E087-4747-8032-7233066DE4B1}" type="presParOf" srcId="{5C83BDB9-FDD2-0241-9B3D-4AB98ABEB24A}" destId="{D3DC3002-0950-D641-A3C7-B4F13E78C1E4}" srcOrd="3" destOrd="0" presId="urn:microsoft.com/office/officeart/2005/8/layout/vList4"/>
    <dgm:cxn modelId="{F2414DB0-8050-874B-8C72-00A4B4F043D9}" type="presParOf" srcId="{5C83BDB9-FDD2-0241-9B3D-4AB98ABEB24A}" destId="{352603A0-E60E-004D-AE0E-2D7C769FC873}" srcOrd="4" destOrd="0" presId="urn:microsoft.com/office/officeart/2005/8/layout/vList4"/>
    <dgm:cxn modelId="{1671B69C-0E31-AD45-BC8F-193913826A5F}" type="presParOf" srcId="{352603A0-E60E-004D-AE0E-2D7C769FC873}" destId="{E030AFDB-D36A-AE47-BEF3-C13AEDAB04A4}" srcOrd="0" destOrd="0" presId="urn:microsoft.com/office/officeart/2005/8/layout/vList4"/>
    <dgm:cxn modelId="{E1E5F24F-7762-1D47-85BF-DD57495A373E}" type="presParOf" srcId="{352603A0-E60E-004D-AE0E-2D7C769FC873}" destId="{EB6C143A-9DD9-A644-B15F-DF234AEA04D9}" srcOrd="1" destOrd="0" presId="urn:microsoft.com/office/officeart/2005/8/layout/vList4"/>
    <dgm:cxn modelId="{DE64A942-624D-E44E-B08E-C356AE8FDB04}" type="presParOf" srcId="{352603A0-E60E-004D-AE0E-2D7C769FC873}" destId="{CE42979A-F43C-E44E-B15F-5D0FDD792C1B}" srcOrd="2" destOrd="0" presId="urn:microsoft.com/office/officeart/2005/8/layout/vList4"/>
    <dgm:cxn modelId="{0CE0F294-B93B-9942-908C-25EF19171469}" type="presParOf" srcId="{5C83BDB9-FDD2-0241-9B3D-4AB98ABEB24A}" destId="{86A48613-17CB-AA41-B4F2-10F4AD3E9D17}" srcOrd="5" destOrd="0" presId="urn:microsoft.com/office/officeart/2005/8/layout/vList4"/>
    <dgm:cxn modelId="{1CEEC866-946B-CA47-BCF5-CB61B8C14012}" type="presParOf" srcId="{5C83BDB9-FDD2-0241-9B3D-4AB98ABEB24A}" destId="{F1C53BF6-DEB8-9F4F-B0B0-4B8576ED51B3}" srcOrd="6" destOrd="0" presId="urn:microsoft.com/office/officeart/2005/8/layout/vList4"/>
    <dgm:cxn modelId="{11C1D9A9-7FE6-4A4C-9D6B-CA3BA74534DC}" type="presParOf" srcId="{F1C53BF6-DEB8-9F4F-B0B0-4B8576ED51B3}" destId="{DBBD842C-6CC0-A844-928A-CA8119A20197}" srcOrd="0" destOrd="0" presId="urn:microsoft.com/office/officeart/2005/8/layout/vList4"/>
    <dgm:cxn modelId="{8FE8CFA3-986D-BC49-A17E-DC39CF9E35B2}" type="presParOf" srcId="{F1C53BF6-DEB8-9F4F-B0B0-4B8576ED51B3}" destId="{8165C826-065B-F948-9082-91EDC4D80DF3}" srcOrd="1" destOrd="0" presId="urn:microsoft.com/office/officeart/2005/8/layout/vList4"/>
    <dgm:cxn modelId="{960C2B06-90BF-414E-A4D5-CF4C0F5842B0}" type="presParOf" srcId="{F1C53BF6-DEB8-9F4F-B0B0-4B8576ED51B3}" destId="{6C5C0148-C27F-7B42-83E6-31E80C388795}" srcOrd="2" destOrd="0" presId="urn:microsoft.com/office/officeart/2005/8/layout/vList4"/>
    <dgm:cxn modelId="{418C8E7E-6423-5B40-A554-7147512C9DA4}" type="presParOf" srcId="{5C83BDB9-FDD2-0241-9B3D-4AB98ABEB24A}" destId="{FD3B49B1-FABD-D840-88A3-2B717EC460EB}" srcOrd="7" destOrd="0" presId="urn:microsoft.com/office/officeart/2005/8/layout/vList4"/>
    <dgm:cxn modelId="{36EA2549-D68B-E447-9011-6CBD10ED201D}" type="presParOf" srcId="{5C83BDB9-FDD2-0241-9B3D-4AB98ABEB24A}" destId="{ECBD4269-E074-DC45-9255-D7AE69F3DA57}" srcOrd="8" destOrd="0" presId="urn:microsoft.com/office/officeart/2005/8/layout/vList4"/>
    <dgm:cxn modelId="{D43CC1E9-EB25-6D4D-9DE1-E928455B8BC8}" type="presParOf" srcId="{ECBD4269-E074-DC45-9255-D7AE69F3DA57}" destId="{8BA020C0-56F1-2E4C-8B91-2B6D290D79E5}" srcOrd="0" destOrd="0" presId="urn:microsoft.com/office/officeart/2005/8/layout/vList4"/>
    <dgm:cxn modelId="{5A0453F5-7FF4-A347-85AA-A84F8CFFD3D6}" type="presParOf" srcId="{ECBD4269-E074-DC45-9255-D7AE69F3DA57}" destId="{66DB940C-C73F-0147-9D9A-942490EE028C}" srcOrd="1" destOrd="0" presId="urn:microsoft.com/office/officeart/2005/8/layout/vList4"/>
    <dgm:cxn modelId="{DB024824-B8E3-744F-91BA-BC41A7779457}" type="presParOf" srcId="{ECBD4269-E074-DC45-9255-D7AE69F3DA57}" destId="{1D180D4C-42E5-7649-97B3-0821FE1926FF}" srcOrd="2" destOrd="0" presId="urn:microsoft.com/office/officeart/2005/8/layout/vList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146070E-8AC4-664C-B47B-4BCA66DCB6FD}" type="doc">
      <dgm:prSet loTypeId="urn:microsoft.com/office/officeart/2005/8/layout/vList4" loCatId="" qsTypeId="urn:microsoft.com/office/officeart/2005/8/quickstyle/simple1" qsCatId="simple" csTypeId="urn:microsoft.com/office/officeart/2005/8/colors/colorful1" csCatId="colorful" phldr="1"/>
      <dgm:spPr/>
      <dgm:t>
        <a:bodyPr/>
        <a:lstStyle/>
        <a:p>
          <a:endParaRPr lang="en-US"/>
        </a:p>
      </dgm:t>
    </dgm:pt>
    <dgm:pt modelId="{851BCC14-3C1C-3E49-93A7-BB25B4EE52BA}">
      <dgm:prSet phldrT="[Text]"/>
      <dgm:spPr/>
      <dgm:t>
        <a:bodyPr/>
        <a:lstStyle/>
        <a:p>
          <a:r>
            <a:rPr lang="en-US" dirty="0"/>
            <a:t>Decomposition</a:t>
          </a:r>
        </a:p>
      </dgm:t>
    </dgm:pt>
    <dgm:pt modelId="{5C8A566C-E11F-3744-8CDF-A5B1F2B97244}" type="parTrans" cxnId="{2995C9A3-9478-074D-848A-0C7B5B2F1954}">
      <dgm:prSet/>
      <dgm:spPr/>
      <dgm:t>
        <a:bodyPr/>
        <a:lstStyle/>
        <a:p>
          <a:endParaRPr lang="en-US"/>
        </a:p>
      </dgm:t>
    </dgm:pt>
    <dgm:pt modelId="{E6BC4F12-BA34-184E-9884-FA69ED945A04}" type="sibTrans" cxnId="{2995C9A3-9478-074D-848A-0C7B5B2F1954}">
      <dgm:prSet/>
      <dgm:spPr/>
      <dgm:t>
        <a:bodyPr/>
        <a:lstStyle/>
        <a:p>
          <a:endParaRPr lang="en-US"/>
        </a:p>
      </dgm:t>
    </dgm:pt>
    <dgm:pt modelId="{83FB809C-089F-654C-B289-FA15E78CB845}">
      <dgm:prSet phldrT="[Text]"/>
      <dgm:spPr/>
      <dgm:t>
        <a:bodyPr/>
        <a:lstStyle/>
        <a:p>
          <a:r>
            <a:rPr lang="en-US" dirty="0"/>
            <a:t>Abstraction</a:t>
          </a:r>
        </a:p>
      </dgm:t>
    </dgm:pt>
    <dgm:pt modelId="{B92ED099-6E97-9E4F-AF41-9FE76B2567EC}" type="parTrans" cxnId="{178127F9-FDFD-0F4D-BE65-C0A6F9915633}">
      <dgm:prSet/>
      <dgm:spPr/>
      <dgm:t>
        <a:bodyPr/>
        <a:lstStyle/>
        <a:p>
          <a:endParaRPr lang="en-US"/>
        </a:p>
      </dgm:t>
    </dgm:pt>
    <dgm:pt modelId="{44C7B6ED-D9C9-A54C-BDC5-427D9E4EBBD3}" type="sibTrans" cxnId="{178127F9-FDFD-0F4D-BE65-C0A6F9915633}">
      <dgm:prSet/>
      <dgm:spPr/>
      <dgm:t>
        <a:bodyPr/>
        <a:lstStyle/>
        <a:p>
          <a:endParaRPr lang="en-US"/>
        </a:p>
      </dgm:t>
    </dgm:pt>
    <dgm:pt modelId="{3950DAA9-35E2-0146-A429-1B42BD607DB0}">
      <dgm:prSet phldrT="[Text]"/>
      <dgm:spPr/>
      <dgm:t>
        <a:bodyPr/>
        <a:lstStyle/>
        <a:p>
          <a:r>
            <a:rPr lang="en-US" dirty="0"/>
            <a:t>Algorithm design</a:t>
          </a:r>
        </a:p>
      </dgm:t>
    </dgm:pt>
    <dgm:pt modelId="{DFD8FFC6-03AC-084B-A7BB-9A7DF97894F9}" type="parTrans" cxnId="{CA868C3A-74B5-744F-B744-D433998BD1F7}">
      <dgm:prSet/>
      <dgm:spPr/>
      <dgm:t>
        <a:bodyPr/>
        <a:lstStyle/>
        <a:p>
          <a:endParaRPr lang="en-US"/>
        </a:p>
      </dgm:t>
    </dgm:pt>
    <dgm:pt modelId="{99927EDE-9DF5-394D-BCC9-2FAB3F269E30}" type="sibTrans" cxnId="{CA868C3A-74B5-744F-B744-D433998BD1F7}">
      <dgm:prSet/>
      <dgm:spPr/>
      <dgm:t>
        <a:bodyPr/>
        <a:lstStyle/>
        <a:p>
          <a:endParaRPr lang="en-US"/>
        </a:p>
      </dgm:t>
    </dgm:pt>
    <dgm:pt modelId="{979B68A4-D185-6F41-BDB7-7DD8B195D604}">
      <dgm:prSet/>
      <dgm:spPr/>
      <dgm:t>
        <a:bodyPr/>
        <a:lstStyle/>
        <a:p>
          <a:r>
            <a:rPr lang="en-US" dirty="0"/>
            <a:t>Pattern recognition</a:t>
          </a:r>
        </a:p>
      </dgm:t>
    </dgm:pt>
    <dgm:pt modelId="{49E4B225-A5A2-EC46-8B9C-F6DC5CD8C2A3}" type="parTrans" cxnId="{90BB5E1E-007D-8F42-A777-361876E7C33C}">
      <dgm:prSet/>
      <dgm:spPr/>
      <dgm:t>
        <a:bodyPr/>
        <a:lstStyle/>
        <a:p>
          <a:endParaRPr lang="en-US"/>
        </a:p>
      </dgm:t>
    </dgm:pt>
    <dgm:pt modelId="{22B9AE64-3F79-A149-8BE0-C30D7D2C2317}" type="sibTrans" cxnId="{90BB5E1E-007D-8F42-A777-361876E7C33C}">
      <dgm:prSet/>
      <dgm:spPr/>
      <dgm:t>
        <a:bodyPr/>
        <a:lstStyle/>
        <a:p>
          <a:endParaRPr lang="en-US"/>
        </a:p>
      </dgm:t>
    </dgm:pt>
    <dgm:pt modelId="{A5926812-74A4-E64C-A97D-69A8914BD417}">
      <dgm:prSet/>
      <dgm:spPr/>
      <dgm:t>
        <a:bodyPr/>
        <a:lstStyle/>
        <a:p>
          <a:r>
            <a:rPr lang="en-US" dirty="0"/>
            <a:t>Evaluation &amp; debugging</a:t>
          </a:r>
        </a:p>
      </dgm:t>
    </dgm:pt>
    <dgm:pt modelId="{79530CDF-86DC-DD40-924E-F5AEE8E7EB2C}" type="parTrans" cxnId="{B3B17D37-F7AA-E649-8040-8136DFC8B249}">
      <dgm:prSet/>
      <dgm:spPr/>
      <dgm:t>
        <a:bodyPr/>
        <a:lstStyle/>
        <a:p>
          <a:endParaRPr lang="en-US"/>
        </a:p>
      </dgm:t>
    </dgm:pt>
    <dgm:pt modelId="{D882B879-1BFB-C441-B57A-8BDACC9CBA93}" type="sibTrans" cxnId="{B3B17D37-F7AA-E649-8040-8136DFC8B249}">
      <dgm:prSet/>
      <dgm:spPr/>
      <dgm:t>
        <a:bodyPr/>
        <a:lstStyle/>
        <a:p>
          <a:endParaRPr lang="en-US"/>
        </a:p>
      </dgm:t>
    </dgm:pt>
    <dgm:pt modelId="{5C83BDB9-FDD2-0241-9B3D-4AB98ABEB24A}" type="pres">
      <dgm:prSet presAssocID="{E146070E-8AC4-664C-B47B-4BCA66DCB6FD}" presName="linear" presStyleCnt="0">
        <dgm:presLayoutVars>
          <dgm:dir/>
          <dgm:resizeHandles val="exact"/>
        </dgm:presLayoutVars>
      </dgm:prSet>
      <dgm:spPr/>
    </dgm:pt>
    <dgm:pt modelId="{41EDD0B1-0F31-2C48-8CBF-DE40D7DFDA05}" type="pres">
      <dgm:prSet presAssocID="{851BCC14-3C1C-3E49-93A7-BB25B4EE52BA}" presName="comp" presStyleCnt="0"/>
      <dgm:spPr/>
    </dgm:pt>
    <dgm:pt modelId="{A9D231CA-E878-1546-8579-CE6A66A4F85C}" type="pres">
      <dgm:prSet presAssocID="{851BCC14-3C1C-3E49-93A7-BB25B4EE52BA}" presName="box" presStyleLbl="node1" presStyleIdx="0" presStyleCnt="5"/>
      <dgm:spPr/>
    </dgm:pt>
    <dgm:pt modelId="{2FFDD513-4151-714C-95FD-3AA5415C66EE}" type="pres">
      <dgm:prSet presAssocID="{851BCC14-3C1C-3E49-93A7-BB25B4EE52BA}" presName="img" presStyleLbl="fgImgPlace1" presStyleIdx="0" presStyleCnt="5"/>
      <dgm:spPr>
        <a:blipFill>
          <a:blip xmlns:r="http://schemas.openxmlformats.org/officeDocument/2006/relationships">
            <a:extLst>
              <a:ext uri="{96DAC541-7B7A-43D3-8B79-37D633B846F1}">
                <asvg:svgBlip xmlns:asvg="http://schemas.microsoft.com/office/drawing/2016/SVG/main" r:embed="rId1"/>
              </a:ext>
            </a:extLst>
          </a:blip>
          <a:srcRect/>
          <a:stretch>
            <a:fillRect t="-16000" b="-16000"/>
          </a:stretch>
        </a:blipFill>
      </dgm:spPr>
      <dgm:extLst>
        <a:ext uri="{E40237B7-FDA0-4F09-8148-C483321AD2D9}">
          <dgm14:cNvPr xmlns:dgm14="http://schemas.microsoft.com/office/drawing/2010/diagram" id="0" name="" descr="Puzzle pieces with solid fill"/>
        </a:ext>
      </dgm:extLst>
    </dgm:pt>
    <dgm:pt modelId="{18F14E86-513D-B449-9B50-F9A8F4CC313B}" type="pres">
      <dgm:prSet presAssocID="{851BCC14-3C1C-3E49-93A7-BB25B4EE52BA}" presName="text" presStyleLbl="node1" presStyleIdx="0" presStyleCnt="5">
        <dgm:presLayoutVars>
          <dgm:bulletEnabled val="1"/>
        </dgm:presLayoutVars>
      </dgm:prSet>
      <dgm:spPr/>
    </dgm:pt>
    <dgm:pt modelId="{F26296F8-AAB0-0D4F-9307-12063DD0D8A4}" type="pres">
      <dgm:prSet presAssocID="{E6BC4F12-BA34-184E-9884-FA69ED945A04}" presName="spacer" presStyleCnt="0"/>
      <dgm:spPr/>
    </dgm:pt>
    <dgm:pt modelId="{D1A1ED41-DF0E-F64F-BC7F-758AC96BEF7B}" type="pres">
      <dgm:prSet presAssocID="{979B68A4-D185-6F41-BDB7-7DD8B195D604}" presName="comp" presStyleCnt="0"/>
      <dgm:spPr/>
    </dgm:pt>
    <dgm:pt modelId="{D96D31B2-AC79-0D4D-BCD4-BC21E527A462}" type="pres">
      <dgm:prSet presAssocID="{979B68A4-D185-6F41-BDB7-7DD8B195D604}" presName="box" presStyleLbl="node1" presStyleIdx="1" presStyleCnt="5"/>
      <dgm:spPr/>
    </dgm:pt>
    <dgm:pt modelId="{EB10BBF3-7E94-6649-BD15-0F031A1EC7D4}" type="pres">
      <dgm:prSet presAssocID="{979B68A4-D185-6F41-BDB7-7DD8B195D604}" presName="img" presStyleLbl="fgImgPlace1" presStyleIdx="1" presStyleCnt="5"/>
      <dgm:spPr>
        <a:blipFill>
          <a:blip xmlns:r="http://schemas.openxmlformats.org/officeDocument/2006/relationships">
            <a:extLst>
              <a:ext uri="{96DAC541-7B7A-43D3-8B79-37D633B846F1}">
                <asvg:svgBlip xmlns:asvg="http://schemas.microsoft.com/office/drawing/2016/SVG/main" r:embed="rId2"/>
              </a:ext>
            </a:extLst>
          </a:blip>
          <a:srcRect/>
          <a:stretch>
            <a:fillRect t="-31000" b="-31000"/>
          </a:stretch>
        </a:blipFill>
      </dgm:spPr>
      <dgm:extLst>
        <a:ext uri="{E40237B7-FDA0-4F09-8148-C483321AD2D9}">
          <dgm14:cNvPr xmlns:dgm14="http://schemas.microsoft.com/office/drawing/2010/diagram" id="0" name="" descr="Bar graph with upward trend with solid fill"/>
        </a:ext>
      </dgm:extLst>
    </dgm:pt>
    <dgm:pt modelId="{C3587977-75B8-9244-9C2D-118AECD579F0}" type="pres">
      <dgm:prSet presAssocID="{979B68A4-D185-6F41-BDB7-7DD8B195D604}" presName="text" presStyleLbl="node1" presStyleIdx="1" presStyleCnt="5">
        <dgm:presLayoutVars>
          <dgm:bulletEnabled val="1"/>
        </dgm:presLayoutVars>
      </dgm:prSet>
      <dgm:spPr/>
    </dgm:pt>
    <dgm:pt modelId="{D3DC3002-0950-D641-A3C7-B4F13E78C1E4}" type="pres">
      <dgm:prSet presAssocID="{22B9AE64-3F79-A149-8BE0-C30D7D2C2317}" presName="spacer" presStyleCnt="0"/>
      <dgm:spPr/>
    </dgm:pt>
    <dgm:pt modelId="{352603A0-E60E-004D-AE0E-2D7C769FC873}" type="pres">
      <dgm:prSet presAssocID="{83FB809C-089F-654C-B289-FA15E78CB845}" presName="comp" presStyleCnt="0"/>
      <dgm:spPr/>
    </dgm:pt>
    <dgm:pt modelId="{E030AFDB-D36A-AE47-BEF3-C13AEDAB04A4}" type="pres">
      <dgm:prSet presAssocID="{83FB809C-089F-654C-B289-FA15E78CB845}" presName="box" presStyleLbl="node1" presStyleIdx="2" presStyleCnt="5"/>
      <dgm:spPr/>
    </dgm:pt>
    <dgm:pt modelId="{EB6C143A-9DD9-A644-B15F-DF234AEA04D9}" type="pres">
      <dgm:prSet presAssocID="{83FB809C-089F-654C-B289-FA15E78CB845}" presName="img" presStyleLbl="fgImgPlace1" presStyleIdx="2" presStyleCnt="5"/>
      <dgm:spPr>
        <a:blipFill>
          <a:blip xmlns:r="http://schemas.openxmlformats.org/officeDocument/2006/relationships">
            <a:extLst>
              <a:ext uri="{96DAC541-7B7A-43D3-8B79-37D633B846F1}">
                <asvg:svgBlip xmlns:asvg="http://schemas.microsoft.com/office/drawing/2016/SVG/main" r:embed="rId3"/>
              </a:ext>
            </a:extLst>
          </a:blip>
          <a:srcRect/>
          <a:stretch>
            <a:fillRect t="-10000" b="-10000"/>
          </a:stretch>
        </a:blipFill>
      </dgm:spPr>
      <dgm:extLst>
        <a:ext uri="{E40237B7-FDA0-4F09-8148-C483321AD2D9}">
          <dgm14:cNvPr xmlns:dgm14="http://schemas.microsoft.com/office/drawing/2010/diagram" id="0" name="" descr="Filter with solid fill"/>
        </a:ext>
      </dgm:extLst>
    </dgm:pt>
    <dgm:pt modelId="{CE42979A-F43C-E44E-B15F-5D0FDD792C1B}" type="pres">
      <dgm:prSet presAssocID="{83FB809C-089F-654C-B289-FA15E78CB845}" presName="text" presStyleLbl="node1" presStyleIdx="2" presStyleCnt="5">
        <dgm:presLayoutVars>
          <dgm:bulletEnabled val="1"/>
        </dgm:presLayoutVars>
      </dgm:prSet>
      <dgm:spPr/>
    </dgm:pt>
    <dgm:pt modelId="{86A48613-17CB-AA41-B4F2-10F4AD3E9D17}" type="pres">
      <dgm:prSet presAssocID="{44C7B6ED-D9C9-A54C-BDC5-427D9E4EBBD3}" presName="spacer" presStyleCnt="0"/>
      <dgm:spPr/>
    </dgm:pt>
    <dgm:pt modelId="{F1C53BF6-DEB8-9F4F-B0B0-4B8576ED51B3}" type="pres">
      <dgm:prSet presAssocID="{3950DAA9-35E2-0146-A429-1B42BD607DB0}" presName="comp" presStyleCnt="0"/>
      <dgm:spPr/>
    </dgm:pt>
    <dgm:pt modelId="{DBBD842C-6CC0-A844-928A-CA8119A20197}" type="pres">
      <dgm:prSet presAssocID="{3950DAA9-35E2-0146-A429-1B42BD607DB0}" presName="box" presStyleLbl="node1" presStyleIdx="3" presStyleCnt="5"/>
      <dgm:spPr/>
    </dgm:pt>
    <dgm:pt modelId="{8165C826-065B-F948-9082-91EDC4D80DF3}" type="pres">
      <dgm:prSet presAssocID="{3950DAA9-35E2-0146-A429-1B42BD607DB0}" presName="img" presStyleLbl="fgImgPlace1" presStyleIdx="3" presStyleCnt="5"/>
      <dgm:spPr>
        <a:blipFill>
          <a:blip xmlns:r="http://schemas.openxmlformats.org/officeDocument/2006/relationships">
            <a:extLst>
              <a:ext uri="{96DAC541-7B7A-43D3-8B79-37D633B846F1}">
                <asvg:svgBlip xmlns:asvg="http://schemas.microsoft.com/office/drawing/2016/SVG/main" r:embed="rId4"/>
              </a:ext>
            </a:extLst>
          </a:blip>
          <a:srcRect/>
          <a:stretch>
            <a:fillRect t="-10000" b="-10000"/>
          </a:stretch>
        </a:blipFill>
      </dgm:spPr>
      <dgm:extLst>
        <a:ext uri="{E40237B7-FDA0-4F09-8148-C483321AD2D9}">
          <dgm14:cNvPr xmlns:dgm14="http://schemas.microsoft.com/office/drawing/2010/diagram" id="0" name="" descr="Dance steps with solid fill"/>
        </a:ext>
      </dgm:extLst>
    </dgm:pt>
    <dgm:pt modelId="{6C5C0148-C27F-7B42-83E6-31E80C388795}" type="pres">
      <dgm:prSet presAssocID="{3950DAA9-35E2-0146-A429-1B42BD607DB0}" presName="text" presStyleLbl="node1" presStyleIdx="3" presStyleCnt="5">
        <dgm:presLayoutVars>
          <dgm:bulletEnabled val="1"/>
        </dgm:presLayoutVars>
      </dgm:prSet>
      <dgm:spPr/>
    </dgm:pt>
    <dgm:pt modelId="{FD3B49B1-FABD-D840-88A3-2B717EC460EB}" type="pres">
      <dgm:prSet presAssocID="{99927EDE-9DF5-394D-BCC9-2FAB3F269E30}" presName="spacer" presStyleCnt="0"/>
      <dgm:spPr/>
    </dgm:pt>
    <dgm:pt modelId="{ECBD4269-E074-DC45-9255-D7AE69F3DA57}" type="pres">
      <dgm:prSet presAssocID="{A5926812-74A4-E64C-A97D-69A8914BD417}" presName="comp" presStyleCnt="0"/>
      <dgm:spPr/>
    </dgm:pt>
    <dgm:pt modelId="{8BA020C0-56F1-2E4C-8B91-2B6D290D79E5}" type="pres">
      <dgm:prSet presAssocID="{A5926812-74A4-E64C-A97D-69A8914BD417}" presName="box" presStyleLbl="node1" presStyleIdx="4" presStyleCnt="5"/>
      <dgm:spPr/>
    </dgm:pt>
    <dgm:pt modelId="{66DB940C-C73F-0147-9D9A-942490EE028C}" type="pres">
      <dgm:prSet presAssocID="{A5926812-74A4-E64C-A97D-69A8914BD417}" presName="img" presStyleLbl="fgImgPlace1" presStyleIdx="4" presStyleCnt="5"/>
      <dgm:spPr>
        <a:blipFill>
          <a:blip xmlns:r="http://schemas.openxmlformats.org/officeDocument/2006/relationships">
            <a:extLst>
              <a:ext uri="{96DAC541-7B7A-43D3-8B79-37D633B846F1}">
                <asvg:svgBlip xmlns:asvg="http://schemas.microsoft.com/office/drawing/2016/SVG/main" r:embed="rId5"/>
              </a:ext>
            </a:extLst>
          </a:blip>
          <a:srcRect/>
          <a:stretch>
            <a:fillRect t="-51000" b="-51000"/>
          </a:stretch>
        </a:blipFill>
      </dgm:spPr>
      <dgm:extLst>
        <a:ext uri="{E40237B7-FDA0-4F09-8148-C483321AD2D9}">
          <dgm14:cNvPr xmlns:dgm14="http://schemas.microsoft.com/office/drawing/2010/diagram" id="0" name="" descr="Brain in head with solid fill"/>
        </a:ext>
      </dgm:extLst>
    </dgm:pt>
    <dgm:pt modelId="{1D180D4C-42E5-7649-97B3-0821FE1926FF}" type="pres">
      <dgm:prSet presAssocID="{A5926812-74A4-E64C-A97D-69A8914BD417}" presName="text" presStyleLbl="node1" presStyleIdx="4" presStyleCnt="5">
        <dgm:presLayoutVars>
          <dgm:bulletEnabled val="1"/>
        </dgm:presLayoutVars>
      </dgm:prSet>
      <dgm:spPr/>
    </dgm:pt>
  </dgm:ptLst>
  <dgm:cxnLst>
    <dgm:cxn modelId="{90BB5E1E-007D-8F42-A777-361876E7C33C}" srcId="{E146070E-8AC4-664C-B47B-4BCA66DCB6FD}" destId="{979B68A4-D185-6F41-BDB7-7DD8B195D604}" srcOrd="1" destOrd="0" parTransId="{49E4B225-A5A2-EC46-8B9C-F6DC5CD8C2A3}" sibTransId="{22B9AE64-3F79-A149-8BE0-C30D7D2C2317}"/>
    <dgm:cxn modelId="{2A2F6030-3E9B-D048-A0FB-714A85447DFA}" type="presOf" srcId="{A5926812-74A4-E64C-A97D-69A8914BD417}" destId="{8BA020C0-56F1-2E4C-8B91-2B6D290D79E5}" srcOrd="0" destOrd="0" presId="urn:microsoft.com/office/officeart/2005/8/layout/vList4"/>
    <dgm:cxn modelId="{FADE2734-0D31-EB48-A7A1-790DD8320502}" type="presOf" srcId="{83FB809C-089F-654C-B289-FA15E78CB845}" destId="{CE42979A-F43C-E44E-B15F-5D0FDD792C1B}" srcOrd="1" destOrd="0" presId="urn:microsoft.com/office/officeart/2005/8/layout/vList4"/>
    <dgm:cxn modelId="{B3B17D37-F7AA-E649-8040-8136DFC8B249}" srcId="{E146070E-8AC4-664C-B47B-4BCA66DCB6FD}" destId="{A5926812-74A4-E64C-A97D-69A8914BD417}" srcOrd="4" destOrd="0" parTransId="{79530CDF-86DC-DD40-924E-F5AEE8E7EB2C}" sibTransId="{D882B879-1BFB-C441-B57A-8BDACC9CBA93}"/>
    <dgm:cxn modelId="{CA868C3A-74B5-744F-B744-D433998BD1F7}" srcId="{E146070E-8AC4-664C-B47B-4BCA66DCB6FD}" destId="{3950DAA9-35E2-0146-A429-1B42BD607DB0}" srcOrd="3" destOrd="0" parTransId="{DFD8FFC6-03AC-084B-A7BB-9A7DF97894F9}" sibTransId="{99927EDE-9DF5-394D-BCC9-2FAB3F269E30}"/>
    <dgm:cxn modelId="{12394A41-FC0D-FC49-B832-6C5889B26479}" type="presOf" srcId="{3950DAA9-35E2-0146-A429-1B42BD607DB0}" destId="{6C5C0148-C27F-7B42-83E6-31E80C388795}" srcOrd="1" destOrd="0" presId="urn:microsoft.com/office/officeart/2005/8/layout/vList4"/>
    <dgm:cxn modelId="{303D604B-2212-664C-AA15-A6ABA408D0CF}" type="presOf" srcId="{979B68A4-D185-6F41-BDB7-7DD8B195D604}" destId="{C3587977-75B8-9244-9C2D-118AECD579F0}" srcOrd="1" destOrd="0" presId="urn:microsoft.com/office/officeart/2005/8/layout/vList4"/>
    <dgm:cxn modelId="{D53D095C-CDFE-5B4D-A2B3-86FAAF28CA92}" type="presOf" srcId="{851BCC14-3C1C-3E49-93A7-BB25B4EE52BA}" destId="{18F14E86-513D-B449-9B50-F9A8F4CC313B}" srcOrd="1" destOrd="0" presId="urn:microsoft.com/office/officeart/2005/8/layout/vList4"/>
    <dgm:cxn modelId="{F685036B-30DB-3847-959E-EFA8B6F12B1A}" type="presOf" srcId="{E146070E-8AC4-664C-B47B-4BCA66DCB6FD}" destId="{5C83BDB9-FDD2-0241-9B3D-4AB98ABEB24A}" srcOrd="0" destOrd="0" presId="urn:microsoft.com/office/officeart/2005/8/layout/vList4"/>
    <dgm:cxn modelId="{41E78177-9767-644D-A586-C5212DFC611A}" type="presOf" srcId="{979B68A4-D185-6F41-BDB7-7DD8B195D604}" destId="{D96D31B2-AC79-0D4D-BCD4-BC21E527A462}" srcOrd="0" destOrd="0" presId="urn:microsoft.com/office/officeart/2005/8/layout/vList4"/>
    <dgm:cxn modelId="{872F0B86-CBDB-0F48-94D9-A03299F2E407}" type="presOf" srcId="{A5926812-74A4-E64C-A97D-69A8914BD417}" destId="{1D180D4C-42E5-7649-97B3-0821FE1926FF}" srcOrd="1" destOrd="0" presId="urn:microsoft.com/office/officeart/2005/8/layout/vList4"/>
    <dgm:cxn modelId="{2995C9A3-9478-074D-848A-0C7B5B2F1954}" srcId="{E146070E-8AC4-664C-B47B-4BCA66DCB6FD}" destId="{851BCC14-3C1C-3E49-93A7-BB25B4EE52BA}" srcOrd="0" destOrd="0" parTransId="{5C8A566C-E11F-3744-8CDF-A5B1F2B97244}" sibTransId="{E6BC4F12-BA34-184E-9884-FA69ED945A04}"/>
    <dgm:cxn modelId="{CCA1B1B8-1246-7E4E-81AE-1BA8FE08FF17}" type="presOf" srcId="{3950DAA9-35E2-0146-A429-1B42BD607DB0}" destId="{DBBD842C-6CC0-A844-928A-CA8119A20197}" srcOrd="0" destOrd="0" presId="urn:microsoft.com/office/officeart/2005/8/layout/vList4"/>
    <dgm:cxn modelId="{B33ED8CD-3543-EC4D-AE54-7EA2F90C4D09}" type="presOf" srcId="{83FB809C-089F-654C-B289-FA15E78CB845}" destId="{E030AFDB-D36A-AE47-BEF3-C13AEDAB04A4}" srcOrd="0" destOrd="0" presId="urn:microsoft.com/office/officeart/2005/8/layout/vList4"/>
    <dgm:cxn modelId="{E37A10EB-05DD-D843-9CB5-5DB5CDAA21B6}" type="presOf" srcId="{851BCC14-3C1C-3E49-93A7-BB25B4EE52BA}" destId="{A9D231CA-E878-1546-8579-CE6A66A4F85C}" srcOrd="0" destOrd="0" presId="urn:microsoft.com/office/officeart/2005/8/layout/vList4"/>
    <dgm:cxn modelId="{178127F9-FDFD-0F4D-BE65-C0A6F9915633}" srcId="{E146070E-8AC4-664C-B47B-4BCA66DCB6FD}" destId="{83FB809C-089F-654C-B289-FA15E78CB845}" srcOrd="2" destOrd="0" parTransId="{B92ED099-6E97-9E4F-AF41-9FE76B2567EC}" sibTransId="{44C7B6ED-D9C9-A54C-BDC5-427D9E4EBBD3}"/>
    <dgm:cxn modelId="{E2B41509-B232-AF45-A569-826ACE3F08D5}" type="presParOf" srcId="{5C83BDB9-FDD2-0241-9B3D-4AB98ABEB24A}" destId="{41EDD0B1-0F31-2C48-8CBF-DE40D7DFDA05}" srcOrd="0" destOrd="0" presId="urn:microsoft.com/office/officeart/2005/8/layout/vList4"/>
    <dgm:cxn modelId="{8F82C49A-D90C-E24E-A2C9-0376298ACE36}" type="presParOf" srcId="{41EDD0B1-0F31-2C48-8CBF-DE40D7DFDA05}" destId="{A9D231CA-E878-1546-8579-CE6A66A4F85C}" srcOrd="0" destOrd="0" presId="urn:microsoft.com/office/officeart/2005/8/layout/vList4"/>
    <dgm:cxn modelId="{37B6A39A-10A2-F245-BC2E-1371BDD6ADAA}" type="presParOf" srcId="{41EDD0B1-0F31-2C48-8CBF-DE40D7DFDA05}" destId="{2FFDD513-4151-714C-95FD-3AA5415C66EE}" srcOrd="1" destOrd="0" presId="urn:microsoft.com/office/officeart/2005/8/layout/vList4"/>
    <dgm:cxn modelId="{DD462961-41E3-1A47-BBDA-E8E1F7C5AB63}" type="presParOf" srcId="{41EDD0B1-0F31-2C48-8CBF-DE40D7DFDA05}" destId="{18F14E86-513D-B449-9B50-F9A8F4CC313B}" srcOrd="2" destOrd="0" presId="urn:microsoft.com/office/officeart/2005/8/layout/vList4"/>
    <dgm:cxn modelId="{AE6E55FB-DABE-5D46-B357-BF6BD4ACB49C}" type="presParOf" srcId="{5C83BDB9-FDD2-0241-9B3D-4AB98ABEB24A}" destId="{F26296F8-AAB0-0D4F-9307-12063DD0D8A4}" srcOrd="1" destOrd="0" presId="urn:microsoft.com/office/officeart/2005/8/layout/vList4"/>
    <dgm:cxn modelId="{38BE05EE-B381-DC48-BAAE-EDD4B039896C}" type="presParOf" srcId="{5C83BDB9-FDD2-0241-9B3D-4AB98ABEB24A}" destId="{D1A1ED41-DF0E-F64F-BC7F-758AC96BEF7B}" srcOrd="2" destOrd="0" presId="urn:microsoft.com/office/officeart/2005/8/layout/vList4"/>
    <dgm:cxn modelId="{C7853F27-4744-D74F-894D-6AB5E63946F7}" type="presParOf" srcId="{D1A1ED41-DF0E-F64F-BC7F-758AC96BEF7B}" destId="{D96D31B2-AC79-0D4D-BCD4-BC21E527A462}" srcOrd="0" destOrd="0" presId="urn:microsoft.com/office/officeart/2005/8/layout/vList4"/>
    <dgm:cxn modelId="{7CDA2B2D-D65A-E347-A3B7-94CD3DB1AF9C}" type="presParOf" srcId="{D1A1ED41-DF0E-F64F-BC7F-758AC96BEF7B}" destId="{EB10BBF3-7E94-6649-BD15-0F031A1EC7D4}" srcOrd="1" destOrd="0" presId="urn:microsoft.com/office/officeart/2005/8/layout/vList4"/>
    <dgm:cxn modelId="{1D5328CE-5158-0742-887F-9B0E8D5FFCE8}" type="presParOf" srcId="{D1A1ED41-DF0E-F64F-BC7F-758AC96BEF7B}" destId="{C3587977-75B8-9244-9C2D-118AECD579F0}" srcOrd="2" destOrd="0" presId="urn:microsoft.com/office/officeart/2005/8/layout/vList4"/>
    <dgm:cxn modelId="{9F83F5D8-E087-4747-8032-7233066DE4B1}" type="presParOf" srcId="{5C83BDB9-FDD2-0241-9B3D-4AB98ABEB24A}" destId="{D3DC3002-0950-D641-A3C7-B4F13E78C1E4}" srcOrd="3" destOrd="0" presId="urn:microsoft.com/office/officeart/2005/8/layout/vList4"/>
    <dgm:cxn modelId="{F2414DB0-8050-874B-8C72-00A4B4F043D9}" type="presParOf" srcId="{5C83BDB9-FDD2-0241-9B3D-4AB98ABEB24A}" destId="{352603A0-E60E-004D-AE0E-2D7C769FC873}" srcOrd="4" destOrd="0" presId="urn:microsoft.com/office/officeart/2005/8/layout/vList4"/>
    <dgm:cxn modelId="{1671B69C-0E31-AD45-BC8F-193913826A5F}" type="presParOf" srcId="{352603A0-E60E-004D-AE0E-2D7C769FC873}" destId="{E030AFDB-D36A-AE47-BEF3-C13AEDAB04A4}" srcOrd="0" destOrd="0" presId="urn:microsoft.com/office/officeart/2005/8/layout/vList4"/>
    <dgm:cxn modelId="{E1E5F24F-7762-1D47-85BF-DD57495A373E}" type="presParOf" srcId="{352603A0-E60E-004D-AE0E-2D7C769FC873}" destId="{EB6C143A-9DD9-A644-B15F-DF234AEA04D9}" srcOrd="1" destOrd="0" presId="urn:microsoft.com/office/officeart/2005/8/layout/vList4"/>
    <dgm:cxn modelId="{DE64A942-624D-E44E-B08E-C356AE8FDB04}" type="presParOf" srcId="{352603A0-E60E-004D-AE0E-2D7C769FC873}" destId="{CE42979A-F43C-E44E-B15F-5D0FDD792C1B}" srcOrd="2" destOrd="0" presId="urn:microsoft.com/office/officeart/2005/8/layout/vList4"/>
    <dgm:cxn modelId="{0CE0F294-B93B-9942-908C-25EF19171469}" type="presParOf" srcId="{5C83BDB9-FDD2-0241-9B3D-4AB98ABEB24A}" destId="{86A48613-17CB-AA41-B4F2-10F4AD3E9D17}" srcOrd="5" destOrd="0" presId="urn:microsoft.com/office/officeart/2005/8/layout/vList4"/>
    <dgm:cxn modelId="{1CEEC866-946B-CA47-BCF5-CB61B8C14012}" type="presParOf" srcId="{5C83BDB9-FDD2-0241-9B3D-4AB98ABEB24A}" destId="{F1C53BF6-DEB8-9F4F-B0B0-4B8576ED51B3}" srcOrd="6" destOrd="0" presId="urn:microsoft.com/office/officeart/2005/8/layout/vList4"/>
    <dgm:cxn modelId="{11C1D9A9-7FE6-4A4C-9D6B-CA3BA74534DC}" type="presParOf" srcId="{F1C53BF6-DEB8-9F4F-B0B0-4B8576ED51B3}" destId="{DBBD842C-6CC0-A844-928A-CA8119A20197}" srcOrd="0" destOrd="0" presId="urn:microsoft.com/office/officeart/2005/8/layout/vList4"/>
    <dgm:cxn modelId="{8FE8CFA3-986D-BC49-A17E-DC39CF9E35B2}" type="presParOf" srcId="{F1C53BF6-DEB8-9F4F-B0B0-4B8576ED51B3}" destId="{8165C826-065B-F948-9082-91EDC4D80DF3}" srcOrd="1" destOrd="0" presId="urn:microsoft.com/office/officeart/2005/8/layout/vList4"/>
    <dgm:cxn modelId="{960C2B06-90BF-414E-A4D5-CF4C0F5842B0}" type="presParOf" srcId="{F1C53BF6-DEB8-9F4F-B0B0-4B8576ED51B3}" destId="{6C5C0148-C27F-7B42-83E6-31E80C388795}" srcOrd="2" destOrd="0" presId="urn:microsoft.com/office/officeart/2005/8/layout/vList4"/>
    <dgm:cxn modelId="{418C8E7E-6423-5B40-A554-7147512C9DA4}" type="presParOf" srcId="{5C83BDB9-FDD2-0241-9B3D-4AB98ABEB24A}" destId="{FD3B49B1-FABD-D840-88A3-2B717EC460EB}" srcOrd="7" destOrd="0" presId="urn:microsoft.com/office/officeart/2005/8/layout/vList4"/>
    <dgm:cxn modelId="{36EA2549-D68B-E447-9011-6CBD10ED201D}" type="presParOf" srcId="{5C83BDB9-FDD2-0241-9B3D-4AB98ABEB24A}" destId="{ECBD4269-E074-DC45-9255-D7AE69F3DA57}" srcOrd="8" destOrd="0" presId="urn:microsoft.com/office/officeart/2005/8/layout/vList4"/>
    <dgm:cxn modelId="{D43CC1E9-EB25-6D4D-9DE1-E928455B8BC8}" type="presParOf" srcId="{ECBD4269-E074-DC45-9255-D7AE69F3DA57}" destId="{8BA020C0-56F1-2E4C-8B91-2B6D290D79E5}" srcOrd="0" destOrd="0" presId="urn:microsoft.com/office/officeart/2005/8/layout/vList4"/>
    <dgm:cxn modelId="{5A0453F5-7FF4-A347-85AA-A84F8CFFD3D6}" type="presParOf" srcId="{ECBD4269-E074-DC45-9255-D7AE69F3DA57}" destId="{66DB940C-C73F-0147-9D9A-942490EE028C}" srcOrd="1" destOrd="0" presId="urn:microsoft.com/office/officeart/2005/8/layout/vList4"/>
    <dgm:cxn modelId="{DB024824-B8E3-744F-91BA-BC41A7779457}" type="presParOf" srcId="{ECBD4269-E074-DC45-9255-D7AE69F3DA57}" destId="{1D180D4C-42E5-7649-97B3-0821FE1926FF}" srcOrd="2" destOrd="0" presId="urn:microsoft.com/office/officeart/2005/8/layout/vList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D231CA-E878-1546-8579-CE6A66A4F85C}">
      <dsp:nvSpPr>
        <dsp:cNvPr id="0" name=""/>
        <dsp:cNvSpPr/>
      </dsp:nvSpPr>
      <dsp:spPr>
        <a:xfrm>
          <a:off x="0" y="0"/>
          <a:ext cx="6342743" cy="782519"/>
        </a:xfrm>
        <a:prstGeom prst="roundRect">
          <a:avLst>
            <a:gd name="adj" fmla="val 10000"/>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Decomposition</a:t>
          </a:r>
        </a:p>
      </dsp:txBody>
      <dsp:txXfrm>
        <a:off x="1346800" y="0"/>
        <a:ext cx="4995942" cy="782519"/>
      </dsp:txXfrm>
    </dsp:sp>
    <dsp:sp modelId="{2FFDD513-4151-714C-95FD-3AA5415C66EE}">
      <dsp:nvSpPr>
        <dsp:cNvPr id="0" name=""/>
        <dsp:cNvSpPr/>
      </dsp:nvSpPr>
      <dsp:spPr>
        <a:xfrm>
          <a:off x="78251" y="78251"/>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1"/>
              </a:ext>
            </a:extLst>
          </a:blip>
          <a:srcRect/>
          <a:stretch>
            <a:fillRect t="-16000" b="-16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96D31B2-AC79-0D4D-BCD4-BC21E527A462}">
      <dsp:nvSpPr>
        <dsp:cNvPr id="0" name=""/>
        <dsp:cNvSpPr/>
      </dsp:nvSpPr>
      <dsp:spPr>
        <a:xfrm>
          <a:off x="0" y="860771"/>
          <a:ext cx="6342743" cy="782519"/>
        </a:xfrm>
        <a:prstGeom prst="roundRect">
          <a:avLst>
            <a:gd name="adj" fmla="val 10000"/>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Pattern recognition</a:t>
          </a:r>
        </a:p>
      </dsp:txBody>
      <dsp:txXfrm>
        <a:off x="1346800" y="860771"/>
        <a:ext cx="4995942" cy="782519"/>
      </dsp:txXfrm>
    </dsp:sp>
    <dsp:sp modelId="{EB10BBF3-7E94-6649-BD15-0F031A1EC7D4}">
      <dsp:nvSpPr>
        <dsp:cNvPr id="0" name=""/>
        <dsp:cNvSpPr/>
      </dsp:nvSpPr>
      <dsp:spPr>
        <a:xfrm>
          <a:off x="78251" y="939023"/>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2"/>
              </a:ext>
            </a:extLst>
          </a:blip>
          <a:srcRect/>
          <a:stretch>
            <a:fillRect t="-31000" b="-31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030AFDB-D36A-AE47-BEF3-C13AEDAB04A4}">
      <dsp:nvSpPr>
        <dsp:cNvPr id="0" name=""/>
        <dsp:cNvSpPr/>
      </dsp:nvSpPr>
      <dsp:spPr>
        <a:xfrm>
          <a:off x="0" y="1721542"/>
          <a:ext cx="6342743" cy="782519"/>
        </a:xfrm>
        <a:prstGeom prst="roundRect">
          <a:avLst>
            <a:gd name="adj" fmla="val 10000"/>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Abstraction</a:t>
          </a:r>
        </a:p>
      </dsp:txBody>
      <dsp:txXfrm>
        <a:off x="1346800" y="1721542"/>
        <a:ext cx="4995942" cy="782519"/>
      </dsp:txXfrm>
    </dsp:sp>
    <dsp:sp modelId="{EB6C143A-9DD9-A644-B15F-DF234AEA04D9}">
      <dsp:nvSpPr>
        <dsp:cNvPr id="0" name=""/>
        <dsp:cNvSpPr/>
      </dsp:nvSpPr>
      <dsp:spPr>
        <a:xfrm>
          <a:off x="78251" y="1799794"/>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3"/>
              </a:ext>
            </a:extLst>
          </a:blip>
          <a:srcRect/>
          <a:stretch>
            <a:fillRect t="-10000" b="-10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BBD842C-6CC0-A844-928A-CA8119A20197}">
      <dsp:nvSpPr>
        <dsp:cNvPr id="0" name=""/>
        <dsp:cNvSpPr/>
      </dsp:nvSpPr>
      <dsp:spPr>
        <a:xfrm>
          <a:off x="0" y="2582314"/>
          <a:ext cx="6342743" cy="782519"/>
        </a:xfrm>
        <a:prstGeom prst="roundRect">
          <a:avLst>
            <a:gd name="adj" fmla="val 10000"/>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Algorithm design</a:t>
          </a:r>
        </a:p>
      </dsp:txBody>
      <dsp:txXfrm>
        <a:off x="1346800" y="2582314"/>
        <a:ext cx="4995942" cy="782519"/>
      </dsp:txXfrm>
    </dsp:sp>
    <dsp:sp modelId="{8165C826-065B-F948-9082-91EDC4D80DF3}">
      <dsp:nvSpPr>
        <dsp:cNvPr id="0" name=""/>
        <dsp:cNvSpPr/>
      </dsp:nvSpPr>
      <dsp:spPr>
        <a:xfrm>
          <a:off x="78251" y="2660566"/>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4"/>
              </a:ext>
            </a:extLst>
          </a:blip>
          <a:srcRect/>
          <a:stretch>
            <a:fillRect t="-10000" b="-10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BA020C0-56F1-2E4C-8B91-2B6D290D79E5}">
      <dsp:nvSpPr>
        <dsp:cNvPr id="0" name=""/>
        <dsp:cNvSpPr/>
      </dsp:nvSpPr>
      <dsp:spPr>
        <a:xfrm>
          <a:off x="0" y="3443085"/>
          <a:ext cx="6342743" cy="782519"/>
        </a:xfrm>
        <a:prstGeom prst="roundRect">
          <a:avLst>
            <a:gd name="adj" fmla="val 10000"/>
          </a:avLst>
        </a:prstGeom>
        <a:solidFill>
          <a:schemeClr val="accent6">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Evaluation &amp; debugging</a:t>
          </a:r>
        </a:p>
      </dsp:txBody>
      <dsp:txXfrm>
        <a:off x="1346800" y="3443085"/>
        <a:ext cx="4995942" cy="782519"/>
      </dsp:txXfrm>
    </dsp:sp>
    <dsp:sp modelId="{66DB940C-C73F-0147-9D9A-942490EE028C}">
      <dsp:nvSpPr>
        <dsp:cNvPr id="0" name=""/>
        <dsp:cNvSpPr/>
      </dsp:nvSpPr>
      <dsp:spPr>
        <a:xfrm>
          <a:off x="78251" y="3521337"/>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5"/>
              </a:ext>
            </a:extLst>
          </a:blip>
          <a:srcRect/>
          <a:stretch>
            <a:fillRect t="-51000" b="-51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D231CA-E878-1546-8579-CE6A66A4F85C}">
      <dsp:nvSpPr>
        <dsp:cNvPr id="0" name=""/>
        <dsp:cNvSpPr/>
      </dsp:nvSpPr>
      <dsp:spPr>
        <a:xfrm>
          <a:off x="0" y="0"/>
          <a:ext cx="6342743" cy="782519"/>
        </a:xfrm>
        <a:prstGeom prst="roundRect">
          <a:avLst>
            <a:gd name="adj" fmla="val 10000"/>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Decomposition</a:t>
          </a:r>
        </a:p>
      </dsp:txBody>
      <dsp:txXfrm>
        <a:off x="1346800" y="0"/>
        <a:ext cx="4995942" cy="782519"/>
      </dsp:txXfrm>
    </dsp:sp>
    <dsp:sp modelId="{2FFDD513-4151-714C-95FD-3AA5415C66EE}">
      <dsp:nvSpPr>
        <dsp:cNvPr id="0" name=""/>
        <dsp:cNvSpPr/>
      </dsp:nvSpPr>
      <dsp:spPr>
        <a:xfrm>
          <a:off x="78251" y="78251"/>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1"/>
              </a:ext>
            </a:extLst>
          </a:blip>
          <a:srcRect/>
          <a:stretch>
            <a:fillRect t="-16000" b="-16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96D31B2-AC79-0D4D-BCD4-BC21E527A462}">
      <dsp:nvSpPr>
        <dsp:cNvPr id="0" name=""/>
        <dsp:cNvSpPr/>
      </dsp:nvSpPr>
      <dsp:spPr>
        <a:xfrm>
          <a:off x="0" y="860771"/>
          <a:ext cx="6342743" cy="782519"/>
        </a:xfrm>
        <a:prstGeom prst="roundRect">
          <a:avLst>
            <a:gd name="adj" fmla="val 10000"/>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Pattern recognition</a:t>
          </a:r>
        </a:p>
      </dsp:txBody>
      <dsp:txXfrm>
        <a:off x="1346800" y="860771"/>
        <a:ext cx="4995942" cy="782519"/>
      </dsp:txXfrm>
    </dsp:sp>
    <dsp:sp modelId="{EB10BBF3-7E94-6649-BD15-0F031A1EC7D4}">
      <dsp:nvSpPr>
        <dsp:cNvPr id="0" name=""/>
        <dsp:cNvSpPr/>
      </dsp:nvSpPr>
      <dsp:spPr>
        <a:xfrm>
          <a:off x="78251" y="939023"/>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2"/>
              </a:ext>
            </a:extLst>
          </a:blip>
          <a:srcRect/>
          <a:stretch>
            <a:fillRect t="-31000" b="-31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030AFDB-D36A-AE47-BEF3-C13AEDAB04A4}">
      <dsp:nvSpPr>
        <dsp:cNvPr id="0" name=""/>
        <dsp:cNvSpPr/>
      </dsp:nvSpPr>
      <dsp:spPr>
        <a:xfrm>
          <a:off x="0" y="1721542"/>
          <a:ext cx="6342743" cy="782519"/>
        </a:xfrm>
        <a:prstGeom prst="roundRect">
          <a:avLst>
            <a:gd name="adj" fmla="val 10000"/>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Abstraction</a:t>
          </a:r>
        </a:p>
      </dsp:txBody>
      <dsp:txXfrm>
        <a:off x="1346800" y="1721542"/>
        <a:ext cx="4995942" cy="782519"/>
      </dsp:txXfrm>
    </dsp:sp>
    <dsp:sp modelId="{EB6C143A-9DD9-A644-B15F-DF234AEA04D9}">
      <dsp:nvSpPr>
        <dsp:cNvPr id="0" name=""/>
        <dsp:cNvSpPr/>
      </dsp:nvSpPr>
      <dsp:spPr>
        <a:xfrm>
          <a:off x="78251" y="1799794"/>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3"/>
              </a:ext>
            </a:extLst>
          </a:blip>
          <a:srcRect/>
          <a:stretch>
            <a:fillRect t="-10000" b="-10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BBD842C-6CC0-A844-928A-CA8119A20197}">
      <dsp:nvSpPr>
        <dsp:cNvPr id="0" name=""/>
        <dsp:cNvSpPr/>
      </dsp:nvSpPr>
      <dsp:spPr>
        <a:xfrm>
          <a:off x="0" y="2582314"/>
          <a:ext cx="6342743" cy="782519"/>
        </a:xfrm>
        <a:prstGeom prst="roundRect">
          <a:avLst>
            <a:gd name="adj" fmla="val 10000"/>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Algorithm design</a:t>
          </a:r>
        </a:p>
      </dsp:txBody>
      <dsp:txXfrm>
        <a:off x="1346800" y="2582314"/>
        <a:ext cx="4995942" cy="782519"/>
      </dsp:txXfrm>
    </dsp:sp>
    <dsp:sp modelId="{8165C826-065B-F948-9082-91EDC4D80DF3}">
      <dsp:nvSpPr>
        <dsp:cNvPr id="0" name=""/>
        <dsp:cNvSpPr/>
      </dsp:nvSpPr>
      <dsp:spPr>
        <a:xfrm>
          <a:off x="78251" y="2660566"/>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4"/>
              </a:ext>
            </a:extLst>
          </a:blip>
          <a:srcRect/>
          <a:stretch>
            <a:fillRect t="-10000" b="-10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BA020C0-56F1-2E4C-8B91-2B6D290D79E5}">
      <dsp:nvSpPr>
        <dsp:cNvPr id="0" name=""/>
        <dsp:cNvSpPr/>
      </dsp:nvSpPr>
      <dsp:spPr>
        <a:xfrm>
          <a:off x="0" y="3443085"/>
          <a:ext cx="6342743" cy="782519"/>
        </a:xfrm>
        <a:prstGeom prst="roundRect">
          <a:avLst>
            <a:gd name="adj" fmla="val 10000"/>
          </a:avLst>
        </a:prstGeom>
        <a:solidFill>
          <a:schemeClr val="accent6">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Evaluation &amp; debugging</a:t>
          </a:r>
        </a:p>
      </dsp:txBody>
      <dsp:txXfrm>
        <a:off x="1346800" y="3443085"/>
        <a:ext cx="4995942" cy="782519"/>
      </dsp:txXfrm>
    </dsp:sp>
    <dsp:sp modelId="{66DB940C-C73F-0147-9D9A-942490EE028C}">
      <dsp:nvSpPr>
        <dsp:cNvPr id="0" name=""/>
        <dsp:cNvSpPr/>
      </dsp:nvSpPr>
      <dsp:spPr>
        <a:xfrm>
          <a:off x="78251" y="3521337"/>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5"/>
              </a:ext>
            </a:extLst>
          </a:blip>
          <a:srcRect/>
          <a:stretch>
            <a:fillRect t="-51000" b="-51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9C4E89-C40F-0848-8C46-678473DEC50A}">
      <dsp:nvSpPr>
        <dsp:cNvPr id="0" name=""/>
        <dsp:cNvSpPr/>
      </dsp:nvSpPr>
      <dsp:spPr>
        <a:xfrm>
          <a:off x="189" y="635907"/>
          <a:ext cx="2292425" cy="2750910"/>
        </a:xfrm>
        <a:prstGeom prst="rect">
          <a:avLst/>
        </a:prstGeom>
        <a:solidFill>
          <a:schemeClr val="accent2">
            <a:hueOff val="0"/>
            <a:satOff val="0"/>
            <a:lumOff val="0"/>
            <a:alphaOff val="0"/>
          </a:schemeClr>
        </a:solidFill>
        <a:ln w="1587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6441" tIns="0" rIns="226441" bIns="330200" numCol="1" spcCol="1270" anchor="t" anchorCtr="0">
          <a:noAutofit/>
        </a:bodyPr>
        <a:lstStyle/>
        <a:p>
          <a:pPr marL="0" lvl="0" indent="0" algn="l" defTabSz="1155700">
            <a:lnSpc>
              <a:spcPct val="90000"/>
            </a:lnSpc>
            <a:spcBef>
              <a:spcPct val="0"/>
            </a:spcBef>
            <a:spcAft>
              <a:spcPct val="35000"/>
            </a:spcAft>
            <a:buNone/>
          </a:pPr>
          <a:r>
            <a:rPr lang="en-US" sz="2600" b="1" kern="1200" baseline="0" dirty="0"/>
            <a:t>Planning &amp; Preparation</a:t>
          </a:r>
          <a:endParaRPr lang="en-US" sz="2600" kern="1200" dirty="0"/>
        </a:p>
      </dsp:txBody>
      <dsp:txXfrm>
        <a:off x="189" y="1736271"/>
        <a:ext cx="2292425" cy="1650546"/>
      </dsp:txXfrm>
    </dsp:sp>
    <dsp:sp modelId="{A9FDF445-B884-C14D-A823-65FDFB1EEA77}">
      <dsp:nvSpPr>
        <dsp:cNvPr id="0" name=""/>
        <dsp:cNvSpPr/>
      </dsp:nvSpPr>
      <dsp:spPr>
        <a:xfrm>
          <a:off x="189" y="635907"/>
          <a:ext cx="2292425" cy="1100364"/>
        </a:xfrm>
        <a:prstGeom prst="rect">
          <a:avLst/>
        </a:prstGeom>
        <a:noFill/>
        <a:ln w="15875"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26441" tIns="165100" rIns="226441" bIns="165100" numCol="1" spcCol="1270" anchor="ctr" anchorCtr="0">
          <a:noAutofit/>
        </a:bodyPr>
        <a:lstStyle/>
        <a:p>
          <a:pPr marL="0" lvl="0" indent="0" algn="l" defTabSz="2711450">
            <a:lnSpc>
              <a:spcPct val="90000"/>
            </a:lnSpc>
            <a:spcBef>
              <a:spcPct val="0"/>
            </a:spcBef>
            <a:spcAft>
              <a:spcPct val="35000"/>
            </a:spcAft>
            <a:buNone/>
          </a:pPr>
          <a:r>
            <a:rPr lang="en-US" sz="6100" kern="1200" dirty="0"/>
            <a:t>01</a:t>
          </a:r>
        </a:p>
      </dsp:txBody>
      <dsp:txXfrm>
        <a:off x="189" y="635907"/>
        <a:ext cx="2292425" cy="1100364"/>
      </dsp:txXfrm>
    </dsp:sp>
    <dsp:sp modelId="{6C921614-D9EF-0B4D-A20C-1314A317C0E5}">
      <dsp:nvSpPr>
        <dsp:cNvPr id="0" name=""/>
        <dsp:cNvSpPr/>
      </dsp:nvSpPr>
      <dsp:spPr>
        <a:xfrm>
          <a:off x="2476008" y="635907"/>
          <a:ext cx="2292425" cy="2750910"/>
        </a:xfrm>
        <a:prstGeom prst="rect">
          <a:avLst/>
        </a:prstGeom>
        <a:solidFill>
          <a:schemeClr val="accent3">
            <a:hueOff val="0"/>
            <a:satOff val="0"/>
            <a:lumOff val="0"/>
            <a:alphaOff val="0"/>
          </a:schemeClr>
        </a:solidFill>
        <a:ln w="15875"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6441" tIns="0" rIns="226441" bIns="330200" numCol="1" spcCol="1270" anchor="t" anchorCtr="0">
          <a:noAutofit/>
        </a:bodyPr>
        <a:lstStyle/>
        <a:p>
          <a:pPr marL="0" lvl="0" indent="0" algn="l" defTabSz="1155700">
            <a:lnSpc>
              <a:spcPct val="90000"/>
            </a:lnSpc>
            <a:spcBef>
              <a:spcPct val="0"/>
            </a:spcBef>
            <a:spcAft>
              <a:spcPct val="35000"/>
            </a:spcAft>
            <a:buNone/>
          </a:pPr>
          <a:r>
            <a:rPr lang="en-US" sz="2600" b="1" kern="1200" baseline="0" dirty="0"/>
            <a:t>Mixing</a:t>
          </a:r>
          <a:endParaRPr lang="en-US" sz="2600" kern="1200" dirty="0"/>
        </a:p>
      </dsp:txBody>
      <dsp:txXfrm>
        <a:off x="2476008" y="1736271"/>
        <a:ext cx="2292425" cy="1650546"/>
      </dsp:txXfrm>
    </dsp:sp>
    <dsp:sp modelId="{52D91C4D-1B4F-734E-839C-E1CBEDA71742}">
      <dsp:nvSpPr>
        <dsp:cNvPr id="0" name=""/>
        <dsp:cNvSpPr/>
      </dsp:nvSpPr>
      <dsp:spPr>
        <a:xfrm>
          <a:off x="2476008" y="635907"/>
          <a:ext cx="2292425" cy="1100364"/>
        </a:xfrm>
        <a:prstGeom prst="rect">
          <a:avLst/>
        </a:prstGeom>
        <a:noFill/>
        <a:ln w="15875"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26441" tIns="165100" rIns="226441" bIns="165100" numCol="1" spcCol="1270" anchor="ctr" anchorCtr="0">
          <a:noAutofit/>
        </a:bodyPr>
        <a:lstStyle/>
        <a:p>
          <a:pPr marL="0" lvl="0" indent="0" algn="l" defTabSz="2711450">
            <a:lnSpc>
              <a:spcPct val="90000"/>
            </a:lnSpc>
            <a:spcBef>
              <a:spcPct val="0"/>
            </a:spcBef>
            <a:spcAft>
              <a:spcPct val="35000"/>
            </a:spcAft>
            <a:buNone/>
          </a:pPr>
          <a:r>
            <a:rPr lang="en-US" sz="6100" kern="1200"/>
            <a:t>02</a:t>
          </a:r>
          <a:endParaRPr lang="en-US" sz="6100" kern="1200" dirty="0"/>
        </a:p>
      </dsp:txBody>
      <dsp:txXfrm>
        <a:off x="2476008" y="635907"/>
        <a:ext cx="2292425" cy="1100364"/>
      </dsp:txXfrm>
    </dsp:sp>
    <dsp:sp modelId="{E22D8C13-0648-F742-957D-70008D06CCB1}">
      <dsp:nvSpPr>
        <dsp:cNvPr id="0" name=""/>
        <dsp:cNvSpPr/>
      </dsp:nvSpPr>
      <dsp:spPr>
        <a:xfrm>
          <a:off x="4951828" y="635907"/>
          <a:ext cx="2292425" cy="2750910"/>
        </a:xfrm>
        <a:prstGeom prst="rect">
          <a:avLst/>
        </a:prstGeom>
        <a:solidFill>
          <a:schemeClr val="accent4">
            <a:hueOff val="0"/>
            <a:satOff val="0"/>
            <a:lumOff val="0"/>
            <a:alphaOff val="0"/>
          </a:schemeClr>
        </a:solidFill>
        <a:ln w="15875"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6441" tIns="0" rIns="226441" bIns="330200" numCol="1" spcCol="1270" anchor="t" anchorCtr="0">
          <a:noAutofit/>
        </a:bodyPr>
        <a:lstStyle/>
        <a:p>
          <a:pPr marL="0" lvl="0" indent="0" algn="l" defTabSz="1155700">
            <a:lnSpc>
              <a:spcPct val="90000"/>
            </a:lnSpc>
            <a:spcBef>
              <a:spcPct val="0"/>
            </a:spcBef>
            <a:spcAft>
              <a:spcPct val="35000"/>
            </a:spcAft>
            <a:buNone/>
          </a:pPr>
          <a:r>
            <a:rPr lang="en-US" sz="2600" b="1" kern="1200" baseline="0" dirty="0"/>
            <a:t>Baking</a:t>
          </a:r>
          <a:endParaRPr lang="en-US" sz="2600" kern="1200" dirty="0"/>
        </a:p>
      </dsp:txBody>
      <dsp:txXfrm>
        <a:off x="4951828" y="1736271"/>
        <a:ext cx="2292425" cy="1650546"/>
      </dsp:txXfrm>
    </dsp:sp>
    <dsp:sp modelId="{5AE1F9E6-F08C-AC4A-BA81-B5081C764F4F}">
      <dsp:nvSpPr>
        <dsp:cNvPr id="0" name=""/>
        <dsp:cNvSpPr/>
      </dsp:nvSpPr>
      <dsp:spPr>
        <a:xfrm>
          <a:off x="4951828" y="635907"/>
          <a:ext cx="2292425" cy="1100364"/>
        </a:xfrm>
        <a:prstGeom prst="rect">
          <a:avLst/>
        </a:prstGeom>
        <a:noFill/>
        <a:ln w="15875"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26441" tIns="165100" rIns="226441" bIns="165100" numCol="1" spcCol="1270" anchor="ctr" anchorCtr="0">
          <a:noAutofit/>
        </a:bodyPr>
        <a:lstStyle/>
        <a:p>
          <a:pPr marL="0" lvl="0" indent="0" algn="l" defTabSz="2711450">
            <a:lnSpc>
              <a:spcPct val="90000"/>
            </a:lnSpc>
            <a:spcBef>
              <a:spcPct val="0"/>
            </a:spcBef>
            <a:spcAft>
              <a:spcPct val="35000"/>
            </a:spcAft>
            <a:buNone/>
          </a:pPr>
          <a:r>
            <a:rPr lang="en-US" sz="6100" kern="1200"/>
            <a:t>03</a:t>
          </a:r>
          <a:endParaRPr lang="en-US" sz="6100" kern="1200" dirty="0"/>
        </a:p>
      </dsp:txBody>
      <dsp:txXfrm>
        <a:off x="4951828" y="635907"/>
        <a:ext cx="2292425" cy="1100364"/>
      </dsp:txXfrm>
    </dsp:sp>
    <dsp:sp modelId="{772BA08D-630F-714A-8F18-26A4FF91B768}">
      <dsp:nvSpPr>
        <dsp:cNvPr id="0" name=""/>
        <dsp:cNvSpPr/>
      </dsp:nvSpPr>
      <dsp:spPr>
        <a:xfrm>
          <a:off x="7427647" y="635907"/>
          <a:ext cx="2292425" cy="2750910"/>
        </a:xfrm>
        <a:prstGeom prst="rect">
          <a:avLst/>
        </a:prstGeom>
        <a:solidFill>
          <a:schemeClr val="accent5">
            <a:hueOff val="0"/>
            <a:satOff val="0"/>
            <a:lumOff val="0"/>
            <a:alphaOff val="0"/>
          </a:schemeClr>
        </a:solidFill>
        <a:ln w="15875"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6441" tIns="0" rIns="226441" bIns="330200" numCol="1" spcCol="1270" anchor="t" anchorCtr="0">
          <a:noAutofit/>
        </a:bodyPr>
        <a:lstStyle/>
        <a:p>
          <a:pPr marL="0" lvl="0" indent="0" algn="l" defTabSz="1155700">
            <a:lnSpc>
              <a:spcPct val="90000"/>
            </a:lnSpc>
            <a:spcBef>
              <a:spcPct val="0"/>
            </a:spcBef>
            <a:spcAft>
              <a:spcPct val="35000"/>
            </a:spcAft>
            <a:buNone/>
          </a:pPr>
          <a:r>
            <a:rPr lang="en-US" sz="2600" b="1" kern="1200" baseline="0" dirty="0"/>
            <a:t>Finishing</a:t>
          </a:r>
          <a:br>
            <a:rPr lang="en-US" sz="2600" kern="1200" baseline="0" dirty="0"/>
          </a:br>
          <a:endParaRPr lang="en-US" sz="2600" kern="1200" dirty="0"/>
        </a:p>
      </dsp:txBody>
      <dsp:txXfrm>
        <a:off x="7427647" y="1736271"/>
        <a:ext cx="2292425" cy="1650546"/>
      </dsp:txXfrm>
    </dsp:sp>
    <dsp:sp modelId="{9091DA31-5D66-A244-9AD0-638DA3954598}">
      <dsp:nvSpPr>
        <dsp:cNvPr id="0" name=""/>
        <dsp:cNvSpPr/>
      </dsp:nvSpPr>
      <dsp:spPr>
        <a:xfrm>
          <a:off x="7427647" y="635907"/>
          <a:ext cx="2292425" cy="1100364"/>
        </a:xfrm>
        <a:prstGeom prst="rect">
          <a:avLst/>
        </a:prstGeom>
        <a:noFill/>
        <a:ln w="15875"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26441" tIns="165100" rIns="226441" bIns="165100" numCol="1" spcCol="1270" anchor="ctr" anchorCtr="0">
          <a:noAutofit/>
        </a:bodyPr>
        <a:lstStyle/>
        <a:p>
          <a:pPr marL="0" lvl="0" indent="0" algn="l" defTabSz="2711450">
            <a:lnSpc>
              <a:spcPct val="90000"/>
            </a:lnSpc>
            <a:spcBef>
              <a:spcPct val="0"/>
            </a:spcBef>
            <a:spcAft>
              <a:spcPct val="35000"/>
            </a:spcAft>
            <a:buNone/>
          </a:pPr>
          <a:r>
            <a:rPr lang="en-US" sz="6100" kern="1200"/>
            <a:t>04</a:t>
          </a:r>
          <a:endParaRPr lang="en-US" sz="6100" kern="1200" dirty="0"/>
        </a:p>
      </dsp:txBody>
      <dsp:txXfrm>
        <a:off x="7427647" y="635907"/>
        <a:ext cx="2292425" cy="110036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D231CA-E878-1546-8579-CE6A66A4F85C}">
      <dsp:nvSpPr>
        <dsp:cNvPr id="0" name=""/>
        <dsp:cNvSpPr/>
      </dsp:nvSpPr>
      <dsp:spPr>
        <a:xfrm>
          <a:off x="0" y="0"/>
          <a:ext cx="6342743" cy="782519"/>
        </a:xfrm>
        <a:prstGeom prst="roundRect">
          <a:avLst>
            <a:gd name="adj" fmla="val 10000"/>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Decomposition</a:t>
          </a:r>
        </a:p>
      </dsp:txBody>
      <dsp:txXfrm>
        <a:off x="1346800" y="0"/>
        <a:ext cx="4995942" cy="782519"/>
      </dsp:txXfrm>
    </dsp:sp>
    <dsp:sp modelId="{2FFDD513-4151-714C-95FD-3AA5415C66EE}">
      <dsp:nvSpPr>
        <dsp:cNvPr id="0" name=""/>
        <dsp:cNvSpPr/>
      </dsp:nvSpPr>
      <dsp:spPr>
        <a:xfrm>
          <a:off x="78251" y="78251"/>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1"/>
              </a:ext>
            </a:extLst>
          </a:blip>
          <a:srcRect/>
          <a:stretch>
            <a:fillRect t="-16000" b="-16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96D31B2-AC79-0D4D-BCD4-BC21E527A462}">
      <dsp:nvSpPr>
        <dsp:cNvPr id="0" name=""/>
        <dsp:cNvSpPr/>
      </dsp:nvSpPr>
      <dsp:spPr>
        <a:xfrm>
          <a:off x="0" y="860771"/>
          <a:ext cx="6342743" cy="782519"/>
        </a:xfrm>
        <a:prstGeom prst="roundRect">
          <a:avLst>
            <a:gd name="adj" fmla="val 10000"/>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Pattern recognition</a:t>
          </a:r>
        </a:p>
      </dsp:txBody>
      <dsp:txXfrm>
        <a:off x="1346800" y="860771"/>
        <a:ext cx="4995942" cy="782519"/>
      </dsp:txXfrm>
    </dsp:sp>
    <dsp:sp modelId="{EB10BBF3-7E94-6649-BD15-0F031A1EC7D4}">
      <dsp:nvSpPr>
        <dsp:cNvPr id="0" name=""/>
        <dsp:cNvSpPr/>
      </dsp:nvSpPr>
      <dsp:spPr>
        <a:xfrm>
          <a:off x="78251" y="939023"/>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2"/>
              </a:ext>
            </a:extLst>
          </a:blip>
          <a:srcRect/>
          <a:stretch>
            <a:fillRect t="-31000" b="-31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030AFDB-D36A-AE47-BEF3-C13AEDAB04A4}">
      <dsp:nvSpPr>
        <dsp:cNvPr id="0" name=""/>
        <dsp:cNvSpPr/>
      </dsp:nvSpPr>
      <dsp:spPr>
        <a:xfrm>
          <a:off x="0" y="1721542"/>
          <a:ext cx="6342743" cy="782519"/>
        </a:xfrm>
        <a:prstGeom prst="roundRect">
          <a:avLst>
            <a:gd name="adj" fmla="val 10000"/>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Abstraction</a:t>
          </a:r>
        </a:p>
      </dsp:txBody>
      <dsp:txXfrm>
        <a:off x="1346800" y="1721542"/>
        <a:ext cx="4995942" cy="782519"/>
      </dsp:txXfrm>
    </dsp:sp>
    <dsp:sp modelId="{EB6C143A-9DD9-A644-B15F-DF234AEA04D9}">
      <dsp:nvSpPr>
        <dsp:cNvPr id="0" name=""/>
        <dsp:cNvSpPr/>
      </dsp:nvSpPr>
      <dsp:spPr>
        <a:xfrm>
          <a:off x="78251" y="1799794"/>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3"/>
              </a:ext>
            </a:extLst>
          </a:blip>
          <a:srcRect/>
          <a:stretch>
            <a:fillRect t="-10000" b="-10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BBD842C-6CC0-A844-928A-CA8119A20197}">
      <dsp:nvSpPr>
        <dsp:cNvPr id="0" name=""/>
        <dsp:cNvSpPr/>
      </dsp:nvSpPr>
      <dsp:spPr>
        <a:xfrm>
          <a:off x="0" y="2582314"/>
          <a:ext cx="6342743" cy="782519"/>
        </a:xfrm>
        <a:prstGeom prst="roundRect">
          <a:avLst>
            <a:gd name="adj" fmla="val 10000"/>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Algorithm design</a:t>
          </a:r>
        </a:p>
      </dsp:txBody>
      <dsp:txXfrm>
        <a:off x="1346800" y="2582314"/>
        <a:ext cx="4995942" cy="782519"/>
      </dsp:txXfrm>
    </dsp:sp>
    <dsp:sp modelId="{8165C826-065B-F948-9082-91EDC4D80DF3}">
      <dsp:nvSpPr>
        <dsp:cNvPr id="0" name=""/>
        <dsp:cNvSpPr/>
      </dsp:nvSpPr>
      <dsp:spPr>
        <a:xfrm>
          <a:off x="78251" y="2660566"/>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4"/>
              </a:ext>
            </a:extLst>
          </a:blip>
          <a:srcRect/>
          <a:stretch>
            <a:fillRect t="-10000" b="-10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BA020C0-56F1-2E4C-8B91-2B6D290D79E5}">
      <dsp:nvSpPr>
        <dsp:cNvPr id="0" name=""/>
        <dsp:cNvSpPr/>
      </dsp:nvSpPr>
      <dsp:spPr>
        <a:xfrm>
          <a:off x="0" y="3443085"/>
          <a:ext cx="6342743" cy="782519"/>
        </a:xfrm>
        <a:prstGeom prst="roundRect">
          <a:avLst>
            <a:gd name="adj" fmla="val 10000"/>
          </a:avLst>
        </a:prstGeom>
        <a:solidFill>
          <a:schemeClr val="accent6">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Evaluation &amp; debugging</a:t>
          </a:r>
        </a:p>
      </dsp:txBody>
      <dsp:txXfrm>
        <a:off x="1346800" y="3443085"/>
        <a:ext cx="4995942" cy="782519"/>
      </dsp:txXfrm>
    </dsp:sp>
    <dsp:sp modelId="{66DB940C-C73F-0147-9D9A-942490EE028C}">
      <dsp:nvSpPr>
        <dsp:cNvPr id="0" name=""/>
        <dsp:cNvSpPr/>
      </dsp:nvSpPr>
      <dsp:spPr>
        <a:xfrm>
          <a:off x="78251" y="3521337"/>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5"/>
              </a:ext>
            </a:extLst>
          </a:blip>
          <a:srcRect/>
          <a:stretch>
            <a:fillRect t="-51000" b="-51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D231CA-E878-1546-8579-CE6A66A4F85C}">
      <dsp:nvSpPr>
        <dsp:cNvPr id="0" name=""/>
        <dsp:cNvSpPr/>
      </dsp:nvSpPr>
      <dsp:spPr>
        <a:xfrm>
          <a:off x="0" y="0"/>
          <a:ext cx="6342743" cy="782519"/>
        </a:xfrm>
        <a:prstGeom prst="roundRect">
          <a:avLst>
            <a:gd name="adj" fmla="val 10000"/>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Decomposition</a:t>
          </a:r>
        </a:p>
      </dsp:txBody>
      <dsp:txXfrm>
        <a:off x="1346800" y="0"/>
        <a:ext cx="4995942" cy="782519"/>
      </dsp:txXfrm>
    </dsp:sp>
    <dsp:sp modelId="{2FFDD513-4151-714C-95FD-3AA5415C66EE}">
      <dsp:nvSpPr>
        <dsp:cNvPr id="0" name=""/>
        <dsp:cNvSpPr/>
      </dsp:nvSpPr>
      <dsp:spPr>
        <a:xfrm>
          <a:off x="78251" y="78251"/>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1"/>
              </a:ext>
            </a:extLst>
          </a:blip>
          <a:srcRect/>
          <a:stretch>
            <a:fillRect t="-16000" b="-16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96D31B2-AC79-0D4D-BCD4-BC21E527A462}">
      <dsp:nvSpPr>
        <dsp:cNvPr id="0" name=""/>
        <dsp:cNvSpPr/>
      </dsp:nvSpPr>
      <dsp:spPr>
        <a:xfrm>
          <a:off x="0" y="860771"/>
          <a:ext cx="6342743" cy="782519"/>
        </a:xfrm>
        <a:prstGeom prst="roundRect">
          <a:avLst>
            <a:gd name="adj" fmla="val 10000"/>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Pattern recognition</a:t>
          </a:r>
        </a:p>
      </dsp:txBody>
      <dsp:txXfrm>
        <a:off x="1346800" y="860771"/>
        <a:ext cx="4995942" cy="782519"/>
      </dsp:txXfrm>
    </dsp:sp>
    <dsp:sp modelId="{EB10BBF3-7E94-6649-BD15-0F031A1EC7D4}">
      <dsp:nvSpPr>
        <dsp:cNvPr id="0" name=""/>
        <dsp:cNvSpPr/>
      </dsp:nvSpPr>
      <dsp:spPr>
        <a:xfrm>
          <a:off x="78251" y="939023"/>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2"/>
              </a:ext>
            </a:extLst>
          </a:blip>
          <a:srcRect/>
          <a:stretch>
            <a:fillRect t="-31000" b="-31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030AFDB-D36A-AE47-BEF3-C13AEDAB04A4}">
      <dsp:nvSpPr>
        <dsp:cNvPr id="0" name=""/>
        <dsp:cNvSpPr/>
      </dsp:nvSpPr>
      <dsp:spPr>
        <a:xfrm>
          <a:off x="0" y="1721542"/>
          <a:ext cx="6342743" cy="782519"/>
        </a:xfrm>
        <a:prstGeom prst="roundRect">
          <a:avLst>
            <a:gd name="adj" fmla="val 10000"/>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Abstraction</a:t>
          </a:r>
        </a:p>
      </dsp:txBody>
      <dsp:txXfrm>
        <a:off x="1346800" y="1721542"/>
        <a:ext cx="4995942" cy="782519"/>
      </dsp:txXfrm>
    </dsp:sp>
    <dsp:sp modelId="{EB6C143A-9DD9-A644-B15F-DF234AEA04D9}">
      <dsp:nvSpPr>
        <dsp:cNvPr id="0" name=""/>
        <dsp:cNvSpPr/>
      </dsp:nvSpPr>
      <dsp:spPr>
        <a:xfrm>
          <a:off x="78251" y="1799794"/>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3"/>
              </a:ext>
            </a:extLst>
          </a:blip>
          <a:srcRect/>
          <a:stretch>
            <a:fillRect t="-10000" b="-10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BBD842C-6CC0-A844-928A-CA8119A20197}">
      <dsp:nvSpPr>
        <dsp:cNvPr id="0" name=""/>
        <dsp:cNvSpPr/>
      </dsp:nvSpPr>
      <dsp:spPr>
        <a:xfrm>
          <a:off x="0" y="2582314"/>
          <a:ext cx="6342743" cy="782519"/>
        </a:xfrm>
        <a:prstGeom prst="roundRect">
          <a:avLst>
            <a:gd name="adj" fmla="val 10000"/>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Algorithm design</a:t>
          </a:r>
        </a:p>
      </dsp:txBody>
      <dsp:txXfrm>
        <a:off x="1346800" y="2582314"/>
        <a:ext cx="4995942" cy="782519"/>
      </dsp:txXfrm>
    </dsp:sp>
    <dsp:sp modelId="{8165C826-065B-F948-9082-91EDC4D80DF3}">
      <dsp:nvSpPr>
        <dsp:cNvPr id="0" name=""/>
        <dsp:cNvSpPr/>
      </dsp:nvSpPr>
      <dsp:spPr>
        <a:xfrm>
          <a:off x="78251" y="2660566"/>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4"/>
              </a:ext>
            </a:extLst>
          </a:blip>
          <a:srcRect/>
          <a:stretch>
            <a:fillRect t="-10000" b="-10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BA020C0-56F1-2E4C-8B91-2B6D290D79E5}">
      <dsp:nvSpPr>
        <dsp:cNvPr id="0" name=""/>
        <dsp:cNvSpPr/>
      </dsp:nvSpPr>
      <dsp:spPr>
        <a:xfrm>
          <a:off x="0" y="3443085"/>
          <a:ext cx="6342743" cy="782519"/>
        </a:xfrm>
        <a:prstGeom prst="roundRect">
          <a:avLst>
            <a:gd name="adj" fmla="val 10000"/>
          </a:avLst>
        </a:prstGeom>
        <a:solidFill>
          <a:schemeClr val="accent6">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Evaluation &amp; debugging</a:t>
          </a:r>
        </a:p>
      </dsp:txBody>
      <dsp:txXfrm>
        <a:off x="1346800" y="3443085"/>
        <a:ext cx="4995942" cy="782519"/>
      </dsp:txXfrm>
    </dsp:sp>
    <dsp:sp modelId="{66DB940C-C73F-0147-9D9A-942490EE028C}">
      <dsp:nvSpPr>
        <dsp:cNvPr id="0" name=""/>
        <dsp:cNvSpPr/>
      </dsp:nvSpPr>
      <dsp:spPr>
        <a:xfrm>
          <a:off x="78251" y="3521337"/>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5"/>
              </a:ext>
            </a:extLst>
          </a:blip>
          <a:srcRect/>
          <a:stretch>
            <a:fillRect t="-51000" b="-51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D231CA-E878-1546-8579-CE6A66A4F85C}">
      <dsp:nvSpPr>
        <dsp:cNvPr id="0" name=""/>
        <dsp:cNvSpPr/>
      </dsp:nvSpPr>
      <dsp:spPr>
        <a:xfrm>
          <a:off x="0" y="0"/>
          <a:ext cx="6342743" cy="782519"/>
        </a:xfrm>
        <a:prstGeom prst="roundRect">
          <a:avLst>
            <a:gd name="adj" fmla="val 10000"/>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Decomposition</a:t>
          </a:r>
        </a:p>
      </dsp:txBody>
      <dsp:txXfrm>
        <a:off x="1346800" y="0"/>
        <a:ext cx="4995942" cy="782519"/>
      </dsp:txXfrm>
    </dsp:sp>
    <dsp:sp modelId="{2FFDD513-4151-714C-95FD-3AA5415C66EE}">
      <dsp:nvSpPr>
        <dsp:cNvPr id="0" name=""/>
        <dsp:cNvSpPr/>
      </dsp:nvSpPr>
      <dsp:spPr>
        <a:xfrm>
          <a:off x="78251" y="78251"/>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1"/>
              </a:ext>
            </a:extLst>
          </a:blip>
          <a:srcRect/>
          <a:stretch>
            <a:fillRect t="-16000" b="-16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96D31B2-AC79-0D4D-BCD4-BC21E527A462}">
      <dsp:nvSpPr>
        <dsp:cNvPr id="0" name=""/>
        <dsp:cNvSpPr/>
      </dsp:nvSpPr>
      <dsp:spPr>
        <a:xfrm>
          <a:off x="0" y="860771"/>
          <a:ext cx="6342743" cy="782519"/>
        </a:xfrm>
        <a:prstGeom prst="roundRect">
          <a:avLst>
            <a:gd name="adj" fmla="val 10000"/>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Pattern recognition</a:t>
          </a:r>
        </a:p>
      </dsp:txBody>
      <dsp:txXfrm>
        <a:off x="1346800" y="860771"/>
        <a:ext cx="4995942" cy="782519"/>
      </dsp:txXfrm>
    </dsp:sp>
    <dsp:sp modelId="{EB10BBF3-7E94-6649-BD15-0F031A1EC7D4}">
      <dsp:nvSpPr>
        <dsp:cNvPr id="0" name=""/>
        <dsp:cNvSpPr/>
      </dsp:nvSpPr>
      <dsp:spPr>
        <a:xfrm>
          <a:off x="78251" y="939023"/>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2"/>
              </a:ext>
            </a:extLst>
          </a:blip>
          <a:srcRect/>
          <a:stretch>
            <a:fillRect t="-31000" b="-31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030AFDB-D36A-AE47-BEF3-C13AEDAB04A4}">
      <dsp:nvSpPr>
        <dsp:cNvPr id="0" name=""/>
        <dsp:cNvSpPr/>
      </dsp:nvSpPr>
      <dsp:spPr>
        <a:xfrm>
          <a:off x="0" y="1721542"/>
          <a:ext cx="6342743" cy="782519"/>
        </a:xfrm>
        <a:prstGeom prst="roundRect">
          <a:avLst>
            <a:gd name="adj" fmla="val 10000"/>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Abstraction</a:t>
          </a:r>
        </a:p>
      </dsp:txBody>
      <dsp:txXfrm>
        <a:off x="1346800" y="1721542"/>
        <a:ext cx="4995942" cy="782519"/>
      </dsp:txXfrm>
    </dsp:sp>
    <dsp:sp modelId="{EB6C143A-9DD9-A644-B15F-DF234AEA04D9}">
      <dsp:nvSpPr>
        <dsp:cNvPr id="0" name=""/>
        <dsp:cNvSpPr/>
      </dsp:nvSpPr>
      <dsp:spPr>
        <a:xfrm>
          <a:off x="78251" y="1799794"/>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3"/>
              </a:ext>
            </a:extLst>
          </a:blip>
          <a:srcRect/>
          <a:stretch>
            <a:fillRect t="-10000" b="-10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BBD842C-6CC0-A844-928A-CA8119A20197}">
      <dsp:nvSpPr>
        <dsp:cNvPr id="0" name=""/>
        <dsp:cNvSpPr/>
      </dsp:nvSpPr>
      <dsp:spPr>
        <a:xfrm>
          <a:off x="0" y="2582314"/>
          <a:ext cx="6342743" cy="782519"/>
        </a:xfrm>
        <a:prstGeom prst="roundRect">
          <a:avLst>
            <a:gd name="adj" fmla="val 10000"/>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Algorithm design</a:t>
          </a:r>
        </a:p>
      </dsp:txBody>
      <dsp:txXfrm>
        <a:off x="1346800" y="2582314"/>
        <a:ext cx="4995942" cy="782519"/>
      </dsp:txXfrm>
    </dsp:sp>
    <dsp:sp modelId="{8165C826-065B-F948-9082-91EDC4D80DF3}">
      <dsp:nvSpPr>
        <dsp:cNvPr id="0" name=""/>
        <dsp:cNvSpPr/>
      </dsp:nvSpPr>
      <dsp:spPr>
        <a:xfrm>
          <a:off x="78251" y="2660566"/>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4"/>
              </a:ext>
            </a:extLst>
          </a:blip>
          <a:srcRect/>
          <a:stretch>
            <a:fillRect t="-10000" b="-10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BA020C0-56F1-2E4C-8B91-2B6D290D79E5}">
      <dsp:nvSpPr>
        <dsp:cNvPr id="0" name=""/>
        <dsp:cNvSpPr/>
      </dsp:nvSpPr>
      <dsp:spPr>
        <a:xfrm>
          <a:off x="0" y="3443085"/>
          <a:ext cx="6342743" cy="782519"/>
        </a:xfrm>
        <a:prstGeom prst="roundRect">
          <a:avLst>
            <a:gd name="adj" fmla="val 10000"/>
          </a:avLst>
        </a:prstGeom>
        <a:solidFill>
          <a:schemeClr val="accent6">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Evaluation &amp; debugging</a:t>
          </a:r>
        </a:p>
      </dsp:txBody>
      <dsp:txXfrm>
        <a:off x="1346800" y="3443085"/>
        <a:ext cx="4995942" cy="782519"/>
      </dsp:txXfrm>
    </dsp:sp>
    <dsp:sp modelId="{66DB940C-C73F-0147-9D9A-942490EE028C}">
      <dsp:nvSpPr>
        <dsp:cNvPr id="0" name=""/>
        <dsp:cNvSpPr/>
      </dsp:nvSpPr>
      <dsp:spPr>
        <a:xfrm>
          <a:off x="78251" y="3521337"/>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5"/>
              </a:ext>
            </a:extLst>
          </a:blip>
          <a:srcRect/>
          <a:stretch>
            <a:fillRect t="-51000" b="-51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D231CA-E878-1546-8579-CE6A66A4F85C}">
      <dsp:nvSpPr>
        <dsp:cNvPr id="0" name=""/>
        <dsp:cNvSpPr/>
      </dsp:nvSpPr>
      <dsp:spPr>
        <a:xfrm>
          <a:off x="0" y="0"/>
          <a:ext cx="6342743" cy="782519"/>
        </a:xfrm>
        <a:prstGeom prst="roundRect">
          <a:avLst>
            <a:gd name="adj" fmla="val 10000"/>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Decomposition</a:t>
          </a:r>
        </a:p>
      </dsp:txBody>
      <dsp:txXfrm>
        <a:off x="1346800" y="0"/>
        <a:ext cx="4995942" cy="782519"/>
      </dsp:txXfrm>
    </dsp:sp>
    <dsp:sp modelId="{2FFDD513-4151-714C-95FD-3AA5415C66EE}">
      <dsp:nvSpPr>
        <dsp:cNvPr id="0" name=""/>
        <dsp:cNvSpPr/>
      </dsp:nvSpPr>
      <dsp:spPr>
        <a:xfrm>
          <a:off x="78251" y="78251"/>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1"/>
              </a:ext>
            </a:extLst>
          </a:blip>
          <a:srcRect/>
          <a:stretch>
            <a:fillRect t="-16000" b="-16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96D31B2-AC79-0D4D-BCD4-BC21E527A462}">
      <dsp:nvSpPr>
        <dsp:cNvPr id="0" name=""/>
        <dsp:cNvSpPr/>
      </dsp:nvSpPr>
      <dsp:spPr>
        <a:xfrm>
          <a:off x="0" y="860771"/>
          <a:ext cx="6342743" cy="782519"/>
        </a:xfrm>
        <a:prstGeom prst="roundRect">
          <a:avLst>
            <a:gd name="adj" fmla="val 10000"/>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Pattern recognition</a:t>
          </a:r>
        </a:p>
      </dsp:txBody>
      <dsp:txXfrm>
        <a:off x="1346800" y="860771"/>
        <a:ext cx="4995942" cy="782519"/>
      </dsp:txXfrm>
    </dsp:sp>
    <dsp:sp modelId="{EB10BBF3-7E94-6649-BD15-0F031A1EC7D4}">
      <dsp:nvSpPr>
        <dsp:cNvPr id="0" name=""/>
        <dsp:cNvSpPr/>
      </dsp:nvSpPr>
      <dsp:spPr>
        <a:xfrm>
          <a:off x="78251" y="939023"/>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2"/>
              </a:ext>
            </a:extLst>
          </a:blip>
          <a:srcRect/>
          <a:stretch>
            <a:fillRect t="-31000" b="-31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030AFDB-D36A-AE47-BEF3-C13AEDAB04A4}">
      <dsp:nvSpPr>
        <dsp:cNvPr id="0" name=""/>
        <dsp:cNvSpPr/>
      </dsp:nvSpPr>
      <dsp:spPr>
        <a:xfrm>
          <a:off x="0" y="1721542"/>
          <a:ext cx="6342743" cy="782519"/>
        </a:xfrm>
        <a:prstGeom prst="roundRect">
          <a:avLst>
            <a:gd name="adj" fmla="val 10000"/>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Abstraction</a:t>
          </a:r>
        </a:p>
      </dsp:txBody>
      <dsp:txXfrm>
        <a:off x="1346800" y="1721542"/>
        <a:ext cx="4995942" cy="782519"/>
      </dsp:txXfrm>
    </dsp:sp>
    <dsp:sp modelId="{EB6C143A-9DD9-A644-B15F-DF234AEA04D9}">
      <dsp:nvSpPr>
        <dsp:cNvPr id="0" name=""/>
        <dsp:cNvSpPr/>
      </dsp:nvSpPr>
      <dsp:spPr>
        <a:xfrm>
          <a:off x="78251" y="1799794"/>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3"/>
              </a:ext>
            </a:extLst>
          </a:blip>
          <a:srcRect/>
          <a:stretch>
            <a:fillRect t="-10000" b="-10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BBD842C-6CC0-A844-928A-CA8119A20197}">
      <dsp:nvSpPr>
        <dsp:cNvPr id="0" name=""/>
        <dsp:cNvSpPr/>
      </dsp:nvSpPr>
      <dsp:spPr>
        <a:xfrm>
          <a:off x="0" y="2582314"/>
          <a:ext cx="6342743" cy="782519"/>
        </a:xfrm>
        <a:prstGeom prst="roundRect">
          <a:avLst>
            <a:gd name="adj" fmla="val 10000"/>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Algorithm design</a:t>
          </a:r>
        </a:p>
      </dsp:txBody>
      <dsp:txXfrm>
        <a:off x="1346800" y="2582314"/>
        <a:ext cx="4995942" cy="782519"/>
      </dsp:txXfrm>
    </dsp:sp>
    <dsp:sp modelId="{8165C826-065B-F948-9082-91EDC4D80DF3}">
      <dsp:nvSpPr>
        <dsp:cNvPr id="0" name=""/>
        <dsp:cNvSpPr/>
      </dsp:nvSpPr>
      <dsp:spPr>
        <a:xfrm>
          <a:off x="78251" y="2660566"/>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4"/>
              </a:ext>
            </a:extLst>
          </a:blip>
          <a:srcRect/>
          <a:stretch>
            <a:fillRect t="-10000" b="-10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BA020C0-56F1-2E4C-8B91-2B6D290D79E5}">
      <dsp:nvSpPr>
        <dsp:cNvPr id="0" name=""/>
        <dsp:cNvSpPr/>
      </dsp:nvSpPr>
      <dsp:spPr>
        <a:xfrm>
          <a:off x="0" y="3443085"/>
          <a:ext cx="6342743" cy="782519"/>
        </a:xfrm>
        <a:prstGeom prst="roundRect">
          <a:avLst>
            <a:gd name="adj" fmla="val 10000"/>
          </a:avLst>
        </a:prstGeom>
        <a:solidFill>
          <a:schemeClr val="accent6">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Evaluation &amp; debugging</a:t>
          </a:r>
        </a:p>
      </dsp:txBody>
      <dsp:txXfrm>
        <a:off x="1346800" y="3443085"/>
        <a:ext cx="4995942" cy="782519"/>
      </dsp:txXfrm>
    </dsp:sp>
    <dsp:sp modelId="{66DB940C-C73F-0147-9D9A-942490EE028C}">
      <dsp:nvSpPr>
        <dsp:cNvPr id="0" name=""/>
        <dsp:cNvSpPr/>
      </dsp:nvSpPr>
      <dsp:spPr>
        <a:xfrm>
          <a:off x="78251" y="3521337"/>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5"/>
              </a:ext>
            </a:extLst>
          </a:blip>
          <a:srcRect/>
          <a:stretch>
            <a:fillRect t="-51000" b="-51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layout4.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1D3653-9E79-5C4D-8011-4255A78CAC35}" type="datetimeFigureOut">
              <a:rPr lang="en-US" smtClean="0"/>
              <a:t>10/2/26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564E20-9EA2-8947-B25E-DCABC392F652}" type="slidenum">
              <a:rPr lang="en-US" smtClean="0"/>
              <a:t>‹#›</a:t>
            </a:fld>
            <a:endParaRPr lang="en-US"/>
          </a:p>
        </p:txBody>
      </p:sp>
    </p:spTree>
    <p:extLst>
      <p:ext uri="{BB962C8B-B14F-4D97-AF65-F5344CB8AC3E}">
        <p14:creationId xmlns:p14="http://schemas.microsoft.com/office/powerpoint/2010/main" val="34568734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5564E20-9EA2-8947-B25E-DCABC392F652}" type="slidenum">
              <a:rPr lang="en-US" smtClean="0"/>
              <a:t>1</a:t>
            </a:fld>
            <a:endParaRPr lang="en-US"/>
          </a:p>
        </p:txBody>
      </p:sp>
    </p:spTree>
    <p:extLst>
      <p:ext uri="{BB962C8B-B14F-4D97-AF65-F5344CB8AC3E}">
        <p14:creationId xmlns:p14="http://schemas.microsoft.com/office/powerpoint/2010/main" val="10306850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28A3E-4113-4E57-478B-429CEEA29B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29F66B-9449-0EC9-BD38-BF9E770F90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2948BE-0EC7-4D5B-F298-63699429CE2B}"/>
              </a:ext>
            </a:extLst>
          </p:cNvPr>
          <p:cNvSpPr>
            <a:spLocks noGrp="1"/>
          </p:cNvSpPr>
          <p:nvPr>
            <p:ph type="body" idx="1"/>
          </p:nvPr>
        </p:nvSpPr>
        <p:spPr/>
        <p:txBody>
          <a:bodyPr/>
          <a:lstStyle/>
          <a:p>
            <a:r>
              <a:rPr lang="en-US" dirty="0"/>
              <a:t>.</a:t>
            </a:r>
          </a:p>
          <a:p>
            <a:endParaRPr lang="en-US" dirty="0"/>
          </a:p>
        </p:txBody>
      </p:sp>
      <p:sp>
        <p:nvSpPr>
          <p:cNvPr id="4" name="Slide Number Placeholder 3">
            <a:extLst>
              <a:ext uri="{FF2B5EF4-FFF2-40B4-BE49-F238E27FC236}">
                <a16:creationId xmlns:a16="http://schemas.microsoft.com/office/drawing/2014/main" id="{6F253A33-F7C6-F06F-DB5B-02F6EB74DA81}"/>
              </a:ext>
            </a:extLst>
          </p:cNvPr>
          <p:cNvSpPr>
            <a:spLocks noGrp="1"/>
          </p:cNvSpPr>
          <p:nvPr>
            <p:ph type="sldNum" sz="quarter" idx="10"/>
          </p:nvPr>
        </p:nvSpPr>
        <p:spPr/>
        <p:txBody>
          <a:bodyPr/>
          <a:lstStyle/>
          <a:p>
            <a:fld id="{0A193586-FEB5-7C43-8F44-7EFAE4EECA28}" type="slidenum">
              <a:rPr lang="en-US" smtClean="0"/>
              <a:t>2</a:t>
            </a:fld>
            <a:endParaRPr lang="en-US"/>
          </a:p>
        </p:txBody>
      </p:sp>
    </p:spTree>
    <p:extLst>
      <p:ext uri="{BB962C8B-B14F-4D97-AF65-F5344CB8AC3E}">
        <p14:creationId xmlns:p14="http://schemas.microsoft.com/office/powerpoint/2010/main" val="10099858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latter two you don’t need to know how to code, you need to understand computational thinking so you are more effective at delivering your message or ideas to those who will translate it to a programming language and determine how to get it done. Understanding computational thinking will likely also improve your attempts to learn a programming language.</a:t>
            </a:r>
          </a:p>
        </p:txBody>
      </p:sp>
      <p:sp>
        <p:nvSpPr>
          <p:cNvPr id="4" name="Slide Number Placeholder 3"/>
          <p:cNvSpPr>
            <a:spLocks noGrp="1"/>
          </p:cNvSpPr>
          <p:nvPr>
            <p:ph type="sldNum" sz="quarter" idx="5"/>
          </p:nvPr>
        </p:nvSpPr>
        <p:spPr/>
        <p:txBody>
          <a:bodyPr/>
          <a:lstStyle/>
          <a:p>
            <a:fld id="{15564E20-9EA2-8947-B25E-DCABC392F652}" type="slidenum">
              <a:rPr lang="en-US" smtClean="0"/>
              <a:t>3</a:t>
            </a:fld>
            <a:endParaRPr lang="en-US"/>
          </a:p>
        </p:txBody>
      </p:sp>
    </p:spTree>
    <p:extLst>
      <p:ext uri="{BB962C8B-B14F-4D97-AF65-F5344CB8AC3E}">
        <p14:creationId xmlns:p14="http://schemas.microsoft.com/office/powerpoint/2010/main" val="9377067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addition to these skills must have right attitude and behaviors</a:t>
            </a:r>
          </a:p>
          <a:p>
            <a:endParaRPr lang="en-US" dirty="0"/>
          </a:p>
          <a:p>
            <a:r>
              <a:rPr lang="en-US" dirty="0"/>
              <a:t>Attitudes</a:t>
            </a:r>
          </a:p>
          <a:p>
            <a:r>
              <a:rPr lang="en-US" b="1" dirty="0"/>
              <a:t>Confident:</a:t>
            </a:r>
            <a:r>
              <a:rPr lang="en-US" dirty="0"/>
              <a:t> believing in one's own ability to solve problems</a:t>
            </a:r>
          </a:p>
          <a:p>
            <a:r>
              <a:rPr lang="en-US" b="1" dirty="0"/>
              <a:t>Communicative:</a:t>
            </a:r>
            <a:r>
              <a:rPr lang="en-US" dirty="0"/>
              <a:t> willing and able to communicate effectively with others.</a:t>
            </a:r>
          </a:p>
          <a:p>
            <a:r>
              <a:rPr lang="en-US" b="1" dirty="0"/>
              <a:t>Flexible:</a:t>
            </a:r>
            <a:r>
              <a:rPr lang="en-US" dirty="0"/>
              <a:t> able to deal with change and open-ended problems</a:t>
            </a:r>
          </a:p>
          <a:p>
            <a:r>
              <a:rPr lang="en-US" dirty="0"/>
              <a:t>Approaches</a:t>
            </a:r>
          </a:p>
          <a:p>
            <a:r>
              <a:rPr lang="en-US" b="1" dirty="0"/>
              <a:t>Tinkering:</a:t>
            </a:r>
            <a:r>
              <a:rPr lang="en-US" dirty="0"/>
              <a:t> experimenting and playing</a:t>
            </a:r>
          </a:p>
          <a:p>
            <a:r>
              <a:rPr lang="en-US" b="1" dirty="0"/>
              <a:t>Creating:</a:t>
            </a:r>
            <a:r>
              <a:rPr lang="en-US" dirty="0"/>
              <a:t> designing and making</a:t>
            </a:r>
          </a:p>
          <a:p>
            <a:r>
              <a:rPr lang="en-US" b="1" dirty="0"/>
              <a:t>Debugging:</a:t>
            </a:r>
            <a:r>
              <a:rPr lang="en-US" dirty="0"/>
              <a:t> finding and fixing errors</a:t>
            </a:r>
          </a:p>
          <a:p>
            <a:r>
              <a:rPr lang="en-US" b="1" dirty="0"/>
              <a:t>Persevering:</a:t>
            </a:r>
            <a:r>
              <a:rPr lang="en-US" dirty="0"/>
              <a:t> keeping going</a:t>
            </a:r>
          </a:p>
          <a:p>
            <a:r>
              <a:rPr lang="en-US" b="1" dirty="0"/>
              <a:t>Collaborating:</a:t>
            </a:r>
            <a:r>
              <a:rPr lang="en-US" dirty="0"/>
              <a:t> working together.</a:t>
            </a:r>
          </a:p>
        </p:txBody>
      </p:sp>
      <p:sp>
        <p:nvSpPr>
          <p:cNvPr id="4" name="Slide Number Placeholder 3"/>
          <p:cNvSpPr>
            <a:spLocks noGrp="1"/>
          </p:cNvSpPr>
          <p:nvPr>
            <p:ph type="sldNum" sz="quarter" idx="5"/>
          </p:nvPr>
        </p:nvSpPr>
        <p:spPr/>
        <p:txBody>
          <a:bodyPr/>
          <a:lstStyle/>
          <a:p>
            <a:fld id="{15564E20-9EA2-8947-B25E-DCABC392F652}" type="slidenum">
              <a:rPr lang="en-US" smtClean="0"/>
              <a:t>4</a:t>
            </a:fld>
            <a:endParaRPr lang="en-US"/>
          </a:p>
        </p:txBody>
      </p:sp>
    </p:spTree>
    <p:extLst>
      <p:ext uri="{BB962C8B-B14F-4D97-AF65-F5344CB8AC3E}">
        <p14:creationId xmlns:p14="http://schemas.microsoft.com/office/powerpoint/2010/main" val="9799799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R code to answer these two questions. Do it correctly and double-check your work. Q1. Does turnaround time differ by patient type? Q2. Are we meeting a 3-hour collect-to-verify goal? My data is in a file called </a:t>
            </a:r>
            <a:r>
              <a:rPr lang="en-US" dirty="0" err="1"/>
              <a:t>chem_subset.csv</a:t>
            </a:r>
            <a:r>
              <a:rPr lang="en-US" dirty="0"/>
              <a:t>. The columns are: </a:t>
            </a:r>
            <a:r>
              <a:rPr lang="en-US" dirty="0" err="1"/>
              <a:t>mrn</a:t>
            </a:r>
            <a:r>
              <a:rPr lang="en-US" dirty="0"/>
              <a:t>, gender, age, </a:t>
            </a:r>
            <a:r>
              <a:rPr lang="en-US" dirty="0" err="1"/>
              <a:t>pregnancy_status_at_exam</a:t>
            </a:r>
            <a:r>
              <a:rPr lang="en-US" dirty="0"/>
              <a:t>, </a:t>
            </a:r>
            <a:r>
              <a:rPr lang="en-US" dirty="0" err="1"/>
              <a:t>collect_dt</a:t>
            </a:r>
            <a:r>
              <a:rPr lang="en-US" dirty="0"/>
              <a:t>, </a:t>
            </a:r>
            <a:r>
              <a:rPr lang="en-US" dirty="0" err="1"/>
              <a:t>receive_dt</a:t>
            </a:r>
            <a:r>
              <a:rPr lang="en-US" dirty="0"/>
              <a:t>, </a:t>
            </a:r>
            <a:r>
              <a:rPr lang="en-US" dirty="0" err="1"/>
              <a:t>verify_dt</a:t>
            </a:r>
            <a:r>
              <a:rPr lang="en-US" dirty="0"/>
              <a:t>, </a:t>
            </a:r>
            <a:r>
              <a:rPr lang="en-US" dirty="0" err="1"/>
              <a:t>pat_type</a:t>
            </a:r>
            <a:r>
              <a:rPr lang="en-US" dirty="0"/>
              <a:t>, </a:t>
            </a:r>
            <a:r>
              <a:rPr lang="en-US" dirty="0" err="1"/>
              <a:t>payor_groups</a:t>
            </a:r>
            <a:r>
              <a:rPr lang="en-US" dirty="0"/>
              <a:t>, </a:t>
            </a:r>
            <a:r>
              <a:rPr lang="en-US" dirty="0" err="1"/>
              <a:t>last_name</a:t>
            </a:r>
            <a:r>
              <a:rPr lang="en-US" dirty="0"/>
              <a:t>, </a:t>
            </a:r>
            <a:r>
              <a:rPr lang="en-US" dirty="0" err="1"/>
              <a:t>col_rec_tat</a:t>
            </a:r>
            <a:r>
              <a:rPr lang="en-US" dirty="0"/>
              <a:t>, </a:t>
            </a:r>
            <a:r>
              <a:rPr lang="en-US" dirty="0" err="1"/>
              <a:t>rec_ver_tat</a:t>
            </a:r>
            <a:r>
              <a:rPr lang="en-US" dirty="0"/>
              <a:t>, test, value.</a:t>
            </a:r>
          </a:p>
          <a:p>
            <a:r>
              <a:rPr lang="en-US" dirty="0"/>
              <a:t>Facilitator: do not fix anything. Prompts with no column names usually get code built on invented column names and a made-up dataset. Watch for learners who run that code and take its output as the answer.</a:t>
            </a:r>
          </a:p>
          <a:p>
            <a:r>
              <a:rPr lang="en-US" dirty="0"/>
              <a:t>Prompts that include the column names usually get long working code and a list of assumptions. Ask learners to keep that list. It is used in the algorithm exercise and the debrief.</a:t>
            </a:r>
          </a:p>
          <a:p>
            <a:r>
              <a:rPr lang="en-US" dirty="0"/>
              <a:t>In test runs (free Claude, October 2026) Claude asked no questions unless told to ask first.</a:t>
            </a:r>
          </a:p>
        </p:txBody>
      </p:sp>
      <p:sp>
        <p:nvSpPr>
          <p:cNvPr id="4" name="Slide Number Placeholder 3"/>
          <p:cNvSpPr>
            <a:spLocks noGrp="1"/>
          </p:cNvSpPr>
          <p:nvPr>
            <p:ph type="sldNum" sz="quarter" idx="5"/>
          </p:nvPr>
        </p:nvSpPr>
        <p:spPr/>
        <p:txBody>
          <a:bodyPr/>
          <a:lstStyle/>
          <a:p>
            <a:fld id="{15564E20-9EA2-8947-B25E-DCABC392F652}" type="slidenum">
              <a:rPr lang="en-US" smtClean="0"/>
              <a:t>7</a:t>
            </a:fld>
            <a:endParaRPr lang="en-US"/>
          </a:p>
        </p:txBody>
      </p:sp>
    </p:spTree>
    <p:extLst>
      <p:ext uri="{BB962C8B-B14F-4D97-AF65-F5344CB8AC3E}">
        <p14:creationId xmlns:p14="http://schemas.microsoft.com/office/powerpoint/2010/main" val="8219283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50F30F-B8B2-30A6-6462-7FFC3CF7ED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CDA3DE-3536-3ACE-5087-5D26BE292D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1994EF-8FC4-E693-7687-B27CA9484008}"/>
              </a:ext>
            </a:extLst>
          </p:cNvPr>
          <p:cNvSpPr>
            <a:spLocks noGrp="1"/>
          </p:cNvSpPr>
          <p:nvPr>
            <p:ph type="body" idx="1"/>
          </p:nvPr>
        </p:nvSpPr>
        <p:spPr/>
        <p:txBody>
          <a:bodyPr/>
          <a:lstStyle/>
          <a:p>
            <a:r>
              <a:rPr lang="en-US" dirty="0"/>
              <a:t>In addition to these skills must have right attitude and behaviors</a:t>
            </a:r>
          </a:p>
          <a:p>
            <a:endParaRPr lang="en-US" dirty="0"/>
          </a:p>
          <a:p>
            <a:r>
              <a:rPr lang="en-US" dirty="0"/>
              <a:t>Attitudes</a:t>
            </a:r>
          </a:p>
          <a:p>
            <a:r>
              <a:rPr lang="en-US" b="1" dirty="0"/>
              <a:t>Confident:</a:t>
            </a:r>
            <a:r>
              <a:rPr lang="en-US" dirty="0"/>
              <a:t> believing in one's own ability to solve problems</a:t>
            </a:r>
          </a:p>
          <a:p>
            <a:r>
              <a:rPr lang="en-US" b="1" dirty="0"/>
              <a:t>Communicative:</a:t>
            </a:r>
            <a:r>
              <a:rPr lang="en-US" dirty="0"/>
              <a:t> willing and able to communicate effectively with others.</a:t>
            </a:r>
          </a:p>
          <a:p>
            <a:r>
              <a:rPr lang="en-US" b="1" dirty="0"/>
              <a:t>Flexible:</a:t>
            </a:r>
            <a:r>
              <a:rPr lang="en-US" dirty="0"/>
              <a:t> able to deal with change and open-ended problems</a:t>
            </a:r>
          </a:p>
          <a:p>
            <a:r>
              <a:rPr lang="en-US" dirty="0"/>
              <a:t>Approaches</a:t>
            </a:r>
          </a:p>
          <a:p>
            <a:r>
              <a:rPr lang="en-US" b="1" dirty="0"/>
              <a:t>Tinkering:</a:t>
            </a:r>
            <a:r>
              <a:rPr lang="en-US" dirty="0"/>
              <a:t> experimenting and playing</a:t>
            </a:r>
          </a:p>
          <a:p>
            <a:r>
              <a:rPr lang="en-US" b="1" dirty="0"/>
              <a:t>Creating:</a:t>
            </a:r>
            <a:r>
              <a:rPr lang="en-US" dirty="0"/>
              <a:t> designing and making</a:t>
            </a:r>
          </a:p>
          <a:p>
            <a:r>
              <a:rPr lang="en-US" b="1" dirty="0"/>
              <a:t>Debugging:</a:t>
            </a:r>
            <a:r>
              <a:rPr lang="en-US" dirty="0"/>
              <a:t> finding and fixing errors</a:t>
            </a:r>
          </a:p>
          <a:p>
            <a:r>
              <a:rPr lang="en-US" b="1" dirty="0"/>
              <a:t>Persevering:</a:t>
            </a:r>
            <a:r>
              <a:rPr lang="en-US" dirty="0"/>
              <a:t> keeping going</a:t>
            </a:r>
          </a:p>
          <a:p>
            <a:r>
              <a:rPr lang="en-US" b="1" dirty="0"/>
              <a:t>Collaborating:</a:t>
            </a:r>
            <a:r>
              <a:rPr lang="en-US" dirty="0"/>
              <a:t> working together.</a:t>
            </a:r>
          </a:p>
        </p:txBody>
      </p:sp>
      <p:sp>
        <p:nvSpPr>
          <p:cNvPr id="4" name="Slide Number Placeholder 3">
            <a:extLst>
              <a:ext uri="{FF2B5EF4-FFF2-40B4-BE49-F238E27FC236}">
                <a16:creationId xmlns:a16="http://schemas.microsoft.com/office/drawing/2014/main" id="{434AE5E9-9E94-5876-507F-42B749404CE1}"/>
              </a:ext>
            </a:extLst>
          </p:cNvPr>
          <p:cNvSpPr>
            <a:spLocks noGrp="1"/>
          </p:cNvSpPr>
          <p:nvPr>
            <p:ph type="sldNum" sz="quarter" idx="5"/>
          </p:nvPr>
        </p:nvSpPr>
        <p:spPr/>
        <p:txBody>
          <a:bodyPr/>
          <a:lstStyle/>
          <a:p>
            <a:fld id="{15564E20-9EA2-8947-B25E-DCABC392F652}" type="slidenum">
              <a:rPr lang="en-US" smtClean="0"/>
              <a:t>8</a:t>
            </a:fld>
            <a:endParaRPr lang="en-US"/>
          </a:p>
        </p:txBody>
      </p:sp>
    </p:spTree>
    <p:extLst>
      <p:ext uri="{BB962C8B-B14F-4D97-AF65-F5344CB8AC3E}">
        <p14:creationId xmlns:p14="http://schemas.microsoft.com/office/powerpoint/2010/main" val="19241377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This is the process of breaking down a large, complex problem into smaller, more manageable parts. It is important because it makes the problem less overwhelming and easier to understand. Each smaller problem can be addressed individually, which is much more feasible than trying to solve the complex whole all at once.</a:t>
            </a:r>
            <a:endParaRPr lang="en-US" dirty="0"/>
          </a:p>
        </p:txBody>
      </p:sp>
      <p:sp>
        <p:nvSpPr>
          <p:cNvPr id="4" name="Slide Number Placeholder 3"/>
          <p:cNvSpPr>
            <a:spLocks noGrp="1"/>
          </p:cNvSpPr>
          <p:nvPr>
            <p:ph type="sldNum" sz="quarter" idx="5"/>
          </p:nvPr>
        </p:nvSpPr>
        <p:spPr/>
        <p:txBody>
          <a:bodyPr/>
          <a:lstStyle/>
          <a:p>
            <a:fld id="{15564E20-9EA2-8947-B25E-DCABC392F652}" type="slidenum">
              <a:rPr lang="en-US" smtClean="0"/>
              <a:t>9</a:t>
            </a:fld>
            <a:endParaRPr lang="en-US"/>
          </a:p>
        </p:txBody>
      </p:sp>
    </p:spTree>
    <p:extLst>
      <p:ext uri="{BB962C8B-B14F-4D97-AF65-F5344CB8AC3E}">
        <p14:creationId xmlns:p14="http://schemas.microsoft.com/office/powerpoint/2010/main" val="33747015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Prepare dry ingredients: Measure and combine the flour, sugar, baking powder, and salt in one bowl. </a:t>
            </a:r>
          </a:p>
          <a:p>
            <a:r>
              <a:rPr lang="en-US" dirty="0"/>
              <a:t>Prepare wet ingredients: In another bowl, mix the eggs, milk, and oil. </a:t>
            </a:r>
          </a:p>
          <a:p>
            <a:r>
              <a:rPr lang="en-US" dirty="0"/>
              <a:t>Combine wet and dry: Gradually mix the wet ingredients into the dry ingredients, following the recipe's instructions for order and speed to prevent overmixing. </a:t>
            </a:r>
          </a:p>
          <a:p>
            <a:endParaRPr lang="en-US" dirty="0"/>
          </a:p>
        </p:txBody>
      </p:sp>
      <p:sp>
        <p:nvSpPr>
          <p:cNvPr id="4" name="Slide Number Placeholder 3"/>
          <p:cNvSpPr>
            <a:spLocks noGrp="1"/>
          </p:cNvSpPr>
          <p:nvPr>
            <p:ph type="sldNum" sz="quarter" idx="5"/>
          </p:nvPr>
        </p:nvSpPr>
        <p:spPr/>
        <p:txBody>
          <a:bodyPr/>
          <a:lstStyle/>
          <a:p>
            <a:fld id="{15564E20-9EA2-8947-B25E-DCABC392F652}" type="slidenum">
              <a:rPr lang="en-US" smtClean="0"/>
              <a:t>12</a:t>
            </a:fld>
            <a:endParaRPr lang="en-US"/>
          </a:p>
        </p:txBody>
      </p:sp>
    </p:spTree>
    <p:extLst>
      <p:ext uri="{BB962C8B-B14F-4D97-AF65-F5344CB8AC3E}">
        <p14:creationId xmlns:p14="http://schemas.microsoft.com/office/powerpoint/2010/main" val="12879391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with learners' lists and Claude's list. Look for where lab knowledge adds something Claude's generic list misses: how TAT is defined, what counts as one patient, what to do with missing patient type.</a:t>
            </a:r>
          </a:p>
          <a:p>
            <a:r>
              <a:rPr lang="en-US" dirty="0"/>
              <a:t>This exercise is also the first step of the step-by-step recipe on the next slides: asking for a plan before any work.</a:t>
            </a:r>
          </a:p>
        </p:txBody>
      </p:sp>
      <p:sp>
        <p:nvSpPr>
          <p:cNvPr id="4" name="Slide Number Placeholder 3"/>
          <p:cNvSpPr>
            <a:spLocks noGrp="1"/>
          </p:cNvSpPr>
          <p:nvPr>
            <p:ph type="sldNum" sz="quarter" idx="5"/>
          </p:nvPr>
        </p:nvSpPr>
        <p:spPr/>
        <p:txBody>
          <a:bodyPr/>
          <a:lstStyle/>
          <a:p>
            <a:fld id="{15564E20-9EA2-8947-B25E-DCABC392F652}" type="slidenum">
              <a:rPr lang="en-US" smtClean="0"/>
              <a:t>17</a:t>
            </a:fld>
            <a:endParaRPr lang="en-US"/>
          </a:p>
        </p:txBody>
      </p:sp>
    </p:spTree>
    <p:extLst>
      <p:ext uri="{BB962C8B-B14F-4D97-AF65-F5344CB8AC3E}">
        <p14:creationId xmlns:p14="http://schemas.microsoft.com/office/powerpoint/2010/main" val="13538852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purpose of going step by step is to verify the approach and to identify errors in assumptions. It is not to watch the model think or to follow every line of code.</a:t>
            </a:r>
          </a:p>
          <a:p>
            <a:r>
              <a:rPr lang="en-US" dirty="0"/>
              <a:t>A single large prompt can work. Its weakness is that a polished final answer can hide where an error entered.</a:t>
            </a:r>
          </a:p>
          <a:p>
            <a:r>
              <a:rPr lang="en-US" dirty="0"/>
              <a:t>Optional spoken example: 20 incident reports and a request for recommendations. One prompt extracts, analyzes and writes in one pass. If the summary is wrong, you cannot tell whether extraction, interpretation or writing failed.</a:t>
            </a:r>
          </a:p>
        </p:txBody>
      </p:sp>
      <p:sp>
        <p:nvSpPr>
          <p:cNvPr id="4" name="Slide Number Placeholder 3"/>
          <p:cNvSpPr>
            <a:spLocks noGrp="1"/>
          </p:cNvSpPr>
          <p:nvPr>
            <p:ph type="sldNum" sz="quarter" idx="5"/>
          </p:nvPr>
        </p:nvSpPr>
        <p:spPr/>
        <p:txBody>
          <a:bodyPr/>
          <a:lstStyle/>
          <a:p>
            <a:fld id="{819FECF1-7908-4849-A111-9F5A9A7ECE83}" type="slidenum">
              <a:rPr lang="en-US" smtClean="0"/>
              <a:t>19</a:t>
            </a:fld>
            <a:endParaRPr lang="en-US"/>
          </a:p>
        </p:txBody>
      </p:sp>
    </p:spTree>
    <p:extLst>
      <p:ext uri="{BB962C8B-B14F-4D97-AF65-F5344CB8AC3E}">
        <p14:creationId xmlns:p14="http://schemas.microsoft.com/office/powerpoint/2010/main" val="38741672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are the check. The learner's lab knowledge is what verifies the plan and the assumptions. No one needs to read R to do this.</a:t>
            </a:r>
          </a:p>
          <a:p>
            <a:r>
              <a:rPr lang="en-US" dirty="0"/>
              <a:t>Example from our test runs: the same question was sent twice. Without the last sentence, Claude invented column names and a dataset and wrote code at once. With it, Claude asked about the data structure, the patient type values, the scope, what meeting the goal means, and data quality rules. Then it showed a plan and waited.</a:t>
            </a:r>
          </a:p>
          <a:p>
            <a:r>
              <a:rPr lang="en-US" dirty="0"/>
              <a:t>The sentence is the 'Ask first' line in the prompting framework shown later.</a:t>
            </a:r>
          </a:p>
        </p:txBody>
      </p:sp>
      <p:sp>
        <p:nvSpPr>
          <p:cNvPr id="4" name="Slide Number Placeholder 3"/>
          <p:cNvSpPr>
            <a:spLocks noGrp="1"/>
          </p:cNvSpPr>
          <p:nvPr>
            <p:ph type="sldNum" sz="quarter" idx="5"/>
          </p:nvPr>
        </p:nvSpPr>
        <p:spPr/>
        <p:txBody>
          <a:bodyPr/>
          <a:lstStyle/>
          <a:p>
            <a:fld id="{819FECF1-7908-4849-A111-9F5A9A7ECE83}" type="slidenum">
              <a:rPr lang="en-US" smtClean="0"/>
              <a:t>20</a:t>
            </a:fld>
            <a:endParaRPr lang="en-US"/>
          </a:p>
        </p:txBody>
      </p:sp>
    </p:spTree>
    <p:extLst>
      <p:ext uri="{BB962C8B-B14F-4D97-AF65-F5344CB8AC3E}">
        <p14:creationId xmlns:p14="http://schemas.microsoft.com/office/powerpoint/2010/main" val="3825304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8D4E60-C41E-382D-948D-BBCD06D810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0A1276-58D1-BA5A-A2A8-3587516331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8BB2F0-5B3A-6821-20AA-4A73E689D7A6}"/>
              </a:ext>
            </a:extLst>
          </p:cNvPr>
          <p:cNvSpPr>
            <a:spLocks noGrp="1"/>
          </p:cNvSpPr>
          <p:nvPr>
            <p:ph type="body" idx="1"/>
          </p:nvPr>
        </p:nvSpPr>
        <p:spPr/>
        <p:txBody>
          <a:bodyPr/>
          <a:lstStyle/>
          <a:p>
            <a:r>
              <a:rPr lang="en-US" dirty="0"/>
              <a:t>In addition to these skills must have right attitude and behaviors</a:t>
            </a:r>
          </a:p>
          <a:p>
            <a:endParaRPr lang="en-US" dirty="0"/>
          </a:p>
          <a:p>
            <a:r>
              <a:rPr lang="en-US" dirty="0"/>
              <a:t>Attitudes</a:t>
            </a:r>
          </a:p>
          <a:p>
            <a:r>
              <a:rPr lang="en-US" b="1" dirty="0"/>
              <a:t>Confident:</a:t>
            </a:r>
            <a:r>
              <a:rPr lang="en-US" dirty="0"/>
              <a:t> believing in one's own ability to solve problems</a:t>
            </a:r>
          </a:p>
          <a:p>
            <a:r>
              <a:rPr lang="en-US" b="1" dirty="0"/>
              <a:t>Communicative:</a:t>
            </a:r>
            <a:r>
              <a:rPr lang="en-US" dirty="0"/>
              <a:t> willing and able to communicate effectively with others.</a:t>
            </a:r>
          </a:p>
          <a:p>
            <a:r>
              <a:rPr lang="en-US" b="1" dirty="0"/>
              <a:t>Flexible:</a:t>
            </a:r>
            <a:r>
              <a:rPr lang="en-US" dirty="0"/>
              <a:t> able to deal with change and open-ended problems</a:t>
            </a:r>
          </a:p>
          <a:p>
            <a:r>
              <a:rPr lang="en-US" dirty="0"/>
              <a:t>Approaches</a:t>
            </a:r>
          </a:p>
          <a:p>
            <a:r>
              <a:rPr lang="en-US" b="1" dirty="0"/>
              <a:t>Tinkering:</a:t>
            </a:r>
            <a:r>
              <a:rPr lang="en-US" dirty="0"/>
              <a:t> experimenting and playing</a:t>
            </a:r>
          </a:p>
          <a:p>
            <a:r>
              <a:rPr lang="en-US" b="1" dirty="0"/>
              <a:t>Creating:</a:t>
            </a:r>
            <a:r>
              <a:rPr lang="en-US" dirty="0"/>
              <a:t> designing and making</a:t>
            </a:r>
          </a:p>
          <a:p>
            <a:r>
              <a:rPr lang="en-US" b="1" dirty="0"/>
              <a:t>Debugging:</a:t>
            </a:r>
            <a:r>
              <a:rPr lang="en-US" dirty="0"/>
              <a:t> finding and fixing errors</a:t>
            </a:r>
          </a:p>
          <a:p>
            <a:r>
              <a:rPr lang="en-US" b="1" dirty="0"/>
              <a:t>Persevering:</a:t>
            </a:r>
            <a:r>
              <a:rPr lang="en-US" dirty="0"/>
              <a:t> keeping going</a:t>
            </a:r>
          </a:p>
          <a:p>
            <a:r>
              <a:rPr lang="en-US" b="1" dirty="0"/>
              <a:t>Collaborating:</a:t>
            </a:r>
            <a:r>
              <a:rPr lang="en-US" dirty="0"/>
              <a:t> working together.</a:t>
            </a:r>
          </a:p>
        </p:txBody>
      </p:sp>
      <p:sp>
        <p:nvSpPr>
          <p:cNvPr id="4" name="Slide Number Placeholder 3">
            <a:extLst>
              <a:ext uri="{FF2B5EF4-FFF2-40B4-BE49-F238E27FC236}">
                <a16:creationId xmlns:a16="http://schemas.microsoft.com/office/drawing/2014/main" id="{9EE99A4E-D78E-C4B3-C370-C07A43C85907}"/>
              </a:ext>
            </a:extLst>
          </p:cNvPr>
          <p:cNvSpPr>
            <a:spLocks noGrp="1"/>
          </p:cNvSpPr>
          <p:nvPr>
            <p:ph type="sldNum" sz="quarter" idx="5"/>
          </p:nvPr>
        </p:nvSpPr>
        <p:spPr/>
        <p:txBody>
          <a:bodyPr/>
          <a:lstStyle/>
          <a:p>
            <a:fld id="{15564E20-9EA2-8947-B25E-DCABC392F652}" type="slidenum">
              <a:rPr lang="en-US" smtClean="0"/>
              <a:t>21</a:t>
            </a:fld>
            <a:endParaRPr lang="en-US"/>
          </a:p>
        </p:txBody>
      </p:sp>
    </p:spTree>
    <p:extLst>
      <p:ext uri="{BB962C8B-B14F-4D97-AF65-F5344CB8AC3E}">
        <p14:creationId xmlns:p14="http://schemas.microsoft.com/office/powerpoint/2010/main" val="35435124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After decomposing problems, the problem solver will look for patterns among the parts. Recognizing patterns helps in identifying similarities or trends that can inform the solution. This is important because it can lead to solutions that solve not just one specific instance of a problem, but a whole class of problems.</a:t>
            </a:r>
          </a:p>
          <a:p>
            <a:endParaRPr lang="en-US" sz="1200" b="0" i="0" kern="1200" dirty="0">
              <a:solidFill>
                <a:schemeClr val="tx1"/>
              </a:solidFill>
              <a:effectLst/>
              <a:latin typeface="+mn-lt"/>
              <a:ea typeface="+mn-ea"/>
              <a:cs typeface="+mn-cs"/>
            </a:endParaRPr>
          </a:p>
          <a:p>
            <a:r>
              <a:rPr lang="en-US" dirty="0"/>
              <a:t>Look for motifs: weekday/weekend shifts, staffing transitions, maintenance windows. Feature ideas: rolling median, IQR, 95th percentile, slope, run length. Generalize by parameterizing thresholds—e.g., different SLAs for STAT vs routine. Beware Simpson’s paradox—always stratify.</a:t>
            </a:r>
          </a:p>
        </p:txBody>
      </p:sp>
      <p:sp>
        <p:nvSpPr>
          <p:cNvPr id="4" name="Slide Number Placeholder 3"/>
          <p:cNvSpPr>
            <a:spLocks noGrp="1"/>
          </p:cNvSpPr>
          <p:nvPr>
            <p:ph type="sldNum" sz="quarter" idx="5"/>
          </p:nvPr>
        </p:nvSpPr>
        <p:spPr/>
        <p:txBody>
          <a:bodyPr/>
          <a:lstStyle/>
          <a:p>
            <a:fld id="{15564E20-9EA2-8947-B25E-DCABC392F652}" type="slidenum">
              <a:rPr lang="en-US" smtClean="0"/>
              <a:t>22</a:t>
            </a:fld>
            <a:endParaRPr lang="en-US"/>
          </a:p>
        </p:txBody>
      </p:sp>
    </p:spTree>
    <p:extLst>
      <p:ext uri="{BB962C8B-B14F-4D97-AF65-F5344CB8AC3E}">
        <p14:creationId xmlns:p14="http://schemas.microsoft.com/office/powerpoint/2010/main" val="23456025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endParaRPr lang="en-US" dirty="0"/>
          </a:p>
        </p:txBody>
      </p:sp>
      <p:sp>
        <p:nvSpPr>
          <p:cNvPr id="4" name="Slide Number Placeholder 3"/>
          <p:cNvSpPr>
            <a:spLocks noGrp="1"/>
          </p:cNvSpPr>
          <p:nvPr>
            <p:ph type="sldNum" sz="quarter" idx="5"/>
          </p:nvPr>
        </p:nvSpPr>
        <p:spPr/>
        <p:txBody>
          <a:bodyPr/>
          <a:lstStyle/>
          <a:p>
            <a:fld id="{15564E20-9EA2-8947-B25E-DCABC392F652}" type="slidenum">
              <a:rPr lang="en-US" smtClean="0"/>
              <a:t>24</a:t>
            </a:fld>
            <a:endParaRPr lang="en-US"/>
          </a:p>
        </p:txBody>
      </p:sp>
    </p:spTree>
    <p:extLst>
      <p:ext uri="{BB962C8B-B14F-4D97-AF65-F5344CB8AC3E}">
        <p14:creationId xmlns:p14="http://schemas.microsoft.com/office/powerpoint/2010/main" val="12714384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would you do this in Excel – copy and paste formula</a:t>
            </a:r>
          </a:p>
        </p:txBody>
      </p:sp>
      <p:sp>
        <p:nvSpPr>
          <p:cNvPr id="4" name="Slide Number Placeholder 3"/>
          <p:cNvSpPr>
            <a:spLocks noGrp="1"/>
          </p:cNvSpPr>
          <p:nvPr>
            <p:ph type="sldNum" sz="quarter" idx="5"/>
          </p:nvPr>
        </p:nvSpPr>
        <p:spPr/>
        <p:txBody>
          <a:bodyPr/>
          <a:lstStyle/>
          <a:p>
            <a:fld id="{15564E20-9EA2-8947-B25E-DCABC392F652}" type="slidenum">
              <a:rPr lang="en-US" smtClean="0"/>
              <a:t>26</a:t>
            </a:fld>
            <a:endParaRPr lang="en-US"/>
          </a:p>
        </p:txBody>
      </p:sp>
    </p:spTree>
    <p:extLst>
      <p:ext uri="{BB962C8B-B14F-4D97-AF65-F5344CB8AC3E}">
        <p14:creationId xmlns:p14="http://schemas.microsoft.com/office/powerpoint/2010/main" val="960458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back at your Claude output from the first exercise in this session – do you see any ‘for loops’ or the map function being used? In our TAT example, we want to do this type of repetitive calculation but over groups vs columns of data – so by test or by patient type.</a:t>
            </a:r>
          </a:p>
        </p:txBody>
      </p:sp>
      <p:sp>
        <p:nvSpPr>
          <p:cNvPr id="4" name="Slide Number Placeholder 3"/>
          <p:cNvSpPr>
            <a:spLocks noGrp="1"/>
          </p:cNvSpPr>
          <p:nvPr>
            <p:ph type="sldNum" sz="quarter" idx="5"/>
          </p:nvPr>
        </p:nvSpPr>
        <p:spPr/>
        <p:txBody>
          <a:bodyPr/>
          <a:lstStyle/>
          <a:p>
            <a:fld id="{15564E20-9EA2-8947-B25E-DCABC392F652}" type="slidenum">
              <a:rPr lang="en-US" smtClean="0"/>
              <a:t>28</a:t>
            </a:fld>
            <a:endParaRPr lang="en-US"/>
          </a:p>
        </p:txBody>
      </p:sp>
    </p:spTree>
    <p:extLst>
      <p:ext uri="{BB962C8B-B14F-4D97-AF65-F5344CB8AC3E}">
        <p14:creationId xmlns:p14="http://schemas.microsoft.com/office/powerpoint/2010/main" val="2210226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rtl="0"/>
            <a:r>
              <a:rPr lang="en-US" dirty="0"/>
              <a:t>In our TAT example, we want to do this type of repetitive calculation but over groups vs columns of data – so by test or by patient type.</a:t>
            </a:r>
          </a:p>
          <a:p>
            <a:pPr lvl="0" rtl="0"/>
            <a:r>
              <a:rPr lang="en-US" dirty="0"/>
              <a:t>For simple summaries, summarize is faster. </a:t>
            </a:r>
            <a:r>
              <a:rPr lang="en-US" dirty="0" err="1"/>
              <a:t>dplyr</a:t>
            </a:r>
            <a:r>
              <a:rPr lang="en-US" dirty="0"/>
              <a:t> has optimized paths for common functions like mean and sum, while map calls your R function once per element.</a:t>
            </a:r>
          </a:p>
          <a:p>
            <a:pPr lvl="0" rtl="0"/>
            <a:r>
              <a:rPr lang="en-US" dirty="0"/>
              <a:t>Map also works on things that are not data frames, such as a vector of file paths you want to read in.</a:t>
            </a:r>
          </a:p>
          <a:p>
            <a:pPr lvl="0" rtl="0"/>
            <a:r>
              <a:rPr lang="en-US" dirty="0"/>
              <a:t>If you find yourself writing a long custom function inside summarize, that is usually the signal to switch to nest and map.</a:t>
            </a:r>
          </a:p>
          <a:p>
            <a:endParaRPr lang="en-US" b="1" dirty="0"/>
          </a:p>
          <a:p>
            <a:r>
              <a:rPr lang="en-US" b="1" dirty="0"/>
              <a:t>Use </a:t>
            </a:r>
            <a:r>
              <a:rPr lang="en-US" b="1" dirty="0" err="1"/>
              <a:t>group_by</a:t>
            </a:r>
            <a:r>
              <a:rPr lang="en-US" b="1" dirty="0"/>
              <a:t> and summarize when each group reduces to a few numbers.</a:t>
            </a:r>
            <a:r>
              <a:rPr lang="en-US" dirty="0"/>
              <a:t> Medians, counts, and percentiles per group fit this. The code reads as a sentence, and the output is a tidy table with one row per group.</a:t>
            </a:r>
            <a:endParaRPr lang="en-US" b="1" dirty="0"/>
          </a:p>
          <a:p>
            <a:r>
              <a:rPr lang="en-US" b="1" dirty="0"/>
              <a:t>Use map when the work per group is more than a summary number.</a:t>
            </a:r>
            <a:r>
              <a:rPr lang="en-US" dirty="0"/>
              <a:t> Map applies a function to each element of a list or vector and returns whatever the function returns. That matters when the result is a model, a plot, a data frame, or a file read. Summarize expects a single value per group, so it fights you on these. The usual pattern is nest, then map inside mutate</a:t>
            </a:r>
          </a:p>
          <a:p>
            <a:endParaRPr lang="en-US" dirty="0"/>
          </a:p>
          <a:p>
            <a:endParaRPr lang="en-US" dirty="0"/>
          </a:p>
        </p:txBody>
      </p:sp>
      <p:sp>
        <p:nvSpPr>
          <p:cNvPr id="4" name="Slide Number Placeholder 3"/>
          <p:cNvSpPr>
            <a:spLocks noGrp="1"/>
          </p:cNvSpPr>
          <p:nvPr>
            <p:ph type="sldNum" sz="quarter" idx="5"/>
          </p:nvPr>
        </p:nvSpPr>
        <p:spPr/>
        <p:txBody>
          <a:bodyPr/>
          <a:lstStyle/>
          <a:p>
            <a:fld id="{15564E20-9EA2-8947-B25E-DCABC392F652}" type="slidenum">
              <a:rPr lang="en-US" smtClean="0"/>
              <a:t>29</a:t>
            </a:fld>
            <a:endParaRPr lang="en-US"/>
          </a:p>
        </p:txBody>
      </p:sp>
    </p:spTree>
    <p:extLst>
      <p:ext uri="{BB962C8B-B14F-4D97-AF65-F5344CB8AC3E}">
        <p14:creationId xmlns:p14="http://schemas.microsoft.com/office/powerpoint/2010/main" val="28727231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you design a script or dashboard element that calculates duration between two timestamps, you can apply it across </a:t>
            </a:r>
            <a:r>
              <a:rPr lang="en-US" i="1" dirty="0"/>
              <a:t>all</a:t>
            </a:r>
            <a:r>
              <a:rPr lang="en-US" dirty="0"/>
              <a:t> time-based KPIs.</a:t>
            </a:r>
          </a:p>
        </p:txBody>
      </p:sp>
      <p:sp>
        <p:nvSpPr>
          <p:cNvPr id="4" name="Slide Number Placeholder 3"/>
          <p:cNvSpPr>
            <a:spLocks noGrp="1"/>
          </p:cNvSpPr>
          <p:nvPr>
            <p:ph type="sldNum" sz="quarter" idx="5"/>
          </p:nvPr>
        </p:nvSpPr>
        <p:spPr/>
        <p:txBody>
          <a:bodyPr/>
          <a:lstStyle/>
          <a:p>
            <a:fld id="{15564E20-9EA2-8947-B25E-DCABC392F652}" type="slidenum">
              <a:rPr lang="en-US" smtClean="0"/>
              <a:t>33</a:t>
            </a:fld>
            <a:endParaRPr lang="en-US"/>
          </a:p>
        </p:txBody>
      </p:sp>
    </p:spTree>
    <p:extLst>
      <p:ext uri="{BB962C8B-B14F-4D97-AF65-F5344CB8AC3E}">
        <p14:creationId xmlns:p14="http://schemas.microsoft.com/office/powerpoint/2010/main" val="19757765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BBFF7-2C93-1026-85FC-E86087D623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942690-796D-10E6-C700-8F0A984354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AF8E8D-422A-367C-75D2-45EFF020011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1AD4138-E41C-C32A-4D8D-9CE6F1D5EFE6}"/>
              </a:ext>
            </a:extLst>
          </p:cNvPr>
          <p:cNvSpPr>
            <a:spLocks noGrp="1"/>
          </p:cNvSpPr>
          <p:nvPr>
            <p:ph type="sldNum" sz="quarter" idx="5"/>
          </p:nvPr>
        </p:nvSpPr>
        <p:spPr/>
        <p:txBody>
          <a:bodyPr/>
          <a:lstStyle/>
          <a:p>
            <a:fld id="{15564E20-9EA2-8947-B25E-DCABC392F652}" type="slidenum">
              <a:rPr lang="en-US" smtClean="0"/>
              <a:t>34</a:t>
            </a:fld>
            <a:endParaRPr lang="en-US"/>
          </a:p>
        </p:txBody>
      </p:sp>
    </p:spTree>
    <p:extLst>
      <p:ext uri="{BB962C8B-B14F-4D97-AF65-F5344CB8AC3E}">
        <p14:creationId xmlns:p14="http://schemas.microsoft.com/office/powerpoint/2010/main" val="6954084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This involves filtering out the unnecessary details and focusing on what’s important. Abstraction is important to the computational thinking process because it allows problem solvers to disregard the irrelevant and complex details that can clutter the thought process, thus simplifying the problem-solving steps. It helps define the problem without getting sidetracked by details that do not affect the outcome.</a:t>
            </a:r>
          </a:p>
          <a:p>
            <a:endParaRPr lang="en-US" sz="1200" b="0" i="0" kern="1200" dirty="0">
              <a:solidFill>
                <a:schemeClr val="tx1"/>
              </a:solidFill>
              <a:effectLst/>
              <a:latin typeface="+mn-lt"/>
              <a:ea typeface="+mn-ea"/>
              <a:cs typeface="+mn-cs"/>
            </a:endParaRPr>
          </a:p>
          <a:p>
            <a:r>
              <a:rPr lang="en-US" dirty="0"/>
              <a:t>Keep the dataset minimal but sufficient. Define entities (specimen, order, instrument-day), keys (</a:t>
            </a:r>
            <a:r>
              <a:rPr lang="en-US" dirty="0" err="1"/>
              <a:t>specimen_id</a:t>
            </a:r>
            <a:r>
              <a:rPr lang="en-US" dirty="0"/>
              <a:t>, </a:t>
            </a:r>
            <a:r>
              <a:rPr lang="en-US" dirty="0" err="1"/>
              <a:t>instrument_id</a:t>
            </a:r>
            <a:r>
              <a:rPr lang="en-US" dirty="0"/>
              <a:t>, location, day), and policies (units, time zones, missingness, handling canceled orders). Add fields only if they change decisions.</a:t>
            </a:r>
          </a:p>
          <a:p>
            <a:r>
              <a:rPr lang="en-US" dirty="0"/>
              <a:t>This schema is enough to compute TAT, stratify by context, and trend: </a:t>
            </a:r>
            <a:r>
              <a:rPr lang="en-US" dirty="0" err="1"/>
              <a:t>specimen_id</a:t>
            </a:r>
            <a:r>
              <a:rPr lang="en-US" dirty="0"/>
              <a:t>, order/collect/receive/</a:t>
            </a:r>
            <a:r>
              <a:rPr lang="en-US" dirty="0" err="1"/>
              <a:t>result_time</a:t>
            </a:r>
            <a:r>
              <a:rPr lang="en-US" dirty="0"/>
              <a:t>, </a:t>
            </a:r>
            <a:r>
              <a:rPr lang="en-US" dirty="0" err="1"/>
              <a:t>assay_code</a:t>
            </a:r>
            <a:r>
              <a:rPr lang="en-US" dirty="0"/>
              <a:t>, </a:t>
            </a:r>
            <a:r>
              <a:rPr lang="en-US" dirty="0" err="1"/>
              <a:t>instrument_id</a:t>
            </a:r>
            <a:r>
              <a:rPr lang="en-US" dirty="0"/>
              <a:t>, priority, </a:t>
            </a:r>
            <a:r>
              <a:rPr lang="en-US" dirty="0" err="1"/>
              <a:t>patient_location</a:t>
            </a:r>
            <a:r>
              <a:rPr lang="en-US" dirty="0"/>
              <a:t>, and derived </a:t>
            </a:r>
            <a:r>
              <a:rPr lang="en-US" dirty="0" err="1"/>
              <a:t>tat_minutes</a:t>
            </a:r>
            <a:r>
              <a:rPr lang="en-US" dirty="0"/>
              <a:t>. Extend later with </a:t>
            </a:r>
            <a:r>
              <a:rPr lang="en-US" dirty="0" err="1"/>
              <a:t>batch_id</a:t>
            </a:r>
            <a:r>
              <a:rPr lang="en-US" dirty="0"/>
              <a:t> or maintenance flags as needed.</a:t>
            </a:r>
          </a:p>
        </p:txBody>
      </p:sp>
      <p:sp>
        <p:nvSpPr>
          <p:cNvPr id="4" name="Slide Number Placeholder 3"/>
          <p:cNvSpPr>
            <a:spLocks noGrp="1"/>
          </p:cNvSpPr>
          <p:nvPr>
            <p:ph type="sldNum" sz="quarter" idx="5"/>
          </p:nvPr>
        </p:nvSpPr>
        <p:spPr/>
        <p:txBody>
          <a:bodyPr/>
          <a:lstStyle/>
          <a:p>
            <a:fld id="{15564E20-9EA2-8947-B25E-DCABC392F652}" type="slidenum">
              <a:rPr lang="en-US" smtClean="0"/>
              <a:t>35</a:t>
            </a:fld>
            <a:endParaRPr lang="en-US"/>
          </a:p>
        </p:txBody>
      </p:sp>
    </p:spTree>
    <p:extLst>
      <p:ext uri="{BB962C8B-B14F-4D97-AF65-F5344CB8AC3E}">
        <p14:creationId xmlns:p14="http://schemas.microsoft.com/office/powerpoint/2010/main" val="17334971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5564E20-9EA2-8947-B25E-DCABC392F652}" type="slidenum">
              <a:rPr lang="en-US" smtClean="0"/>
              <a:t>39</a:t>
            </a:fld>
            <a:endParaRPr lang="en-US"/>
          </a:p>
        </p:txBody>
      </p:sp>
    </p:spTree>
    <p:extLst>
      <p:ext uri="{BB962C8B-B14F-4D97-AF65-F5344CB8AC3E}">
        <p14:creationId xmlns:p14="http://schemas.microsoft.com/office/powerpoint/2010/main" val="391039165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differences are the test name and the cutoff. Circling them is pattern recognition. Deciding they are what the user chooses, and turning them into blanks, is abstraction.</a:t>
            </a:r>
          </a:p>
          <a:p>
            <a:r>
              <a:rPr lang="en-US" dirty="0"/>
              <a:t>The template is a model of the request: fixed text plus two blanks. The last lines are a three-column description of the data. Learners describe the data. They do not upload it.</a:t>
            </a:r>
          </a:p>
          <a:p>
            <a:r>
              <a:rPr lang="en-US" dirty="0"/>
              <a:t>Cutoffs are for illustration. They are not clinical decision limits.</a:t>
            </a:r>
          </a:p>
        </p:txBody>
      </p:sp>
      <p:sp>
        <p:nvSpPr>
          <p:cNvPr id="4" name="Slide Number Placeholder 3"/>
          <p:cNvSpPr>
            <a:spLocks noGrp="1"/>
          </p:cNvSpPr>
          <p:nvPr>
            <p:ph type="sldNum" sz="quarter" idx="5"/>
          </p:nvPr>
        </p:nvSpPr>
        <p:spPr/>
        <p:txBody>
          <a:bodyPr/>
          <a:lstStyle/>
          <a:p>
            <a:fld id="{15564E20-9EA2-8947-B25E-DCABC392F652}" type="slidenum">
              <a:rPr lang="en-US" smtClean="0"/>
              <a:t>42</a:t>
            </a:fld>
            <a:endParaRPr lang="en-US"/>
          </a:p>
        </p:txBody>
      </p:sp>
    </p:spTree>
    <p:extLst>
      <p:ext uri="{BB962C8B-B14F-4D97-AF65-F5344CB8AC3E}">
        <p14:creationId xmlns:p14="http://schemas.microsoft.com/office/powerpoint/2010/main" val="31227533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BC63DB-E181-7412-E355-0FB57B98F8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D61321-9E24-244D-04AE-BC0FA3A566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68A462-7913-F73A-FCC5-448BDB72E46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F6EE916-2E87-F2EB-1E6D-2887C7261414}"/>
              </a:ext>
            </a:extLst>
          </p:cNvPr>
          <p:cNvSpPr>
            <a:spLocks noGrp="1"/>
          </p:cNvSpPr>
          <p:nvPr>
            <p:ph type="sldNum" sz="quarter" idx="5"/>
          </p:nvPr>
        </p:nvSpPr>
        <p:spPr/>
        <p:txBody>
          <a:bodyPr/>
          <a:lstStyle/>
          <a:p>
            <a:fld id="{15564E20-9EA2-8947-B25E-DCABC392F652}" type="slidenum">
              <a:rPr lang="en-US" smtClean="0"/>
              <a:t>44</a:t>
            </a:fld>
            <a:endParaRPr lang="en-US"/>
          </a:p>
        </p:txBody>
      </p:sp>
    </p:spTree>
    <p:extLst>
      <p:ext uri="{BB962C8B-B14F-4D97-AF65-F5344CB8AC3E}">
        <p14:creationId xmlns:p14="http://schemas.microsoft.com/office/powerpoint/2010/main" val="152136514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5029F-46F7-A2D7-794C-9253B43413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E6F90A-121F-022A-645C-78BC1544DC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AA9DF2-88B6-5959-F7EF-CA23D346476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F219EF3-02E5-FF2D-BD84-7D703E0505BB}"/>
              </a:ext>
            </a:extLst>
          </p:cNvPr>
          <p:cNvSpPr>
            <a:spLocks noGrp="1"/>
          </p:cNvSpPr>
          <p:nvPr>
            <p:ph type="sldNum" sz="quarter" idx="5"/>
          </p:nvPr>
        </p:nvSpPr>
        <p:spPr/>
        <p:txBody>
          <a:bodyPr/>
          <a:lstStyle/>
          <a:p>
            <a:fld id="{15564E20-9EA2-8947-B25E-DCABC392F652}" type="slidenum">
              <a:rPr lang="en-US" smtClean="0"/>
              <a:t>47</a:t>
            </a:fld>
            <a:endParaRPr lang="en-US"/>
          </a:p>
        </p:txBody>
      </p:sp>
    </p:spTree>
    <p:extLst>
      <p:ext uri="{BB962C8B-B14F-4D97-AF65-F5344CB8AC3E}">
        <p14:creationId xmlns:p14="http://schemas.microsoft.com/office/powerpoint/2010/main" val="32540955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final component of computational thinking is about creating a clear, ordered series of instructions to solve a problem. This is important because having a well-defined set of steps ensures that the problem can be solved systematically and that the solution is repeatable. It also allows for the solution to be communicated to others easily—or even be automated.</a:t>
            </a:r>
            <a:endParaRPr lang="en-US" dirty="0"/>
          </a:p>
        </p:txBody>
      </p:sp>
      <p:sp>
        <p:nvSpPr>
          <p:cNvPr id="4" name="Slide Number Placeholder 3"/>
          <p:cNvSpPr>
            <a:spLocks noGrp="1"/>
          </p:cNvSpPr>
          <p:nvPr>
            <p:ph type="sldNum" sz="quarter" idx="5"/>
          </p:nvPr>
        </p:nvSpPr>
        <p:spPr/>
        <p:txBody>
          <a:bodyPr/>
          <a:lstStyle/>
          <a:p>
            <a:fld id="{15564E20-9EA2-8947-B25E-DCABC392F652}" type="slidenum">
              <a:rPr lang="en-US" smtClean="0"/>
              <a:t>48</a:t>
            </a:fld>
            <a:endParaRPr lang="en-US"/>
          </a:p>
        </p:txBody>
      </p:sp>
    </p:spTree>
    <p:extLst>
      <p:ext uri="{BB962C8B-B14F-4D97-AF65-F5344CB8AC3E}">
        <p14:creationId xmlns:p14="http://schemas.microsoft.com/office/powerpoint/2010/main" val="209474721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"Abstraction gave us the model: what the user chooses and what stays fixed. But remember what we saw inside </a:t>
            </a:r>
            <a:r>
              <a:rPr lang="en-US" sz="1200" kern="1200" dirty="0">
                <a:solidFill>
                  <a:schemeClr val="tx1"/>
                </a:solidFill>
                <a:latin typeface="+mn-lt"/>
                <a:ea typeface="+mn-ea"/>
                <a:cs typeface="+mn-cs"/>
              </a:rPr>
              <a:t>bake()</a:t>
            </a:r>
            <a:r>
              <a:rPr lang="en-US" dirty="0"/>
              <a:t>. The steps were just a list of comments. Nothing says exactly what to do, in what order, or what to do when something varies. That's algorithm design: turning the model into instructions precise enough for someone else, or something else, to carry out."</a:t>
            </a:r>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15564E20-9EA2-8947-B25E-DCABC392F652}" type="slidenum">
              <a:rPr lang="en-US" smtClean="0"/>
              <a:t>49</a:t>
            </a:fld>
            <a:endParaRPr lang="en-US"/>
          </a:p>
        </p:txBody>
      </p:sp>
    </p:spTree>
    <p:extLst>
      <p:ext uri="{BB962C8B-B14F-4D97-AF65-F5344CB8AC3E}">
        <p14:creationId xmlns:p14="http://schemas.microsoft.com/office/powerpoint/2010/main" val="13034984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numbers do not depend on which tests are in the subset.</a:t>
            </a:r>
          </a:p>
          <a:p>
            <a:r>
              <a:rPr lang="en-US" dirty="0"/>
              <a:t>Check the total first. 6,481 is right. 5,393 means patients with no patient type were dropped. An ICU count of 3,309 means rows were counted as patients.</a:t>
            </a:r>
          </a:p>
          <a:p>
            <a:r>
              <a:rPr lang="en-US" dirty="0"/>
              <a:t>The director's question never said what share of results must meet the 3-hour goal. Our lab's target is 90%. Learners supply it when Claude asks what meeting the goal means.</a:t>
            </a:r>
          </a:p>
          <a:p>
            <a:r>
              <a:rPr lang="en-US" dirty="0"/>
              <a:t>Claude's code will differ between learners. Judge it by its output.</a:t>
            </a:r>
          </a:p>
        </p:txBody>
      </p:sp>
      <p:sp>
        <p:nvSpPr>
          <p:cNvPr id="4" name="Slide Number Placeholder 3"/>
          <p:cNvSpPr>
            <a:spLocks noGrp="1"/>
          </p:cNvSpPr>
          <p:nvPr>
            <p:ph type="sldNum" sz="quarter" idx="5"/>
          </p:nvPr>
        </p:nvSpPr>
        <p:spPr/>
        <p:txBody>
          <a:bodyPr/>
          <a:lstStyle/>
          <a:p>
            <a:fld id="{15564E20-9EA2-8947-B25E-DCABC392F652}" type="slidenum">
              <a:rPr lang="en-US" smtClean="0"/>
              <a:t>55</a:t>
            </a:fld>
            <a:endParaRPr lang="en-US"/>
          </a:p>
        </p:txBody>
      </p:sp>
    </p:spTree>
    <p:extLst>
      <p:ext uri="{BB962C8B-B14F-4D97-AF65-F5344CB8AC3E}">
        <p14:creationId xmlns:p14="http://schemas.microsoft.com/office/powerpoint/2010/main" val="262168975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5EBF7-1A6F-5CEC-FCCB-7BB9CD1CDB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2BEB82-8325-2EA9-1603-D016AD8C3F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7FD47D-6D6D-7F23-9C39-FE0C8D599DC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C8A4C5E-C4FD-82FD-2D04-2D0FADA57452}"/>
              </a:ext>
            </a:extLst>
          </p:cNvPr>
          <p:cNvSpPr>
            <a:spLocks noGrp="1"/>
          </p:cNvSpPr>
          <p:nvPr>
            <p:ph type="sldNum" sz="quarter" idx="5"/>
          </p:nvPr>
        </p:nvSpPr>
        <p:spPr/>
        <p:txBody>
          <a:bodyPr/>
          <a:lstStyle/>
          <a:p>
            <a:fld id="{15564E20-9EA2-8947-B25E-DCABC392F652}" type="slidenum">
              <a:rPr lang="en-US" smtClean="0"/>
              <a:t>56</a:t>
            </a:fld>
            <a:endParaRPr lang="en-US"/>
          </a:p>
        </p:txBody>
      </p:sp>
    </p:spTree>
    <p:extLst>
      <p:ext uri="{BB962C8B-B14F-4D97-AF65-F5344CB8AC3E}">
        <p14:creationId xmlns:p14="http://schemas.microsoft.com/office/powerpoint/2010/main" val="280030665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06306-11B4-BD99-9213-058ABC4781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8EC481-4015-121B-D9AA-387CEEBA52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1782A7-CE09-C9DA-B4CB-761059F9780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3889E1A-017E-3BFF-A611-B1E6B6184F77}"/>
              </a:ext>
            </a:extLst>
          </p:cNvPr>
          <p:cNvSpPr>
            <a:spLocks noGrp="1"/>
          </p:cNvSpPr>
          <p:nvPr>
            <p:ph type="sldNum" sz="quarter" idx="5"/>
          </p:nvPr>
        </p:nvSpPr>
        <p:spPr/>
        <p:txBody>
          <a:bodyPr/>
          <a:lstStyle/>
          <a:p>
            <a:fld id="{15564E20-9EA2-8947-B25E-DCABC392F652}" type="slidenum">
              <a:rPr lang="en-US" smtClean="0"/>
              <a:t>57</a:t>
            </a:fld>
            <a:endParaRPr lang="en-US"/>
          </a:p>
        </p:txBody>
      </p:sp>
    </p:spTree>
    <p:extLst>
      <p:ext uri="{BB962C8B-B14F-4D97-AF65-F5344CB8AC3E}">
        <p14:creationId xmlns:p14="http://schemas.microsoft.com/office/powerpoint/2010/main" val="395259045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dirty="0"/>
              <a:t>is easily understood – is it fully </a:t>
            </a:r>
            <a:r>
              <a:rPr lang="en-US" i="1" dirty="0"/>
              <a:t>decomposed</a:t>
            </a:r>
            <a:r>
              <a:rPr lang="en-US" dirty="0"/>
              <a:t>?</a:t>
            </a:r>
          </a:p>
          <a:p>
            <a:pPr fontAlgn="base"/>
            <a:r>
              <a:rPr lang="en-US" dirty="0"/>
              <a:t>is complete – does it solve every aspect of the problem?</a:t>
            </a:r>
          </a:p>
          <a:p>
            <a:pPr fontAlgn="base"/>
            <a:r>
              <a:rPr lang="en-US" dirty="0"/>
              <a:t>is efficient – does it solve the problem, making best use of the available resources (</a:t>
            </a:r>
            <a:r>
              <a:rPr lang="en-US" dirty="0" err="1"/>
              <a:t>eg</a:t>
            </a:r>
            <a:r>
              <a:rPr lang="en-US" dirty="0"/>
              <a:t> as quickly as possible/using least space)?</a:t>
            </a:r>
          </a:p>
          <a:p>
            <a:pPr fontAlgn="base"/>
            <a:r>
              <a:rPr lang="en-US" dirty="0"/>
              <a:t>meets any </a:t>
            </a:r>
            <a:r>
              <a:rPr lang="en-US" i="1" dirty="0"/>
              <a:t>design criteria</a:t>
            </a:r>
            <a:r>
              <a:rPr lang="en-US" dirty="0"/>
              <a:t> we have been given</a:t>
            </a:r>
          </a:p>
          <a:p>
            <a:endParaRPr lang="en-US" dirty="0"/>
          </a:p>
        </p:txBody>
      </p:sp>
      <p:sp>
        <p:nvSpPr>
          <p:cNvPr id="4" name="Slide Number Placeholder 3"/>
          <p:cNvSpPr>
            <a:spLocks noGrp="1"/>
          </p:cNvSpPr>
          <p:nvPr>
            <p:ph type="sldNum" sz="quarter" idx="5"/>
          </p:nvPr>
        </p:nvSpPr>
        <p:spPr/>
        <p:txBody>
          <a:bodyPr/>
          <a:lstStyle/>
          <a:p>
            <a:fld id="{15564E20-9EA2-8947-B25E-DCABC392F652}" type="slidenum">
              <a:rPr lang="en-US" smtClean="0"/>
              <a:t>58</a:t>
            </a:fld>
            <a:endParaRPr lang="en-US"/>
          </a:p>
        </p:txBody>
      </p:sp>
    </p:spTree>
    <p:extLst>
      <p:ext uri="{BB962C8B-B14F-4D97-AF65-F5344CB8AC3E}">
        <p14:creationId xmlns:p14="http://schemas.microsoft.com/office/powerpoint/2010/main" val="103939817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0F80C3-3FCD-9508-4534-9C4820AECC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21D995-8BC0-9076-BDE5-D881F4453B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E059F0-C3D6-2C34-4FC5-21C19486DD9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A09537F-6263-C87E-EFBC-9ACE84E19169}"/>
              </a:ext>
            </a:extLst>
          </p:cNvPr>
          <p:cNvSpPr>
            <a:spLocks noGrp="1"/>
          </p:cNvSpPr>
          <p:nvPr>
            <p:ph type="sldNum" sz="quarter" idx="5"/>
          </p:nvPr>
        </p:nvSpPr>
        <p:spPr/>
        <p:txBody>
          <a:bodyPr/>
          <a:lstStyle/>
          <a:p>
            <a:fld id="{15564E20-9EA2-8947-B25E-DCABC392F652}" type="slidenum">
              <a:rPr lang="en-US" smtClean="0"/>
              <a:t>61</a:t>
            </a:fld>
            <a:endParaRPr lang="en-US"/>
          </a:p>
        </p:txBody>
      </p:sp>
    </p:spTree>
    <p:extLst>
      <p:ext uri="{BB962C8B-B14F-4D97-AF65-F5344CB8AC3E}">
        <p14:creationId xmlns:p14="http://schemas.microsoft.com/office/powerpoint/2010/main" val="387112118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542C0-2ADE-766B-0CCE-1A0AA5F4C0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DA66EA-A1E0-6DB9-6518-483A8D6CD3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6BF0A9-3208-8566-F6D5-A4867D3AEDA0}"/>
              </a:ext>
            </a:extLst>
          </p:cNvPr>
          <p:cNvSpPr>
            <a:spLocks noGrp="1"/>
          </p:cNvSpPr>
          <p:nvPr>
            <p:ph type="body" idx="1"/>
          </p:nvPr>
        </p:nvSpPr>
        <p:spPr/>
        <p:txBody>
          <a:bodyPr/>
          <a:lstStyle/>
          <a:p>
            <a:r>
              <a:rPr lang="en-US" dirty="0"/>
              <a:t>.</a:t>
            </a:r>
          </a:p>
          <a:p>
            <a:endParaRPr lang="en-US" dirty="0"/>
          </a:p>
        </p:txBody>
      </p:sp>
      <p:sp>
        <p:nvSpPr>
          <p:cNvPr id="4" name="Slide Number Placeholder 3">
            <a:extLst>
              <a:ext uri="{FF2B5EF4-FFF2-40B4-BE49-F238E27FC236}">
                <a16:creationId xmlns:a16="http://schemas.microsoft.com/office/drawing/2014/main" id="{AC926C06-0D36-2CCB-8D4F-04D9D04EFB5C}"/>
              </a:ext>
            </a:extLst>
          </p:cNvPr>
          <p:cNvSpPr>
            <a:spLocks noGrp="1"/>
          </p:cNvSpPr>
          <p:nvPr>
            <p:ph type="sldNum" sz="quarter" idx="10"/>
          </p:nvPr>
        </p:nvSpPr>
        <p:spPr/>
        <p:txBody>
          <a:bodyPr/>
          <a:lstStyle/>
          <a:p>
            <a:fld id="{0A193586-FEB5-7C43-8F44-7EFAE4EECA28}" type="slidenum">
              <a:rPr lang="en-US" smtClean="0"/>
              <a:t>64</a:t>
            </a:fld>
            <a:endParaRPr lang="en-US"/>
          </a:p>
        </p:txBody>
      </p:sp>
    </p:spTree>
    <p:extLst>
      <p:ext uri="{BB962C8B-B14F-4D97-AF65-F5344CB8AC3E}">
        <p14:creationId xmlns:p14="http://schemas.microsoft.com/office/powerpoint/2010/main" val="6428877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EC085D8A-9CAE-5C47-9CA8-75814F650544}" type="datetimeFigureOut">
              <a:rPr lang="en-US" smtClean="0"/>
              <a:t>10/2/26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57380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hasCustomPrompt="1"/>
          </p:nvPr>
        </p:nvSpPr>
        <p:spPr/>
        <p:txBody>
          <a:bodyPr/>
          <a:lstStyle>
            <a:lvl1pPr marL="91440" indent="-91440">
              <a:buFont typeface="Arial" panose="020B0604020202020204" pitchFamily="34" charset="0"/>
              <a:buChar char="•"/>
              <a:defRPr sz="3200" baseline="0"/>
            </a:lvl1pPr>
            <a:lvl2pPr>
              <a:defRPr sz="2800" baseline="0"/>
            </a:lvl2pPr>
            <a:lvl3pPr>
              <a:defRPr sz="2400" baseline="0"/>
            </a:lvl3pPr>
            <a:lvl4pPr>
              <a:defRPr sz="2000" baseline="0"/>
            </a:lvl4pPr>
            <a:lvl5pPr>
              <a:defRPr sz="1600" baseline="0"/>
            </a:lvl5pPr>
          </a:lstStyle>
          <a:p>
            <a:pPr lvl="0"/>
            <a:r>
              <a:rPr lang="en-US" dirty="0"/>
              <a:t> 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C085D8A-9CAE-5C47-9CA8-75814F650544}" type="datetimeFigureOut">
              <a:rPr lang="en-US" smtClean="0"/>
              <a:t>10/2/26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30414075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C085D8A-9CAE-5C47-9CA8-75814F650544}" type="datetimeFigureOut">
              <a:rPr lang="en-US" smtClean="0"/>
              <a:t>10/2/26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36350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C085D8A-9CAE-5C47-9CA8-75814F650544}" type="datetimeFigureOut">
              <a:rPr lang="en-US" smtClean="0"/>
              <a:t>10/2/26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20639732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C085D8A-9CAE-5C47-9CA8-75814F650544}" type="datetimeFigureOut">
              <a:rPr lang="en-US" smtClean="0"/>
              <a:t>10/2/26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17156864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C085D8A-9CAE-5C47-9CA8-75814F650544}" type="datetimeFigureOut">
              <a:rPr lang="en-US" smtClean="0"/>
              <a:t>10/2/26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39621345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C085D8A-9CAE-5C47-9CA8-75814F650544}" type="datetimeFigureOut">
              <a:rPr lang="en-US" smtClean="0"/>
              <a:t>10/2/26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11806866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C085D8A-9CAE-5C47-9CA8-75814F650544}" type="datetimeFigureOut">
              <a:rPr lang="en-US" smtClean="0"/>
              <a:t>10/2/26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30608187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C085D8A-9CAE-5C47-9CA8-75814F650544}" type="datetimeFigureOut">
              <a:rPr lang="en-US" smtClean="0"/>
              <a:t>10/2/26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070D86-A789-4044-8569-EB7759992B5A}"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714695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085D8A-9CAE-5C47-9CA8-75814F650544}" type="datetimeFigureOut">
              <a:rPr lang="en-US" smtClean="0"/>
              <a:t>10/2/26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37079417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085D8A-9CAE-5C47-9CA8-75814F650544}" type="datetimeFigureOut">
              <a:rPr lang="en-US" smtClean="0"/>
              <a:t>10/2/26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50455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EC085D8A-9CAE-5C47-9CA8-75814F650544}" type="datetimeFigureOut">
              <a:rPr lang="en-US" smtClean="0"/>
              <a:t>10/2/26</a:t>
            </a:fld>
            <a:endParaRPr lang="en-US"/>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A4070D86-A789-4044-8569-EB7759992B5A}" type="slidenum">
              <a:rPr lang="en-US" smtClean="0"/>
              <a:t>‹#›</a:t>
            </a:fld>
            <a:endParaRPr lang="en-US"/>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423392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3.xml"/><Relationship Id="rId7" Type="http://schemas.openxmlformats.org/officeDocument/2006/relationships/image" Target="../media/image7.jpeg"/><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2.xml"/><Relationship Id="rId1" Type="http://schemas.openxmlformats.org/officeDocument/2006/relationships/slideLayout" Target="../slideLayouts/slideLayout6.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9.xml"/><Relationship Id="rId1" Type="http://schemas.openxmlformats.org/officeDocument/2006/relationships/slideLayout" Target="../slideLayouts/slideLayout6.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24.xml"/><Relationship Id="rId1" Type="http://schemas.openxmlformats.org/officeDocument/2006/relationships/slideLayout" Target="../slideLayouts/slideLayout6.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4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29.xml"/><Relationship Id="rId1" Type="http://schemas.openxmlformats.org/officeDocument/2006/relationships/slideLayout" Target="../slideLayouts/slideLayout6.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2D5B3-39DD-0F84-9D56-A9F4D94D5C47}"/>
              </a:ext>
            </a:extLst>
          </p:cNvPr>
          <p:cNvSpPr>
            <a:spLocks noGrp="1"/>
          </p:cNvSpPr>
          <p:nvPr>
            <p:ph type="ctrTitle"/>
          </p:nvPr>
        </p:nvSpPr>
        <p:spPr/>
        <p:txBody>
          <a:bodyPr/>
          <a:lstStyle/>
          <a:p>
            <a:r>
              <a:rPr lang="en-US" b="1" cap="none" dirty="0"/>
              <a:t>Computational Thinking</a:t>
            </a:r>
          </a:p>
        </p:txBody>
      </p:sp>
      <p:sp>
        <p:nvSpPr>
          <p:cNvPr id="3" name="Subtitle 2">
            <a:extLst>
              <a:ext uri="{FF2B5EF4-FFF2-40B4-BE49-F238E27FC236}">
                <a16:creationId xmlns:a16="http://schemas.microsoft.com/office/drawing/2014/main" id="{683DFD6D-7CDF-8D74-9078-31CF84D69DE0}"/>
              </a:ext>
            </a:extLst>
          </p:cNvPr>
          <p:cNvSpPr>
            <a:spLocks noGrp="1"/>
          </p:cNvSpPr>
          <p:nvPr>
            <p:ph type="subTitle" idx="1"/>
          </p:nvPr>
        </p:nvSpPr>
        <p:spPr/>
        <p:txBody>
          <a:bodyPr>
            <a:normAutofit/>
          </a:bodyPr>
          <a:lstStyle/>
          <a:p>
            <a:r>
              <a:rPr lang="en-US" sz="2800" dirty="0"/>
              <a:t>Shannon Haymond</a:t>
            </a:r>
          </a:p>
        </p:txBody>
      </p:sp>
    </p:spTree>
    <p:extLst>
      <p:ext uri="{BB962C8B-B14F-4D97-AF65-F5344CB8AC3E}">
        <p14:creationId xmlns:p14="http://schemas.microsoft.com/office/powerpoint/2010/main" val="31809172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D3C0D-C93F-F8D0-3222-303D56B8F2E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41C9E6C-1ED2-3037-FC58-7809CD9451D6}"/>
              </a:ext>
            </a:extLst>
          </p:cNvPr>
          <p:cNvSpPr txBox="1"/>
          <p:nvPr/>
        </p:nvSpPr>
        <p:spPr>
          <a:xfrm>
            <a:off x="626225" y="201578"/>
            <a:ext cx="10939550" cy="6178999"/>
          </a:xfrm>
          <a:prstGeom prst="rect">
            <a:avLst/>
          </a:prstGeom>
          <a:noFill/>
        </p:spPr>
        <p:txBody>
          <a:bodyPr wrap="square" rtlCol="0">
            <a:spAutoFit/>
          </a:bodyPr>
          <a:lstStyle/>
          <a:p>
            <a:r>
              <a:rPr lang="en-US" sz="4000" dirty="0"/>
              <a:t>Lesson Goals</a:t>
            </a:r>
          </a:p>
          <a:p>
            <a:pPr marL="0" marR="0" lvl="0" indent="0" rtl="0">
              <a:lnSpc>
                <a:spcPct val="107000"/>
              </a:lnSpc>
              <a:spcBef>
                <a:spcPts val="0"/>
              </a:spcBef>
              <a:spcAft>
                <a:spcPts val="0"/>
              </a:spcAft>
              <a:buNone/>
            </a:pPr>
            <a:r>
              <a:rPr lang="en-US" sz="3000" kern="100" dirty="0">
                <a:ea typeface="Calibri" panose="020F0502020204030204" pitchFamily="34" charset="0"/>
                <a:cs typeface="Arial" panose="020B0604020202020204" pitchFamily="34" charset="0"/>
              </a:rPr>
              <a:t>Develop computational thinking skills to more effectively utilize emerging digital technologies</a:t>
            </a:r>
          </a:p>
          <a:p>
            <a:pPr marR="0" lvl="0" rtl="0">
              <a:lnSpc>
                <a:spcPct val="107000"/>
              </a:lnSpc>
              <a:spcBef>
                <a:spcPts val="0"/>
              </a:spcBef>
              <a:spcAft>
                <a:spcPts val="0"/>
              </a:spcAft>
            </a:pPr>
            <a:endParaRPr lang="en-US" sz="3200" kern="100" dirty="0">
              <a:cs typeface="Arial" panose="020B0604020202020204" pitchFamily="34" charset="0"/>
            </a:endParaRPr>
          </a:p>
          <a:p>
            <a:pPr marR="0" lvl="0" rtl="0">
              <a:lnSpc>
                <a:spcPct val="107000"/>
              </a:lnSpc>
              <a:spcBef>
                <a:spcPts val="0"/>
              </a:spcBef>
              <a:spcAft>
                <a:spcPts val="0"/>
              </a:spcAft>
            </a:pPr>
            <a:r>
              <a:rPr lang="en-US" sz="4000" dirty="0"/>
              <a:t>Lesson Objectives</a:t>
            </a:r>
          </a:p>
          <a:p>
            <a:pPr marL="514350" indent="-514350">
              <a:buFontTx/>
              <a:buAutoNum type="arabicPeriod"/>
            </a:pPr>
            <a:r>
              <a:rPr lang="en-US" sz="3000" dirty="0"/>
              <a:t>Identify the key components of a complex problem and break it down into smaller, more manageable parts.</a:t>
            </a:r>
          </a:p>
          <a:p>
            <a:pPr marL="514350" indent="-514350">
              <a:buFontTx/>
              <a:buAutoNum type="arabicPeriod"/>
            </a:pPr>
            <a:r>
              <a:rPr lang="en-US" sz="3000" dirty="0"/>
              <a:t>Use patterns to predict future outcomes or generalize solutions.</a:t>
            </a:r>
          </a:p>
          <a:p>
            <a:pPr marL="514350" indent="-514350">
              <a:buFontTx/>
              <a:buAutoNum type="arabicPeriod"/>
            </a:pPr>
            <a:r>
              <a:rPr lang="en-US" sz="3000" dirty="0"/>
              <a:t>Create simplified models to represent complex systems.</a:t>
            </a:r>
          </a:p>
          <a:p>
            <a:pPr marL="514350" indent="-514350">
              <a:buFontTx/>
              <a:buAutoNum type="arabicPeriod"/>
            </a:pPr>
            <a:r>
              <a:rPr lang="en-US" sz="3000" dirty="0"/>
              <a:t>Design step-by-step instructions or algorithms to solve a problem.</a:t>
            </a:r>
          </a:p>
          <a:p>
            <a:pPr marL="514350" indent="-514350">
              <a:buFontTx/>
              <a:buAutoNum type="arabicPeriod"/>
            </a:pPr>
            <a:r>
              <a:rPr lang="en-US" sz="3000" dirty="0"/>
              <a:t>Describe basic coding concepts to better apply computational solutions.</a:t>
            </a:r>
          </a:p>
        </p:txBody>
      </p:sp>
    </p:spTree>
    <p:extLst>
      <p:ext uri="{BB962C8B-B14F-4D97-AF65-F5344CB8AC3E}">
        <p14:creationId xmlns:p14="http://schemas.microsoft.com/office/powerpoint/2010/main" val="37279853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87487-7585-2B09-7202-834D47BDE390}"/>
              </a:ext>
            </a:extLst>
          </p:cNvPr>
          <p:cNvSpPr>
            <a:spLocks noGrp="1"/>
          </p:cNvSpPr>
          <p:nvPr>
            <p:ph type="title"/>
          </p:nvPr>
        </p:nvSpPr>
        <p:spPr/>
        <p:txBody>
          <a:bodyPr/>
          <a:lstStyle/>
          <a:p>
            <a:r>
              <a:rPr lang="en-US" dirty="0"/>
              <a:t>What is computational thinking?</a:t>
            </a:r>
          </a:p>
        </p:txBody>
      </p:sp>
      <p:sp>
        <p:nvSpPr>
          <p:cNvPr id="3" name="Content Placeholder 2">
            <a:extLst>
              <a:ext uri="{FF2B5EF4-FFF2-40B4-BE49-F238E27FC236}">
                <a16:creationId xmlns:a16="http://schemas.microsoft.com/office/drawing/2014/main" id="{D0567B52-1637-9CB5-C6E9-1484C58B918A}"/>
              </a:ext>
            </a:extLst>
          </p:cNvPr>
          <p:cNvSpPr>
            <a:spLocks noGrp="1"/>
          </p:cNvSpPr>
          <p:nvPr>
            <p:ph idx="1"/>
          </p:nvPr>
        </p:nvSpPr>
        <p:spPr/>
        <p:txBody>
          <a:bodyPr>
            <a:normAutofit lnSpcReduction="10000"/>
          </a:bodyPr>
          <a:lstStyle/>
          <a:p>
            <a:pPr marL="0" indent="0">
              <a:buNone/>
            </a:pPr>
            <a:r>
              <a:rPr lang="en-US" i="1" dirty="0"/>
              <a:t>Formulating things with enough clarity, and in a systematic enough way, that one can tell a computer how to do them</a:t>
            </a:r>
          </a:p>
          <a:p>
            <a:pPr marL="0" indent="0">
              <a:buNone/>
            </a:pPr>
            <a:r>
              <a:rPr lang="en-US" dirty="0"/>
              <a:t>					- Stephen Wolfram</a:t>
            </a:r>
          </a:p>
          <a:p>
            <a:pPr marL="0" indent="0">
              <a:buNone/>
            </a:pPr>
            <a:endParaRPr lang="en-US" dirty="0"/>
          </a:p>
          <a:p>
            <a:pPr marL="0" indent="0">
              <a:buNone/>
            </a:pPr>
            <a:r>
              <a:rPr lang="en-US" dirty="0"/>
              <a:t>We tell computers how via language</a:t>
            </a:r>
          </a:p>
          <a:p>
            <a:pPr marL="412750" lvl="1" indent="-284163"/>
            <a:r>
              <a:rPr lang="en-US" dirty="0"/>
              <a:t>coding in programming language</a:t>
            </a:r>
          </a:p>
          <a:p>
            <a:pPr marL="412750" lvl="1" indent="-284163"/>
            <a:r>
              <a:rPr lang="en-US" dirty="0"/>
              <a:t>using data scientist interpreter</a:t>
            </a:r>
          </a:p>
          <a:p>
            <a:pPr marL="412750" lvl="1" indent="-284163"/>
            <a:r>
              <a:rPr lang="en-US" dirty="0"/>
              <a:t>low code/no code interface</a:t>
            </a:r>
          </a:p>
        </p:txBody>
      </p:sp>
    </p:spTree>
    <p:extLst>
      <p:ext uri="{BB962C8B-B14F-4D97-AF65-F5344CB8AC3E}">
        <p14:creationId xmlns:p14="http://schemas.microsoft.com/office/powerpoint/2010/main" val="1876189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CB7178-CCD3-D6A8-62E6-85CAF6D52979}"/>
              </a:ext>
            </a:extLst>
          </p:cNvPr>
          <p:cNvSpPr>
            <a:spLocks noGrp="1"/>
          </p:cNvSpPr>
          <p:nvPr>
            <p:ph type="title"/>
          </p:nvPr>
        </p:nvSpPr>
        <p:spPr/>
        <p:txBody>
          <a:bodyPr/>
          <a:lstStyle/>
          <a:p>
            <a:r>
              <a:rPr lang="en-US" dirty="0"/>
              <a:t>computational thinking skills</a:t>
            </a:r>
          </a:p>
        </p:txBody>
      </p:sp>
      <p:graphicFrame>
        <p:nvGraphicFramePr>
          <p:cNvPr id="6" name="Diagram 5">
            <a:extLst>
              <a:ext uri="{FF2B5EF4-FFF2-40B4-BE49-F238E27FC236}">
                <a16:creationId xmlns:a16="http://schemas.microsoft.com/office/drawing/2014/main" id="{82BD09AA-64F3-AE85-F782-36CE5567767A}"/>
              </a:ext>
            </a:extLst>
          </p:cNvPr>
          <p:cNvGraphicFramePr/>
          <p:nvPr>
            <p:extLst>
              <p:ext uri="{D42A27DB-BD31-4B8C-83A1-F6EECF244321}">
                <p14:modId xmlns:p14="http://schemas.microsoft.com/office/powerpoint/2010/main" val="1859057996"/>
              </p:ext>
            </p:extLst>
          </p:nvPr>
        </p:nvGraphicFramePr>
        <p:xfrm>
          <a:off x="2815771" y="2002391"/>
          <a:ext cx="6342743" cy="42284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800396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normAutofit/>
          </a:bodyPr>
          <a:lstStyle/>
          <a:p>
            <a:r>
              <a:rPr lang="en-US" dirty="0"/>
              <a:t>Today's lab case</a:t>
            </a:r>
          </a:p>
        </p:txBody>
      </p:sp>
      <p:sp>
        <p:nvSpPr>
          <p:cNvPr id="12" name="TextBox 12"/>
          <p:cNvSpPr txBox="1"/>
          <p:nvPr/>
        </p:nvSpPr>
        <p:spPr>
          <a:xfrm>
            <a:off x="1024128" y="2103120"/>
            <a:ext cx="5852160" cy="3566160"/>
          </a:xfrm>
          <a:prstGeom prst="rect">
            <a:avLst/>
          </a:prstGeom>
          <a:noFill/>
        </p:spPr>
        <p:txBody>
          <a:bodyPr wrap="square" lIns="91440" tIns="91440" rIns="91440" bIns="91440" rtlCol="0" anchor="t">
            <a:normAutofit/>
          </a:bodyPr>
          <a:lstStyle/>
          <a:p>
            <a:pPr marL="0" indent="0">
              <a:spcAft>
                <a:spcPts val="1200"/>
              </a:spcAft>
              <a:buNone/>
            </a:pPr>
            <a:r>
              <a:rPr lang="en-US" sz="2000" dirty="0"/>
              <a:t>ICU clinicians say their chemistry results come back slower than results for other units.</a:t>
            </a:r>
          </a:p>
          <a:p>
            <a:pPr marL="0" indent="0">
              <a:spcAft>
                <a:spcPts val="600"/>
              </a:spcAft>
              <a:buNone/>
            </a:pPr>
            <a:r>
              <a:rPr lang="en-US" sz="2000" b="1" dirty="0"/>
              <a:t>The lab director asks:</a:t>
            </a:r>
          </a:p>
          <a:p>
            <a:pPr marL="0" indent="0">
              <a:spcAft>
                <a:spcPts val="400"/>
              </a:spcAft>
              <a:buNone/>
            </a:pPr>
            <a:r>
              <a:rPr lang="en-US" sz="2000" b="1" dirty="0"/>
              <a:t>Q1. </a:t>
            </a:r>
            <a:r>
              <a:rPr lang="en-US" sz="2000" dirty="0"/>
              <a:t>Does turnaround time (TAT) differ by patient type?</a:t>
            </a:r>
          </a:p>
          <a:p>
            <a:pPr marL="0" indent="0">
              <a:spcAft>
                <a:spcPts val="0"/>
              </a:spcAft>
              <a:buNone/>
            </a:pPr>
            <a:r>
              <a:rPr lang="en-US" sz="2000" b="1" dirty="0"/>
              <a:t>Q2. </a:t>
            </a:r>
            <a:r>
              <a:rPr lang="en-US" sz="2000" dirty="0"/>
              <a:t>Are we meeting a 3-hour collect-to-verify goal?</a:t>
            </a:r>
          </a:p>
        </p:txBody>
      </p:sp>
      <p:sp>
        <p:nvSpPr>
          <p:cNvPr id="13" name="TextBox 13"/>
          <p:cNvSpPr txBox="1"/>
          <p:nvPr/>
        </p:nvSpPr>
        <p:spPr>
          <a:xfrm>
            <a:off x="7223760" y="2240280"/>
            <a:ext cx="3749039" cy="3200400"/>
          </a:xfrm>
          <a:prstGeom prst="rect">
            <a:avLst/>
          </a:prstGeom>
          <a:solidFill>
            <a:srgbClr val="EEF3F6"/>
          </a:solidFill>
        </p:spPr>
        <p:txBody>
          <a:bodyPr wrap="square" lIns="137160" tIns="137160" rIns="137160" bIns="137160" rtlCol="0" anchor="t">
            <a:normAutofit/>
          </a:bodyPr>
          <a:lstStyle/>
          <a:p>
            <a:pPr marL="0" indent="0">
              <a:buNone/>
            </a:pPr>
            <a:r>
              <a:rPr lang="en-US" sz="1600" dirty="0" err="1">
                <a:solidFill>
                  <a:srgbClr val="1F2A30"/>
                </a:solidFill>
                <a:latin typeface="Courier New"/>
                <a:cs typeface="Courier New"/>
              </a:rPr>
              <a:t>chem_data.csv</a:t>
            </a:r>
            <a:endParaRPr lang="en-US" sz="1600" dirty="0">
              <a:solidFill>
                <a:srgbClr val="1F2A30"/>
              </a:solidFill>
              <a:latin typeface="Courier New"/>
              <a:cs typeface="Courier New"/>
            </a:endParaRPr>
          </a:p>
          <a:p>
            <a:pPr marL="0" indent="0">
              <a:buNone/>
            </a:pPr>
            <a:r>
              <a:rPr lang="en-US" sz="1600" dirty="0">
                <a:solidFill>
                  <a:srgbClr val="1F2A30"/>
                </a:solidFill>
                <a:latin typeface="Courier New"/>
                <a:cs typeface="Courier New"/>
              </a:rPr>
              <a:t> </a:t>
            </a:r>
          </a:p>
          <a:p>
            <a:pPr marL="0" indent="0">
              <a:buNone/>
            </a:pPr>
            <a:r>
              <a:rPr lang="en-US" sz="1600" dirty="0">
                <a:solidFill>
                  <a:srgbClr val="1F2A30"/>
                </a:solidFill>
                <a:latin typeface="Courier New"/>
                <a:cs typeface="Courier New"/>
              </a:rPr>
              <a:t>Synthetic chemistry results</a:t>
            </a:r>
          </a:p>
          <a:p>
            <a:pPr marL="0" indent="0">
              <a:buNone/>
            </a:pPr>
            <a:r>
              <a:rPr lang="en-US" sz="1600" dirty="0">
                <a:solidFill>
                  <a:srgbClr val="1F2A30"/>
                </a:solidFill>
                <a:latin typeface="Courier New"/>
                <a:cs typeface="Courier New"/>
              </a:rPr>
              <a:t>6,481 patients</a:t>
            </a:r>
          </a:p>
          <a:p>
            <a:pPr marL="0" indent="0">
              <a:buNone/>
            </a:pPr>
            <a:r>
              <a:rPr lang="en-US" sz="1600" dirty="0">
                <a:solidFill>
                  <a:srgbClr val="1F2A30"/>
                </a:solidFill>
                <a:latin typeface="Courier New"/>
                <a:cs typeface="Courier New"/>
              </a:rPr>
              <a:t>24 tests per patient</a:t>
            </a:r>
          </a:p>
          <a:p>
            <a:pPr marL="0" indent="0">
              <a:buNone/>
            </a:pPr>
            <a:endParaRPr lang="en-US" sz="1600" dirty="0">
              <a:solidFill>
                <a:srgbClr val="1F2A30"/>
              </a:solidFill>
              <a:latin typeface="Courier New"/>
              <a:cs typeface="Courier New"/>
            </a:endParaRPr>
          </a:p>
          <a:p>
            <a:pPr marL="0" indent="0">
              <a:buNone/>
            </a:pPr>
            <a:r>
              <a:rPr lang="en-US" sz="1600" dirty="0">
                <a:solidFill>
                  <a:srgbClr val="1F2A30"/>
                </a:solidFill>
                <a:latin typeface="Courier New"/>
                <a:cs typeface="Courier New"/>
              </a:rPr>
              <a:t>Tools today:</a:t>
            </a:r>
          </a:p>
          <a:p>
            <a:pPr marL="0" indent="0">
              <a:buNone/>
            </a:pPr>
            <a:r>
              <a:rPr lang="en-US" sz="1600" dirty="0">
                <a:solidFill>
                  <a:srgbClr val="1F2A30"/>
                </a:solidFill>
                <a:latin typeface="Courier New"/>
                <a:cs typeface="Courier New"/>
              </a:rPr>
              <a:t>  R &amp; </a:t>
            </a:r>
            <a:r>
              <a:rPr lang="en-US" sz="1600" dirty="0" err="1">
                <a:solidFill>
                  <a:srgbClr val="1F2A30"/>
                </a:solidFill>
                <a:latin typeface="Courier New"/>
                <a:cs typeface="Courier New"/>
              </a:rPr>
              <a:t>Rstudio</a:t>
            </a:r>
            <a:endParaRPr lang="en-US" sz="1600" dirty="0">
              <a:solidFill>
                <a:srgbClr val="1F2A30"/>
              </a:solidFill>
              <a:latin typeface="Courier New"/>
              <a:cs typeface="Courier New"/>
            </a:endParaRPr>
          </a:p>
          <a:p>
            <a:pPr marL="0" indent="0">
              <a:buNone/>
            </a:pPr>
            <a:r>
              <a:rPr lang="en-US" sz="1600" dirty="0">
                <a:solidFill>
                  <a:srgbClr val="1F2A30"/>
                </a:solidFill>
                <a:latin typeface="Courier New"/>
                <a:cs typeface="Courier New"/>
              </a:rPr>
              <a:t>  Claude (free account)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normAutofit/>
          </a:bodyPr>
          <a:lstStyle/>
          <a:p>
            <a:r>
              <a:rPr lang="en-US" dirty="0"/>
              <a:t>Warm-up: build your subset</a:t>
            </a:r>
          </a:p>
        </p:txBody>
      </p:sp>
      <p:sp>
        <p:nvSpPr>
          <p:cNvPr id="12" name="TextBox 12"/>
          <p:cNvSpPr txBox="1"/>
          <p:nvPr/>
        </p:nvSpPr>
        <p:spPr>
          <a:xfrm>
            <a:off x="8778240" y="109728"/>
            <a:ext cx="3017520" cy="566928"/>
          </a:xfrm>
          <a:prstGeom prst="rect">
            <a:avLst/>
          </a:prstGeom>
          <a:noFill/>
        </p:spPr>
        <p:txBody>
          <a:bodyPr wrap="square" lIns="0" tIns="0" rIns="0" bIns="0" rtlCol="0" anchor="t"/>
          <a:lstStyle/>
          <a:p>
            <a:pPr algn="r"/>
            <a:r>
              <a:rPr lang="en-US" sz="3600" b="1" dirty="0">
                <a:solidFill>
                  <a:srgbClr val="1CADE4"/>
                </a:solidFill>
              </a:rPr>
              <a:t>Exercise</a:t>
            </a:r>
          </a:p>
        </p:txBody>
      </p:sp>
      <p:sp>
        <p:nvSpPr>
          <p:cNvPr id="13" name="TextBox 13"/>
          <p:cNvSpPr txBox="1"/>
          <p:nvPr/>
        </p:nvSpPr>
        <p:spPr>
          <a:xfrm>
            <a:off x="1024128" y="1965960"/>
            <a:ext cx="9692640" cy="384048"/>
          </a:xfrm>
          <a:prstGeom prst="rect">
            <a:avLst/>
          </a:prstGeom>
          <a:noFill/>
        </p:spPr>
        <p:txBody>
          <a:bodyPr wrap="square" lIns="0" tIns="0" rIns="0" bIns="0" rtlCol="0" anchor="t"/>
          <a:lstStyle/>
          <a:p>
            <a:r>
              <a:rPr lang="en-US" sz="2000" b="1" dirty="0">
                <a:solidFill>
                  <a:srgbClr val="1B7FA6"/>
                </a:solidFill>
              </a:rPr>
              <a:t>Coding concepts (Objective 5): objects, vectors, functions, the pipe</a:t>
            </a:r>
          </a:p>
        </p:txBody>
      </p:sp>
      <p:sp>
        <p:nvSpPr>
          <p:cNvPr id="14" name="TextBox 14"/>
          <p:cNvSpPr txBox="1"/>
          <p:nvPr/>
        </p:nvSpPr>
        <p:spPr>
          <a:xfrm>
            <a:off x="1024128" y="2514600"/>
            <a:ext cx="5394960" cy="3291840"/>
          </a:xfrm>
          <a:prstGeom prst="rect">
            <a:avLst/>
          </a:prstGeom>
          <a:noFill/>
        </p:spPr>
        <p:txBody>
          <a:bodyPr wrap="square" lIns="91440" tIns="91440" rIns="91440" bIns="91440" rtlCol="0" anchor="t"/>
          <a:lstStyle/>
          <a:p>
            <a:pPr marL="457200" lvl="0" indent="-457200">
              <a:spcAft>
                <a:spcPts val="600"/>
              </a:spcAft>
              <a:buFont typeface="+mj-lt"/>
              <a:buAutoNum type="arabicPeriod"/>
            </a:pPr>
            <a:r>
              <a:rPr lang="en-US" sz="1800" dirty="0"/>
              <a:t>Open learner_workbook.R in RStudio.</a:t>
            </a:r>
          </a:p>
          <a:p>
            <a:pPr marL="457200" lvl="0" indent="-457200">
              <a:spcAft>
                <a:spcPts val="600"/>
              </a:spcAft>
              <a:buFont typeface="+mj-lt"/>
              <a:buAutoNum type="arabicPeriod"/>
            </a:pPr>
            <a:r>
              <a:rPr lang="en-US" sz="1800" b="1" dirty="0"/>
              <a:t>Session &gt; Set Working Directory &gt; To Source File Location</a:t>
            </a:r>
          </a:p>
          <a:p>
            <a:pPr marL="457200" lvl="0" indent="-457200">
              <a:spcAft>
                <a:spcPts val="600"/>
              </a:spcAft>
              <a:buFont typeface="+mj-lt"/>
              <a:buAutoNum type="arabicPeriod"/>
            </a:pPr>
            <a:r>
              <a:rPr lang="en-US" sz="1800" dirty="0"/>
              <a:t>In Part 0, fill in the two blanks: "potassium" and "creatinine".</a:t>
            </a:r>
          </a:p>
          <a:p>
            <a:pPr marL="457200" lvl="0" indent="-457200">
              <a:spcAft>
                <a:spcPts val="600"/>
              </a:spcAft>
              <a:buFont typeface="+mj-lt"/>
              <a:buAutoNum type="arabicPeriod"/>
            </a:pPr>
            <a:r>
              <a:rPr lang="en-US" sz="1800" dirty="0"/>
              <a:t>Run Part 0 one section at a time (Ctrl/Cmd + Enter).</a:t>
            </a:r>
          </a:p>
          <a:p>
            <a:pPr marL="457200" lvl="0" indent="-457200">
              <a:spcAft>
                <a:spcPts val="600"/>
              </a:spcAft>
              <a:buFont typeface="+mj-lt"/>
              <a:buAutoNum type="arabicPeriod"/>
            </a:pPr>
            <a:r>
              <a:rPr lang="en-US" sz="1800" dirty="0"/>
              <a:t>Check: you should have 19,443 rows (6,481 patients x 3 tests).</a:t>
            </a:r>
          </a:p>
        </p:txBody>
      </p:sp>
      <p:sp>
        <p:nvSpPr>
          <p:cNvPr id="15" name="TextBox 15"/>
          <p:cNvSpPr txBox="1"/>
          <p:nvPr/>
        </p:nvSpPr>
        <p:spPr>
          <a:xfrm>
            <a:off x="6629400" y="2606040"/>
            <a:ext cx="4526280" cy="2377440"/>
          </a:xfrm>
          <a:prstGeom prst="rect">
            <a:avLst/>
          </a:prstGeom>
          <a:solidFill>
            <a:srgbClr val="EEF3F6"/>
          </a:solidFill>
        </p:spPr>
        <p:txBody>
          <a:bodyPr wrap="square" lIns="137160" tIns="137160" rIns="137160" bIns="137160" rtlCol="0" anchor="t"/>
          <a:lstStyle/>
          <a:p>
            <a:pPr marL="0" indent="0">
              <a:buNone/>
            </a:pPr>
            <a:r>
              <a:rPr lang="en-US" sz="1400" dirty="0">
                <a:solidFill>
                  <a:srgbClr val="1F2A30"/>
                </a:solidFill>
                <a:latin typeface="Courier New"/>
                <a:cs typeface="Courier New"/>
              </a:rPr>
              <a:t>tests_keep &lt;- c("glucose",</a:t>
            </a:r>
          </a:p>
          <a:p>
            <a:pPr marL="0" indent="0">
              <a:buNone/>
            </a:pPr>
            <a:r>
              <a:rPr lang="en-US" sz="1400" dirty="0">
                <a:solidFill>
                  <a:srgbClr val="1F2A30"/>
                </a:solidFill>
                <a:latin typeface="Courier New"/>
                <a:cs typeface="Courier New"/>
              </a:rPr>
              <a:t>                ___, ___)</a:t>
            </a:r>
          </a:p>
          <a:p>
            <a:pPr marL="0" indent="0">
              <a:buNone/>
            </a:pPr>
            <a:r>
              <a:rPr lang="en-US" sz="1400" dirty="0">
                <a:solidFill>
                  <a:srgbClr val="1F2A30"/>
                </a:solidFill>
                <a:latin typeface="Courier New"/>
                <a:cs typeface="Courier New"/>
              </a:rPr>
              <a:t> </a:t>
            </a:r>
          </a:p>
          <a:p>
            <a:pPr marL="0" indent="0">
              <a:buNone/>
            </a:pPr>
            <a:r>
              <a:rPr lang="en-US" sz="1400" dirty="0">
                <a:solidFill>
                  <a:srgbClr val="1F2A30"/>
                </a:solidFill>
                <a:latin typeface="Courier New"/>
                <a:cs typeface="Courier New"/>
              </a:rPr>
              <a:t>read_csv("chem_data.csv") |&gt;</a:t>
            </a:r>
          </a:p>
          <a:p>
            <a:pPr marL="0" indent="0">
              <a:buNone/>
            </a:pPr>
            <a:r>
              <a:rPr lang="en-US" sz="1400" dirty="0">
                <a:solidFill>
                  <a:srgbClr val="1F2A30"/>
                </a:solidFill>
                <a:latin typeface="Courier New"/>
                <a:cs typeface="Courier New"/>
              </a:rPr>
              <a:t>  filter(test %in% tests_keep) |&gt;</a:t>
            </a:r>
          </a:p>
          <a:p>
            <a:pPr marL="0" indent="0">
              <a:buNone/>
            </a:pPr>
            <a:r>
              <a:rPr lang="en-US" sz="1400" dirty="0">
                <a:solidFill>
                  <a:srgbClr val="1F2A30"/>
                </a:solidFill>
                <a:latin typeface="Courier New"/>
                <a:cs typeface="Courier New"/>
              </a:rPr>
              <a:t>  write_csv("chem_subset.csv")</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normAutofit/>
          </a:bodyPr>
          <a:lstStyle/>
          <a:p>
            <a:r>
              <a:rPr lang="en-US" dirty="0"/>
              <a:t>Cold prompt</a:t>
            </a:r>
          </a:p>
        </p:txBody>
      </p:sp>
      <p:sp>
        <p:nvSpPr>
          <p:cNvPr id="12" name="TextBox 12"/>
          <p:cNvSpPr txBox="1"/>
          <p:nvPr/>
        </p:nvSpPr>
        <p:spPr>
          <a:xfrm>
            <a:off x="8778240" y="109728"/>
            <a:ext cx="3017520" cy="566928"/>
          </a:xfrm>
          <a:prstGeom prst="rect">
            <a:avLst/>
          </a:prstGeom>
          <a:noFill/>
        </p:spPr>
        <p:txBody>
          <a:bodyPr wrap="square" lIns="0" tIns="0" rIns="0" bIns="0" rtlCol="0" anchor="t"/>
          <a:lstStyle/>
          <a:p>
            <a:pPr algn="r"/>
            <a:r>
              <a:rPr lang="en-US" sz="3600" b="1" dirty="0">
                <a:solidFill>
                  <a:srgbClr val="1CADE4"/>
                </a:solidFill>
              </a:rPr>
              <a:t>Exercise</a:t>
            </a:r>
          </a:p>
        </p:txBody>
      </p:sp>
      <p:sp>
        <p:nvSpPr>
          <p:cNvPr id="13" name="TextBox 13"/>
          <p:cNvSpPr txBox="1"/>
          <p:nvPr/>
        </p:nvSpPr>
        <p:spPr>
          <a:xfrm>
            <a:off x="1024128" y="1965960"/>
            <a:ext cx="9692640" cy="384048"/>
          </a:xfrm>
          <a:prstGeom prst="rect">
            <a:avLst/>
          </a:prstGeom>
          <a:noFill/>
        </p:spPr>
        <p:txBody>
          <a:bodyPr wrap="square" lIns="0" tIns="0" rIns="0" bIns="0" rtlCol="0" anchor="t"/>
          <a:lstStyle/>
          <a:p>
            <a:r>
              <a:rPr lang="en-US" sz="1800" b="1" dirty="0">
                <a:solidFill>
                  <a:srgbClr val="1B7FA6"/>
                </a:solidFill>
              </a:rPr>
              <a:t>Why computational thinking matters</a:t>
            </a:r>
          </a:p>
        </p:txBody>
      </p:sp>
      <p:sp>
        <p:nvSpPr>
          <p:cNvPr id="14" name="TextBox 14"/>
          <p:cNvSpPr txBox="1"/>
          <p:nvPr/>
        </p:nvSpPr>
        <p:spPr>
          <a:xfrm>
            <a:off x="1024128" y="2423160"/>
            <a:ext cx="5669280" cy="3383280"/>
          </a:xfrm>
          <a:prstGeom prst="rect">
            <a:avLst/>
          </a:prstGeom>
          <a:noFill/>
        </p:spPr>
        <p:txBody>
          <a:bodyPr wrap="square" lIns="91440" tIns="91440" rIns="91440" bIns="91440" rtlCol="0" anchor="t">
            <a:normAutofit/>
          </a:bodyPr>
          <a:lstStyle/>
          <a:p>
            <a:pPr marL="457200" lvl="0" indent="-457200">
              <a:spcAft>
                <a:spcPts val="600"/>
              </a:spcAft>
              <a:buFont typeface="+mj-lt"/>
              <a:buAutoNum type="arabicPeriod"/>
            </a:pPr>
            <a:r>
              <a:rPr lang="en-US" sz="1800" dirty="0"/>
              <a:t>Open claude.ai and start a new chat.</a:t>
            </a:r>
          </a:p>
          <a:p>
            <a:pPr marL="457200" lvl="0" indent="-457200">
              <a:spcAft>
                <a:spcPts val="600"/>
              </a:spcAft>
              <a:buFont typeface="+mj-lt"/>
              <a:buAutoNum type="arabicPeriod"/>
            </a:pPr>
            <a:r>
              <a:rPr lang="en-US" sz="1800" dirty="0"/>
              <a:t>Type </a:t>
            </a:r>
            <a:r>
              <a:rPr lang="en-US" dirty="0"/>
              <a:t>a prompt to generate R code to help you answer the lab director’s questions. Do not upload data.</a:t>
            </a:r>
            <a:endParaRPr lang="en-US" sz="1800" dirty="0"/>
          </a:p>
          <a:p>
            <a:pPr marL="457200" lvl="0" indent="-457200">
              <a:spcAft>
                <a:spcPts val="600"/>
              </a:spcAft>
              <a:buFont typeface="+mj-lt"/>
              <a:buAutoNum type="arabicPeriod"/>
            </a:pPr>
            <a:r>
              <a:rPr lang="en-US" sz="1800" dirty="0"/>
              <a:t>Paste Claude's code under COLD PROMPT in your workbook. Run it.</a:t>
            </a:r>
          </a:p>
          <a:p>
            <a:pPr marL="457200" lvl="0" indent="-457200">
              <a:spcAft>
                <a:spcPts val="600"/>
              </a:spcAft>
              <a:buFont typeface="+mj-lt"/>
              <a:buAutoNum type="arabicPeriod"/>
            </a:pPr>
            <a:r>
              <a:rPr lang="en-US" sz="1800" dirty="0"/>
              <a:t>What happened? Did Claude know your column names? Your data? Your question? Does the code work? Is it what you intended?</a:t>
            </a:r>
          </a:p>
          <a:p>
            <a:pPr marL="457200" lvl="0" indent="-457200">
              <a:spcAft>
                <a:spcPts val="600"/>
              </a:spcAft>
              <a:buFont typeface="+mj-lt"/>
              <a:buAutoNum type="arabicPeriod"/>
            </a:pPr>
            <a:r>
              <a:rPr lang="en-US" sz="1800" dirty="0"/>
              <a:t>Save your prompt and Claude's full reply. Rate your confidence that the answer is right, from 1 to 5.</a:t>
            </a:r>
          </a:p>
        </p:txBody>
      </p:sp>
      <p:sp>
        <p:nvSpPr>
          <p:cNvPr id="15" name="TextBox 15"/>
          <p:cNvSpPr txBox="1"/>
          <p:nvPr/>
        </p:nvSpPr>
        <p:spPr>
          <a:xfrm>
            <a:off x="6903720" y="2084832"/>
            <a:ext cx="4251960" cy="3383280"/>
          </a:xfrm>
          <a:prstGeom prst="rect">
            <a:avLst/>
          </a:prstGeom>
          <a:solidFill>
            <a:srgbClr val="EEF3F6"/>
          </a:solidFill>
        </p:spPr>
        <p:txBody>
          <a:bodyPr wrap="square" lIns="137160" tIns="137160" rIns="137160" bIns="137160" rtlCol="0" anchor="t">
            <a:normAutofit/>
          </a:bodyPr>
          <a:lstStyle/>
          <a:p>
            <a:pPr marL="0" indent="0">
              <a:buNone/>
            </a:pPr>
            <a:r>
              <a:rPr lang="en-US" sz="1800" dirty="0">
                <a:solidFill>
                  <a:srgbClr val="1F2A30"/>
                </a:solidFill>
                <a:latin typeface="Courier New"/>
                <a:cs typeface="Courier New"/>
              </a:rPr>
              <a:t>ICU clinicians say their chemistry results come back slower than results for other units.</a:t>
            </a:r>
          </a:p>
          <a:p>
            <a:pPr marL="0" indent="0">
              <a:buNone/>
            </a:pPr>
            <a:endParaRPr lang="en-US" sz="1800" dirty="0">
              <a:solidFill>
                <a:srgbClr val="1F2A30"/>
              </a:solidFill>
              <a:latin typeface="Courier New"/>
              <a:cs typeface="Courier New"/>
            </a:endParaRPr>
          </a:p>
          <a:p>
            <a:pPr marL="0" indent="0">
              <a:buNone/>
            </a:pPr>
            <a:r>
              <a:rPr lang="en-US" sz="1800" b="1" dirty="0">
                <a:solidFill>
                  <a:srgbClr val="1F2A30"/>
                </a:solidFill>
                <a:latin typeface="Courier New"/>
                <a:cs typeface="Courier New"/>
              </a:rPr>
              <a:t>The lab director asks:</a:t>
            </a:r>
          </a:p>
          <a:p>
            <a:pPr marL="0" indent="0">
              <a:buNone/>
            </a:pPr>
            <a:r>
              <a:rPr lang="en-US" sz="1800" dirty="0">
                <a:solidFill>
                  <a:srgbClr val="1F2A30"/>
                </a:solidFill>
                <a:latin typeface="Courier New"/>
                <a:cs typeface="Courier New"/>
              </a:rPr>
              <a:t>Q1. Does turnaround time (TAT) differ by patient type?</a:t>
            </a:r>
          </a:p>
          <a:p>
            <a:pPr marL="0" indent="0">
              <a:buNone/>
            </a:pPr>
            <a:endParaRPr lang="en-US" sz="1800" dirty="0">
              <a:solidFill>
                <a:srgbClr val="1F2A30"/>
              </a:solidFill>
              <a:latin typeface="Courier New"/>
              <a:cs typeface="Courier New"/>
            </a:endParaRPr>
          </a:p>
          <a:p>
            <a:pPr marL="0" indent="0">
              <a:buNone/>
            </a:pPr>
            <a:r>
              <a:rPr lang="en-US" sz="1800" dirty="0">
                <a:solidFill>
                  <a:srgbClr val="1F2A30"/>
                </a:solidFill>
                <a:latin typeface="Courier New"/>
                <a:cs typeface="Courier New"/>
              </a:rPr>
              <a:t>Q2. Are we meeting a 3-hour collect-to-verify goal?</a:t>
            </a:r>
          </a:p>
          <a:p>
            <a:pPr marL="0" indent="0">
              <a:buNone/>
            </a:pPr>
            <a:endParaRPr lang="en-US" sz="1800" dirty="0">
              <a:solidFill>
                <a:srgbClr val="1F2A30"/>
              </a:solidFill>
              <a:latin typeface="Courier New"/>
              <a:cs typeface="Courier New"/>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DADCB0-254A-F6AA-E142-25DE80A808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48B3BC-0899-B3F2-E584-A070E632764B}"/>
              </a:ext>
            </a:extLst>
          </p:cNvPr>
          <p:cNvSpPr>
            <a:spLocks noGrp="1"/>
          </p:cNvSpPr>
          <p:nvPr>
            <p:ph type="title"/>
          </p:nvPr>
        </p:nvSpPr>
        <p:spPr/>
        <p:txBody>
          <a:bodyPr/>
          <a:lstStyle/>
          <a:p>
            <a:r>
              <a:rPr lang="en-US" dirty="0"/>
              <a:t>computational thinking skills</a:t>
            </a:r>
          </a:p>
        </p:txBody>
      </p:sp>
      <p:graphicFrame>
        <p:nvGraphicFramePr>
          <p:cNvPr id="6" name="Diagram 5">
            <a:extLst>
              <a:ext uri="{FF2B5EF4-FFF2-40B4-BE49-F238E27FC236}">
                <a16:creationId xmlns:a16="http://schemas.microsoft.com/office/drawing/2014/main" id="{5AC2D735-518D-1171-108F-E340B62A1563}"/>
              </a:ext>
            </a:extLst>
          </p:cNvPr>
          <p:cNvGraphicFramePr/>
          <p:nvPr/>
        </p:nvGraphicFramePr>
        <p:xfrm>
          <a:off x="2815771" y="2002391"/>
          <a:ext cx="6342743" cy="42284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Rectangle 3">
            <a:extLst>
              <a:ext uri="{FF2B5EF4-FFF2-40B4-BE49-F238E27FC236}">
                <a16:creationId xmlns:a16="http://schemas.microsoft.com/office/drawing/2014/main" id="{D0C6B8C6-F174-5906-C854-1FBA1F77BEB0}"/>
              </a:ext>
            </a:extLst>
          </p:cNvPr>
          <p:cNvSpPr/>
          <p:nvPr/>
        </p:nvSpPr>
        <p:spPr>
          <a:xfrm>
            <a:off x="2718148" y="2792186"/>
            <a:ext cx="6538586" cy="3464269"/>
          </a:xfrm>
          <a:prstGeom prst="rect">
            <a:avLst/>
          </a:prstGeom>
          <a:solidFill>
            <a:schemeClr val="bg1">
              <a:alpha val="70329"/>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812659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94938-0C8E-1D42-BC37-B4C3360E88D3}"/>
              </a:ext>
            </a:extLst>
          </p:cNvPr>
          <p:cNvSpPr>
            <a:spLocks noGrp="1"/>
          </p:cNvSpPr>
          <p:nvPr>
            <p:ph type="title"/>
          </p:nvPr>
        </p:nvSpPr>
        <p:spPr/>
        <p:txBody>
          <a:bodyPr/>
          <a:lstStyle/>
          <a:p>
            <a:r>
              <a:rPr lang="en-US" dirty="0"/>
              <a:t>decomposition</a:t>
            </a:r>
          </a:p>
        </p:txBody>
      </p:sp>
      <p:sp>
        <p:nvSpPr>
          <p:cNvPr id="3" name="Content Placeholder 2">
            <a:extLst>
              <a:ext uri="{FF2B5EF4-FFF2-40B4-BE49-F238E27FC236}">
                <a16:creationId xmlns:a16="http://schemas.microsoft.com/office/drawing/2014/main" id="{E0B9AEF0-9308-D102-879B-6D61573221C9}"/>
              </a:ext>
            </a:extLst>
          </p:cNvPr>
          <p:cNvSpPr>
            <a:spLocks noGrp="1"/>
          </p:cNvSpPr>
          <p:nvPr>
            <p:ph idx="1"/>
          </p:nvPr>
        </p:nvSpPr>
        <p:spPr/>
        <p:txBody>
          <a:bodyPr>
            <a:normAutofit fontScale="92500"/>
          </a:bodyPr>
          <a:lstStyle/>
          <a:p>
            <a:pPr marL="0" indent="0">
              <a:buNone/>
            </a:pPr>
            <a:r>
              <a:rPr lang="en-US" dirty="0"/>
              <a:t>Break down a large, complex problem into smaller, more manageable parts to make it easier to understand and solve</a:t>
            </a:r>
          </a:p>
          <a:p>
            <a:pPr marL="0" indent="0">
              <a:buNone/>
            </a:pPr>
            <a:endParaRPr lang="en-US" dirty="0"/>
          </a:p>
          <a:p>
            <a:pPr marL="514350" indent="-514350">
              <a:buAutoNum type="arabicPeriod"/>
            </a:pPr>
            <a:r>
              <a:rPr lang="en-US" dirty="0"/>
              <a:t>Identify the main (large, complex) problem</a:t>
            </a:r>
          </a:p>
          <a:p>
            <a:pPr marL="514350" indent="-514350">
              <a:buAutoNum type="arabicPeriod"/>
            </a:pPr>
            <a:r>
              <a:rPr lang="en-US" dirty="0"/>
              <a:t>Break it down into smaller tasks</a:t>
            </a:r>
          </a:p>
          <a:p>
            <a:pPr marL="514350" indent="-514350">
              <a:buAutoNum type="arabicPeriod"/>
            </a:pPr>
            <a:r>
              <a:rPr lang="en-US" dirty="0"/>
              <a:t>Solve each sub-task</a:t>
            </a:r>
          </a:p>
          <a:p>
            <a:pPr marL="514350" indent="-514350">
              <a:buAutoNum type="arabicPeriod"/>
            </a:pPr>
            <a:r>
              <a:rPr lang="en-US" dirty="0"/>
              <a:t>Combine solutions to solve main problem</a:t>
            </a:r>
          </a:p>
          <a:p>
            <a:pPr marL="514350" indent="-514350">
              <a:buAutoNum type="arabicPeriod"/>
            </a:pPr>
            <a:endParaRPr lang="en-US" dirty="0"/>
          </a:p>
          <a:p>
            <a:pPr marL="0" indent="0">
              <a:buNone/>
            </a:pPr>
            <a:endParaRPr lang="en-US" dirty="0"/>
          </a:p>
          <a:p>
            <a:pPr marL="0" indent="0">
              <a:buNone/>
            </a:pPr>
            <a:endParaRPr lang="en-US" dirty="0"/>
          </a:p>
          <a:p>
            <a:pPr marL="0" indent="0">
              <a:buNone/>
            </a:pPr>
            <a:endParaRPr lang="en-US" dirty="0"/>
          </a:p>
          <a:p>
            <a:endParaRPr lang="en-US" b="1" dirty="0"/>
          </a:p>
        </p:txBody>
      </p:sp>
      <p:grpSp>
        <p:nvGrpSpPr>
          <p:cNvPr id="13" name="Group 12">
            <a:extLst>
              <a:ext uri="{FF2B5EF4-FFF2-40B4-BE49-F238E27FC236}">
                <a16:creationId xmlns:a16="http://schemas.microsoft.com/office/drawing/2014/main" id="{019A2274-4000-0712-23E8-4B983523DCB7}"/>
              </a:ext>
            </a:extLst>
          </p:cNvPr>
          <p:cNvGrpSpPr/>
          <p:nvPr/>
        </p:nvGrpSpPr>
        <p:grpSpPr>
          <a:xfrm>
            <a:off x="867228" y="882804"/>
            <a:ext cx="6342743" cy="782519"/>
            <a:chOff x="7024188" y="157380"/>
            <a:chExt cx="6342743" cy="782519"/>
          </a:xfrm>
        </p:grpSpPr>
        <p:grpSp>
          <p:nvGrpSpPr>
            <p:cNvPr id="9" name="Group 8">
              <a:extLst>
                <a:ext uri="{FF2B5EF4-FFF2-40B4-BE49-F238E27FC236}">
                  <a16:creationId xmlns:a16="http://schemas.microsoft.com/office/drawing/2014/main" id="{D0222C13-A331-22FF-FE0D-18CEB21D3731}"/>
                </a:ext>
              </a:extLst>
            </p:cNvPr>
            <p:cNvGrpSpPr/>
            <p:nvPr/>
          </p:nvGrpSpPr>
          <p:grpSpPr>
            <a:xfrm>
              <a:off x="7024188" y="157380"/>
              <a:ext cx="6342743" cy="782519"/>
              <a:chOff x="0" y="0"/>
              <a:chExt cx="6342743" cy="782519"/>
            </a:xfrm>
          </p:grpSpPr>
          <p:sp>
            <p:nvSpPr>
              <p:cNvPr id="11" name="Rounded Rectangle 10">
                <a:extLst>
                  <a:ext uri="{FF2B5EF4-FFF2-40B4-BE49-F238E27FC236}">
                    <a16:creationId xmlns:a16="http://schemas.microsoft.com/office/drawing/2014/main" id="{D33F1CE1-C7DB-EA52-829E-8D8F1F9DC680}"/>
                  </a:ext>
                </a:extLst>
              </p:cNvPr>
              <p:cNvSpPr/>
              <p:nvPr/>
            </p:nvSpPr>
            <p:spPr>
              <a:xfrm>
                <a:off x="0" y="0"/>
                <a:ext cx="6342743" cy="782519"/>
              </a:xfrm>
              <a:prstGeom prst="roundRect">
                <a:avLst>
                  <a:gd name="adj" fmla="val 10000"/>
                </a:avLst>
              </a:pr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a:lstStyle/>
              <a:p>
                <a:endParaRPr lang="en-US" dirty="0"/>
              </a:p>
            </p:txBody>
          </p:sp>
          <p:sp>
            <p:nvSpPr>
              <p:cNvPr id="12" name="Rounded Rectangle 4">
                <a:extLst>
                  <a:ext uri="{FF2B5EF4-FFF2-40B4-BE49-F238E27FC236}">
                    <a16:creationId xmlns:a16="http://schemas.microsoft.com/office/drawing/2014/main" id="{062DFD64-217E-56F2-501A-CC068A450C27}"/>
                  </a:ext>
                </a:extLst>
              </p:cNvPr>
              <p:cNvSpPr txBox="1"/>
              <p:nvPr/>
            </p:nvSpPr>
            <p:spPr>
              <a:xfrm>
                <a:off x="1346800" y="0"/>
                <a:ext cx="4995942" cy="7825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Decomposition</a:t>
                </a:r>
              </a:p>
            </p:txBody>
          </p:sp>
        </p:grpSp>
        <p:sp>
          <p:nvSpPr>
            <p:cNvPr id="10" name="Rounded Rectangle 9" descr="Puzzle pieces with solid fill">
              <a:extLst>
                <a:ext uri="{FF2B5EF4-FFF2-40B4-BE49-F238E27FC236}">
                  <a16:creationId xmlns:a16="http://schemas.microsoft.com/office/drawing/2014/main" id="{D274EA08-A055-FF4A-7CD1-8EF0FF13B5B5}"/>
                </a:ext>
              </a:extLst>
            </p:cNvPr>
            <p:cNvSpPr/>
            <p:nvPr/>
          </p:nvSpPr>
          <p:spPr>
            <a:xfrm>
              <a:off x="7102439" y="235631"/>
              <a:ext cx="1268548" cy="626015"/>
            </a:xfrm>
            <a:prstGeom prst="roundRect">
              <a:avLst>
                <a:gd name="adj" fmla="val 10000"/>
              </a:avLst>
            </a:prstGeom>
            <a:blipFill>
              <a:blip>
                <a:extLst>
                  <a:ext uri="{96DAC541-7B7A-43D3-8B79-37D633B846F1}">
                    <asvg:svgBlip xmlns:asvg="http://schemas.microsoft.com/office/drawing/2016/SVG/main" r:embed="rId3"/>
                  </a:ext>
                </a:extLst>
              </a:blip>
              <a:srcRect/>
              <a:stretch>
                <a:fillRect t="-16000" b="-16000"/>
              </a:stretch>
            </a:blipFill>
          </p:spPr>
          <p:style>
            <a:lnRef idx="2">
              <a:schemeClr val="lt1">
                <a:hueOff val="0"/>
                <a:satOff val="0"/>
                <a:lumOff val="0"/>
                <a:alphaOff val="0"/>
              </a:schemeClr>
            </a:lnRef>
            <a:fillRef idx="1">
              <a:scrgbClr r="0" g="0" b="0"/>
            </a:fillRef>
            <a:effectRef idx="0">
              <a:schemeClr val="accent2">
                <a:tint val="50000"/>
                <a:hueOff val="0"/>
                <a:satOff val="0"/>
                <a:lumOff val="0"/>
                <a:alphaOff val="0"/>
              </a:schemeClr>
            </a:effectRef>
            <a:fontRef idx="minor">
              <a:schemeClr val="lt1">
                <a:hueOff val="0"/>
                <a:satOff val="0"/>
                <a:lumOff val="0"/>
                <a:alphaOff val="0"/>
              </a:schemeClr>
            </a:fontRef>
          </p:style>
          <p:txBody>
            <a:bodyPr/>
            <a:lstStyle/>
            <a:p>
              <a:endParaRPr lang="en-US"/>
            </a:p>
          </p:txBody>
        </p:sp>
      </p:grpSp>
    </p:spTree>
    <p:extLst>
      <p:ext uri="{BB962C8B-B14F-4D97-AF65-F5344CB8AC3E}">
        <p14:creationId xmlns:p14="http://schemas.microsoft.com/office/powerpoint/2010/main" val="2071938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54D41-4440-1C18-858E-8C750D6EB780}"/>
              </a:ext>
            </a:extLst>
          </p:cNvPr>
          <p:cNvSpPr>
            <a:spLocks noGrp="1"/>
          </p:cNvSpPr>
          <p:nvPr>
            <p:ph type="title"/>
          </p:nvPr>
        </p:nvSpPr>
        <p:spPr/>
        <p:txBody>
          <a:bodyPr/>
          <a:lstStyle/>
          <a:p>
            <a:r>
              <a:rPr lang="en-US" dirty="0"/>
              <a:t>Decomposing the act of Baking cupcakes</a:t>
            </a:r>
          </a:p>
        </p:txBody>
      </p:sp>
      <p:graphicFrame>
        <p:nvGraphicFramePr>
          <p:cNvPr id="4" name="Content Placeholder 2">
            <a:extLst>
              <a:ext uri="{FF2B5EF4-FFF2-40B4-BE49-F238E27FC236}">
                <a16:creationId xmlns:a16="http://schemas.microsoft.com/office/drawing/2014/main" id="{B5565ED4-7585-549A-19EE-8C91D0A80311}"/>
              </a:ext>
            </a:extLst>
          </p:cNvPr>
          <p:cNvGraphicFramePr>
            <a:graphicFrameLocks/>
          </p:cNvGraphicFramePr>
          <p:nvPr>
            <p:extLst>
              <p:ext uri="{D42A27DB-BD31-4B8C-83A1-F6EECF244321}">
                <p14:modId xmlns:p14="http://schemas.microsoft.com/office/powerpoint/2010/main" val="484794850"/>
              </p:ext>
            </p:extLst>
          </p:nvPr>
        </p:nvGraphicFramePr>
        <p:xfrm>
          <a:off x="1235869" y="2084832"/>
          <a:ext cx="9720262" cy="4022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 name="Picture 6">
            <a:extLst>
              <a:ext uri="{FF2B5EF4-FFF2-40B4-BE49-F238E27FC236}">
                <a16:creationId xmlns:a16="http://schemas.microsoft.com/office/drawing/2014/main" id="{8E426B5F-0206-10DC-CF82-5BCED20326DE}"/>
              </a:ext>
            </a:extLst>
          </p:cNvPr>
          <p:cNvPicPr>
            <a:picLocks noChangeAspect="1"/>
          </p:cNvPicPr>
          <p:nvPr/>
        </p:nvPicPr>
        <p:blipFill>
          <a:blip r:embed="rId7"/>
          <a:stretch>
            <a:fillRect/>
          </a:stretch>
        </p:blipFill>
        <p:spPr>
          <a:xfrm>
            <a:off x="10374630" y="0"/>
            <a:ext cx="1828800" cy="1849257"/>
          </a:xfrm>
          <a:prstGeom prst="rect">
            <a:avLst/>
          </a:prstGeom>
        </p:spPr>
      </p:pic>
    </p:spTree>
    <p:extLst>
      <p:ext uri="{BB962C8B-B14F-4D97-AF65-F5344CB8AC3E}">
        <p14:creationId xmlns:p14="http://schemas.microsoft.com/office/powerpoint/2010/main" val="20907910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FE7B7-04E6-672F-6303-E9EF5CFB9E24}"/>
              </a:ext>
            </a:extLst>
          </p:cNvPr>
          <p:cNvSpPr>
            <a:spLocks noGrp="1"/>
          </p:cNvSpPr>
          <p:nvPr>
            <p:ph type="title"/>
          </p:nvPr>
        </p:nvSpPr>
        <p:spPr/>
        <p:txBody>
          <a:bodyPr/>
          <a:lstStyle/>
          <a:p>
            <a:r>
              <a:rPr lang="en-US" dirty="0"/>
              <a:t>Cupcakes: planning &amp; preparation</a:t>
            </a:r>
          </a:p>
        </p:txBody>
      </p:sp>
      <p:sp>
        <p:nvSpPr>
          <p:cNvPr id="3" name="Content Placeholder 2">
            <a:extLst>
              <a:ext uri="{FF2B5EF4-FFF2-40B4-BE49-F238E27FC236}">
                <a16:creationId xmlns:a16="http://schemas.microsoft.com/office/drawing/2014/main" id="{2F586A1E-9B3B-2F5E-47F2-C23670E49143}"/>
              </a:ext>
            </a:extLst>
          </p:cNvPr>
          <p:cNvSpPr>
            <a:spLocks noGrp="1"/>
          </p:cNvSpPr>
          <p:nvPr>
            <p:ph idx="1"/>
          </p:nvPr>
        </p:nvSpPr>
        <p:spPr/>
        <p:txBody>
          <a:bodyPr>
            <a:normAutofit/>
          </a:bodyPr>
          <a:lstStyle/>
          <a:p>
            <a:pPr marL="241300" indent="-241300"/>
            <a:r>
              <a:rPr lang="en-US" dirty="0"/>
              <a:t>Select the recipe and flavor</a:t>
            </a:r>
          </a:p>
          <a:p>
            <a:pPr marL="241300" indent="-241300"/>
            <a:r>
              <a:rPr lang="en-US" dirty="0"/>
              <a:t>Gather ingredients</a:t>
            </a:r>
          </a:p>
          <a:p>
            <a:pPr marL="241300" indent="-241300"/>
            <a:r>
              <a:rPr lang="en-US" dirty="0"/>
              <a:t>Collect kitchen supplies, tools, and equipment</a:t>
            </a:r>
          </a:p>
          <a:p>
            <a:pPr marL="241300" indent="-241300"/>
            <a:r>
              <a:rPr lang="en-US" dirty="0"/>
              <a:t>Preheat the oven to required temp</a:t>
            </a:r>
          </a:p>
        </p:txBody>
      </p:sp>
    </p:spTree>
    <p:extLst>
      <p:ext uri="{BB962C8B-B14F-4D97-AF65-F5344CB8AC3E}">
        <p14:creationId xmlns:p14="http://schemas.microsoft.com/office/powerpoint/2010/main" val="4193206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D441A-8492-C303-D899-A6858CEC32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EB67BF-FEB6-D3DA-59BC-937D89207C69}"/>
              </a:ext>
            </a:extLst>
          </p:cNvPr>
          <p:cNvSpPr>
            <a:spLocks noGrp="1"/>
          </p:cNvSpPr>
          <p:nvPr>
            <p:ph type="title"/>
          </p:nvPr>
        </p:nvSpPr>
        <p:spPr/>
        <p:txBody>
          <a:bodyPr/>
          <a:lstStyle/>
          <a:p>
            <a:r>
              <a:rPr lang="en-US" dirty="0"/>
              <a:t>Cupcakes: Mixing</a:t>
            </a:r>
          </a:p>
        </p:txBody>
      </p:sp>
      <p:sp>
        <p:nvSpPr>
          <p:cNvPr id="3" name="Content Placeholder 2">
            <a:extLst>
              <a:ext uri="{FF2B5EF4-FFF2-40B4-BE49-F238E27FC236}">
                <a16:creationId xmlns:a16="http://schemas.microsoft.com/office/drawing/2014/main" id="{6EBB7CEB-F396-F572-8A89-F746BC6173BA}"/>
              </a:ext>
            </a:extLst>
          </p:cNvPr>
          <p:cNvSpPr>
            <a:spLocks noGrp="1"/>
          </p:cNvSpPr>
          <p:nvPr>
            <p:ph idx="1"/>
          </p:nvPr>
        </p:nvSpPr>
        <p:spPr/>
        <p:txBody>
          <a:bodyPr/>
          <a:lstStyle/>
          <a:p>
            <a:pPr marL="241300" indent="-241300"/>
            <a:r>
              <a:rPr lang="en-US" dirty="0"/>
              <a:t>Prepare dry ingredients</a:t>
            </a:r>
          </a:p>
          <a:p>
            <a:pPr marL="241300" indent="-241300"/>
            <a:r>
              <a:rPr lang="en-US" dirty="0"/>
              <a:t>Prepare wet ingredients</a:t>
            </a:r>
          </a:p>
          <a:p>
            <a:pPr marL="241300" indent="-241300"/>
            <a:r>
              <a:rPr lang="en-US" dirty="0"/>
              <a:t>Combine wet and dry ingredients</a:t>
            </a:r>
          </a:p>
        </p:txBody>
      </p:sp>
    </p:spTree>
    <p:extLst>
      <p:ext uri="{BB962C8B-B14F-4D97-AF65-F5344CB8AC3E}">
        <p14:creationId xmlns:p14="http://schemas.microsoft.com/office/powerpoint/2010/main" val="37166975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6DFD1B-E954-DA2D-EA44-0C56767E4D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74CC65-590B-B014-8803-78D163803017}"/>
              </a:ext>
            </a:extLst>
          </p:cNvPr>
          <p:cNvSpPr>
            <a:spLocks noGrp="1"/>
          </p:cNvSpPr>
          <p:nvPr>
            <p:ph type="title"/>
          </p:nvPr>
        </p:nvSpPr>
        <p:spPr/>
        <p:txBody>
          <a:bodyPr/>
          <a:lstStyle/>
          <a:p>
            <a:r>
              <a:rPr lang="en-US" dirty="0"/>
              <a:t>Cupcakes: Baking</a:t>
            </a:r>
          </a:p>
        </p:txBody>
      </p:sp>
      <p:sp>
        <p:nvSpPr>
          <p:cNvPr id="3" name="Content Placeholder 2">
            <a:extLst>
              <a:ext uri="{FF2B5EF4-FFF2-40B4-BE49-F238E27FC236}">
                <a16:creationId xmlns:a16="http://schemas.microsoft.com/office/drawing/2014/main" id="{71B6AF02-CFBF-7A1A-CE43-1602B43B60C4}"/>
              </a:ext>
            </a:extLst>
          </p:cNvPr>
          <p:cNvSpPr>
            <a:spLocks noGrp="1"/>
          </p:cNvSpPr>
          <p:nvPr>
            <p:ph idx="1"/>
          </p:nvPr>
        </p:nvSpPr>
        <p:spPr/>
        <p:txBody>
          <a:bodyPr>
            <a:normAutofit/>
          </a:bodyPr>
          <a:lstStyle/>
          <a:p>
            <a:pPr marL="285750" indent="-285750"/>
            <a:r>
              <a:rPr lang="en-US" dirty="0"/>
              <a:t>Prepare the pan</a:t>
            </a:r>
          </a:p>
          <a:p>
            <a:pPr marL="285750" indent="-285750"/>
            <a:r>
              <a:rPr lang="en-US" dirty="0"/>
              <a:t>Pour the batter </a:t>
            </a:r>
          </a:p>
          <a:p>
            <a:pPr marL="285750" indent="-285750"/>
            <a:r>
              <a:rPr lang="en-US" dirty="0"/>
              <a:t>Bake for required time </a:t>
            </a:r>
          </a:p>
          <a:p>
            <a:pPr marL="285750" indent="-285750"/>
            <a:r>
              <a:rPr lang="en-US" dirty="0"/>
              <a:t>Check for doneness</a:t>
            </a:r>
          </a:p>
          <a:p>
            <a:pPr marL="285750" indent="-285750"/>
            <a:r>
              <a:rPr lang="en-US" dirty="0"/>
              <a:t>When done remove pan from oven</a:t>
            </a:r>
          </a:p>
          <a:p>
            <a:pPr marL="285750" indent="-285750"/>
            <a:endParaRPr lang="en-US" dirty="0"/>
          </a:p>
        </p:txBody>
      </p:sp>
    </p:spTree>
    <p:extLst>
      <p:ext uri="{BB962C8B-B14F-4D97-AF65-F5344CB8AC3E}">
        <p14:creationId xmlns:p14="http://schemas.microsoft.com/office/powerpoint/2010/main" val="1313249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F55AA1-E964-9690-FF92-5C92423C22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C998C9-A471-14C5-7463-AC72AD69A010}"/>
              </a:ext>
            </a:extLst>
          </p:cNvPr>
          <p:cNvSpPr>
            <a:spLocks noGrp="1"/>
          </p:cNvSpPr>
          <p:nvPr>
            <p:ph type="title"/>
          </p:nvPr>
        </p:nvSpPr>
        <p:spPr/>
        <p:txBody>
          <a:bodyPr/>
          <a:lstStyle/>
          <a:p>
            <a:r>
              <a:rPr lang="en-US" dirty="0"/>
              <a:t>Cupcakes: finishing</a:t>
            </a:r>
          </a:p>
        </p:txBody>
      </p:sp>
      <p:sp>
        <p:nvSpPr>
          <p:cNvPr id="3" name="Content Placeholder 2">
            <a:extLst>
              <a:ext uri="{FF2B5EF4-FFF2-40B4-BE49-F238E27FC236}">
                <a16:creationId xmlns:a16="http://schemas.microsoft.com/office/drawing/2014/main" id="{4DB83757-1E26-7894-20C0-B07CFB38F591}"/>
              </a:ext>
            </a:extLst>
          </p:cNvPr>
          <p:cNvSpPr>
            <a:spLocks noGrp="1"/>
          </p:cNvSpPr>
          <p:nvPr>
            <p:ph idx="1"/>
          </p:nvPr>
        </p:nvSpPr>
        <p:spPr/>
        <p:txBody>
          <a:bodyPr/>
          <a:lstStyle/>
          <a:p>
            <a:pPr marL="285750" indent="-285750"/>
            <a:r>
              <a:rPr lang="en-US" dirty="0"/>
              <a:t>Remove cupcakes from pan</a:t>
            </a:r>
          </a:p>
          <a:p>
            <a:pPr marL="285750" indent="-285750"/>
            <a:r>
              <a:rPr lang="en-US" dirty="0"/>
              <a:t>Cool the cupcakes</a:t>
            </a:r>
          </a:p>
          <a:p>
            <a:pPr marL="285750" indent="-285750"/>
            <a:r>
              <a:rPr lang="en-US" dirty="0"/>
              <a:t>Decorate cupcakes</a:t>
            </a:r>
          </a:p>
        </p:txBody>
      </p:sp>
    </p:spTree>
    <p:extLst>
      <p:ext uri="{BB962C8B-B14F-4D97-AF65-F5344CB8AC3E}">
        <p14:creationId xmlns:p14="http://schemas.microsoft.com/office/powerpoint/2010/main" val="27828197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2AE8E50-35D4-4D5A-A4BB-168CBB027D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88726"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16">
            <a:extLst>
              <a:ext uri="{FF2B5EF4-FFF2-40B4-BE49-F238E27FC236}">
                <a16:creationId xmlns:a16="http://schemas.microsoft.com/office/drawing/2014/main" id="{C37D1D6D-17D8-4296-B000-665D1892D0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0396" y="1276539"/>
            <a:ext cx="5570417" cy="4304276"/>
          </a:xfrm>
          <a:custGeom>
            <a:avLst/>
            <a:gdLst>
              <a:gd name="connsiteX0" fmla="*/ 4985599 w 5593163"/>
              <a:gd name="connsiteY0" fmla="*/ 636203 h 4305008"/>
              <a:gd name="connsiteX1" fmla="*/ 5528908 w 5593163"/>
              <a:gd name="connsiteY1" fmla="*/ 1181049 h 4305008"/>
              <a:gd name="connsiteX2" fmla="*/ 4985599 w 5593163"/>
              <a:gd name="connsiteY2" fmla="*/ 636203 h 4305008"/>
              <a:gd name="connsiteX3" fmla="*/ 4985599 w 5593163"/>
              <a:gd name="connsiteY3" fmla="*/ 2333028 h 4305008"/>
              <a:gd name="connsiteX4" fmla="*/ 5528908 w 5593163"/>
              <a:gd name="connsiteY4" fmla="*/ 2877874 h 4305008"/>
              <a:gd name="connsiteX5" fmla="*/ 4985599 w 5593163"/>
              <a:gd name="connsiteY5" fmla="*/ 2333028 h 4305008"/>
              <a:gd name="connsiteX6" fmla="*/ 4985597 w 5593163"/>
              <a:gd name="connsiteY6" fmla="*/ 2034258 h 4305008"/>
              <a:gd name="connsiteX7" fmla="*/ 5528906 w 5593163"/>
              <a:gd name="connsiteY7" fmla="*/ 1493690 h 4305008"/>
              <a:gd name="connsiteX8" fmla="*/ 4985597 w 5593163"/>
              <a:gd name="connsiteY8" fmla="*/ 2034258 h 4305008"/>
              <a:gd name="connsiteX9" fmla="*/ 4985597 w 5593163"/>
              <a:gd name="connsiteY9" fmla="*/ 3731083 h 4305008"/>
              <a:gd name="connsiteX10" fmla="*/ 5528906 w 5593163"/>
              <a:gd name="connsiteY10" fmla="*/ 3190516 h 4305008"/>
              <a:gd name="connsiteX11" fmla="*/ 4985597 w 5593163"/>
              <a:gd name="connsiteY11" fmla="*/ 3731083 h 4305008"/>
              <a:gd name="connsiteX12" fmla="*/ 4842232 w 5593163"/>
              <a:gd name="connsiteY12" fmla="*/ 503273 h 4305008"/>
              <a:gd name="connsiteX13" fmla="*/ 4842826 w 5593163"/>
              <a:gd name="connsiteY13" fmla="*/ 491833 h 4305008"/>
              <a:gd name="connsiteX14" fmla="*/ 4843324 w 5593163"/>
              <a:gd name="connsiteY14" fmla="*/ 491866 h 4305008"/>
              <a:gd name="connsiteX15" fmla="*/ 4843350 w 5593163"/>
              <a:gd name="connsiteY15" fmla="*/ 491372 h 4305008"/>
              <a:gd name="connsiteX16" fmla="*/ 4860437 w 5593163"/>
              <a:gd name="connsiteY16" fmla="*/ 492995 h 4305008"/>
              <a:gd name="connsiteX17" fmla="*/ 4955899 w 5593163"/>
              <a:gd name="connsiteY17" fmla="*/ 502060 h 4305008"/>
              <a:gd name="connsiteX18" fmla="*/ 4972112 w 5593163"/>
              <a:gd name="connsiteY18" fmla="*/ 503599 h 4305008"/>
              <a:gd name="connsiteX19" fmla="*/ 4972229 w 5593163"/>
              <a:gd name="connsiteY19" fmla="*/ 504747 h 4305008"/>
              <a:gd name="connsiteX20" fmla="*/ 5583809 w 5593163"/>
              <a:gd name="connsiteY20" fmla="*/ 948988 h 4305008"/>
              <a:gd name="connsiteX21" fmla="*/ 5593163 w 5593163"/>
              <a:gd name="connsiteY21" fmla="*/ 971822 h 4305008"/>
              <a:gd name="connsiteX22" fmla="*/ 5593163 w 5593163"/>
              <a:gd name="connsiteY22" fmla="*/ 1318474 h 4305008"/>
              <a:gd name="connsiteX23" fmla="*/ 5558612 w 5593163"/>
              <a:gd name="connsiteY23" fmla="*/ 1315193 h 4305008"/>
              <a:gd name="connsiteX24" fmla="*/ 5542395 w 5593163"/>
              <a:gd name="connsiteY24" fmla="*/ 1313653 h 4305008"/>
              <a:gd name="connsiteX25" fmla="*/ 5542279 w 5593163"/>
              <a:gd name="connsiteY25" fmla="*/ 1312505 h 4305008"/>
              <a:gd name="connsiteX26" fmla="*/ 4852114 w 5593163"/>
              <a:gd name="connsiteY26" fmla="*/ 619464 h 4305008"/>
              <a:gd name="connsiteX27" fmla="*/ 4851608 w 5593163"/>
              <a:gd name="connsiteY27" fmla="*/ 619401 h 4305008"/>
              <a:gd name="connsiteX28" fmla="*/ 4851070 w 5593163"/>
              <a:gd name="connsiteY28" fmla="*/ 612725 h 4305008"/>
              <a:gd name="connsiteX29" fmla="*/ 4843603 w 5593163"/>
              <a:gd name="connsiteY29" fmla="*/ 520249 h 4305008"/>
              <a:gd name="connsiteX30" fmla="*/ 4842232 w 5593163"/>
              <a:gd name="connsiteY30" fmla="*/ 503273 h 4305008"/>
              <a:gd name="connsiteX31" fmla="*/ 4842232 w 5593163"/>
              <a:gd name="connsiteY31" fmla="*/ 2200098 h 4305008"/>
              <a:gd name="connsiteX32" fmla="*/ 4842826 w 5593163"/>
              <a:gd name="connsiteY32" fmla="*/ 2188658 h 4305008"/>
              <a:gd name="connsiteX33" fmla="*/ 4843324 w 5593163"/>
              <a:gd name="connsiteY33" fmla="*/ 2188691 h 4305008"/>
              <a:gd name="connsiteX34" fmla="*/ 4843350 w 5593163"/>
              <a:gd name="connsiteY34" fmla="*/ 2188197 h 4305008"/>
              <a:gd name="connsiteX35" fmla="*/ 4860437 w 5593163"/>
              <a:gd name="connsiteY35" fmla="*/ 2189820 h 4305008"/>
              <a:gd name="connsiteX36" fmla="*/ 4955899 w 5593163"/>
              <a:gd name="connsiteY36" fmla="*/ 2198885 h 4305008"/>
              <a:gd name="connsiteX37" fmla="*/ 4972112 w 5593163"/>
              <a:gd name="connsiteY37" fmla="*/ 2200424 h 4305008"/>
              <a:gd name="connsiteX38" fmla="*/ 4972229 w 5593163"/>
              <a:gd name="connsiteY38" fmla="*/ 2201572 h 4305008"/>
              <a:gd name="connsiteX39" fmla="*/ 5583809 w 5593163"/>
              <a:gd name="connsiteY39" fmla="*/ 2645813 h 4305008"/>
              <a:gd name="connsiteX40" fmla="*/ 5593163 w 5593163"/>
              <a:gd name="connsiteY40" fmla="*/ 2668647 h 4305008"/>
              <a:gd name="connsiteX41" fmla="*/ 5593163 w 5593163"/>
              <a:gd name="connsiteY41" fmla="*/ 3015299 h 4305008"/>
              <a:gd name="connsiteX42" fmla="*/ 5558612 w 5593163"/>
              <a:gd name="connsiteY42" fmla="*/ 3012018 h 4305008"/>
              <a:gd name="connsiteX43" fmla="*/ 5542395 w 5593163"/>
              <a:gd name="connsiteY43" fmla="*/ 3010478 h 4305008"/>
              <a:gd name="connsiteX44" fmla="*/ 5542279 w 5593163"/>
              <a:gd name="connsiteY44" fmla="*/ 3009330 h 4305008"/>
              <a:gd name="connsiteX45" fmla="*/ 4852114 w 5593163"/>
              <a:gd name="connsiteY45" fmla="*/ 2316289 h 4305008"/>
              <a:gd name="connsiteX46" fmla="*/ 4851608 w 5593163"/>
              <a:gd name="connsiteY46" fmla="*/ 2316226 h 4305008"/>
              <a:gd name="connsiteX47" fmla="*/ 4851070 w 5593163"/>
              <a:gd name="connsiteY47" fmla="*/ 2309550 h 4305008"/>
              <a:gd name="connsiteX48" fmla="*/ 4843603 w 5593163"/>
              <a:gd name="connsiteY48" fmla="*/ 2217074 h 4305008"/>
              <a:gd name="connsiteX49" fmla="*/ 4842232 w 5593163"/>
              <a:gd name="connsiteY49" fmla="*/ 2200098 h 4305008"/>
              <a:gd name="connsiteX50" fmla="*/ 4842232 w 5593163"/>
              <a:gd name="connsiteY50" fmla="*/ 3896923 h 4305008"/>
              <a:gd name="connsiteX51" fmla="*/ 4842826 w 5593163"/>
              <a:gd name="connsiteY51" fmla="*/ 3885483 h 4305008"/>
              <a:gd name="connsiteX52" fmla="*/ 4843324 w 5593163"/>
              <a:gd name="connsiteY52" fmla="*/ 3885516 h 4305008"/>
              <a:gd name="connsiteX53" fmla="*/ 4843350 w 5593163"/>
              <a:gd name="connsiteY53" fmla="*/ 3885022 h 4305008"/>
              <a:gd name="connsiteX54" fmla="*/ 4860437 w 5593163"/>
              <a:gd name="connsiteY54" fmla="*/ 3886645 h 4305008"/>
              <a:gd name="connsiteX55" fmla="*/ 4955899 w 5593163"/>
              <a:gd name="connsiteY55" fmla="*/ 3895710 h 4305008"/>
              <a:gd name="connsiteX56" fmla="*/ 4972112 w 5593163"/>
              <a:gd name="connsiteY56" fmla="*/ 3897249 h 4305008"/>
              <a:gd name="connsiteX57" fmla="*/ 4972229 w 5593163"/>
              <a:gd name="connsiteY57" fmla="*/ 3898397 h 4305008"/>
              <a:gd name="connsiteX58" fmla="*/ 5532481 w 5593163"/>
              <a:gd name="connsiteY58" fmla="*/ 4255797 h 4305008"/>
              <a:gd name="connsiteX59" fmla="*/ 5560926 w 5593163"/>
              <a:gd name="connsiteY59" fmla="*/ 4305008 h 4305008"/>
              <a:gd name="connsiteX60" fmla="*/ 5409877 w 5593163"/>
              <a:gd name="connsiteY60" fmla="*/ 4305008 h 4305008"/>
              <a:gd name="connsiteX61" fmla="*/ 5357754 w 5593163"/>
              <a:gd name="connsiteY61" fmla="*/ 4241205 h 4305008"/>
              <a:gd name="connsiteX62" fmla="*/ 4985599 w 5593163"/>
              <a:gd name="connsiteY62" fmla="*/ 4029853 h 4305008"/>
              <a:gd name="connsiteX63" fmla="*/ 5084780 w 5593163"/>
              <a:gd name="connsiteY63" fmla="*/ 4271827 h 4305008"/>
              <a:gd name="connsiteX64" fmla="*/ 5111462 w 5593163"/>
              <a:gd name="connsiteY64" fmla="*/ 4305008 h 4305008"/>
              <a:gd name="connsiteX65" fmla="*/ 4957353 w 5593163"/>
              <a:gd name="connsiteY65" fmla="*/ 4305008 h 4305008"/>
              <a:gd name="connsiteX66" fmla="*/ 4927231 w 5593163"/>
              <a:gd name="connsiteY66" fmla="*/ 4254710 h 4305008"/>
              <a:gd name="connsiteX67" fmla="*/ 4852114 w 5593163"/>
              <a:gd name="connsiteY67" fmla="*/ 4013114 h 4305008"/>
              <a:gd name="connsiteX68" fmla="*/ 4851608 w 5593163"/>
              <a:gd name="connsiteY68" fmla="*/ 4013051 h 4305008"/>
              <a:gd name="connsiteX69" fmla="*/ 4851070 w 5593163"/>
              <a:gd name="connsiteY69" fmla="*/ 4006375 h 4305008"/>
              <a:gd name="connsiteX70" fmla="*/ 4843603 w 5593163"/>
              <a:gd name="connsiteY70" fmla="*/ 3913899 h 4305008"/>
              <a:gd name="connsiteX71" fmla="*/ 4842232 w 5593163"/>
              <a:gd name="connsiteY71" fmla="*/ 3896923 h 4305008"/>
              <a:gd name="connsiteX72" fmla="*/ 4842230 w 5593163"/>
              <a:gd name="connsiteY72" fmla="*/ 469318 h 4305008"/>
              <a:gd name="connsiteX73" fmla="*/ 4843601 w 5593163"/>
              <a:gd name="connsiteY73" fmla="*/ 452471 h 4305008"/>
              <a:gd name="connsiteX74" fmla="*/ 4851065 w 5593163"/>
              <a:gd name="connsiteY74" fmla="*/ 360740 h 4305008"/>
              <a:gd name="connsiteX75" fmla="*/ 4851605 w 5593163"/>
              <a:gd name="connsiteY75" fmla="*/ 354103 h 4305008"/>
              <a:gd name="connsiteX76" fmla="*/ 4852110 w 5593163"/>
              <a:gd name="connsiteY76" fmla="*/ 354040 h 4305008"/>
              <a:gd name="connsiteX77" fmla="*/ 4936323 w 5593163"/>
              <a:gd name="connsiteY77" fmla="*/ 96778 h 4305008"/>
              <a:gd name="connsiteX78" fmla="*/ 4998957 w 5593163"/>
              <a:gd name="connsiteY78" fmla="*/ 0 h 4305008"/>
              <a:gd name="connsiteX79" fmla="*/ 5167333 w 5593163"/>
              <a:gd name="connsiteY79" fmla="*/ 0 h 4305008"/>
              <a:gd name="connsiteX80" fmla="*/ 5099105 w 5593163"/>
              <a:gd name="connsiteY80" fmla="*/ 76659 h 4305008"/>
              <a:gd name="connsiteX81" fmla="*/ 4985597 w 5593163"/>
              <a:gd name="connsiteY81" fmla="*/ 337433 h 4305008"/>
              <a:gd name="connsiteX82" fmla="*/ 5424571 w 5593163"/>
              <a:gd name="connsiteY82" fmla="*/ 44350 h 4305008"/>
              <a:gd name="connsiteX83" fmla="*/ 5446799 w 5593163"/>
              <a:gd name="connsiteY83" fmla="*/ 0 h 4305008"/>
              <a:gd name="connsiteX84" fmla="*/ 5593163 w 5593163"/>
              <a:gd name="connsiteY84" fmla="*/ 0 h 4305008"/>
              <a:gd name="connsiteX85" fmla="*/ 5593163 w 5593163"/>
              <a:gd name="connsiteY85" fmla="*/ 4197 h 4305008"/>
              <a:gd name="connsiteX86" fmla="*/ 5543598 w 5593163"/>
              <a:gd name="connsiteY86" fmla="*/ 95636 h 4305008"/>
              <a:gd name="connsiteX87" fmla="*/ 4972226 w 5593163"/>
              <a:gd name="connsiteY87" fmla="*/ 467856 h 4305008"/>
              <a:gd name="connsiteX88" fmla="*/ 4972110 w 5593163"/>
              <a:gd name="connsiteY88" fmla="*/ 468995 h 4305008"/>
              <a:gd name="connsiteX89" fmla="*/ 4955893 w 5593163"/>
              <a:gd name="connsiteY89" fmla="*/ 470523 h 4305008"/>
              <a:gd name="connsiteX90" fmla="*/ 4860466 w 5593163"/>
              <a:gd name="connsiteY90" fmla="*/ 479514 h 4305008"/>
              <a:gd name="connsiteX91" fmla="*/ 4843348 w 5593163"/>
              <a:gd name="connsiteY91" fmla="*/ 481127 h 4305008"/>
              <a:gd name="connsiteX92" fmla="*/ 4843322 w 5593163"/>
              <a:gd name="connsiteY92" fmla="*/ 480636 h 4305008"/>
              <a:gd name="connsiteX93" fmla="*/ 4842823 w 5593163"/>
              <a:gd name="connsiteY93" fmla="*/ 480669 h 4305008"/>
              <a:gd name="connsiteX94" fmla="*/ 4842230 w 5593163"/>
              <a:gd name="connsiteY94" fmla="*/ 469318 h 4305008"/>
              <a:gd name="connsiteX95" fmla="*/ 4842230 w 5593163"/>
              <a:gd name="connsiteY95" fmla="*/ 2166144 h 4305008"/>
              <a:gd name="connsiteX96" fmla="*/ 4843601 w 5593163"/>
              <a:gd name="connsiteY96" fmla="*/ 2149296 h 4305008"/>
              <a:gd name="connsiteX97" fmla="*/ 4851065 w 5593163"/>
              <a:gd name="connsiteY97" fmla="*/ 2057565 h 4305008"/>
              <a:gd name="connsiteX98" fmla="*/ 4851605 w 5593163"/>
              <a:gd name="connsiteY98" fmla="*/ 2050928 h 4305008"/>
              <a:gd name="connsiteX99" fmla="*/ 4852110 w 5593163"/>
              <a:gd name="connsiteY99" fmla="*/ 2050865 h 4305008"/>
              <a:gd name="connsiteX100" fmla="*/ 5542276 w 5593163"/>
              <a:gd name="connsiteY100" fmla="*/ 1363267 h 4305008"/>
              <a:gd name="connsiteX101" fmla="*/ 5542393 w 5593163"/>
              <a:gd name="connsiteY101" fmla="*/ 1362128 h 4305008"/>
              <a:gd name="connsiteX102" fmla="*/ 5558606 w 5593163"/>
              <a:gd name="connsiteY102" fmla="*/ 1360601 h 4305008"/>
              <a:gd name="connsiteX103" fmla="*/ 5593163 w 5593163"/>
              <a:gd name="connsiteY103" fmla="*/ 1357345 h 4305008"/>
              <a:gd name="connsiteX104" fmla="*/ 5593163 w 5593163"/>
              <a:gd name="connsiteY104" fmla="*/ 1701268 h 4305008"/>
              <a:gd name="connsiteX105" fmla="*/ 5583807 w 5593163"/>
              <a:gd name="connsiteY105" fmla="*/ 1723929 h 4305008"/>
              <a:gd name="connsiteX106" fmla="*/ 4972226 w 5593163"/>
              <a:gd name="connsiteY106" fmla="*/ 2164681 h 4305008"/>
              <a:gd name="connsiteX107" fmla="*/ 4972110 w 5593163"/>
              <a:gd name="connsiteY107" fmla="*/ 2165820 h 4305008"/>
              <a:gd name="connsiteX108" fmla="*/ 4955893 w 5593163"/>
              <a:gd name="connsiteY108" fmla="*/ 2167348 h 4305008"/>
              <a:gd name="connsiteX109" fmla="*/ 4860466 w 5593163"/>
              <a:gd name="connsiteY109" fmla="*/ 2176339 h 4305008"/>
              <a:gd name="connsiteX110" fmla="*/ 4843348 w 5593163"/>
              <a:gd name="connsiteY110" fmla="*/ 2177952 h 4305008"/>
              <a:gd name="connsiteX111" fmla="*/ 4843322 w 5593163"/>
              <a:gd name="connsiteY111" fmla="*/ 2177461 h 4305008"/>
              <a:gd name="connsiteX112" fmla="*/ 4842823 w 5593163"/>
              <a:gd name="connsiteY112" fmla="*/ 2177494 h 4305008"/>
              <a:gd name="connsiteX113" fmla="*/ 4842230 w 5593163"/>
              <a:gd name="connsiteY113" fmla="*/ 2166144 h 4305008"/>
              <a:gd name="connsiteX114" fmla="*/ 4842230 w 5593163"/>
              <a:gd name="connsiteY114" fmla="*/ 3862969 h 4305008"/>
              <a:gd name="connsiteX115" fmla="*/ 4843601 w 5593163"/>
              <a:gd name="connsiteY115" fmla="*/ 3846121 h 4305008"/>
              <a:gd name="connsiteX116" fmla="*/ 4851065 w 5593163"/>
              <a:gd name="connsiteY116" fmla="*/ 3754390 h 4305008"/>
              <a:gd name="connsiteX117" fmla="*/ 4851605 w 5593163"/>
              <a:gd name="connsiteY117" fmla="*/ 3747753 h 4305008"/>
              <a:gd name="connsiteX118" fmla="*/ 4852110 w 5593163"/>
              <a:gd name="connsiteY118" fmla="*/ 3747690 h 4305008"/>
              <a:gd name="connsiteX119" fmla="*/ 5542276 w 5593163"/>
              <a:gd name="connsiteY119" fmla="*/ 3060092 h 4305008"/>
              <a:gd name="connsiteX120" fmla="*/ 5542393 w 5593163"/>
              <a:gd name="connsiteY120" fmla="*/ 3058953 h 4305008"/>
              <a:gd name="connsiteX121" fmla="*/ 5558606 w 5593163"/>
              <a:gd name="connsiteY121" fmla="*/ 3057426 h 4305008"/>
              <a:gd name="connsiteX122" fmla="*/ 5593163 w 5593163"/>
              <a:gd name="connsiteY122" fmla="*/ 3054170 h 4305008"/>
              <a:gd name="connsiteX123" fmla="*/ 5593163 w 5593163"/>
              <a:gd name="connsiteY123" fmla="*/ 3398093 h 4305008"/>
              <a:gd name="connsiteX124" fmla="*/ 5583807 w 5593163"/>
              <a:gd name="connsiteY124" fmla="*/ 3420754 h 4305008"/>
              <a:gd name="connsiteX125" fmla="*/ 4972226 w 5593163"/>
              <a:gd name="connsiteY125" fmla="*/ 3861506 h 4305008"/>
              <a:gd name="connsiteX126" fmla="*/ 4972110 w 5593163"/>
              <a:gd name="connsiteY126" fmla="*/ 3862645 h 4305008"/>
              <a:gd name="connsiteX127" fmla="*/ 4955893 w 5593163"/>
              <a:gd name="connsiteY127" fmla="*/ 3864173 h 4305008"/>
              <a:gd name="connsiteX128" fmla="*/ 4860466 w 5593163"/>
              <a:gd name="connsiteY128" fmla="*/ 3873164 h 4305008"/>
              <a:gd name="connsiteX129" fmla="*/ 4843348 w 5593163"/>
              <a:gd name="connsiteY129" fmla="*/ 3874777 h 4305008"/>
              <a:gd name="connsiteX130" fmla="*/ 4843322 w 5593163"/>
              <a:gd name="connsiteY130" fmla="*/ 3874286 h 4305008"/>
              <a:gd name="connsiteX131" fmla="*/ 4842823 w 5593163"/>
              <a:gd name="connsiteY131" fmla="*/ 3874319 h 4305008"/>
              <a:gd name="connsiteX132" fmla="*/ 4842230 w 5593163"/>
              <a:gd name="connsiteY132" fmla="*/ 3862969 h 4305008"/>
              <a:gd name="connsiteX133" fmla="*/ 4135041 w 5593163"/>
              <a:gd name="connsiteY133" fmla="*/ 1181049 h 4305008"/>
              <a:gd name="connsiteX134" fmla="*/ 4678350 w 5593163"/>
              <a:gd name="connsiteY134" fmla="*/ 636203 h 4305008"/>
              <a:gd name="connsiteX135" fmla="*/ 4135041 w 5593163"/>
              <a:gd name="connsiteY135" fmla="*/ 1181049 h 4305008"/>
              <a:gd name="connsiteX136" fmla="*/ 4135041 w 5593163"/>
              <a:gd name="connsiteY136" fmla="*/ 1493690 h 4305008"/>
              <a:gd name="connsiteX137" fmla="*/ 4678350 w 5593163"/>
              <a:gd name="connsiteY137" fmla="*/ 2034258 h 4305008"/>
              <a:gd name="connsiteX138" fmla="*/ 4135041 w 5593163"/>
              <a:gd name="connsiteY138" fmla="*/ 1493690 h 4305008"/>
              <a:gd name="connsiteX139" fmla="*/ 4135041 w 5593163"/>
              <a:gd name="connsiteY139" fmla="*/ 2877874 h 4305008"/>
              <a:gd name="connsiteX140" fmla="*/ 4678350 w 5593163"/>
              <a:gd name="connsiteY140" fmla="*/ 2333028 h 4305008"/>
              <a:gd name="connsiteX141" fmla="*/ 4135041 w 5593163"/>
              <a:gd name="connsiteY141" fmla="*/ 2877874 h 4305008"/>
              <a:gd name="connsiteX142" fmla="*/ 4135041 w 5593163"/>
              <a:gd name="connsiteY142" fmla="*/ 3190516 h 4305008"/>
              <a:gd name="connsiteX143" fmla="*/ 4678350 w 5593163"/>
              <a:gd name="connsiteY143" fmla="*/ 3731083 h 4305008"/>
              <a:gd name="connsiteX144" fmla="*/ 4135041 w 5593163"/>
              <a:gd name="connsiteY144" fmla="*/ 3190516 h 4305008"/>
              <a:gd name="connsiteX145" fmla="*/ 4103022 w 5593163"/>
              <a:gd name="connsiteY145" fmla="*/ 4305008 h 4305008"/>
              <a:gd name="connsiteX146" fmla="*/ 4131467 w 5593163"/>
              <a:gd name="connsiteY146" fmla="*/ 4255797 h 4305008"/>
              <a:gd name="connsiteX147" fmla="*/ 4691720 w 5593163"/>
              <a:gd name="connsiteY147" fmla="*/ 3898397 h 4305008"/>
              <a:gd name="connsiteX148" fmla="*/ 4691837 w 5593163"/>
              <a:gd name="connsiteY148" fmla="*/ 3897249 h 4305008"/>
              <a:gd name="connsiteX149" fmla="*/ 4708050 w 5593163"/>
              <a:gd name="connsiteY149" fmla="*/ 3895710 h 4305008"/>
              <a:gd name="connsiteX150" fmla="*/ 4803512 w 5593163"/>
              <a:gd name="connsiteY150" fmla="*/ 3886645 h 4305008"/>
              <a:gd name="connsiteX151" fmla="*/ 4820599 w 5593163"/>
              <a:gd name="connsiteY151" fmla="*/ 3885022 h 4305008"/>
              <a:gd name="connsiteX152" fmla="*/ 4820625 w 5593163"/>
              <a:gd name="connsiteY152" fmla="*/ 3885516 h 4305008"/>
              <a:gd name="connsiteX153" fmla="*/ 4821123 w 5593163"/>
              <a:gd name="connsiteY153" fmla="*/ 3885483 h 4305008"/>
              <a:gd name="connsiteX154" fmla="*/ 4821717 w 5593163"/>
              <a:gd name="connsiteY154" fmla="*/ 3896923 h 4305008"/>
              <a:gd name="connsiteX155" fmla="*/ 4820346 w 5593163"/>
              <a:gd name="connsiteY155" fmla="*/ 3913899 h 4305008"/>
              <a:gd name="connsiteX156" fmla="*/ 4812879 w 5593163"/>
              <a:gd name="connsiteY156" fmla="*/ 4006375 h 4305008"/>
              <a:gd name="connsiteX157" fmla="*/ 4812341 w 5593163"/>
              <a:gd name="connsiteY157" fmla="*/ 4013051 h 4305008"/>
              <a:gd name="connsiteX158" fmla="*/ 4811835 w 5593163"/>
              <a:gd name="connsiteY158" fmla="*/ 4013114 h 4305008"/>
              <a:gd name="connsiteX159" fmla="*/ 4736718 w 5593163"/>
              <a:gd name="connsiteY159" fmla="*/ 4254710 h 4305008"/>
              <a:gd name="connsiteX160" fmla="*/ 4706597 w 5593163"/>
              <a:gd name="connsiteY160" fmla="*/ 4305008 h 4305008"/>
              <a:gd name="connsiteX161" fmla="*/ 4552487 w 5593163"/>
              <a:gd name="connsiteY161" fmla="*/ 4305008 h 4305008"/>
              <a:gd name="connsiteX162" fmla="*/ 4579169 w 5593163"/>
              <a:gd name="connsiteY162" fmla="*/ 4271827 h 4305008"/>
              <a:gd name="connsiteX163" fmla="*/ 4678350 w 5593163"/>
              <a:gd name="connsiteY163" fmla="*/ 4029853 h 4305008"/>
              <a:gd name="connsiteX164" fmla="*/ 4306196 w 5593163"/>
              <a:gd name="connsiteY164" fmla="*/ 4241205 h 4305008"/>
              <a:gd name="connsiteX165" fmla="*/ 4254073 w 5593163"/>
              <a:gd name="connsiteY165" fmla="*/ 4305008 h 4305008"/>
              <a:gd name="connsiteX166" fmla="*/ 4068511 w 5593163"/>
              <a:gd name="connsiteY166" fmla="*/ 0 h 4305008"/>
              <a:gd name="connsiteX167" fmla="*/ 4217148 w 5593163"/>
              <a:gd name="connsiteY167" fmla="*/ 0 h 4305008"/>
              <a:gd name="connsiteX168" fmla="*/ 4239376 w 5593163"/>
              <a:gd name="connsiteY168" fmla="*/ 44350 h 4305008"/>
              <a:gd name="connsiteX169" fmla="*/ 4678350 w 5593163"/>
              <a:gd name="connsiteY169" fmla="*/ 337433 h 4305008"/>
              <a:gd name="connsiteX170" fmla="*/ 4564842 w 5593163"/>
              <a:gd name="connsiteY170" fmla="*/ 76659 h 4305008"/>
              <a:gd name="connsiteX171" fmla="*/ 4496615 w 5593163"/>
              <a:gd name="connsiteY171" fmla="*/ 0 h 4305008"/>
              <a:gd name="connsiteX172" fmla="*/ 4664989 w 5593163"/>
              <a:gd name="connsiteY172" fmla="*/ 0 h 4305008"/>
              <a:gd name="connsiteX173" fmla="*/ 4727623 w 5593163"/>
              <a:gd name="connsiteY173" fmla="*/ 96778 h 4305008"/>
              <a:gd name="connsiteX174" fmla="*/ 4811836 w 5593163"/>
              <a:gd name="connsiteY174" fmla="*/ 354040 h 4305008"/>
              <a:gd name="connsiteX175" fmla="*/ 4812342 w 5593163"/>
              <a:gd name="connsiteY175" fmla="*/ 354103 h 4305008"/>
              <a:gd name="connsiteX176" fmla="*/ 4812882 w 5593163"/>
              <a:gd name="connsiteY176" fmla="*/ 360740 h 4305008"/>
              <a:gd name="connsiteX177" fmla="*/ 4820346 w 5593163"/>
              <a:gd name="connsiteY177" fmla="*/ 452471 h 4305008"/>
              <a:gd name="connsiteX178" fmla="*/ 4821717 w 5593163"/>
              <a:gd name="connsiteY178" fmla="*/ 469318 h 4305008"/>
              <a:gd name="connsiteX179" fmla="*/ 4821124 w 5593163"/>
              <a:gd name="connsiteY179" fmla="*/ 480669 h 4305008"/>
              <a:gd name="connsiteX180" fmla="*/ 4820625 w 5593163"/>
              <a:gd name="connsiteY180" fmla="*/ 480636 h 4305008"/>
              <a:gd name="connsiteX181" fmla="*/ 4820599 w 5593163"/>
              <a:gd name="connsiteY181" fmla="*/ 481127 h 4305008"/>
              <a:gd name="connsiteX182" fmla="*/ 4803481 w 5593163"/>
              <a:gd name="connsiteY182" fmla="*/ 479514 h 4305008"/>
              <a:gd name="connsiteX183" fmla="*/ 4708054 w 5593163"/>
              <a:gd name="connsiteY183" fmla="*/ 470523 h 4305008"/>
              <a:gd name="connsiteX184" fmla="*/ 4691837 w 5593163"/>
              <a:gd name="connsiteY184" fmla="*/ 468995 h 4305008"/>
              <a:gd name="connsiteX185" fmla="*/ 4691721 w 5593163"/>
              <a:gd name="connsiteY185" fmla="*/ 467856 h 4305008"/>
              <a:gd name="connsiteX186" fmla="*/ 4120350 w 5593163"/>
              <a:gd name="connsiteY186" fmla="*/ 95636 h 4305008"/>
              <a:gd name="connsiteX187" fmla="*/ 3991674 w 5593163"/>
              <a:gd name="connsiteY187" fmla="*/ 1313979 h 4305008"/>
              <a:gd name="connsiteX188" fmla="*/ 3993045 w 5593163"/>
              <a:gd name="connsiteY188" fmla="*/ 1296998 h 4305008"/>
              <a:gd name="connsiteX189" fmla="*/ 4000509 w 5593163"/>
              <a:gd name="connsiteY189" fmla="*/ 1204541 h 4305008"/>
              <a:gd name="connsiteX190" fmla="*/ 4001049 w 5593163"/>
              <a:gd name="connsiteY190" fmla="*/ 1197851 h 4305008"/>
              <a:gd name="connsiteX191" fmla="*/ 4001555 w 5593163"/>
              <a:gd name="connsiteY191" fmla="*/ 1197788 h 4305008"/>
              <a:gd name="connsiteX192" fmla="*/ 4691720 w 5593163"/>
              <a:gd name="connsiteY192" fmla="*/ 504747 h 4305008"/>
              <a:gd name="connsiteX193" fmla="*/ 4691837 w 5593163"/>
              <a:gd name="connsiteY193" fmla="*/ 503599 h 4305008"/>
              <a:gd name="connsiteX194" fmla="*/ 4708050 w 5593163"/>
              <a:gd name="connsiteY194" fmla="*/ 502060 h 4305008"/>
              <a:gd name="connsiteX195" fmla="*/ 4803512 w 5593163"/>
              <a:gd name="connsiteY195" fmla="*/ 492995 h 4305008"/>
              <a:gd name="connsiteX196" fmla="*/ 4820599 w 5593163"/>
              <a:gd name="connsiteY196" fmla="*/ 491372 h 4305008"/>
              <a:gd name="connsiteX197" fmla="*/ 4820625 w 5593163"/>
              <a:gd name="connsiteY197" fmla="*/ 491866 h 4305008"/>
              <a:gd name="connsiteX198" fmla="*/ 4821123 w 5593163"/>
              <a:gd name="connsiteY198" fmla="*/ 491833 h 4305008"/>
              <a:gd name="connsiteX199" fmla="*/ 4821717 w 5593163"/>
              <a:gd name="connsiteY199" fmla="*/ 503273 h 4305008"/>
              <a:gd name="connsiteX200" fmla="*/ 4820346 w 5593163"/>
              <a:gd name="connsiteY200" fmla="*/ 520249 h 4305008"/>
              <a:gd name="connsiteX201" fmla="*/ 4812879 w 5593163"/>
              <a:gd name="connsiteY201" fmla="*/ 612725 h 4305008"/>
              <a:gd name="connsiteX202" fmla="*/ 4812341 w 5593163"/>
              <a:gd name="connsiteY202" fmla="*/ 619401 h 4305008"/>
              <a:gd name="connsiteX203" fmla="*/ 4811835 w 5593163"/>
              <a:gd name="connsiteY203" fmla="*/ 619464 h 4305008"/>
              <a:gd name="connsiteX204" fmla="*/ 4121670 w 5593163"/>
              <a:gd name="connsiteY204" fmla="*/ 1312505 h 4305008"/>
              <a:gd name="connsiteX205" fmla="*/ 4121554 w 5593163"/>
              <a:gd name="connsiteY205" fmla="*/ 1313653 h 4305008"/>
              <a:gd name="connsiteX206" fmla="*/ 4105337 w 5593163"/>
              <a:gd name="connsiteY206" fmla="*/ 1315193 h 4305008"/>
              <a:gd name="connsiteX207" fmla="*/ 4009911 w 5593163"/>
              <a:gd name="connsiteY207" fmla="*/ 1324255 h 4305008"/>
              <a:gd name="connsiteX208" fmla="*/ 3992792 w 5593163"/>
              <a:gd name="connsiteY208" fmla="*/ 1325881 h 4305008"/>
              <a:gd name="connsiteX209" fmla="*/ 3992766 w 5593163"/>
              <a:gd name="connsiteY209" fmla="*/ 1325386 h 4305008"/>
              <a:gd name="connsiteX210" fmla="*/ 3992267 w 5593163"/>
              <a:gd name="connsiteY210" fmla="*/ 1325419 h 4305008"/>
              <a:gd name="connsiteX211" fmla="*/ 3991674 w 5593163"/>
              <a:gd name="connsiteY211" fmla="*/ 1313979 h 4305008"/>
              <a:gd name="connsiteX212" fmla="*/ 3991674 w 5593163"/>
              <a:gd name="connsiteY212" fmla="*/ 1361805 h 4305008"/>
              <a:gd name="connsiteX213" fmla="*/ 3992268 w 5593163"/>
              <a:gd name="connsiteY213" fmla="*/ 1350455 h 4305008"/>
              <a:gd name="connsiteX214" fmla="*/ 3992766 w 5593163"/>
              <a:gd name="connsiteY214" fmla="*/ 1350487 h 4305008"/>
              <a:gd name="connsiteX215" fmla="*/ 3992792 w 5593163"/>
              <a:gd name="connsiteY215" fmla="*/ 1349997 h 4305008"/>
              <a:gd name="connsiteX216" fmla="*/ 4009880 w 5593163"/>
              <a:gd name="connsiteY216" fmla="*/ 1351607 h 4305008"/>
              <a:gd name="connsiteX217" fmla="*/ 4105341 w 5593163"/>
              <a:gd name="connsiteY217" fmla="*/ 1360601 h 4305008"/>
              <a:gd name="connsiteX218" fmla="*/ 4121554 w 5593163"/>
              <a:gd name="connsiteY218" fmla="*/ 1362128 h 4305008"/>
              <a:gd name="connsiteX219" fmla="*/ 4121671 w 5593163"/>
              <a:gd name="connsiteY219" fmla="*/ 1363267 h 4305008"/>
              <a:gd name="connsiteX220" fmla="*/ 4811836 w 5593163"/>
              <a:gd name="connsiteY220" fmla="*/ 2050865 h 4305008"/>
              <a:gd name="connsiteX221" fmla="*/ 4812342 w 5593163"/>
              <a:gd name="connsiteY221" fmla="*/ 2050928 h 4305008"/>
              <a:gd name="connsiteX222" fmla="*/ 4812882 w 5593163"/>
              <a:gd name="connsiteY222" fmla="*/ 2057565 h 4305008"/>
              <a:gd name="connsiteX223" fmla="*/ 4820346 w 5593163"/>
              <a:gd name="connsiteY223" fmla="*/ 2149296 h 4305008"/>
              <a:gd name="connsiteX224" fmla="*/ 4821717 w 5593163"/>
              <a:gd name="connsiteY224" fmla="*/ 2166144 h 4305008"/>
              <a:gd name="connsiteX225" fmla="*/ 4821124 w 5593163"/>
              <a:gd name="connsiteY225" fmla="*/ 2177494 h 4305008"/>
              <a:gd name="connsiteX226" fmla="*/ 4820625 w 5593163"/>
              <a:gd name="connsiteY226" fmla="*/ 2177461 h 4305008"/>
              <a:gd name="connsiteX227" fmla="*/ 4820599 w 5593163"/>
              <a:gd name="connsiteY227" fmla="*/ 2177952 h 4305008"/>
              <a:gd name="connsiteX228" fmla="*/ 4803481 w 5593163"/>
              <a:gd name="connsiteY228" fmla="*/ 2176339 h 4305008"/>
              <a:gd name="connsiteX229" fmla="*/ 4708054 w 5593163"/>
              <a:gd name="connsiteY229" fmla="*/ 2167348 h 4305008"/>
              <a:gd name="connsiteX230" fmla="*/ 4691837 w 5593163"/>
              <a:gd name="connsiteY230" fmla="*/ 2165820 h 4305008"/>
              <a:gd name="connsiteX231" fmla="*/ 4691721 w 5593163"/>
              <a:gd name="connsiteY231" fmla="*/ 2164681 h 4305008"/>
              <a:gd name="connsiteX232" fmla="*/ 4001556 w 5593163"/>
              <a:gd name="connsiteY232" fmla="*/ 1477083 h 4305008"/>
              <a:gd name="connsiteX233" fmla="*/ 4001050 w 5593163"/>
              <a:gd name="connsiteY233" fmla="*/ 1477021 h 4305008"/>
              <a:gd name="connsiteX234" fmla="*/ 4000512 w 5593163"/>
              <a:gd name="connsiteY234" fmla="*/ 1470397 h 4305008"/>
              <a:gd name="connsiteX235" fmla="*/ 3993045 w 5593163"/>
              <a:gd name="connsiteY235" fmla="*/ 1378647 h 4305008"/>
              <a:gd name="connsiteX236" fmla="*/ 3991674 w 5593163"/>
              <a:gd name="connsiteY236" fmla="*/ 1361805 h 4305008"/>
              <a:gd name="connsiteX237" fmla="*/ 3991674 w 5593163"/>
              <a:gd name="connsiteY237" fmla="*/ 3010804 h 4305008"/>
              <a:gd name="connsiteX238" fmla="*/ 3993045 w 5593163"/>
              <a:gd name="connsiteY238" fmla="*/ 2993823 h 4305008"/>
              <a:gd name="connsiteX239" fmla="*/ 4000509 w 5593163"/>
              <a:gd name="connsiteY239" fmla="*/ 2901366 h 4305008"/>
              <a:gd name="connsiteX240" fmla="*/ 4001049 w 5593163"/>
              <a:gd name="connsiteY240" fmla="*/ 2894676 h 4305008"/>
              <a:gd name="connsiteX241" fmla="*/ 4001555 w 5593163"/>
              <a:gd name="connsiteY241" fmla="*/ 2894613 h 4305008"/>
              <a:gd name="connsiteX242" fmla="*/ 4691720 w 5593163"/>
              <a:gd name="connsiteY242" fmla="*/ 2201572 h 4305008"/>
              <a:gd name="connsiteX243" fmla="*/ 4691837 w 5593163"/>
              <a:gd name="connsiteY243" fmla="*/ 2200424 h 4305008"/>
              <a:gd name="connsiteX244" fmla="*/ 4708050 w 5593163"/>
              <a:gd name="connsiteY244" fmla="*/ 2198885 h 4305008"/>
              <a:gd name="connsiteX245" fmla="*/ 4803512 w 5593163"/>
              <a:gd name="connsiteY245" fmla="*/ 2189820 h 4305008"/>
              <a:gd name="connsiteX246" fmla="*/ 4820599 w 5593163"/>
              <a:gd name="connsiteY246" fmla="*/ 2188197 h 4305008"/>
              <a:gd name="connsiteX247" fmla="*/ 4820625 w 5593163"/>
              <a:gd name="connsiteY247" fmla="*/ 2188691 h 4305008"/>
              <a:gd name="connsiteX248" fmla="*/ 4821123 w 5593163"/>
              <a:gd name="connsiteY248" fmla="*/ 2188658 h 4305008"/>
              <a:gd name="connsiteX249" fmla="*/ 4821717 w 5593163"/>
              <a:gd name="connsiteY249" fmla="*/ 2200098 h 4305008"/>
              <a:gd name="connsiteX250" fmla="*/ 4820346 w 5593163"/>
              <a:gd name="connsiteY250" fmla="*/ 2217074 h 4305008"/>
              <a:gd name="connsiteX251" fmla="*/ 4812879 w 5593163"/>
              <a:gd name="connsiteY251" fmla="*/ 2309550 h 4305008"/>
              <a:gd name="connsiteX252" fmla="*/ 4812341 w 5593163"/>
              <a:gd name="connsiteY252" fmla="*/ 2316226 h 4305008"/>
              <a:gd name="connsiteX253" fmla="*/ 4811835 w 5593163"/>
              <a:gd name="connsiteY253" fmla="*/ 2316289 h 4305008"/>
              <a:gd name="connsiteX254" fmla="*/ 4121670 w 5593163"/>
              <a:gd name="connsiteY254" fmla="*/ 3009330 h 4305008"/>
              <a:gd name="connsiteX255" fmla="*/ 4121554 w 5593163"/>
              <a:gd name="connsiteY255" fmla="*/ 3010478 h 4305008"/>
              <a:gd name="connsiteX256" fmla="*/ 4105337 w 5593163"/>
              <a:gd name="connsiteY256" fmla="*/ 3012018 h 4305008"/>
              <a:gd name="connsiteX257" fmla="*/ 4009911 w 5593163"/>
              <a:gd name="connsiteY257" fmla="*/ 3021080 h 4305008"/>
              <a:gd name="connsiteX258" fmla="*/ 3992792 w 5593163"/>
              <a:gd name="connsiteY258" fmla="*/ 3022706 h 4305008"/>
              <a:gd name="connsiteX259" fmla="*/ 3992766 w 5593163"/>
              <a:gd name="connsiteY259" fmla="*/ 3022211 h 4305008"/>
              <a:gd name="connsiteX260" fmla="*/ 3992267 w 5593163"/>
              <a:gd name="connsiteY260" fmla="*/ 3022244 h 4305008"/>
              <a:gd name="connsiteX261" fmla="*/ 3991674 w 5593163"/>
              <a:gd name="connsiteY261" fmla="*/ 3010804 h 4305008"/>
              <a:gd name="connsiteX262" fmla="*/ 3991674 w 5593163"/>
              <a:gd name="connsiteY262" fmla="*/ 3058630 h 4305008"/>
              <a:gd name="connsiteX263" fmla="*/ 3992268 w 5593163"/>
              <a:gd name="connsiteY263" fmla="*/ 3047280 h 4305008"/>
              <a:gd name="connsiteX264" fmla="*/ 3992766 w 5593163"/>
              <a:gd name="connsiteY264" fmla="*/ 3047312 h 4305008"/>
              <a:gd name="connsiteX265" fmla="*/ 3992792 w 5593163"/>
              <a:gd name="connsiteY265" fmla="*/ 3046822 h 4305008"/>
              <a:gd name="connsiteX266" fmla="*/ 4009880 w 5593163"/>
              <a:gd name="connsiteY266" fmla="*/ 3048432 h 4305008"/>
              <a:gd name="connsiteX267" fmla="*/ 4105341 w 5593163"/>
              <a:gd name="connsiteY267" fmla="*/ 3057426 h 4305008"/>
              <a:gd name="connsiteX268" fmla="*/ 4121554 w 5593163"/>
              <a:gd name="connsiteY268" fmla="*/ 3058953 h 4305008"/>
              <a:gd name="connsiteX269" fmla="*/ 4121671 w 5593163"/>
              <a:gd name="connsiteY269" fmla="*/ 3060092 h 4305008"/>
              <a:gd name="connsiteX270" fmla="*/ 4811836 w 5593163"/>
              <a:gd name="connsiteY270" fmla="*/ 3747690 h 4305008"/>
              <a:gd name="connsiteX271" fmla="*/ 4812342 w 5593163"/>
              <a:gd name="connsiteY271" fmla="*/ 3747753 h 4305008"/>
              <a:gd name="connsiteX272" fmla="*/ 4812882 w 5593163"/>
              <a:gd name="connsiteY272" fmla="*/ 3754390 h 4305008"/>
              <a:gd name="connsiteX273" fmla="*/ 4820346 w 5593163"/>
              <a:gd name="connsiteY273" fmla="*/ 3846121 h 4305008"/>
              <a:gd name="connsiteX274" fmla="*/ 4821717 w 5593163"/>
              <a:gd name="connsiteY274" fmla="*/ 3862969 h 4305008"/>
              <a:gd name="connsiteX275" fmla="*/ 4821124 w 5593163"/>
              <a:gd name="connsiteY275" fmla="*/ 3874319 h 4305008"/>
              <a:gd name="connsiteX276" fmla="*/ 4820625 w 5593163"/>
              <a:gd name="connsiteY276" fmla="*/ 3874286 h 4305008"/>
              <a:gd name="connsiteX277" fmla="*/ 4820599 w 5593163"/>
              <a:gd name="connsiteY277" fmla="*/ 3874777 h 4305008"/>
              <a:gd name="connsiteX278" fmla="*/ 4803481 w 5593163"/>
              <a:gd name="connsiteY278" fmla="*/ 3873164 h 4305008"/>
              <a:gd name="connsiteX279" fmla="*/ 4708054 w 5593163"/>
              <a:gd name="connsiteY279" fmla="*/ 3864173 h 4305008"/>
              <a:gd name="connsiteX280" fmla="*/ 4691837 w 5593163"/>
              <a:gd name="connsiteY280" fmla="*/ 3862645 h 4305008"/>
              <a:gd name="connsiteX281" fmla="*/ 4691721 w 5593163"/>
              <a:gd name="connsiteY281" fmla="*/ 3861506 h 4305008"/>
              <a:gd name="connsiteX282" fmla="*/ 4001556 w 5593163"/>
              <a:gd name="connsiteY282" fmla="*/ 3173908 h 4305008"/>
              <a:gd name="connsiteX283" fmla="*/ 4001050 w 5593163"/>
              <a:gd name="connsiteY283" fmla="*/ 3173846 h 4305008"/>
              <a:gd name="connsiteX284" fmla="*/ 4000512 w 5593163"/>
              <a:gd name="connsiteY284" fmla="*/ 3167222 h 4305008"/>
              <a:gd name="connsiteX285" fmla="*/ 3993045 w 5593163"/>
              <a:gd name="connsiteY285" fmla="*/ 3075472 h 4305008"/>
              <a:gd name="connsiteX286" fmla="*/ 3991674 w 5593163"/>
              <a:gd name="connsiteY286" fmla="*/ 3058630 h 4305008"/>
              <a:gd name="connsiteX287" fmla="*/ 3293448 w 5593163"/>
              <a:gd name="connsiteY287" fmla="*/ 636203 h 4305008"/>
              <a:gd name="connsiteX288" fmla="*/ 3836757 w 5593163"/>
              <a:gd name="connsiteY288" fmla="*/ 1181049 h 4305008"/>
              <a:gd name="connsiteX289" fmla="*/ 3293448 w 5593163"/>
              <a:gd name="connsiteY289" fmla="*/ 636203 h 4305008"/>
              <a:gd name="connsiteX290" fmla="*/ 3293448 w 5593163"/>
              <a:gd name="connsiteY290" fmla="*/ 2333028 h 4305008"/>
              <a:gd name="connsiteX291" fmla="*/ 3836757 w 5593163"/>
              <a:gd name="connsiteY291" fmla="*/ 2877874 h 4305008"/>
              <a:gd name="connsiteX292" fmla="*/ 3293448 w 5593163"/>
              <a:gd name="connsiteY292" fmla="*/ 2333028 h 4305008"/>
              <a:gd name="connsiteX293" fmla="*/ 3293446 w 5593163"/>
              <a:gd name="connsiteY293" fmla="*/ 2034258 h 4305008"/>
              <a:gd name="connsiteX294" fmla="*/ 3836755 w 5593163"/>
              <a:gd name="connsiteY294" fmla="*/ 1493690 h 4305008"/>
              <a:gd name="connsiteX295" fmla="*/ 3293446 w 5593163"/>
              <a:gd name="connsiteY295" fmla="*/ 2034258 h 4305008"/>
              <a:gd name="connsiteX296" fmla="*/ 3293446 w 5593163"/>
              <a:gd name="connsiteY296" fmla="*/ 3731083 h 4305008"/>
              <a:gd name="connsiteX297" fmla="*/ 3836755 w 5593163"/>
              <a:gd name="connsiteY297" fmla="*/ 3190516 h 4305008"/>
              <a:gd name="connsiteX298" fmla="*/ 3293446 w 5593163"/>
              <a:gd name="connsiteY298" fmla="*/ 3731083 h 4305008"/>
              <a:gd name="connsiteX299" fmla="*/ 3150081 w 5593163"/>
              <a:gd name="connsiteY299" fmla="*/ 503273 h 4305008"/>
              <a:gd name="connsiteX300" fmla="*/ 3150675 w 5593163"/>
              <a:gd name="connsiteY300" fmla="*/ 491833 h 4305008"/>
              <a:gd name="connsiteX301" fmla="*/ 3151173 w 5593163"/>
              <a:gd name="connsiteY301" fmla="*/ 491866 h 4305008"/>
              <a:gd name="connsiteX302" fmla="*/ 3151199 w 5593163"/>
              <a:gd name="connsiteY302" fmla="*/ 491372 h 4305008"/>
              <a:gd name="connsiteX303" fmla="*/ 3168287 w 5593163"/>
              <a:gd name="connsiteY303" fmla="*/ 492995 h 4305008"/>
              <a:gd name="connsiteX304" fmla="*/ 3263748 w 5593163"/>
              <a:gd name="connsiteY304" fmla="*/ 502060 h 4305008"/>
              <a:gd name="connsiteX305" fmla="*/ 3279961 w 5593163"/>
              <a:gd name="connsiteY305" fmla="*/ 503599 h 4305008"/>
              <a:gd name="connsiteX306" fmla="*/ 3280078 w 5593163"/>
              <a:gd name="connsiteY306" fmla="*/ 504747 h 4305008"/>
              <a:gd name="connsiteX307" fmla="*/ 3970244 w 5593163"/>
              <a:gd name="connsiteY307" fmla="*/ 1197788 h 4305008"/>
              <a:gd name="connsiteX308" fmla="*/ 3970749 w 5593163"/>
              <a:gd name="connsiteY308" fmla="*/ 1197851 h 4305008"/>
              <a:gd name="connsiteX309" fmla="*/ 3971290 w 5593163"/>
              <a:gd name="connsiteY309" fmla="*/ 1204541 h 4305008"/>
              <a:gd name="connsiteX310" fmla="*/ 3978754 w 5593163"/>
              <a:gd name="connsiteY310" fmla="*/ 1296998 h 4305008"/>
              <a:gd name="connsiteX311" fmla="*/ 3980124 w 5593163"/>
              <a:gd name="connsiteY311" fmla="*/ 1313979 h 4305008"/>
              <a:gd name="connsiteX312" fmla="*/ 3979531 w 5593163"/>
              <a:gd name="connsiteY312" fmla="*/ 1325419 h 4305008"/>
              <a:gd name="connsiteX313" fmla="*/ 3979032 w 5593163"/>
              <a:gd name="connsiteY313" fmla="*/ 1325386 h 4305008"/>
              <a:gd name="connsiteX314" fmla="*/ 3979006 w 5593163"/>
              <a:gd name="connsiteY314" fmla="*/ 1325881 h 4305008"/>
              <a:gd name="connsiteX315" fmla="*/ 3961888 w 5593163"/>
              <a:gd name="connsiteY315" fmla="*/ 1324255 h 4305008"/>
              <a:gd name="connsiteX316" fmla="*/ 3866461 w 5593163"/>
              <a:gd name="connsiteY316" fmla="*/ 1315193 h 4305008"/>
              <a:gd name="connsiteX317" fmla="*/ 3850245 w 5593163"/>
              <a:gd name="connsiteY317" fmla="*/ 1313653 h 4305008"/>
              <a:gd name="connsiteX318" fmla="*/ 3850129 w 5593163"/>
              <a:gd name="connsiteY318" fmla="*/ 1312505 h 4305008"/>
              <a:gd name="connsiteX319" fmla="*/ 3159963 w 5593163"/>
              <a:gd name="connsiteY319" fmla="*/ 619464 h 4305008"/>
              <a:gd name="connsiteX320" fmla="*/ 3159457 w 5593163"/>
              <a:gd name="connsiteY320" fmla="*/ 619401 h 4305008"/>
              <a:gd name="connsiteX321" fmla="*/ 3158919 w 5593163"/>
              <a:gd name="connsiteY321" fmla="*/ 612725 h 4305008"/>
              <a:gd name="connsiteX322" fmla="*/ 3151452 w 5593163"/>
              <a:gd name="connsiteY322" fmla="*/ 520249 h 4305008"/>
              <a:gd name="connsiteX323" fmla="*/ 3150081 w 5593163"/>
              <a:gd name="connsiteY323" fmla="*/ 503273 h 4305008"/>
              <a:gd name="connsiteX324" fmla="*/ 3150081 w 5593163"/>
              <a:gd name="connsiteY324" fmla="*/ 2200098 h 4305008"/>
              <a:gd name="connsiteX325" fmla="*/ 3150675 w 5593163"/>
              <a:gd name="connsiteY325" fmla="*/ 2188658 h 4305008"/>
              <a:gd name="connsiteX326" fmla="*/ 3151173 w 5593163"/>
              <a:gd name="connsiteY326" fmla="*/ 2188691 h 4305008"/>
              <a:gd name="connsiteX327" fmla="*/ 3151199 w 5593163"/>
              <a:gd name="connsiteY327" fmla="*/ 2188197 h 4305008"/>
              <a:gd name="connsiteX328" fmla="*/ 3168287 w 5593163"/>
              <a:gd name="connsiteY328" fmla="*/ 2189820 h 4305008"/>
              <a:gd name="connsiteX329" fmla="*/ 3263748 w 5593163"/>
              <a:gd name="connsiteY329" fmla="*/ 2198885 h 4305008"/>
              <a:gd name="connsiteX330" fmla="*/ 3279961 w 5593163"/>
              <a:gd name="connsiteY330" fmla="*/ 2200424 h 4305008"/>
              <a:gd name="connsiteX331" fmla="*/ 3280078 w 5593163"/>
              <a:gd name="connsiteY331" fmla="*/ 2201572 h 4305008"/>
              <a:gd name="connsiteX332" fmla="*/ 3970244 w 5593163"/>
              <a:gd name="connsiteY332" fmla="*/ 2894613 h 4305008"/>
              <a:gd name="connsiteX333" fmla="*/ 3970749 w 5593163"/>
              <a:gd name="connsiteY333" fmla="*/ 2894676 h 4305008"/>
              <a:gd name="connsiteX334" fmla="*/ 3971290 w 5593163"/>
              <a:gd name="connsiteY334" fmla="*/ 2901366 h 4305008"/>
              <a:gd name="connsiteX335" fmla="*/ 3978754 w 5593163"/>
              <a:gd name="connsiteY335" fmla="*/ 2993823 h 4305008"/>
              <a:gd name="connsiteX336" fmla="*/ 3980124 w 5593163"/>
              <a:gd name="connsiteY336" fmla="*/ 3010804 h 4305008"/>
              <a:gd name="connsiteX337" fmla="*/ 3979531 w 5593163"/>
              <a:gd name="connsiteY337" fmla="*/ 3022244 h 4305008"/>
              <a:gd name="connsiteX338" fmla="*/ 3979032 w 5593163"/>
              <a:gd name="connsiteY338" fmla="*/ 3022211 h 4305008"/>
              <a:gd name="connsiteX339" fmla="*/ 3979006 w 5593163"/>
              <a:gd name="connsiteY339" fmla="*/ 3022706 h 4305008"/>
              <a:gd name="connsiteX340" fmla="*/ 3961888 w 5593163"/>
              <a:gd name="connsiteY340" fmla="*/ 3021080 h 4305008"/>
              <a:gd name="connsiteX341" fmla="*/ 3866461 w 5593163"/>
              <a:gd name="connsiteY341" fmla="*/ 3012018 h 4305008"/>
              <a:gd name="connsiteX342" fmla="*/ 3850245 w 5593163"/>
              <a:gd name="connsiteY342" fmla="*/ 3010478 h 4305008"/>
              <a:gd name="connsiteX343" fmla="*/ 3850129 w 5593163"/>
              <a:gd name="connsiteY343" fmla="*/ 3009330 h 4305008"/>
              <a:gd name="connsiteX344" fmla="*/ 3159963 w 5593163"/>
              <a:gd name="connsiteY344" fmla="*/ 2316289 h 4305008"/>
              <a:gd name="connsiteX345" fmla="*/ 3159457 w 5593163"/>
              <a:gd name="connsiteY345" fmla="*/ 2316226 h 4305008"/>
              <a:gd name="connsiteX346" fmla="*/ 3158919 w 5593163"/>
              <a:gd name="connsiteY346" fmla="*/ 2309550 h 4305008"/>
              <a:gd name="connsiteX347" fmla="*/ 3151452 w 5593163"/>
              <a:gd name="connsiteY347" fmla="*/ 2217074 h 4305008"/>
              <a:gd name="connsiteX348" fmla="*/ 3150081 w 5593163"/>
              <a:gd name="connsiteY348" fmla="*/ 2200098 h 4305008"/>
              <a:gd name="connsiteX349" fmla="*/ 3150081 w 5593163"/>
              <a:gd name="connsiteY349" fmla="*/ 3896923 h 4305008"/>
              <a:gd name="connsiteX350" fmla="*/ 3150675 w 5593163"/>
              <a:gd name="connsiteY350" fmla="*/ 3885483 h 4305008"/>
              <a:gd name="connsiteX351" fmla="*/ 3151173 w 5593163"/>
              <a:gd name="connsiteY351" fmla="*/ 3885516 h 4305008"/>
              <a:gd name="connsiteX352" fmla="*/ 3151199 w 5593163"/>
              <a:gd name="connsiteY352" fmla="*/ 3885022 h 4305008"/>
              <a:gd name="connsiteX353" fmla="*/ 3168287 w 5593163"/>
              <a:gd name="connsiteY353" fmla="*/ 3886645 h 4305008"/>
              <a:gd name="connsiteX354" fmla="*/ 3263748 w 5593163"/>
              <a:gd name="connsiteY354" fmla="*/ 3895710 h 4305008"/>
              <a:gd name="connsiteX355" fmla="*/ 3279961 w 5593163"/>
              <a:gd name="connsiteY355" fmla="*/ 3897249 h 4305008"/>
              <a:gd name="connsiteX356" fmla="*/ 3280078 w 5593163"/>
              <a:gd name="connsiteY356" fmla="*/ 3898397 h 4305008"/>
              <a:gd name="connsiteX357" fmla="*/ 3840331 w 5593163"/>
              <a:gd name="connsiteY357" fmla="*/ 4255797 h 4305008"/>
              <a:gd name="connsiteX358" fmla="*/ 3868775 w 5593163"/>
              <a:gd name="connsiteY358" fmla="*/ 4305008 h 4305008"/>
              <a:gd name="connsiteX359" fmla="*/ 3717725 w 5593163"/>
              <a:gd name="connsiteY359" fmla="*/ 4305008 h 4305008"/>
              <a:gd name="connsiteX360" fmla="*/ 3665602 w 5593163"/>
              <a:gd name="connsiteY360" fmla="*/ 4241205 h 4305008"/>
              <a:gd name="connsiteX361" fmla="*/ 3293448 w 5593163"/>
              <a:gd name="connsiteY361" fmla="*/ 4029853 h 4305008"/>
              <a:gd name="connsiteX362" fmla="*/ 3392629 w 5593163"/>
              <a:gd name="connsiteY362" fmla="*/ 4271827 h 4305008"/>
              <a:gd name="connsiteX363" fmla="*/ 3419311 w 5593163"/>
              <a:gd name="connsiteY363" fmla="*/ 4305008 h 4305008"/>
              <a:gd name="connsiteX364" fmla="*/ 3265201 w 5593163"/>
              <a:gd name="connsiteY364" fmla="*/ 4305008 h 4305008"/>
              <a:gd name="connsiteX365" fmla="*/ 3235080 w 5593163"/>
              <a:gd name="connsiteY365" fmla="*/ 4254710 h 4305008"/>
              <a:gd name="connsiteX366" fmla="*/ 3159963 w 5593163"/>
              <a:gd name="connsiteY366" fmla="*/ 4013114 h 4305008"/>
              <a:gd name="connsiteX367" fmla="*/ 3159457 w 5593163"/>
              <a:gd name="connsiteY367" fmla="*/ 4013051 h 4305008"/>
              <a:gd name="connsiteX368" fmla="*/ 3158919 w 5593163"/>
              <a:gd name="connsiteY368" fmla="*/ 4006375 h 4305008"/>
              <a:gd name="connsiteX369" fmla="*/ 3151452 w 5593163"/>
              <a:gd name="connsiteY369" fmla="*/ 3913899 h 4305008"/>
              <a:gd name="connsiteX370" fmla="*/ 3150081 w 5593163"/>
              <a:gd name="connsiteY370" fmla="*/ 3896923 h 4305008"/>
              <a:gd name="connsiteX371" fmla="*/ 3150079 w 5593163"/>
              <a:gd name="connsiteY371" fmla="*/ 469318 h 4305008"/>
              <a:gd name="connsiteX372" fmla="*/ 3151450 w 5593163"/>
              <a:gd name="connsiteY372" fmla="*/ 452471 h 4305008"/>
              <a:gd name="connsiteX373" fmla="*/ 3158914 w 5593163"/>
              <a:gd name="connsiteY373" fmla="*/ 360740 h 4305008"/>
              <a:gd name="connsiteX374" fmla="*/ 3159454 w 5593163"/>
              <a:gd name="connsiteY374" fmla="*/ 354103 h 4305008"/>
              <a:gd name="connsiteX375" fmla="*/ 3159960 w 5593163"/>
              <a:gd name="connsiteY375" fmla="*/ 354040 h 4305008"/>
              <a:gd name="connsiteX376" fmla="*/ 3244173 w 5593163"/>
              <a:gd name="connsiteY376" fmla="*/ 96778 h 4305008"/>
              <a:gd name="connsiteX377" fmla="*/ 3306807 w 5593163"/>
              <a:gd name="connsiteY377" fmla="*/ 0 h 4305008"/>
              <a:gd name="connsiteX378" fmla="*/ 3475182 w 5593163"/>
              <a:gd name="connsiteY378" fmla="*/ 0 h 4305008"/>
              <a:gd name="connsiteX379" fmla="*/ 3406954 w 5593163"/>
              <a:gd name="connsiteY379" fmla="*/ 76659 h 4305008"/>
              <a:gd name="connsiteX380" fmla="*/ 3293446 w 5593163"/>
              <a:gd name="connsiteY380" fmla="*/ 337433 h 4305008"/>
              <a:gd name="connsiteX381" fmla="*/ 3732420 w 5593163"/>
              <a:gd name="connsiteY381" fmla="*/ 44350 h 4305008"/>
              <a:gd name="connsiteX382" fmla="*/ 3754649 w 5593163"/>
              <a:gd name="connsiteY382" fmla="*/ 0 h 4305008"/>
              <a:gd name="connsiteX383" fmla="*/ 3903287 w 5593163"/>
              <a:gd name="connsiteY383" fmla="*/ 0 h 4305008"/>
              <a:gd name="connsiteX384" fmla="*/ 3851448 w 5593163"/>
              <a:gd name="connsiteY384" fmla="*/ 95636 h 4305008"/>
              <a:gd name="connsiteX385" fmla="*/ 3280075 w 5593163"/>
              <a:gd name="connsiteY385" fmla="*/ 467856 h 4305008"/>
              <a:gd name="connsiteX386" fmla="*/ 3279959 w 5593163"/>
              <a:gd name="connsiteY386" fmla="*/ 468995 h 4305008"/>
              <a:gd name="connsiteX387" fmla="*/ 3263742 w 5593163"/>
              <a:gd name="connsiteY387" fmla="*/ 470523 h 4305008"/>
              <a:gd name="connsiteX388" fmla="*/ 3168316 w 5593163"/>
              <a:gd name="connsiteY388" fmla="*/ 479514 h 4305008"/>
              <a:gd name="connsiteX389" fmla="*/ 3151197 w 5593163"/>
              <a:gd name="connsiteY389" fmla="*/ 481127 h 4305008"/>
              <a:gd name="connsiteX390" fmla="*/ 3151171 w 5593163"/>
              <a:gd name="connsiteY390" fmla="*/ 480636 h 4305008"/>
              <a:gd name="connsiteX391" fmla="*/ 3150672 w 5593163"/>
              <a:gd name="connsiteY391" fmla="*/ 480669 h 4305008"/>
              <a:gd name="connsiteX392" fmla="*/ 3150079 w 5593163"/>
              <a:gd name="connsiteY392" fmla="*/ 469318 h 4305008"/>
              <a:gd name="connsiteX393" fmla="*/ 3150079 w 5593163"/>
              <a:gd name="connsiteY393" fmla="*/ 2166144 h 4305008"/>
              <a:gd name="connsiteX394" fmla="*/ 3151450 w 5593163"/>
              <a:gd name="connsiteY394" fmla="*/ 2149296 h 4305008"/>
              <a:gd name="connsiteX395" fmla="*/ 3158914 w 5593163"/>
              <a:gd name="connsiteY395" fmla="*/ 2057565 h 4305008"/>
              <a:gd name="connsiteX396" fmla="*/ 3159454 w 5593163"/>
              <a:gd name="connsiteY396" fmla="*/ 2050928 h 4305008"/>
              <a:gd name="connsiteX397" fmla="*/ 3159960 w 5593163"/>
              <a:gd name="connsiteY397" fmla="*/ 2050865 h 4305008"/>
              <a:gd name="connsiteX398" fmla="*/ 3850126 w 5593163"/>
              <a:gd name="connsiteY398" fmla="*/ 1363267 h 4305008"/>
              <a:gd name="connsiteX399" fmla="*/ 3850243 w 5593163"/>
              <a:gd name="connsiteY399" fmla="*/ 1362128 h 4305008"/>
              <a:gd name="connsiteX400" fmla="*/ 3866455 w 5593163"/>
              <a:gd name="connsiteY400" fmla="*/ 1360601 h 4305008"/>
              <a:gd name="connsiteX401" fmla="*/ 3961917 w 5593163"/>
              <a:gd name="connsiteY401" fmla="*/ 1351607 h 4305008"/>
              <a:gd name="connsiteX402" fmla="*/ 3979004 w 5593163"/>
              <a:gd name="connsiteY402" fmla="*/ 1349997 h 4305008"/>
              <a:gd name="connsiteX403" fmla="*/ 3979030 w 5593163"/>
              <a:gd name="connsiteY403" fmla="*/ 1350487 h 4305008"/>
              <a:gd name="connsiteX404" fmla="*/ 3979528 w 5593163"/>
              <a:gd name="connsiteY404" fmla="*/ 1350455 h 4305008"/>
              <a:gd name="connsiteX405" fmla="*/ 3980122 w 5593163"/>
              <a:gd name="connsiteY405" fmla="*/ 1361805 h 4305008"/>
              <a:gd name="connsiteX406" fmla="*/ 3978752 w 5593163"/>
              <a:gd name="connsiteY406" fmla="*/ 1378647 h 4305008"/>
              <a:gd name="connsiteX407" fmla="*/ 3971285 w 5593163"/>
              <a:gd name="connsiteY407" fmla="*/ 1470397 h 4305008"/>
              <a:gd name="connsiteX408" fmla="*/ 3970746 w 5593163"/>
              <a:gd name="connsiteY408" fmla="*/ 1477021 h 4305008"/>
              <a:gd name="connsiteX409" fmla="*/ 3970241 w 5593163"/>
              <a:gd name="connsiteY409" fmla="*/ 1477083 h 4305008"/>
              <a:gd name="connsiteX410" fmla="*/ 3280075 w 5593163"/>
              <a:gd name="connsiteY410" fmla="*/ 2164681 h 4305008"/>
              <a:gd name="connsiteX411" fmla="*/ 3279959 w 5593163"/>
              <a:gd name="connsiteY411" fmla="*/ 2165820 h 4305008"/>
              <a:gd name="connsiteX412" fmla="*/ 3263742 w 5593163"/>
              <a:gd name="connsiteY412" fmla="*/ 2167348 h 4305008"/>
              <a:gd name="connsiteX413" fmla="*/ 3168316 w 5593163"/>
              <a:gd name="connsiteY413" fmla="*/ 2176339 h 4305008"/>
              <a:gd name="connsiteX414" fmla="*/ 3151197 w 5593163"/>
              <a:gd name="connsiteY414" fmla="*/ 2177952 h 4305008"/>
              <a:gd name="connsiteX415" fmla="*/ 3151171 w 5593163"/>
              <a:gd name="connsiteY415" fmla="*/ 2177461 h 4305008"/>
              <a:gd name="connsiteX416" fmla="*/ 3150672 w 5593163"/>
              <a:gd name="connsiteY416" fmla="*/ 2177494 h 4305008"/>
              <a:gd name="connsiteX417" fmla="*/ 3150079 w 5593163"/>
              <a:gd name="connsiteY417" fmla="*/ 2166144 h 4305008"/>
              <a:gd name="connsiteX418" fmla="*/ 3150079 w 5593163"/>
              <a:gd name="connsiteY418" fmla="*/ 3862969 h 4305008"/>
              <a:gd name="connsiteX419" fmla="*/ 3151450 w 5593163"/>
              <a:gd name="connsiteY419" fmla="*/ 3846121 h 4305008"/>
              <a:gd name="connsiteX420" fmla="*/ 3158914 w 5593163"/>
              <a:gd name="connsiteY420" fmla="*/ 3754390 h 4305008"/>
              <a:gd name="connsiteX421" fmla="*/ 3159454 w 5593163"/>
              <a:gd name="connsiteY421" fmla="*/ 3747753 h 4305008"/>
              <a:gd name="connsiteX422" fmla="*/ 3159960 w 5593163"/>
              <a:gd name="connsiteY422" fmla="*/ 3747690 h 4305008"/>
              <a:gd name="connsiteX423" fmla="*/ 3850126 w 5593163"/>
              <a:gd name="connsiteY423" fmla="*/ 3060092 h 4305008"/>
              <a:gd name="connsiteX424" fmla="*/ 3850243 w 5593163"/>
              <a:gd name="connsiteY424" fmla="*/ 3058953 h 4305008"/>
              <a:gd name="connsiteX425" fmla="*/ 3866455 w 5593163"/>
              <a:gd name="connsiteY425" fmla="*/ 3057426 h 4305008"/>
              <a:gd name="connsiteX426" fmla="*/ 3961917 w 5593163"/>
              <a:gd name="connsiteY426" fmla="*/ 3048432 h 4305008"/>
              <a:gd name="connsiteX427" fmla="*/ 3979004 w 5593163"/>
              <a:gd name="connsiteY427" fmla="*/ 3046822 h 4305008"/>
              <a:gd name="connsiteX428" fmla="*/ 3979030 w 5593163"/>
              <a:gd name="connsiteY428" fmla="*/ 3047312 h 4305008"/>
              <a:gd name="connsiteX429" fmla="*/ 3979528 w 5593163"/>
              <a:gd name="connsiteY429" fmla="*/ 3047280 h 4305008"/>
              <a:gd name="connsiteX430" fmla="*/ 3980122 w 5593163"/>
              <a:gd name="connsiteY430" fmla="*/ 3058630 h 4305008"/>
              <a:gd name="connsiteX431" fmla="*/ 3978752 w 5593163"/>
              <a:gd name="connsiteY431" fmla="*/ 3075472 h 4305008"/>
              <a:gd name="connsiteX432" fmla="*/ 3971285 w 5593163"/>
              <a:gd name="connsiteY432" fmla="*/ 3167222 h 4305008"/>
              <a:gd name="connsiteX433" fmla="*/ 3970746 w 5593163"/>
              <a:gd name="connsiteY433" fmla="*/ 3173846 h 4305008"/>
              <a:gd name="connsiteX434" fmla="*/ 3970241 w 5593163"/>
              <a:gd name="connsiteY434" fmla="*/ 3173908 h 4305008"/>
              <a:gd name="connsiteX435" fmla="*/ 3280075 w 5593163"/>
              <a:gd name="connsiteY435" fmla="*/ 3861506 h 4305008"/>
              <a:gd name="connsiteX436" fmla="*/ 3279959 w 5593163"/>
              <a:gd name="connsiteY436" fmla="*/ 3862645 h 4305008"/>
              <a:gd name="connsiteX437" fmla="*/ 3263742 w 5593163"/>
              <a:gd name="connsiteY437" fmla="*/ 3864173 h 4305008"/>
              <a:gd name="connsiteX438" fmla="*/ 3168316 w 5593163"/>
              <a:gd name="connsiteY438" fmla="*/ 3873164 h 4305008"/>
              <a:gd name="connsiteX439" fmla="*/ 3151197 w 5593163"/>
              <a:gd name="connsiteY439" fmla="*/ 3874777 h 4305008"/>
              <a:gd name="connsiteX440" fmla="*/ 3151171 w 5593163"/>
              <a:gd name="connsiteY440" fmla="*/ 3874286 h 4305008"/>
              <a:gd name="connsiteX441" fmla="*/ 3150672 w 5593163"/>
              <a:gd name="connsiteY441" fmla="*/ 3874319 h 4305008"/>
              <a:gd name="connsiteX442" fmla="*/ 3150079 w 5593163"/>
              <a:gd name="connsiteY442" fmla="*/ 3862969 h 4305008"/>
              <a:gd name="connsiteX443" fmla="*/ 2442890 w 5593163"/>
              <a:gd name="connsiteY443" fmla="*/ 1181049 h 4305008"/>
              <a:gd name="connsiteX444" fmla="*/ 2986199 w 5593163"/>
              <a:gd name="connsiteY444" fmla="*/ 636203 h 4305008"/>
              <a:gd name="connsiteX445" fmla="*/ 2442890 w 5593163"/>
              <a:gd name="connsiteY445" fmla="*/ 1181049 h 4305008"/>
              <a:gd name="connsiteX446" fmla="*/ 2442890 w 5593163"/>
              <a:gd name="connsiteY446" fmla="*/ 1493690 h 4305008"/>
              <a:gd name="connsiteX447" fmla="*/ 2986199 w 5593163"/>
              <a:gd name="connsiteY447" fmla="*/ 2034258 h 4305008"/>
              <a:gd name="connsiteX448" fmla="*/ 2442890 w 5593163"/>
              <a:gd name="connsiteY448" fmla="*/ 1493690 h 4305008"/>
              <a:gd name="connsiteX449" fmla="*/ 2442890 w 5593163"/>
              <a:gd name="connsiteY449" fmla="*/ 2877874 h 4305008"/>
              <a:gd name="connsiteX450" fmla="*/ 2986199 w 5593163"/>
              <a:gd name="connsiteY450" fmla="*/ 2333028 h 4305008"/>
              <a:gd name="connsiteX451" fmla="*/ 2442890 w 5593163"/>
              <a:gd name="connsiteY451" fmla="*/ 2877874 h 4305008"/>
              <a:gd name="connsiteX452" fmla="*/ 2442890 w 5593163"/>
              <a:gd name="connsiteY452" fmla="*/ 3190516 h 4305008"/>
              <a:gd name="connsiteX453" fmla="*/ 2986199 w 5593163"/>
              <a:gd name="connsiteY453" fmla="*/ 3731083 h 4305008"/>
              <a:gd name="connsiteX454" fmla="*/ 2442890 w 5593163"/>
              <a:gd name="connsiteY454" fmla="*/ 3190516 h 4305008"/>
              <a:gd name="connsiteX455" fmla="*/ 2410871 w 5593163"/>
              <a:gd name="connsiteY455" fmla="*/ 4305008 h 4305008"/>
              <a:gd name="connsiteX456" fmla="*/ 2439316 w 5593163"/>
              <a:gd name="connsiteY456" fmla="*/ 4255797 h 4305008"/>
              <a:gd name="connsiteX457" fmla="*/ 2999569 w 5593163"/>
              <a:gd name="connsiteY457" fmla="*/ 3898397 h 4305008"/>
              <a:gd name="connsiteX458" fmla="*/ 2999686 w 5593163"/>
              <a:gd name="connsiteY458" fmla="*/ 3897249 h 4305008"/>
              <a:gd name="connsiteX459" fmla="*/ 3015899 w 5593163"/>
              <a:gd name="connsiteY459" fmla="*/ 3895710 h 4305008"/>
              <a:gd name="connsiteX460" fmla="*/ 3111360 w 5593163"/>
              <a:gd name="connsiteY460" fmla="*/ 3886645 h 4305008"/>
              <a:gd name="connsiteX461" fmla="*/ 3128448 w 5593163"/>
              <a:gd name="connsiteY461" fmla="*/ 3885022 h 4305008"/>
              <a:gd name="connsiteX462" fmla="*/ 3128474 w 5593163"/>
              <a:gd name="connsiteY462" fmla="*/ 3885516 h 4305008"/>
              <a:gd name="connsiteX463" fmla="*/ 3128972 w 5593163"/>
              <a:gd name="connsiteY463" fmla="*/ 3885483 h 4305008"/>
              <a:gd name="connsiteX464" fmla="*/ 3129566 w 5593163"/>
              <a:gd name="connsiteY464" fmla="*/ 3896923 h 4305008"/>
              <a:gd name="connsiteX465" fmla="*/ 3128195 w 5593163"/>
              <a:gd name="connsiteY465" fmla="*/ 3913899 h 4305008"/>
              <a:gd name="connsiteX466" fmla="*/ 3120728 w 5593163"/>
              <a:gd name="connsiteY466" fmla="*/ 4006375 h 4305008"/>
              <a:gd name="connsiteX467" fmla="*/ 3120190 w 5593163"/>
              <a:gd name="connsiteY467" fmla="*/ 4013051 h 4305008"/>
              <a:gd name="connsiteX468" fmla="*/ 3119684 w 5593163"/>
              <a:gd name="connsiteY468" fmla="*/ 4013114 h 4305008"/>
              <a:gd name="connsiteX469" fmla="*/ 3044567 w 5593163"/>
              <a:gd name="connsiteY469" fmla="*/ 4254710 h 4305008"/>
              <a:gd name="connsiteX470" fmla="*/ 3014445 w 5593163"/>
              <a:gd name="connsiteY470" fmla="*/ 4305008 h 4305008"/>
              <a:gd name="connsiteX471" fmla="*/ 2860336 w 5593163"/>
              <a:gd name="connsiteY471" fmla="*/ 4305008 h 4305008"/>
              <a:gd name="connsiteX472" fmla="*/ 2887018 w 5593163"/>
              <a:gd name="connsiteY472" fmla="*/ 4271827 h 4305008"/>
              <a:gd name="connsiteX473" fmla="*/ 2986199 w 5593163"/>
              <a:gd name="connsiteY473" fmla="*/ 4029853 h 4305008"/>
              <a:gd name="connsiteX474" fmla="*/ 2614045 w 5593163"/>
              <a:gd name="connsiteY474" fmla="*/ 4241205 h 4305008"/>
              <a:gd name="connsiteX475" fmla="*/ 2561922 w 5593163"/>
              <a:gd name="connsiteY475" fmla="*/ 4305008 h 4305008"/>
              <a:gd name="connsiteX476" fmla="*/ 2376360 w 5593163"/>
              <a:gd name="connsiteY476" fmla="*/ 0 h 4305008"/>
              <a:gd name="connsiteX477" fmla="*/ 2524998 w 5593163"/>
              <a:gd name="connsiteY477" fmla="*/ 0 h 4305008"/>
              <a:gd name="connsiteX478" fmla="*/ 2547226 w 5593163"/>
              <a:gd name="connsiteY478" fmla="*/ 44350 h 4305008"/>
              <a:gd name="connsiteX479" fmla="*/ 2986199 w 5593163"/>
              <a:gd name="connsiteY479" fmla="*/ 337433 h 4305008"/>
              <a:gd name="connsiteX480" fmla="*/ 2872691 w 5593163"/>
              <a:gd name="connsiteY480" fmla="*/ 76659 h 4305008"/>
              <a:gd name="connsiteX481" fmla="*/ 2804464 w 5593163"/>
              <a:gd name="connsiteY481" fmla="*/ 0 h 4305008"/>
              <a:gd name="connsiteX482" fmla="*/ 2972839 w 5593163"/>
              <a:gd name="connsiteY482" fmla="*/ 0 h 4305008"/>
              <a:gd name="connsiteX483" fmla="*/ 3035473 w 5593163"/>
              <a:gd name="connsiteY483" fmla="*/ 96778 h 4305008"/>
              <a:gd name="connsiteX484" fmla="*/ 3119686 w 5593163"/>
              <a:gd name="connsiteY484" fmla="*/ 354040 h 4305008"/>
              <a:gd name="connsiteX485" fmla="*/ 3120191 w 5593163"/>
              <a:gd name="connsiteY485" fmla="*/ 354103 h 4305008"/>
              <a:gd name="connsiteX486" fmla="*/ 3120732 w 5593163"/>
              <a:gd name="connsiteY486" fmla="*/ 360740 h 4305008"/>
              <a:gd name="connsiteX487" fmla="*/ 3128196 w 5593163"/>
              <a:gd name="connsiteY487" fmla="*/ 452471 h 4305008"/>
              <a:gd name="connsiteX488" fmla="*/ 3129566 w 5593163"/>
              <a:gd name="connsiteY488" fmla="*/ 469318 h 4305008"/>
              <a:gd name="connsiteX489" fmla="*/ 3128973 w 5593163"/>
              <a:gd name="connsiteY489" fmla="*/ 480669 h 4305008"/>
              <a:gd name="connsiteX490" fmla="*/ 3128474 w 5593163"/>
              <a:gd name="connsiteY490" fmla="*/ 480636 h 4305008"/>
              <a:gd name="connsiteX491" fmla="*/ 3128448 w 5593163"/>
              <a:gd name="connsiteY491" fmla="*/ 481127 h 4305008"/>
              <a:gd name="connsiteX492" fmla="*/ 3111330 w 5593163"/>
              <a:gd name="connsiteY492" fmla="*/ 479514 h 4305008"/>
              <a:gd name="connsiteX493" fmla="*/ 3015903 w 5593163"/>
              <a:gd name="connsiteY493" fmla="*/ 470523 h 4305008"/>
              <a:gd name="connsiteX494" fmla="*/ 2999687 w 5593163"/>
              <a:gd name="connsiteY494" fmla="*/ 468995 h 4305008"/>
              <a:gd name="connsiteX495" fmla="*/ 2999571 w 5593163"/>
              <a:gd name="connsiteY495" fmla="*/ 467856 h 4305008"/>
              <a:gd name="connsiteX496" fmla="*/ 2428199 w 5593163"/>
              <a:gd name="connsiteY496" fmla="*/ 95636 h 4305008"/>
              <a:gd name="connsiteX497" fmla="*/ 2299523 w 5593163"/>
              <a:gd name="connsiteY497" fmla="*/ 1313979 h 4305008"/>
              <a:gd name="connsiteX498" fmla="*/ 2300894 w 5593163"/>
              <a:gd name="connsiteY498" fmla="*/ 1296998 h 4305008"/>
              <a:gd name="connsiteX499" fmla="*/ 2308358 w 5593163"/>
              <a:gd name="connsiteY499" fmla="*/ 1204541 h 4305008"/>
              <a:gd name="connsiteX500" fmla="*/ 2308898 w 5593163"/>
              <a:gd name="connsiteY500" fmla="*/ 1197851 h 4305008"/>
              <a:gd name="connsiteX501" fmla="*/ 2309404 w 5593163"/>
              <a:gd name="connsiteY501" fmla="*/ 1197788 h 4305008"/>
              <a:gd name="connsiteX502" fmla="*/ 2999570 w 5593163"/>
              <a:gd name="connsiteY502" fmla="*/ 504747 h 4305008"/>
              <a:gd name="connsiteX503" fmla="*/ 2999687 w 5593163"/>
              <a:gd name="connsiteY503" fmla="*/ 503599 h 4305008"/>
              <a:gd name="connsiteX504" fmla="*/ 3015899 w 5593163"/>
              <a:gd name="connsiteY504" fmla="*/ 502060 h 4305008"/>
              <a:gd name="connsiteX505" fmla="*/ 3111361 w 5593163"/>
              <a:gd name="connsiteY505" fmla="*/ 492995 h 4305008"/>
              <a:gd name="connsiteX506" fmla="*/ 3128448 w 5593163"/>
              <a:gd name="connsiteY506" fmla="*/ 491372 h 4305008"/>
              <a:gd name="connsiteX507" fmla="*/ 3128474 w 5593163"/>
              <a:gd name="connsiteY507" fmla="*/ 491866 h 4305008"/>
              <a:gd name="connsiteX508" fmla="*/ 3128972 w 5593163"/>
              <a:gd name="connsiteY508" fmla="*/ 491833 h 4305008"/>
              <a:gd name="connsiteX509" fmla="*/ 3129566 w 5593163"/>
              <a:gd name="connsiteY509" fmla="*/ 503273 h 4305008"/>
              <a:gd name="connsiteX510" fmla="*/ 3128196 w 5593163"/>
              <a:gd name="connsiteY510" fmla="*/ 520249 h 4305008"/>
              <a:gd name="connsiteX511" fmla="*/ 3120729 w 5593163"/>
              <a:gd name="connsiteY511" fmla="*/ 612725 h 4305008"/>
              <a:gd name="connsiteX512" fmla="*/ 3120190 w 5593163"/>
              <a:gd name="connsiteY512" fmla="*/ 619401 h 4305008"/>
              <a:gd name="connsiteX513" fmla="*/ 3119685 w 5593163"/>
              <a:gd name="connsiteY513" fmla="*/ 619464 h 4305008"/>
              <a:gd name="connsiteX514" fmla="*/ 2429519 w 5593163"/>
              <a:gd name="connsiteY514" fmla="*/ 1312505 h 4305008"/>
              <a:gd name="connsiteX515" fmla="*/ 2429403 w 5593163"/>
              <a:gd name="connsiteY515" fmla="*/ 1313653 h 4305008"/>
              <a:gd name="connsiteX516" fmla="*/ 2413186 w 5593163"/>
              <a:gd name="connsiteY516" fmla="*/ 1315193 h 4305008"/>
              <a:gd name="connsiteX517" fmla="*/ 2317760 w 5593163"/>
              <a:gd name="connsiteY517" fmla="*/ 1324255 h 4305008"/>
              <a:gd name="connsiteX518" fmla="*/ 2300641 w 5593163"/>
              <a:gd name="connsiteY518" fmla="*/ 1325881 h 4305008"/>
              <a:gd name="connsiteX519" fmla="*/ 2300615 w 5593163"/>
              <a:gd name="connsiteY519" fmla="*/ 1325386 h 4305008"/>
              <a:gd name="connsiteX520" fmla="*/ 2300116 w 5593163"/>
              <a:gd name="connsiteY520" fmla="*/ 1325419 h 4305008"/>
              <a:gd name="connsiteX521" fmla="*/ 2299523 w 5593163"/>
              <a:gd name="connsiteY521" fmla="*/ 1313979 h 4305008"/>
              <a:gd name="connsiteX522" fmla="*/ 2299523 w 5593163"/>
              <a:gd name="connsiteY522" fmla="*/ 1361805 h 4305008"/>
              <a:gd name="connsiteX523" fmla="*/ 2300117 w 5593163"/>
              <a:gd name="connsiteY523" fmla="*/ 1350455 h 4305008"/>
              <a:gd name="connsiteX524" fmla="*/ 2300615 w 5593163"/>
              <a:gd name="connsiteY524" fmla="*/ 1350487 h 4305008"/>
              <a:gd name="connsiteX525" fmla="*/ 2300641 w 5593163"/>
              <a:gd name="connsiteY525" fmla="*/ 1349997 h 4305008"/>
              <a:gd name="connsiteX526" fmla="*/ 2317729 w 5593163"/>
              <a:gd name="connsiteY526" fmla="*/ 1351607 h 4305008"/>
              <a:gd name="connsiteX527" fmla="*/ 2413190 w 5593163"/>
              <a:gd name="connsiteY527" fmla="*/ 1360601 h 4305008"/>
              <a:gd name="connsiteX528" fmla="*/ 2429403 w 5593163"/>
              <a:gd name="connsiteY528" fmla="*/ 1362128 h 4305008"/>
              <a:gd name="connsiteX529" fmla="*/ 2429520 w 5593163"/>
              <a:gd name="connsiteY529" fmla="*/ 1363267 h 4305008"/>
              <a:gd name="connsiteX530" fmla="*/ 3119686 w 5593163"/>
              <a:gd name="connsiteY530" fmla="*/ 2050865 h 4305008"/>
              <a:gd name="connsiteX531" fmla="*/ 3120191 w 5593163"/>
              <a:gd name="connsiteY531" fmla="*/ 2050928 h 4305008"/>
              <a:gd name="connsiteX532" fmla="*/ 3120732 w 5593163"/>
              <a:gd name="connsiteY532" fmla="*/ 2057565 h 4305008"/>
              <a:gd name="connsiteX533" fmla="*/ 3128196 w 5593163"/>
              <a:gd name="connsiteY533" fmla="*/ 2149296 h 4305008"/>
              <a:gd name="connsiteX534" fmla="*/ 3129566 w 5593163"/>
              <a:gd name="connsiteY534" fmla="*/ 2166144 h 4305008"/>
              <a:gd name="connsiteX535" fmla="*/ 3128973 w 5593163"/>
              <a:gd name="connsiteY535" fmla="*/ 2177494 h 4305008"/>
              <a:gd name="connsiteX536" fmla="*/ 3128474 w 5593163"/>
              <a:gd name="connsiteY536" fmla="*/ 2177461 h 4305008"/>
              <a:gd name="connsiteX537" fmla="*/ 3128448 w 5593163"/>
              <a:gd name="connsiteY537" fmla="*/ 2177952 h 4305008"/>
              <a:gd name="connsiteX538" fmla="*/ 3111330 w 5593163"/>
              <a:gd name="connsiteY538" fmla="*/ 2176339 h 4305008"/>
              <a:gd name="connsiteX539" fmla="*/ 3015903 w 5593163"/>
              <a:gd name="connsiteY539" fmla="*/ 2167348 h 4305008"/>
              <a:gd name="connsiteX540" fmla="*/ 2999687 w 5593163"/>
              <a:gd name="connsiteY540" fmla="*/ 2165820 h 4305008"/>
              <a:gd name="connsiteX541" fmla="*/ 2999571 w 5593163"/>
              <a:gd name="connsiteY541" fmla="*/ 2164681 h 4305008"/>
              <a:gd name="connsiteX542" fmla="*/ 2309405 w 5593163"/>
              <a:gd name="connsiteY542" fmla="*/ 1477083 h 4305008"/>
              <a:gd name="connsiteX543" fmla="*/ 2308899 w 5593163"/>
              <a:gd name="connsiteY543" fmla="*/ 1477021 h 4305008"/>
              <a:gd name="connsiteX544" fmla="*/ 2308361 w 5593163"/>
              <a:gd name="connsiteY544" fmla="*/ 1470397 h 4305008"/>
              <a:gd name="connsiteX545" fmla="*/ 2300894 w 5593163"/>
              <a:gd name="connsiteY545" fmla="*/ 1378647 h 4305008"/>
              <a:gd name="connsiteX546" fmla="*/ 2299523 w 5593163"/>
              <a:gd name="connsiteY546" fmla="*/ 1361805 h 4305008"/>
              <a:gd name="connsiteX547" fmla="*/ 2299523 w 5593163"/>
              <a:gd name="connsiteY547" fmla="*/ 3010804 h 4305008"/>
              <a:gd name="connsiteX548" fmla="*/ 2300894 w 5593163"/>
              <a:gd name="connsiteY548" fmla="*/ 2993823 h 4305008"/>
              <a:gd name="connsiteX549" fmla="*/ 2308358 w 5593163"/>
              <a:gd name="connsiteY549" fmla="*/ 2901366 h 4305008"/>
              <a:gd name="connsiteX550" fmla="*/ 2308898 w 5593163"/>
              <a:gd name="connsiteY550" fmla="*/ 2894676 h 4305008"/>
              <a:gd name="connsiteX551" fmla="*/ 2309404 w 5593163"/>
              <a:gd name="connsiteY551" fmla="*/ 2894613 h 4305008"/>
              <a:gd name="connsiteX552" fmla="*/ 2999570 w 5593163"/>
              <a:gd name="connsiteY552" fmla="*/ 2201572 h 4305008"/>
              <a:gd name="connsiteX553" fmla="*/ 2999687 w 5593163"/>
              <a:gd name="connsiteY553" fmla="*/ 2200424 h 4305008"/>
              <a:gd name="connsiteX554" fmla="*/ 3015899 w 5593163"/>
              <a:gd name="connsiteY554" fmla="*/ 2198885 h 4305008"/>
              <a:gd name="connsiteX555" fmla="*/ 3111361 w 5593163"/>
              <a:gd name="connsiteY555" fmla="*/ 2189820 h 4305008"/>
              <a:gd name="connsiteX556" fmla="*/ 3128448 w 5593163"/>
              <a:gd name="connsiteY556" fmla="*/ 2188197 h 4305008"/>
              <a:gd name="connsiteX557" fmla="*/ 3128474 w 5593163"/>
              <a:gd name="connsiteY557" fmla="*/ 2188691 h 4305008"/>
              <a:gd name="connsiteX558" fmla="*/ 3128972 w 5593163"/>
              <a:gd name="connsiteY558" fmla="*/ 2188658 h 4305008"/>
              <a:gd name="connsiteX559" fmla="*/ 3129566 w 5593163"/>
              <a:gd name="connsiteY559" fmla="*/ 2200098 h 4305008"/>
              <a:gd name="connsiteX560" fmla="*/ 3128196 w 5593163"/>
              <a:gd name="connsiteY560" fmla="*/ 2217074 h 4305008"/>
              <a:gd name="connsiteX561" fmla="*/ 3120729 w 5593163"/>
              <a:gd name="connsiteY561" fmla="*/ 2309550 h 4305008"/>
              <a:gd name="connsiteX562" fmla="*/ 3120190 w 5593163"/>
              <a:gd name="connsiteY562" fmla="*/ 2316226 h 4305008"/>
              <a:gd name="connsiteX563" fmla="*/ 3119685 w 5593163"/>
              <a:gd name="connsiteY563" fmla="*/ 2316289 h 4305008"/>
              <a:gd name="connsiteX564" fmla="*/ 2429519 w 5593163"/>
              <a:gd name="connsiteY564" fmla="*/ 3009330 h 4305008"/>
              <a:gd name="connsiteX565" fmla="*/ 2429403 w 5593163"/>
              <a:gd name="connsiteY565" fmla="*/ 3010478 h 4305008"/>
              <a:gd name="connsiteX566" fmla="*/ 2413186 w 5593163"/>
              <a:gd name="connsiteY566" fmla="*/ 3012018 h 4305008"/>
              <a:gd name="connsiteX567" fmla="*/ 2317760 w 5593163"/>
              <a:gd name="connsiteY567" fmla="*/ 3021080 h 4305008"/>
              <a:gd name="connsiteX568" fmla="*/ 2300641 w 5593163"/>
              <a:gd name="connsiteY568" fmla="*/ 3022706 h 4305008"/>
              <a:gd name="connsiteX569" fmla="*/ 2300615 w 5593163"/>
              <a:gd name="connsiteY569" fmla="*/ 3022211 h 4305008"/>
              <a:gd name="connsiteX570" fmla="*/ 2300116 w 5593163"/>
              <a:gd name="connsiteY570" fmla="*/ 3022244 h 4305008"/>
              <a:gd name="connsiteX571" fmla="*/ 2299523 w 5593163"/>
              <a:gd name="connsiteY571" fmla="*/ 3010804 h 4305008"/>
              <a:gd name="connsiteX572" fmla="*/ 2299523 w 5593163"/>
              <a:gd name="connsiteY572" fmla="*/ 3058630 h 4305008"/>
              <a:gd name="connsiteX573" fmla="*/ 2300117 w 5593163"/>
              <a:gd name="connsiteY573" fmla="*/ 3047280 h 4305008"/>
              <a:gd name="connsiteX574" fmla="*/ 2300615 w 5593163"/>
              <a:gd name="connsiteY574" fmla="*/ 3047312 h 4305008"/>
              <a:gd name="connsiteX575" fmla="*/ 2300641 w 5593163"/>
              <a:gd name="connsiteY575" fmla="*/ 3046822 h 4305008"/>
              <a:gd name="connsiteX576" fmla="*/ 2317729 w 5593163"/>
              <a:gd name="connsiteY576" fmla="*/ 3048432 h 4305008"/>
              <a:gd name="connsiteX577" fmla="*/ 2413190 w 5593163"/>
              <a:gd name="connsiteY577" fmla="*/ 3057426 h 4305008"/>
              <a:gd name="connsiteX578" fmla="*/ 2429403 w 5593163"/>
              <a:gd name="connsiteY578" fmla="*/ 3058953 h 4305008"/>
              <a:gd name="connsiteX579" fmla="*/ 2429520 w 5593163"/>
              <a:gd name="connsiteY579" fmla="*/ 3060092 h 4305008"/>
              <a:gd name="connsiteX580" fmla="*/ 3119686 w 5593163"/>
              <a:gd name="connsiteY580" fmla="*/ 3747690 h 4305008"/>
              <a:gd name="connsiteX581" fmla="*/ 3120191 w 5593163"/>
              <a:gd name="connsiteY581" fmla="*/ 3747753 h 4305008"/>
              <a:gd name="connsiteX582" fmla="*/ 3120732 w 5593163"/>
              <a:gd name="connsiteY582" fmla="*/ 3754390 h 4305008"/>
              <a:gd name="connsiteX583" fmla="*/ 3128196 w 5593163"/>
              <a:gd name="connsiteY583" fmla="*/ 3846121 h 4305008"/>
              <a:gd name="connsiteX584" fmla="*/ 3129566 w 5593163"/>
              <a:gd name="connsiteY584" fmla="*/ 3862969 h 4305008"/>
              <a:gd name="connsiteX585" fmla="*/ 3128973 w 5593163"/>
              <a:gd name="connsiteY585" fmla="*/ 3874319 h 4305008"/>
              <a:gd name="connsiteX586" fmla="*/ 3128474 w 5593163"/>
              <a:gd name="connsiteY586" fmla="*/ 3874286 h 4305008"/>
              <a:gd name="connsiteX587" fmla="*/ 3128448 w 5593163"/>
              <a:gd name="connsiteY587" fmla="*/ 3874777 h 4305008"/>
              <a:gd name="connsiteX588" fmla="*/ 3111330 w 5593163"/>
              <a:gd name="connsiteY588" fmla="*/ 3873164 h 4305008"/>
              <a:gd name="connsiteX589" fmla="*/ 3015903 w 5593163"/>
              <a:gd name="connsiteY589" fmla="*/ 3864173 h 4305008"/>
              <a:gd name="connsiteX590" fmla="*/ 2999687 w 5593163"/>
              <a:gd name="connsiteY590" fmla="*/ 3862645 h 4305008"/>
              <a:gd name="connsiteX591" fmla="*/ 2999571 w 5593163"/>
              <a:gd name="connsiteY591" fmla="*/ 3861506 h 4305008"/>
              <a:gd name="connsiteX592" fmla="*/ 2309405 w 5593163"/>
              <a:gd name="connsiteY592" fmla="*/ 3173908 h 4305008"/>
              <a:gd name="connsiteX593" fmla="*/ 2308899 w 5593163"/>
              <a:gd name="connsiteY593" fmla="*/ 3173846 h 4305008"/>
              <a:gd name="connsiteX594" fmla="*/ 2308361 w 5593163"/>
              <a:gd name="connsiteY594" fmla="*/ 3167222 h 4305008"/>
              <a:gd name="connsiteX595" fmla="*/ 2300894 w 5593163"/>
              <a:gd name="connsiteY595" fmla="*/ 3075472 h 4305008"/>
              <a:gd name="connsiteX596" fmla="*/ 2299523 w 5593163"/>
              <a:gd name="connsiteY596" fmla="*/ 3058630 h 4305008"/>
              <a:gd name="connsiteX597" fmla="*/ 1601297 w 5593163"/>
              <a:gd name="connsiteY597" fmla="*/ 636203 h 4305008"/>
              <a:gd name="connsiteX598" fmla="*/ 2144606 w 5593163"/>
              <a:gd name="connsiteY598" fmla="*/ 1181049 h 4305008"/>
              <a:gd name="connsiteX599" fmla="*/ 1601297 w 5593163"/>
              <a:gd name="connsiteY599" fmla="*/ 636203 h 4305008"/>
              <a:gd name="connsiteX600" fmla="*/ 1601297 w 5593163"/>
              <a:gd name="connsiteY600" fmla="*/ 2333028 h 4305008"/>
              <a:gd name="connsiteX601" fmla="*/ 2144606 w 5593163"/>
              <a:gd name="connsiteY601" fmla="*/ 2877874 h 4305008"/>
              <a:gd name="connsiteX602" fmla="*/ 1601297 w 5593163"/>
              <a:gd name="connsiteY602" fmla="*/ 2333028 h 4305008"/>
              <a:gd name="connsiteX603" fmla="*/ 1601295 w 5593163"/>
              <a:gd name="connsiteY603" fmla="*/ 2034258 h 4305008"/>
              <a:gd name="connsiteX604" fmla="*/ 2144604 w 5593163"/>
              <a:gd name="connsiteY604" fmla="*/ 1493690 h 4305008"/>
              <a:gd name="connsiteX605" fmla="*/ 1601295 w 5593163"/>
              <a:gd name="connsiteY605" fmla="*/ 2034258 h 4305008"/>
              <a:gd name="connsiteX606" fmla="*/ 1601295 w 5593163"/>
              <a:gd name="connsiteY606" fmla="*/ 3731083 h 4305008"/>
              <a:gd name="connsiteX607" fmla="*/ 2144604 w 5593163"/>
              <a:gd name="connsiteY607" fmla="*/ 3190516 h 4305008"/>
              <a:gd name="connsiteX608" fmla="*/ 1601295 w 5593163"/>
              <a:gd name="connsiteY608" fmla="*/ 3731083 h 4305008"/>
              <a:gd name="connsiteX609" fmla="*/ 1457930 w 5593163"/>
              <a:gd name="connsiteY609" fmla="*/ 503273 h 4305008"/>
              <a:gd name="connsiteX610" fmla="*/ 1458524 w 5593163"/>
              <a:gd name="connsiteY610" fmla="*/ 491833 h 4305008"/>
              <a:gd name="connsiteX611" fmla="*/ 1459022 w 5593163"/>
              <a:gd name="connsiteY611" fmla="*/ 491866 h 4305008"/>
              <a:gd name="connsiteX612" fmla="*/ 1459048 w 5593163"/>
              <a:gd name="connsiteY612" fmla="*/ 491372 h 4305008"/>
              <a:gd name="connsiteX613" fmla="*/ 1476135 w 5593163"/>
              <a:gd name="connsiteY613" fmla="*/ 492995 h 4305008"/>
              <a:gd name="connsiteX614" fmla="*/ 1571597 w 5593163"/>
              <a:gd name="connsiteY614" fmla="*/ 502060 h 4305008"/>
              <a:gd name="connsiteX615" fmla="*/ 1587809 w 5593163"/>
              <a:gd name="connsiteY615" fmla="*/ 503599 h 4305008"/>
              <a:gd name="connsiteX616" fmla="*/ 1587926 w 5593163"/>
              <a:gd name="connsiteY616" fmla="*/ 504747 h 4305008"/>
              <a:gd name="connsiteX617" fmla="*/ 2278092 w 5593163"/>
              <a:gd name="connsiteY617" fmla="*/ 1197788 h 4305008"/>
              <a:gd name="connsiteX618" fmla="*/ 2278598 w 5593163"/>
              <a:gd name="connsiteY618" fmla="*/ 1197851 h 4305008"/>
              <a:gd name="connsiteX619" fmla="*/ 2279138 w 5593163"/>
              <a:gd name="connsiteY619" fmla="*/ 1204541 h 4305008"/>
              <a:gd name="connsiteX620" fmla="*/ 2286602 w 5593163"/>
              <a:gd name="connsiteY620" fmla="*/ 1296998 h 4305008"/>
              <a:gd name="connsiteX621" fmla="*/ 2287973 w 5593163"/>
              <a:gd name="connsiteY621" fmla="*/ 1313979 h 4305008"/>
              <a:gd name="connsiteX622" fmla="*/ 2287380 w 5593163"/>
              <a:gd name="connsiteY622" fmla="*/ 1325419 h 4305008"/>
              <a:gd name="connsiteX623" fmla="*/ 2286881 w 5593163"/>
              <a:gd name="connsiteY623" fmla="*/ 1325386 h 4305008"/>
              <a:gd name="connsiteX624" fmla="*/ 2286855 w 5593163"/>
              <a:gd name="connsiteY624" fmla="*/ 1325881 h 4305008"/>
              <a:gd name="connsiteX625" fmla="*/ 2269736 w 5593163"/>
              <a:gd name="connsiteY625" fmla="*/ 1324255 h 4305008"/>
              <a:gd name="connsiteX626" fmla="*/ 2174310 w 5593163"/>
              <a:gd name="connsiteY626" fmla="*/ 1315193 h 4305008"/>
              <a:gd name="connsiteX627" fmla="*/ 2158093 w 5593163"/>
              <a:gd name="connsiteY627" fmla="*/ 1313653 h 4305008"/>
              <a:gd name="connsiteX628" fmla="*/ 2157977 w 5593163"/>
              <a:gd name="connsiteY628" fmla="*/ 1312505 h 4305008"/>
              <a:gd name="connsiteX629" fmla="*/ 1467811 w 5593163"/>
              <a:gd name="connsiteY629" fmla="*/ 619464 h 4305008"/>
              <a:gd name="connsiteX630" fmla="*/ 1467306 w 5593163"/>
              <a:gd name="connsiteY630" fmla="*/ 619401 h 4305008"/>
              <a:gd name="connsiteX631" fmla="*/ 1466767 w 5593163"/>
              <a:gd name="connsiteY631" fmla="*/ 612725 h 4305008"/>
              <a:gd name="connsiteX632" fmla="*/ 1459300 w 5593163"/>
              <a:gd name="connsiteY632" fmla="*/ 520249 h 4305008"/>
              <a:gd name="connsiteX633" fmla="*/ 1457930 w 5593163"/>
              <a:gd name="connsiteY633" fmla="*/ 503273 h 4305008"/>
              <a:gd name="connsiteX634" fmla="*/ 1457930 w 5593163"/>
              <a:gd name="connsiteY634" fmla="*/ 2200098 h 4305008"/>
              <a:gd name="connsiteX635" fmla="*/ 1458524 w 5593163"/>
              <a:gd name="connsiteY635" fmla="*/ 2188658 h 4305008"/>
              <a:gd name="connsiteX636" fmla="*/ 1459022 w 5593163"/>
              <a:gd name="connsiteY636" fmla="*/ 2188691 h 4305008"/>
              <a:gd name="connsiteX637" fmla="*/ 1459048 w 5593163"/>
              <a:gd name="connsiteY637" fmla="*/ 2188197 h 4305008"/>
              <a:gd name="connsiteX638" fmla="*/ 1476135 w 5593163"/>
              <a:gd name="connsiteY638" fmla="*/ 2189820 h 4305008"/>
              <a:gd name="connsiteX639" fmla="*/ 1571597 w 5593163"/>
              <a:gd name="connsiteY639" fmla="*/ 2198885 h 4305008"/>
              <a:gd name="connsiteX640" fmla="*/ 1587809 w 5593163"/>
              <a:gd name="connsiteY640" fmla="*/ 2200424 h 4305008"/>
              <a:gd name="connsiteX641" fmla="*/ 1587926 w 5593163"/>
              <a:gd name="connsiteY641" fmla="*/ 2201572 h 4305008"/>
              <a:gd name="connsiteX642" fmla="*/ 2278092 w 5593163"/>
              <a:gd name="connsiteY642" fmla="*/ 2894613 h 4305008"/>
              <a:gd name="connsiteX643" fmla="*/ 2278598 w 5593163"/>
              <a:gd name="connsiteY643" fmla="*/ 2894676 h 4305008"/>
              <a:gd name="connsiteX644" fmla="*/ 2279138 w 5593163"/>
              <a:gd name="connsiteY644" fmla="*/ 2901366 h 4305008"/>
              <a:gd name="connsiteX645" fmla="*/ 2286602 w 5593163"/>
              <a:gd name="connsiteY645" fmla="*/ 2993823 h 4305008"/>
              <a:gd name="connsiteX646" fmla="*/ 2287973 w 5593163"/>
              <a:gd name="connsiteY646" fmla="*/ 3010804 h 4305008"/>
              <a:gd name="connsiteX647" fmla="*/ 2287380 w 5593163"/>
              <a:gd name="connsiteY647" fmla="*/ 3022244 h 4305008"/>
              <a:gd name="connsiteX648" fmla="*/ 2286881 w 5593163"/>
              <a:gd name="connsiteY648" fmla="*/ 3022211 h 4305008"/>
              <a:gd name="connsiteX649" fmla="*/ 2286855 w 5593163"/>
              <a:gd name="connsiteY649" fmla="*/ 3022706 h 4305008"/>
              <a:gd name="connsiteX650" fmla="*/ 2269736 w 5593163"/>
              <a:gd name="connsiteY650" fmla="*/ 3021080 h 4305008"/>
              <a:gd name="connsiteX651" fmla="*/ 2174310 w 5593163"/>
              <a:gd name="connsiteY651" fmla="*/ 3012018 h 4305008"/>
              <a:gd name="connsiteX652" fmla="*/ 2158093 w 5593163"/>
              <a:gd name="connsiteY652" fmla="*/ 3010478 h 4305008"/>
              <a:gd name="connsiteX653" fmla="*/ 2157977 w 5593163"/>
              <a:gd name="connsiteY653" fmla="*/ 3009330 h 4305008"/>
              <a:gd name="connsiteX654" fmla="*/ 1467811 w 5593163"/>
              <a:gd name="connsiteY654" fmla="*/ 2316289 h 4305008"/>
              <a:gd name="connsiteX655" fmla="*/ 1467306 w 5593163"/>
              <a:gd name="connsiteY655" fmla="*/ 2316226 h 4305008"/>
              <a:gd name="connsiteX656" fmla="*/ 1466767 w 5593163"/>
              <a:gd name="connsiteY656" fmla="*/ 2309550 h 4305008"/>
              <a:gd name="connsiteX657" fmla="*/ 1459300 w 5593163"/>
              <a:gd name="connsiteY657" fmla="*/ 2217074 h 4305008"/>
              <a:gd name="connsiteX658" fmla="*/ 1457930 w 5593163"/>
              <a:gd name="connsiteY658" fmla="*/ 2200098 h 4305008"/>
              <a:gd name="connsiteX659" fmla="*/ 1457930 w 5593163"/>
              <a:gd name="connsiteY659" fmla="*/ 3896923 h 4305008"/>
              <a:gd name="connsiteX660" fmla="*/ 1458524 w 5593163"/>
              <a:gd name="connsiteY660" fmla="*/ 3885483 h 4305008"/>
              <a:gd name="connsiteX661" fmla="*/ 1459022 w 5593163"/>
              <a:gd name="connsiteY661" fmla="*/ 3885516 h 4305008"/>
              <a:gd name="connsiteX662" fmla="*/ 1459048 w 5593163"/>
              <a:gd name="connsiteY662" fmla="*/ 3885022 h 4305008"/>
              <a:gd name="connsiteX663" fmla="*/ 1476135 w 5593163"/>
              <a:gd name="connsiteY663" fmla="*/ 3886645 h 4305008"/>
              <a:gd name="connsiteX664" fmla="*/ 1571597 w 5593163"/>
              <a:gd name="connsiteY664" fmla="*/ 3895710 h 4305008"/>
              <a:gd name="connsiteX665" fmla="*/ 1587809 w 5593163"/>
              <a:gd name="connsiteY665" fmla="*/ 3897249 h 4305008"/>
              <a:gd name="connsiteX666" fmla="*/ 1587926 w 5593163"/>
              <a:gd name="connsiteY666" fmla="*/ 3898397 h 4305008"/>
              <a:gd name="connsiteX667" fmla="*/ 2148179 w 5593163"/>
              <a:gd name="connsiteY667" fmla="*/ 4255797 h 4305008"/>
              <a:gd name="connsiteX668" fmla="*/ 2176624 w 5593163"/>
              <a:gd name="connsiteY668" fmla="*/ 4305008 h 4305008"/>
              <a:gd name="connsiteX669" fmla="*/ 2025574 w 5593163"/>
              <a:gd name="connsiteY669" fmla="*/ 4305008 h 4305008"/>
              <a:gd name="connsiteX670" fmla="*/ 1973451 w 5593163"/>
              <a:gd name="connsiteY670" fmla="*/ 4241205 h 4305008"/>
              <a:gd name="connsiteX671" fmla="*/ 1601297 w 5593163"/>
              <a:gd name="connsiteY671" fmla="*/ 4029853 h 4305008"/>
              <a:gd name="connsiteX672" fmla="*/ 1700478 w 5593163"/>
              <a:gd name="connsiteY672" fmla="*/ 4271827 h 4305008"/>
              <a:gd name="connsiteX673" fmla="*/ 1727160 w 5593163"/>
              <a:gd name="connsiteY673" fmla="*/ 4305008 h 4305008"/>
              <a:gd name="connsiteX674" fmla="*/ 1573050 w 5593163"/>
              <a:gd name="connsiteY674" fmla="*/ 4305008 h 4305008"/>
              <a:gd name="connsiteX675" fmla="*/ 1542929 w 5593163"/>
              <a:gd name="connsiteY675" fmla="*/ 4254710 h 4305008"/>
              <a:gd name="connsiteX676" fmla="*/ 1467811 w 5593163"/>
              <a:gd name="connsiteY676" fmla="*/ 4013114 h 4305008"/>
              <a:gd name="connsiteX677" fmla="*/ 1467306 w 5593163"/>
              <a:gd name="connsiteY677" fmla="*/ 4013051 h 4305008"/>
              <a:gd name="connsiteX678" fmla="*/ 1466767 w 5593163"/>
              <a:gd name="connsiteY678" fmla="*/ 4006375 h 4305008"/>
              <a:gd name="connsiteX679" fmla="*/ 1459300 w 5593163"/>
              <a:gd name="connsiteY679" fmla="*/ 3913899 h 4305008"/>
              <a:gd name="connsiteX680" fmla="*/ 1457930 w 5593163"/>
              <a:gd name="connsiteY680" fmla="*/ 3896923 h 4305008"/>
              <a:gd name="connsiteX681" fmla="*/ 1457928 w 5593163"/>
              <a:gd name="connsiteY681" fmla="*/ 469318 h 4305008"/>
              <a:gd name="connsiteX682" fmla="*/ 1459298 w 5593163"/>
              <a:gd name="connsiteY682" fmla="*/ 452471 h 4305008"/>
              <a:gd name="connsiteX683" fmla="*/ 1466762 w 5593163"/>
              <a:gd name="connsiteY683" fmla="*/ 360740 h 4305008"/>
              <a:gd name="connsiteX684" fmla="*/ 1467303 w 5593163"/>
              <a:gd name="connsiteY684" fmla="*/ 354103 h 4305008"/>
              <a:gd name="connsiteX685" fmla="*/ 1467808 w 5593163"/>
              <a:gd name="connsiteY685" fmla="*/ 354040 h 4305008"/>
              <a:gd name="connsiteX686" fmla="*/ 1552022 w 5593163"/>
              <a:gd name="connsiteY686" fmla="*/ 96778 h 4305008"/>
              <a:gd name="connsiteX687" fmla="*/ 1614656 w 5593163"/>
              <a:gd name="connsiteY687" fmla="*/ 0 h 4305008"/>
              <a:gd name="connsiteX688" fmla="*/ 1783031 w 5593163"/>
              <a:gd name="connsiteY688" fmla="*/ 0 h 4305008"/>
              <a:gd name="connsiteX689" fmla="*/ 1714803 w 5593163"/>
              <a:gd name="connsiteY689" fmla="*/ 76659 h 4305008"/>
              <a:gd name="connsiteX690" fmla="*/ 1601295 w 5593163"/>
              <a:gd name="connsiteY690" fmla="*/ 337433 h 4305008"/>
              <a:gd name="connsiteX691" fmla="*/ 2040269 w 5593163"/>
              <a:gd name="connsiteY691" fmla="*/ 44350 h 4305008"/>
              <a:gd name="connsiteX692" fmla="*/ 2062497 w 5593163"/>
              <a:gd name="connsiteY692" fmla="*/ 0 h 4305008"/>
              <a:gd name="connsiteX693" fmla="*/ 2211135 w 5593163"/>
              <a:gd name="connsiteY693" fmla="*/ 0 h 4305008"/>
              <a:gd name="connsiteX694" fmla="*/ 2159296 w 5593163"/>
              <a:gd name="connsiteY694" fmla="*/ 95636 h 4305008"/>
              <a:gd name="connsiteX695" fmla="*/ 1587923 w 5593163"/>
              <a:gd name="connsiteY695" fmla="*/ 467856 h 4305008"/>
              <a:gd name="connsiteX696" fmla="*/ 1587807 w 5593163"/>
              <a:gd name="connsiteY696" fmla="*/ 468995 h 4305008"/>
              <a:gd name="connsiteX697" fmla="*/ 1571591 w 5593163"/>
              <a:gd name="connsiteY697" fmla="*/ 470523 h 4305008"/>
              <a:gd name="connsiteX698" fmla="*/ 1476164 w 5593163"/>
              <a:gd name="connsiteY698" fmla="*/ 479514 h 4305008"/>
              <a:gd name="connsiteX699" fmla="*/ 1459046 w 5593163"/>
              <a:gd name="connsiteY699" fmla="*/ 481127 h 4305008"/>
              <a:gd name="connsiteX700" fmla="*/ 1459020 w 5593163"/>
              <a:gd name="connsiteY700" fmla="*/ 480636 h 4305008"/>
              <a:gd name="connsiteX701" fmla="*/ 1458521 w 5593163"/>
              <a:gd name="connsiteY701" fmla="*/ 480669 h 4305008"/>
              <a:gd name="connsiteX702" fmla="*/ 1457928 w 5593163"/>
              <a:gd name="connsiteY702" fmla="*/ 469318 h 4305008"/>
              <a:gd name="connsiteX703" fmla="*/ 1457928 w 5593163"/>
              <a:gd name="connsiteY703" fmla="*/ 2166144 h 4305008"/>
              <a:gd name="connsiteX704" fmla="*/ 1459298 w 5593163"/>
              <a:gd name="connsiteY704" fmla="*/ 2149296 h 4305008"/>
              <a:gd name="connsiteX705" fmla="*/ 1466762 w 5593163"/>
              <a:gd name="connsiteY705" fmla="*/ 2057565 h 4305008"/>
              <a:gd name="connsiteX706" fmla="*/ 1467303 w 5593163"/>
              <a:gd name="connsiteY706" fmla="*/ 2050928 h 4305008"/>
              <a:gd name="connsiteX707" fmla="*/ 1467808 w 5593163"/>
              <a:gd name="connsiteY707" fmla="*/ 2050865 h 4305008"/>
              <a:gd name="connsiteX708" fmla="*/ 2157974 w 5593163"/>
              <a:gd name="connsiteY708" fmla="*/ 1363267 h 4305008"/>
              <a:gd name="connsiteX709" fmla="*/ 2158091 w 5593163"/>
              <a:gd name="connsiteY709" fmla="*/ 1362128 h 4305008"/>
              <a:gd name="connsiteX710" fmla="*/ 2174304 w 5593163"/>
              <a:gd name="connsiteY710" fmla="*/ 1360601 h 4305008"/>
              <a:gd name="connsiteX711" fmla="*/ 2269765 w 5593163"/>
              <a:gd name="connsiteY711" fmla="*/ 1351607 h 4305008"/>
              <a:gd name="connsiteX712" fmla="*/ 2286853 w 5593163"/>
              <a:gd name="connsiteY712" fmla="*/ 1349997 h 4305008"/>
              <a:gd name="connsiteX713" fmla="*/ 2286879 w 5593163"/>
              <a:gd name="connsiteY713" fmla="*/ 1350487 h 4305008"/>
              <a:gd name="connsiteX714" fmla="*/ 2287377 w 5593163"/>
              <a:gd name="connsiteY714" fmla="*/ 1350455 h 4305008"/>
              <a:gd name="connsiteX715" fmla="*/ 2287971 w 5593163"/>
              <a:gd name="connsiteY715" fmla="*/ 1361805 h 4305008"/>
              <a:gd name="connsiteX716" fmla="*/ 2286600 w 5593163"/>
              <a:gd name="connsiteY716" fmla="*/ 1378647 h 4305008"/>
              <a:gd name="connsiteX717" fmla="*/ 2279133 w 5593163"/>
              <a:gd name="connsiteY717" fmla="*/ 1470397 h 4305008"/>
              <a:gd name="connsiteX718" fmla="*/ 2278595 w 5593163"/>
              <a:gd name="connsiteY718" fmla="*/ 1477021 h 4305008"/>
              <a:gd name="connsiteX719" fmla="*/ 2278089 w 5593163"/>
              <a:gd name="connsiteY719" fmla="*/ 1477083 h 4305008"/>
              <a:gd name="connsiteX720" fmla="*/ 1587923 w 5593163"/>
              <a:gd name="connsiteY720" fmla="*/ 2164681 h 4305008"/>
              <a:gd name="connsiteX721" fmla="*/ 1587807 w 5593163"/>
              <a:gd name="connsiteY721" fmla="*/ 2165820 h 4305008"/>
              <a:gd name="connsiteX722" fmla="*/ 1571591 w 5593163"/>
              <a:gd name="connsiteY722" fmla="*/ 2167348 h 4305008"/>
              <a:gd name="connsiteX723" fmla="*/ 1476164 w 5593163"/>
              <a:gd name="connsiteY723" fmla="*/ 2176339 h 4305008"/>
              <a:gd name="connsiteX724" fmla="*/ 1459046 w 5593163"/>
              <a:gd name="connsiteY724" fmla="*/ 2177952 h 4305008"/>
              <a:gd name="connsiteX725" fmla="*/ 1459020 w 5593163"/>
              <a:gd name="connsiteY725" fmla="*/ 2177461 h 4305008"/>
              <a:gd name="connsiteX726" fmla="*/ 1458521 w 5593163"/>
              <a:gd name="connsiteY726" fmla="*/ 2177494 h 4305008"/>
              <a:gd name="connsiteX727" fmla="*/ 1457928 w 5593163"/>
              <a:gd name="connsiteY727" fmla="*/ 2166144 h 4305008"/>
              <a:gd name="connsiteX728" fmla="*/ 1457928 w 5593163"/>
              <a:gd name="connsiteY728" fmla="*/ 3862969 h 4305008"/>
              <a:gd name="connsiteX729" fmla="*/ 1459298 w 5593163"/>
              <a:gd name="connsiteY729" fmla="*/ 3846121 h 4305008"/>
              <a:gd name="connsiteX730" fmla="*/ 1466762 w 5593163"/>
              <a:gd name="connsiteY730" fmla="*/ 3754390 h 4305008"/>
              <a:gd name="connsiteX731" fmla="*/ 1467303 w 5593163"/>
              <a:gd name="connsiteY731" fmla="*/ 3747753 h 4305008"/>
              <a:gd name="connsiteX732" fmla="*/ 1467808 w 5593163"/>
              <a:gd name="connsiteY732" fmla="*/ 3747690 h 4305008"/>
              <a:gd name="connsiteX733" fmla="*/ 2157974 w 5593163"/>
              <a:gd name="connsiteY733" fmla="*/ 3060092 h 4305008"/>
              <a:gd name="connsiteX734" fmla="*/ 2158091 w 5593163"/>
              <a:gd name="connsiteY734" fmla="*/ 3058953 h 4305008"/>
              <a:gd name="connsiteX735" fmla="*/ 2174304 w 5593163"/>
              <a:gd name="connsiteY735" fmla="*/ 3057426 h 4305008"/>
              <a:gd name="connsiteX736" fmla="*/ 2269765 w 5593163"/>
              <a:gd name="connsiteY736" fmla="*/ 3048432 h 4305008"/>
              <a:gd name="connsiteX737" fmla="*/ 2286853 w 5593163"/>
              <a:gd name="connsiteY737" fmla="*/ 3046822 h 4305008"/>
              <a:gd name="connsiteX738" fmla="*/ 2286879 w 5593163"/>
              <a:gd name="connsiteY738" fmla="*/ 3047312 h 4305008"/>
              <a:gd name="connsiteX739" fmla="*/ 2287377 w 5593163"/>
              <a:gd name="connsiteY739" fmla="*/ 3047280 h 4305008"/>
              <a:gd name="connsiteX740" fmla="*/ 2287971 w 5593163"/>
              <a:gd name="connsiteY740" fmla="*/ 3058630 h 4305008"/>
              <a:gd name="connsiteX741" fmla="*/ 2286600 w 5593163"/>
              <a:gd name="connsiteY741" fmla="*/ 3075472 h 4305008"/>
              <a:gd name="connsiteX742" fmla="*/ 2279133 w 5593163"/>
              <a:gd name="connsiteY742" fmla="*/ 3167222 h 4305008"/>
              <a:gd name="connsiteX743" fmla="*/ 2278595 w 5593163"/>
              <a:gd name="connsiteY743" fmla="*/ 3173846 h 4305008"/>
              <a:gd name="connsiteX744" fmla="*/ 2278089 w 5593163"/>
              <a:gd name="connsiteY744" fmla="*/ 3173908 h 4305008"/>
              <a:gd name="connsiteX745" fmla="*/ 1587923 w 5593163"/>
              <a:gd name="connsiteY745" fmla="*/ 3861506 h 4305008"/>
              <a:gd name="connsiteX746" fmla="*/ 1587807 w 5593163"/>
              <a:gd name="connsiteY746" fmla="*/ 3862645 h 4305008"/>
              <a:gd name="connsiteX747" fmla="*/ 1571591 w 5593163"/>
              <a:gd name="connsiteY747" fmla="*/ 3864173 h 4305008"/>
              <a:gd name="connsiteX748" fmla="*/ 1476164 w 5593163"/>
              <a:gd name="connsiteY748" fmla="*/ 3873164 h 4305008"/>
              <a:gd name="connsiteX749" fmla="*/ 1459046 w 5593163"/>
              <a:gd name="connsiteY749" fmla="*/ 3874777 h 4305008"/>
              <a:gd name="connsiteX750" fmla="*/ 1459020 w 5593163"/>
              <a:gd name="connsiteY750" fmla="*/ 3874286 h 4305008"/>
              <a:gd name="connsiteX751" fmla="*/ 1458521 w 5593163"/>
              <a:gd name="connsiteY751" fmla="*/ 3874319 h 4305008"/>
              <a:gd name="connsiteX752" fmla="*/ 1457928 w 5593163"/>
              <a:gd name="connsiteY752" fmla="*/ 3862969 h 4305008"/>
              <a:gd name="connsiteX753" fmla="*/ 750739 w 5593163"/>
              <a:gd name="connsiteY753" fmla="*/ 1181049 h 4305008"/>
              <a:gd name="connsiteX754" fmla="*/ 1294048 w 5593163"/>
              <a:gd name="connsiteY754" fmla="*/ 636203 h 4305008"/>
              <a:gd name="connsiteX755" fmla="*/ 750739 w 5593163"/>
              <a:gd name="connsiteY755" fmla="*/ 1181049 h 4305008"/>
              <a:gd name="connsiteX756" fmla="*/ 750739 w 5593163"/>
              <a:gd name="connsiteY756" fmla="*/ 1493690 h 4305008"/>
              <a:gd name="connsiteX757" fmla="*/ 1294048 w 5593163"/>
              <a:gd name="connsiteY757" fmla="*/ 2034258 h 4305008"/>
              <a:gd name="connsiteX758" fmla="*/ 750739 w 5593163"/>
              <a:gd name="connsiteY758" fmla="*/ 1493690 h 4305008"/>
              <a:gd name="connsiteX759" fmla="*/ 750739 w 5593163"/>
              <a:gd name="connsiteY759" fmla="*/ 2877874 h 4305008"/>
              <a:gd name="connsiteX760" fmla="*/ 1294048 w 5593163"/>
              <a:gd name="connsiteY760" fmla="*/ 2333028 h 4305008"/>
              <a:gd name="connsiteX761" fmla="*/ 750739 w 5593163"/>
              <a:gd name="connsiteY761" fmla="*/ 2877874 h 4305008"/>
              <a:gd name="connsiteX762" fmla="*/ 750739 w 5593163"/>
              <a:gd name="connsiteY762" fmla="*/ 3190516 h 4305008"/>
              <a:gd name="connsiteX763" fmla="*/ 1294048 w 5593163"/>
              <a:gd name="connsiteY763" fmla="*/ 3731083 h 4305008"/>
              <a:gd name="connsiteX764" fmla="*/ 750739 w 5593163"/>
              <a:gd name="connsiteY764" fmla="*/ 3190516 h 4305008"/>
              <a:gd name="connsiteX765" fmla="*/ 718720 w 5593163"/>
              <a:gd name="connsiteY765" fmla="*/ 4305008 h 4305008"/>
              <a:gd name="connsiteX766" fmla="*/ 747165 w 5593163"/>
              <a:gd name="connsiteY766" fmla="*/ 4255797 h 4305008"/>
              <a:gd name="connsiteX767" fmla="*/ 1307418 w 5593163"/>
              <a:gd name="connsiteY767" fmla="*/ 3898397 h 4305008"/>
              <a:gd name="connsiteX768" fmla="*/ 1307535 w 5593163"/>
              <a:gd name="connsiteY768" fmla="*/ 3897249 h 4305008"/>
              <a:gd name="connsiteX769" fmla="*/ 1323748 w 5593163"/>
              <a:gd name="connsiteY769" fmla="*/ 3895710 h 4305008"/>
              <a:gd name="connsiteX770" fmla="*/ 1419209 w 5593163"/>
              <a:gd name="connsiteY770" fmla="*/ 3886645 h 4305008"/>
              <a:gd name="connsiteX771" fmla="*/ 1436297 w 5593163"/>
              <a:gd name="connsiteY771" fmla="*/ 3885022 h 4305008"/>
              <a:gd name="connsiteX772" fmla="*/ 1436323 w 5593163"/>
              <a:gd name="connsiteY772" fmla="*/ 3885516 h 4305008"/>
              <a:gd name="connsiteX773" fmla="*/ 1436821 w 5593163"/>
              <a:gd name="connsiteY773" fmla="*/ 3885483 h 4305008"/>
              <a:gd name="connsiteX774" fmla="*/ 1437415 w 5593163"/>
              <a:gd name="connsiteY774" fmla="*/ 3896923 h 4305008"/>
              <a:gd name="connsiteX775" fmla="*/ 1436044 w 5593163"/>
              <a:gd name="connsiteY775" fmla="*/ 3913899 h 4305008"/>
              <a:gd name="connsiteX776" fmla="*/ 1428577 w 5593163"/>
              <a:gd name="connsiteY776" fmla="*/ 4006375 h 4305008"/>
              <a:gd name="connsiteX777" fmla="*/ 1428039 w 5593163"/>
              <a:gd name="connsiteY777" fmla="*/ 4013051 h 4305008"/>
              <a:gd name="connsiteX778" fmla="*/ 1427533 w 5593163"/>
              <a:gd name="connsiteY778" fmla="*/ 4013114 h 4305008"/>
              <a:gd name="connsiteX779" fmla="*/ 1352416 w 5593163"/>
              <a:gd name="connsiteY779" fmla="*/ 4254710 h 4305008"/>
              <a:gd name="connsiteX780" fmla="*/ 1322295 w 5593163"/>
              <a:gd name="connsiteY780" fmla="*/ 4305008 h 4305008"/>
              <a:gd name="connsiteX781" fmla="*/ 1168185 w 5593163"/>
              <a:gd name="connsiteY781" fmla="*/ 4305008 h 4305008"/>
              <a:gd name="connsiteX782" fmla="*/ 1194867 w 5593163"/>
              <a:gd name="connsiteY782" fmla="*/ 4271827 h 4305008"/>
              <a:gd name="connsiteX783" fmla="*/ 1294048 w 5593163"/>
              <a:gd name="connsiteY783" fmla="*/ 4029853 h 4305008"/>
              <a:gd name="connsiteX784" fmla="*/ 921894 w 5593163"/>
              <a:gd name="connsiteY784" fmla="*/ 4241205 h 4305008"/>
              <a:gd name="connsiteX785" fmla="*/ 869771 w 5593163"/>
              <a:gd name="connsiteY785" fmla="*/ 4305008 h 4305008"/>
              <a:gd name="connsiteX786" fmla="*/ 684209 w 5593163"/>
              <a:gd name="connsiteY786" fmla="*/ 0 h 4305008"/>
              <a:gd name="connsiteX787" fmla="*/ 832847 w 5593163"/>
              <a:gd name="connsiteY787" fmla="*/ 0 h 4305008"/>
              <a:gd name="connsiteX788" fmla="*/ 855075 w 5593163"/>
              <a:gd name="connsiteY788" fmla="*/ 44350 h 4305008"/>
              <a:gd name="connsiteX789" fmla="*/ 1294048 w 5593163"/>
              <a:gd name="connsiteY789" fmla="*/ 337433 h 4305008"/>
              <a:gd name="connsiteX790" fmla="*/ 1180541 w 5593163"/>
              <a:gd name="connsiteY790" fmla="*/ 76659 h 4305008"/>
              <a:gd name="connsiteX791" fmla="*/ 1112313 w 5593163"/>
              <a:gd name="connsiteY791" fmla="*/ 0 h 4305008"/>
              <a:gd name="connsiteX792" fmla="*/ 1280688 w 5593163"/>
              <a:gd name="connsiteY792" fmla="*/ 0 h 4305008"/>
              <a:gd name="connsiteX793" fmla="*/ 1343322 w 5593163"/>
              <a:gd name="connsiteY793" fmla="*/ 96778 h 4305008"/>
              <a:gd name="connsiteX794" fmla="*/ 1427534 w 5593163"/>
              <a:gd name="connsiteY794" fmla="*/ 354040 h 4305008"/>
              <a:gd name="connsiteX795" fmla="*/ 1428040 w 5593163"/>
              <a:gd name="connsiteY795" fmla="*/ 354102 h 4305008"/>
              <a:gd name="connsiteX796" fmla="*/ 1428580 w 5593163"/>
              <a:gd name="connsiteY796" fmla="*/ 360740 h 4305008"/>
              <a:gd name="connsiteX797" fmla="*/ 1436044 w 5593163"/>
              <a:gd name="connsiteY797" fmla="*/ 452471 h 4305008"/>
              <a:gd name="connsiteX798" fmla="*/ 1437415 w 5593163"/>
              <a:gd name="connsiteY798" fmla="*/ 469318 h 4305008"/>
              <a:gd name="connsiteX799" fmla="*/ 1436822 w 5593163"/>
              <a:gd name="connsiteY799" fmla="*/ 480669 h 4305008"/>
              <a:gd name="connsiteX800" fmla="*/ 1436323 w 5593163"/>
              <a:gd name="connsiteY800" fmla="*/ 480636 h 4305008"/>
              <a:gd name="connsiteX801" fmla="*/ 1436297 w 5593163"/>
              <a:gd name="connsiteY801" fmla="*/ 481127 h 4305008"/>
              <a:gd name="connsiteX802" fmla="*/ 1419178 w 5593163"/>
              <a:gd name="connsiteY802" fmla="*/ 479514 h 4305008"/>
              <a:gd name="connsiteX803" fmla="*/ 1323752 w 5593163"/>
              <a:gd name="connsiteY803" fmla="*/ 470523 h 4305008"/>
              <a:gd name="connsiteX804" fmla="*/ 1307535 w 5593163"/>
              <a:gd name="connsiteY804" fmla="*/ 468995 h 4305008"/>
              <a:gd name="connsiteX805" fmla="*/ 1307419 w 5593163"/>
              <a:gd name="connsiteY805" fmla="*/ 467856 h 4305008"/>
              <a:gd name="connsiteX806" fmla="*/ 736048 w 5593163"/>
              <a:gd name="connsiteY806" fmla="*/ 95636 h 4305008"/>
              <a:gd name="connsiteX807" fmla="*/ 607372 w 5593163"/>
              <a:gd name="connsiteY807" fmla="*/ 1313979 h 4305008"/>
              <a:gd name="connsiteX808" fmla="*/ 608742 w 5593163"/>
              <a:gd name="connsiteY808" fmla="*/ 1296998 h 4305008"/>
              <a:gd name="connsiteX809" fmla="*/ 616206 w 5593163"/>
              <a:gd name="connsiteY809" fmla="*/ 1204541 h 4305008"/>
              <a:gd name="connsiteX810" fmla="*/ 616747 w 5593163"/>
              <a:gd name="connsiteY810" fmla="*/ 1197851 h 4305008"/>
              <a:gd name="connsiteX811" fmla="*/ 617252 w 5593163"/>
              <a:gd name="connsiteY811" fmla="*/ 1197788 h 4305008"/>
              <a:gd name="connsiteX812" fmla="*/ 1307418 w 5593163"/>
              <a:gd name="connsiteY812" fmla="*/ 504747 h 4305008"/>
              <a:gd name="connsiteX813" fmla="*/ 1307535 w 5593163"/>
              <a:gd name="connsiteY813" fmla="*/ 503599 h 4305008"/>
              <a:gd name="connsiteX814" fmla="*/ 1323748 w 5593163"/>
              <a:gd name="connsiteY814" fmla="*/ 502060 h 4305008"/>
              <a:gd name="connsiteX815" fmla="*/ 1419209 w 5593163"/>
              <a:gd name="connsiteY815" fmla="*/ 492995 h 4305008"/>
              <a:gd name="connsiteX816" fmla="*/ 1436297 w 5593163"/>
              <a:gd name="connsiteY816" fmla="*/ 491372 h 4305008"/>
              <a:gd name="connsiteX817" fmla="*/ 1436323 w 5593163"/>
              <a:gd name="connsiteY817" fmla="*/ 491866 h 4305008"/>
              <a:gd name="connsiteX818" fmla="*/ 1436821 w 5593163"/>
              <a:gd name="connsiteY818" fmla="*/ 491833 h 4305008"/>
              <a:gd name="connsiteX819" fmla="*/ 1437415 w 5593163"/>
              <a:gd name="connsiteY819" fmla="*/ 503273 h 4305008"/>
              <a:gd name="connsiteX820" fmla="*/ 1436044 w 5593163"/>
              <a:gd name="connsiteY820" fmla="*/ 520249 h 4305008"/>
              <a:gd name="connsiteX821" fmla="*/ 1428577 w 5593163"/>
              <a:gd name="connsiteY821" fmla="*/ 612725 h 4305008"/>
              <a:gd name="connsiteX822" fmla="*/ 1428039 w 5593163"/>
              <a:gd name="connsiteY822" fmla="*/ 619401 h 4305008"/>
              <a:gd name="connsiteX823" fmla="*/ 1427533 w 5593163"/>
              <a:gd name="connsiteY823" fmla="*/ 619464 h 4305008"/>
              <a:gd name="connsiteX824" fmla="*/ 737367 w 5593163"/>
              <a:gd name="connsiteY824" fmla="*/ 1312505 h 4305008"/>
              <a:gd name="connsiteX825" fmla="*/ 737251 w 5593163"/>
              <a:gd name="connsiteY825" fmla="*/ 1313653 h 4305008"/>
              <a:gd name="connsiteX826" fmla="*/ 721035 w 5593163"/>
              <a:gd name="connsiteY826" fmla="*/ 1315193 h 4305008"/>
              <a:gd name="connsiteX827" fmla="*/ 625608 w 5593163"/>
              <a:gd name="connsiteY827" fmla="*/ 1324255 h 4305008"/>
              <a:gd name="connsiteX828" fmla="*/ 608490 w 5593163"/>
              <a:gd name="connsiteY828" fmla="*/ 1325881 h 4305008"/>
              <a:gd name="connsiteX829" fmla="*/ 608464 w 5593163"/>
              <a:gd name="connsiteY829" fmla="*/ 1325386 h 4305008"/>
              <a:gd name="connsiteX830" fmla="*/ 607965 w 5593163"/>
              <a:gd name="connsiteY830" fmla="*/ 1325419 h 4305008"/>
              <a:gd name="connsiteX831" fmla="*/ 607372 w 5593163"/>
              <a:gd name="connsiteY831" fmla="*/ 1313979 h 4305008"/>
              <a:gd name="connsiteX832" fmla="*/ 607372 w 5593163"/>
              <a:gd name="connsiteY832" fmla="*/ 1361805 h 4305008"/>
              <a:gd name="connsiteX833" fmla="*/ 607966 w 5593163"/>
              <a:gd name="connsiteY833" fmla="*/ 1350455 h 4305008"/>
              <a:gd name="connsiteX834" fmla="*/ 608464 w 5593163"/>
              <a:gd name="connsiteY834" fmla="*/ 1350487 h 4305008"/>
              <a:gd name="connsiteX835" fmla="*/ 608490 w 5593163"/>
              <a:gd name="connsiteY835" fmla="*/ 1349997 h 4305008"/>
              <a:gd name="connsiteX836" fmla="*/ 625577 w 5593163"/>
              <a:gd name="connsiteY836" fmla="*/ 1351607 h 4305008"/>
              <a:gd name="connsiteX837" fmla="*/ 721039 w 5593163"/>
              <a:gd name="connsiteY837" fmla="*/ 1360601 h 4305008"/>
              <a:gd name="connsiteX838" fmla="*/ 737251 w 5593163"/>
              <a:gd name="connsiteY838" fmla="*/ 1362128 h 4305008"/>
              <a:gd name="connsiteX839" fmla="*/ 737368 w 5593163"/>
              <a:gd name="connsiteY839" fmla="*/ 1363267 h 4305008"/>
              <a:gd name="connsiteX840" fmla="*/ 1427534 w 5593163"/>
              <a:gd name="connsiteY840" fmla="*/ 2050865 h 4305008"/>
              <a:gd name="connsiteX841" fmla="*/ 1428040 w 5593163"/>
              <a:gd name="connsiteY841" fmla="*/ 2050928 h 4305008"/>
              <a:gd name="connsiteX842" fmla="*/ 1428580 w 5593163"/>
              <a:gd name="connsiteY842" fmla="*/ 2057565 h 4305008"/>
              <a:gd name="connsiteX843" fmla="*/ 1436044 w 5593163"/>
              <a:gd name="connsiteY843" fmla="*/ 2149296 h 4305008"/>
              <a:gd name="connsiteX844" fmla="*/ 1437415 w 5593163"/>
              <a:gd name="connsiteY844" fmla="*/ 2166144 h 4305008"/>
              <a:gd name="connsiteX845" fmla="*/ 1436822 w 5593163"/>
              <a:gd name="connsiteY845" fmla="*/ 2177494 h 4305008"/>
              <a:gd name="connsiteX846" fmla="*/ 1436323 w 5593163"/>
              <a:gd name="connsiteY846" fmla="*/ 2177461 h 4305008"/>
              <a:gd name="connsiteX847" fmla="*/ 1436297 w 5593163"/>
              <a:gd name="connsiteY847" fmla="*/ 2177952 h 4305008"/>
              <a:gd name="connsiteX848" fmla="*/ 1419178 w 5593163"/>
              <a:gd name="connsiteY848" fmla="*/ 2176339 h 4305008"/>
              <a:gd name="connsiteX849" fmla="*/ 1323752 w 5593163"/>
              <a:gd name="connsiteY849" fmla="*/ 2167348 h 4305008"/>
              <a:gd name="connsiteX850" fmla="*/ 1307535 w 5593163"/>
              <a:gd name="connsiteY850" fmla="*/ 2165820 h 4305008"/>
              <a:gd name="connsiteX851" fmla="*/ 1307419 w 5593163"/>
              <a:gd name="connsiteY851" fmla="*/ 2164681 h 4305008"/>
              <a:gd name="connsiteX852" fmla="*/ 617253 w 5593163"/>
              <a:gd name="connsiteY852" fmla="*/ 1477083 h 4305008"/>
              <a:gd name="connsiteX853" fmla="*/ 616748 w 5593163"/>
              <a:gd name="connsiteY853" fmla="*/ 1477021 h 4305008"/>
              <a:gd name="connsiteX854" fmla="*/ 616209 w 5593163"/>
              <a:gd name="connsiteY854" fmla="*/ 1470397 h 4305008"/>
              <a:gd name="connsiteX855" fmla="*/ 608742 w 5593163"/>
              <a:gd name="connsiteY855" fmla="*/ 1378647 h 4305008"/>
              <a:gd name="connsiteX856" fmla="*/ 607372 w 5593163"/>
              <a:gd name="connsiteY856" fmla="*/ 1361805 h 4305008"/>
              <a:gd name="connsiteX857" fmla="*/ 607372 w 5593163"/>
              <a:gd name="connsiteY857" fmla="*/ 3010804 h 4305008"/>
              <a:gd name="connsiteX858" fmla="*/ 608742 w 5593163"/>
              <a:gd name="connsiteY858" fmla="*/ 2993823 h 4305008"/>
              <a:gd name="connsiteX859" fmla="*/ 616206 w 5593163"/>
              <a:gd name="connsiteY859" fmla="*/ 2901366 h 4305008"/>
              <a:gd name="connsiteX860" fmla="*/ 616747 w 5593163"/>
              <a:gd name="connsiteY860" fmla="*/ 2894676 h 4305008"/>
              <a:gd name="connsiteX861" fmla="*/ 617252 w 5593163"/>
              <a:gd name="connsiteY861" fmla="*/ 2894613 h 4305008"/>
              <a:gd name="connsiteX862" fmla="*/ 1307418 w 5593163"/>
              <a:gd name="connsiteY862" fmla="*/ 2201572 h 4305008"/>
              <a:gd name="connsiteX863" fmla="*/ 1307535 w 5593163"/>
              <a:gd name="connsiteY863" fmla="*/ 2200424 h 4305008"/>
              <a:gd name="connsiteX864" fmla="*/ 1323748 w 5593163"/>
              <a:gd name="connsiteY864" fmla="*/ 2198885 h 4305008"/>
              <a:gd name="connsiteX865" fmla="*/ 1419209 w 5593163"/>
              <a:gd name="connsiteY865" fmla="*/ 2189820 h 4305008"/>
              <a:gd name="connsiteX866" fmla="*/ 1436297 w 5593163"/>
              <a:gd name="connsiteY866" fmla="*/ 2188197 h 4305008"/>
              <a:gd name="connsiteX867" fmla="*/ 1436323 w 5593163"/>
              <a:gd name="connsiteY867" fmla="*/ 2188691 h 4305008"/>
              <a:gd name="connsiteX868" fmla="*/ 1436821 w 5593163"/>
              <a:gd name="connsiteY868" fmla="*/ 2188658 h 4305008"/>
              <a:gd name="connsiteX869" fmla="*/ 1437415 w 5593163"/>
              <a:gd name="connsiteY869" fmla="*/ 2200098 h 4305008"/>
              <a:gd name="connsiteX870" fmla="*/ 1436044 w 5593163"/>
              <a:gd name="connsiteY870" fmla="*/ 2217074 h 4305008"/>
              <a:gd name="connsiteX871" fmla="*/ 1428577 w 5593163"/>
              <a:gd name="connsiteY871" fmla="*/ 2309550 h 4305008"/>
              <a:gd name="connsiteX872" fmla="*/ 1428039 w 5593163"/>
              <a:gd name="connsiteY872" fmla="*/ 2316226 h 4305008"/>
              <a:gd name="connsiteX873" fmla="*/ 1427533 w 5593163"/>
              <a:gd name="connsiteY873" fmla="*/ 2316289 h 4305008"/>
              <a:gd name="connsiteX874" fmla="*/ 737367 w 5593163"/>
              <a:gd name="connsiteY874" fmla="*/ 3009330 h 4305008"/>
              <a:gd name="connsiteX875" fmla="*/ 737251 w 5593163"/>
              <a:gd name="connsiteY875" fmla="*/ 3010478 h 4305008"/>
              <a:gd name="connsiteX876" fmla="*/ 721035 w 5593163"/>
              <a:gd name="connsiteY876" fmla="*/ 3012018 h 4305008"/>
              <a:gd name="connsiteX877" fmla="*/ 625608 w 5593163"/>
              <a:gd name="connsiteY877" fmla="*/ 3021080 h 4305008"/>
              <a:gd name="connsiteX878" fmla="*/ 608490 w 5593163"/>
              <a:gd name="connsiteY878" fmla="*/ 3022706 h 4305008"/>
              <a:gd name="connsiteX879" fmla="*/ 608464 w 5593163"/>
              <a:gd name="connsiteY879" fmla="*/ 3022211 h 4305008"/>
              <a:gd name="connsiteX880" fmla="*/ 607965 w 5593163"/>
              <a:gd name="connsiteY880" fmla="*/ 3022244 h 4305008"/>
              <a:gd name="connsiteX881" fmla="*/ 607372 w 5593163"/>
              <a:gd name="connsiteY881" fmla="*/ 3010804 h 4305008"/>
              <a:gd name="connsiteX882" fmla="*/ 607372 w 5593163"/>
              <a:gd name="connsiteY882" fmla="*/ 3058630 h 4305008"/>
              <a:gd name="connsiteX883" fmla="*/ 607966 w 5593163"/>
              <a:gd name="connsiteY883" fmla="*/ 3047280 h 4305008"/>
              <a:gd name="connsiteX884" fmla="*/ 608464 w 5593163"/>
              <a:gd name="connsiteY884" fmla="*/ 3047312 h 4305008"/>
              <a:gd name="connsiteX885" fmla="*/ 608490 w 5593163"/>
              <a:gd name="connsiteY885" fmla="*/ 3046822 h 4305008"/>
              <a:gd name="connsiteX886" fmla="*/ 625577 w 5593163"/>
              <a:gd name="connsiteY886" fmla="*/ 3048432 h 4305008"/>
              <a:gd name="connsiteX887" fmla="*/ 721039 w 5593163"/>
              <a:gd name="connsiteY887" fmla="*/ 3057426 h 4305008"/>
              <a:gd name="connsiteX888" fmla="*/ 737251 w 5593163"/>
              <a:gd name="connsiteY888" fmla="*/ 3058953 h 4305008"/>
              <a:gd name="connsiteX889" fmla="*/ 737368 w 5593163"/>
              <a:gd name="connsiteY889" fmla="*/ 3060092 h 4305008"/>
              <a:gd name="connsiteX890" fmla="*/ 1427534 w 5593163"/>
              <a:gd name="connsiteY890" fmla="*/ 3747690 h 4305008"/>
              <a:gd name="connsiteX891" fmla="*/ 1428040 w 5593163"/>
              <a:gd name="connsiteY891" fmla="*/ 3747753 h 4305008"/>
              <a:gd name="connsiteX892" fmla="*/ 1428580 w 5593163"/>
              <a:gd name="connsiteY892" fmla="*/ 3754390 h 4305008"/>
              <a:gd name="connsiteX893" fmla="*/ 1436044 w 5593163"/>
              <a:gd name="connsiteY893" fmla="*/ 3846121 h 4305008"/>
              <a:gd name="connsiteX894" fmla="*/ 1437415 w 5593163"/>
              <a:gd name="connsiteY894" fmla="*/ 3862969 h 4305008"/>
              <a:gd name="connsiteX895" fmla="*/ 1436822 w 5593163"/>
              <a:gd name="connsiteY895" fmla="*/ 3874319 h 4305008"/>
              <a:gd name="connsiteX896" fmla="*/ 1436323 w 5593163"/>
              <a:gd name="connsiteY896" fmla="*/ 3874286 h 4305008"/>
              <a:gd name="connsiteX897" fmla="*/ 1436297 w 5593163"/>
              <a:gd name="connsiteY897" fmla="*/ 3874777 h 4305008"/>
              <a:gd name="connsiteX898" fmla="*/ 1419178 w 5593163"/>
              <a:gd name="connsiteY898" fmla="*/ 3873164 h 4305008"/>
              <a:gd name="connsiteX899" fmla="*/ 1323752 w 5593163"/>
              <a:gd name="connsiteY899" fmla="*/ 3864173 h 4305008"/>
              <a:gd name="connsiteX900" fmla="*/ 1307535 w 5593163"/>
              <a:gd name="connsiteY900" fmla="*/ 3862645 h 4305008"/>
              <a:gd name="connsiteX901" fmla="*/ 1307419 w 5593163"/>
              <a:gd name="connsiteY901" fmla="*/ 3861506 h 4305008"/>
              <a:gd name="connsiteX902" fmla="*/ 617253 w 5593163"/>
              <a:gd name="connsiteY902" fmla="*/ 3173908 h 4305008"/>
              <a:gd name="connsiteX903" fmla="*/ 616748 w 5593163"/>
              <a:gd name="connsiteY903" fmla="*/ 3173846 h 4305008"/>
              <a:gd name="connsiteX904" fmla="*/ 616209 w 5593163"/>
              <a:gd name="connsiteY904" fmla="*/ 3167222 h 4305008"/>
              <a:gd name="connsiteX905" fmla="*/ 608742 w 5593163"/>
              <a:gd name="connsiteY905" fmla="*/ 3075472 h 4305008"/>
              <a:gd name="connsiteX906" fmla="*/ 607372 w 5593163"/>
              <a:gd name="connsiteY906" fmla="*/ 3058630 h 4305008"/>
              <a:gd name="connsiteX907" fmla="*/ 0 w 5593163"/>
              <a:gd name="connsiteY907" fmla="*/ 116373 h 4305008"/>
              <a:gd name="connsiteX908" fmla="*/ 0 w 5593163"/>
              <a:gd name="connsiteY908" fmla="*/ 0 h 4305008"/>
              <a:gd name="connsiteX909" fmla="*/ 90880 w 5593163"/>
              <a:gd name="connsiteY909" fmla="*/ 0 h 4305008"/>
              <a:gd name="connsiteX910" fmla="*/ 22652 w 5593163"/>
              <a:gd name="connsiteY910" fmla="*/ 76659 h 4305008"/>
              <a:gd name="connsiteX911" fmla="*/ 0 w 5593163"/>
              <a:gd name="connsiteY911" fmla="*/ 443121 h 4305008"/>
              <a:gd name="connsiteX912" fmla="*/ 0 w 5593163"/>
              <a:gd name="connsiteY912" fmla="*/ 311637 h 4305008"/>
              <a:gd name="connsiteX913" fmla="*/ 82171 w 5593163"/>
              <a:gd name="connsiteY913" fmla="*/ 276703 h 4305008"/>
              <a:gd name="connsiteX914" fmla="*/ 348118 w 5593163"/>
              <a:gd name="connsiteY914" fmla="*/ 44350 h 4305008"/>
              <a:gd name="connsiteX915" fmla="*/ 370347 w 5593163"/>
              <a:gd name="connsiteY915" fmla="*/ 0 h 4305008"/>
              <a:gd name="connsiteX916" fmla="*/ 518984 w 5593163"/>
              <a:gd name="connsiteY916" fmla="*/ 0 h 4305008"/>
              <a:gd name="connsiteX917" fmla="*/ 467145 w 5593163"/>
              <a:gd name="connsiteY917" fmla="*/ 95636 h 4305008"/>
              <a:gd name="connsiteX918" fmla="*/ 13323 w 5593163"/>
              <a:gd name="connsiteY918" fmla="*/ 439959 h 4305008"/>
              <a:gd name="connsiteX919" fmla="*/ 0 w 5593163"/>
              <a:gd name="connsiteY919" fmla="*/ 1070142 h 4305008"/>
              <a:gd name="connsiteX920" fmla="*/ 0 w 5593163"/>
              <a:gd name="connsiteY920" fmla="*/ 862064 h 4305008"/>
              <a:gd name="connsiteX921" fmla="*/ 31905 w 5593163"/>
              <a:gd name="connsiteY921" fmla="*/ 912052 h 4305008"/>
              <a:gd name="connsiteX922" fmla="*/ 452455 w 5593163"/>
              <a:gd name="connsiteY922" fmla="*/ 1181049 h 4305008"/>
              <a:gd name="connsiteX923" fmla="*/ 9316 w 5593163"/>
              <a:gd name="connsiteY923" fmla="*/ 665484 h 4305008"/>
              <a:gd name="connsiteX924" fmla="*/ 0 w 5593163"/>
              <a:gd name="connsiteY924" fmla="*/ 662760 h 4305008"/>
              <a:gd name="connsiteX925" fmla="*/ 0 w 5593163"/>
              <a:gd name="connsiteY925" fmla="*/ 530567 h 4305008"/>
              <a:gd name="connsiteX926" fmla="*/ 26399 w 5593163"/>
              <a:gd name="connsiteY926" fmla="*/ 537107 h 4305008"/>
              <a:gd name="connsiteX927" fmla="*/ 585941 w 5593163"/>
              <a:gd name="connsiteY927" fmla="*/ 1197788 h 4305008"/>
              <a:gd name="connsiteX928" fmla="*/ 586447 w 5593163"/>
              <a:gd name="connsiteY928" fmla="*/ 1197851 h 4305008"/>
              <a:gd name="connsiteX929" fmla="*/ 586987 w 5593163"/>
              <a:gd name="connsiteY929" fmla="*/ 1204541 h 4305008"/>
              <a:gd name="connsiteX930" fmla="*/ 594451 w 5593163"/>
              <a:gd name="connsiteY930" fmla="*/ 1296998 h 4305008"/>
              <a:gd name="connsiteX931" fmla="*/ 595822 w 5593163"/>
              <a:gd name="connsiteY931" fmla="*/ 1313979 h 4305008"/>
              <a:gd name="connsiteX932" fmla="*/ 595229 w 5593163"/>
              <a:gd name="connsiteY932" fmla="*/ 1325419 h 4305008"/>
              <a:gd name="connsiteX933" fmla="*/ 594730 w 5593163"/>
              <a:gd name="connsiteY933" fmla="*/ 1325386 h 4305008"/>
              <a:gd name="connsiteX934" fmla="*/ 594704 w 5593163"/>
              <a:gd name="connsiteY934" fmla="*/ 1325881 h 4305008"/>
              <a:gd name="connsiteX935" fmla="*/ 577585 w 5593163"/>
              <a:gd name="connsiteY935" fmla="*/ 1324255 h 4305008"/>
              <a:gd name="connsiteX936" fmla="*/ 482159 w 5593163"/>
              <a:gd name="connsiteY936" fmla="*/ 1315193 h 4305008"/>
              <a:gd name="connsiteX937" fmla="*/ 465942 w 5593163"/>
              <a:gd name="connsiteY937" fmla="*/ 1313653 h 4305008"/>
              <a:gd name="connsiteX938" fmla="*/ 465826 w 5593163"/>
              <a:gd name="connsiteY938" fmla="*/ 1312505 h 4305008"/>
              <a:gd name="connsiteX939" fmla="*/ 5028 w 5593163"/>
              <a:gd name="connsiteY939" fmla="*/ 1076034 h 4305008"/>
              <a:gd name="connsiteX940" fmla="*/ 0 w 5593163"/>
              <a:gd name="connsiteY940" fmla="*/ 2139063 h 4305008"/>
              <a:gd name="connsiteX941" fmla="*/ 0 w 5593163"/>
              <a:gd name="connsiteY941" fmla="*/ 2007909 h 4305008"/>
              <a:gd name="connsiteX942" fmla="*/ 9314 w 5593163"/>
              <a:gd name="connsiteY942" fmla="*/ 2005207 h 4305008"/>
              <a:gd name="connsiteX943" fmla="*/ 452453 w 5593163"/>
              <a:gd name="connsiteY943" fmla="*/ 1493690 h 4305008"/>
              <a:gd name="connsiteX944" fmla="*/ 31903 w 5593163"/>
              <a:gd name="connsiteY944" fmla="*/ 1760575 h 4305008"/>
              <a:gd name="connsiteX945" fmla="*/ 0 w 5593163"/>
              <a:gd name="connsiteY945" fmla="*/ 1810167 h 4305008"/>
              <a:gd name="connsiteX946" fmla="*/ 0 w 5593163"/>
              <a:gd name="connsiteY946" fmla="*/ 1603724 h 4305008"/>
              <a:gd name="connsiteX947" fmla="*/ 5025 w 5593163"/>
              <a:gd name="connsiteY947" fmla="*/ 1597880 h 4305008"/>
              <a:gd name="connsiteX948" fmla="*/ 465823 w 5593163"/>
              <a:gd name="connsiteY948" fmla="*/ 1363267 h 4305008"/>
              <a:gd name="connsiteX949" fmla="*/ 465940 w 5593163"/>
              <a:gd name="connsiteY949" fmla="*/ 1362128 h 4305008"/>
              <a:gd name="connsiteX950" fmla="*/ 482153 w 5593163"/>
              <a:gd name="connsiteY950" fmla="*/ 1360601 h 4305008"/>
              <a:gd name="connsiteX951" fmla="*/ 577614 w 5593163"/>
              <a:gd name="connsiteY951" fmla="*/ 1351607 h 4305008"/>
              <a:gd name="connsiteX952" fmla="*/ 594702 w 5593163"/>
              <a:gd name="connsiteY952" fmla="*/ 1349997 h 4305008"/>
              <a:gd name="connsiteX953" fmla="*/ 594728 w 5593163"/>
              <a:gd name="connsiteY953" fmla="*/ 1350487 h 4305008"/>
              <a:gd name="connsiteX954" fmla="*/ 595226 w 5593163"/>
              <a:gd name="connsiteY954" fmla="*/ 1350455 h 4305008"/>
              <a:gd name="connsiteX955" fmla="*/ 595820 w 5593163"/>
              <a:gd name="connsiteY955" fmla="*/ 1361805 h 4305008"/>
              <a:gd name="connsiteX956" fmla="*/ 594449 w 5593163"/>
              <a:gd name="connsiteY956" fmla="*/ 1378647 h 4305008"/>
              <a:gd name="connsiteX957" fmla="*/ 586982 w 5593163"/>
              <a:gd name="connsiteY957" fmla="*/ 1470397 h 4305008"/>
              <a:gd name="connsiteX958" fmla="*/ 586444 w 5593163"/>
              <a:gd name="connsiteY958" fmla="*/ 1477021 h 4305008"/>
              <a:gd name="connsiteX959" fmla="*/ 585938 w 5593163"/>
              <a:gd name="connsiteY959" fmla="*/ 1477083 h 4305008"/>
              <a:gd name="connsiteX960" fmla="*/ 26396 w 5593163"/>
              <a:gd name="connsiteY960" fmla="*/ 2132575 h 4305008"/>
              <a:gd name="connsiteX961" fmla="*/ 0 w 5593163"/>
              <a:gd name="connsiteY961" fmla="*/ 2766967 h 4305008"/>
              <a:gd name="connsiteX962" fmla="*/ 0 w 5593163"/>
              <a:gd name="connsiteY962" fmla="*/ 2558889 h 4305008"/>
              <a:gd name="connsiteX963" fmla="*/ 31905 w 5593163"/>
              <a:gd name="connsiteY963" fmla="*/ 2608877 h 4305008"/>
              <a:gd name="connsiteX964" fmla="*/ 452455 w 5593163"/>
              <a:gd name="connsiteY964" fmla="*/ 2877874 h 4305008"/>
              <a:gd name="connsiteX965" fmla="*/ 9316 w 5593163"/>
              <a:gd name="connsiteY965" fmla="*/ 2362309 h 4305008"/>
              <a:gd name="connsiteX966" fmla="*/ 0 w 5593163"/>
              <a:gd name="connsiteY966" fmla="*/ 2359585 h 4305008"/>
              <a:gd name="connsiteX967" fmla="*/ 0 w 5593163"/>
              <a:gd name="connsiteY967" fmla="*/ 2227392 h 4305008"/>
              <a:gd name="connsiteX968" fmla="*/ 26399 w 5593163"/>
              <a:gd name="connsiteY968" fmla="*/ 2233932 h 4305008"/>
              <a:gd name="connsiteX969" fmla="*/ 585941 w 5593163"/>
              <a:gd name="connsiteY969" fmla="*/ 2894613 h 4305008"/>
              <a:gd name="connsiteX970" fmla="*/ 586447 w 5593163"/>
              <a:gd name="connsiteY970" fmla="*/ 2894676 h 4305008"/>
              <a:gd name="connsiteX971" fmla="*/ 586987 w 5593163"/>
              <a:gd name="connsiteY971" fmla="*/ 2901366 h 4305008"/>
              <a:gd name="connsiteX972" fmla="*/ 594451 w 5593163"/>
              <a:gd name="connsiteY972" fmla="*/ 2993823 h 4305008"/>
              <a:gd name="connsiteX973" fmla="*/ 595822 w 5593163"/>
              <a:gd name="connsiteY973" fmla="*/ 3010804 h 4305008"/>
              <a:gd name="connsiteX974" fmla="*/ 595229 w 5593163"/>
              <a:gd name="connsiteY974" fmla="*/ 3022244 h 4305008"/>
              <a:gd name="connsiteX975" fmla="*/ 594730 w 5593163"/>
              <a:gd name="connsiteY975" fmla="*/ 3022211 h 4305008"/>
              <a:gd name="connsiteX976" fmla="*/ 594704 w 5593163"/>
              <a:gd name="connsiteY976" fmla="*/ 3022706 h 4305008"/>
              <a:gd name="connsiteX977" fmla="*/ 577585 w 5593163"/>
              <a:gd name="connsiteY977" fmla="*/ 3021080 h 4305008"/>
              <a:gd name="connsiteX978" fmla="*/ 482159 w 5593163"/>
              <a:gd name="connsiteY978" fmla="*/ 3012018 h 4305008"/>
              <a:gd name="connsiteX979" fmla="*/ 465942 w 5593163"/>
              <a:gd name="connsiteY979" fmla="*/ 3010478 h 4305008"/>
              <a:gd name="connsiteX980" fmla="*/ 465826 w 5593163"/>
              <a:gd name="connsiteY980" fmla="*/ 3009330 h 4305008"/>
              <a:gd name="connsiteX981" fmla="*/ 5028 w 5593163"/>
              <a:gd name="connsiteY981" fmla="*/ 2772859 h 4305008"/>
              <a:gd name="connsiteX982" fmla="*/ 0 w 5593163"/>
              <a:gd name="connsiteY982" fmla="*/ 3835888 h 4305008"/>
              <a:gd name="connsiteX983" fmla="*/ 0 w 5593163"/>
              <a:gd name="connsiteY983" fmla="*/ 3704734 h 4305008"/>
              <a:gd name="connsiteX984" fmla="*/ 9314 w 5593163"/>
              <a:gd name="connsiteY984" fmla="*/ 3702032 h 4305008"/>
              <a:gd name="connsiteX985" fmla="*/ 452453 w 5593163"/>
              <a:gd name="connsiteY985" fmla="*/ 3190516 h 4305008"/>
              <a:gd name="connsiteX986" fmla="*/ 31903 w 5593163"/>
              <a:gd name="connsiteY986" fmla="*/ 3457400 h 4305008"/>
              <a:gd name="connsiteX987" fmla="*/ 0 w 5593163"/>
              <a:gd name="connsiteY987" fmla="*/ 3506992 h 4305008"/>
              <a:gd name="connsiteX988" fmla="*/ 0 w 5593163"/>
              <a:gd name="connsiteY988" fmla="*/ 3300549 h 4305008"/>
              <a:gd name="connsiteX989" fmla="*/ 5025 w 5593163"/>
              <a:gd name="connsiteY989" fmla="*/ 3294705 h 4305008"/>
              <a:gd name="connsiteX990" fmla="*/ 465823 w 5593163"/>
              <a:gd name="connsiteY990" fmla="*/ 3060092 h 4305008"/>
              <a:gd name="connsiteX991" fmla="*/ 465940 w 5593163"/>
              <a:gd name="connsiteY991" fmla="*/ 3058953 h 4305008"/>
              <a:gd name="connsiteX992" fmla="*/ 482153 w 5593163"/>
              <a:gd name="connsiteY992" fmla="*/ 3057426 h 4305008"/>
              <a:gd name="connsiteX993" fmla="*/ 577614 w 5593163"/>
              <a:gd name="connsiteY993" fmla="*/ 3048432 h 4305008"/>
              <a:gd name="connsiteX994" fmla="*/ 594702 w 5593163"/>
              <a:gd name="connsiteY994" fmla="*/ 3046822 h 4305008"/>
              <a:gd name="connsiteX995" fmla="*/ 594728 w 5593163"/>
              <a:gd name="connsiteY995" fmla="*/ 3047312 h 4305008"/>
              <a:gd name="connsiteX996" fmla="*/ 595226 w 5593163"/>
              <a:gd name="connsiteY996" fmla="*/ 3047280 h 4305008"/>
              <a:gd name="connsiteX997" fmla="*/ 595820 w 5593163"/>
              <a:gd name="connsiteY997" fmla="*/ 3058630 h 4305008"/>
              <a:gd name="connsiteX998" fmla="*/ 594449 w 5593163"/>
              <a:gd name="connsiteY998" fmla="*/ 3075472 h 4305008"/>
              <a:gd name="connsiteX999" fmla="*/ 586982 w 5593163"/>
              <a:gd name="connsiteY999" fmla="*/ 3167222 h 4305008"/>
              <a:gd name="connsiteX1000" fmla="*/ 586444 w 5593163"/>
              <a:gd name="connsiteY1000" fmla="*/ 3173846 h 4305008"/>
              <a:gd name="connsiteX1001" fmla="*/ 585938 w 5593163"/>
              <a:gd name="connsiteY1001" fmla="*/ 3173908 h 4305008"/>
              <a:gd name="connsiteX1002" fmla="*/ 26396 w 5593163"/>
              <a:gd name="connsiteY1002" fmla="*/ 3829400 h 4305008"/>
              <a:gd name="connsiteX1003" fmla="*/ 0 w 5593163"/>
              <a:gd name="connsiteY1003" fmla="*/ 4056079 h 4305008"/>
              <a:gd name="connsiteX1004" fmla="*/ 0 w 5593163"/>
              <a:gd name="connsiteY1004" fmla="*/ 3923091 h 4305008"/>
              <a:gd name="connsiteX1005" fmla="*/ 9850 w 5593163"/>
              <a:gd name="connsiteY1005" fmla="*/ 3925425 h 4305008"/>
              <a:gd name="connsiteX1006" fmla="*/ 456028 w 5593163"/>
              <a:gd name="connsiteY1006" fmla="*/ 4255797 h 4305008"/>
              <a:gd name="connsiteX1007" fmla="*/ 484473 w 5593163"/>
              <a:gd name="connsiteY1007" fmla="*/ 4305008 h 4305008"/>
              <a:gd name="connsiteX1008" fmla="*/ 333423 w 5593163"/>
              <a:gd name="connsiteY1008" fmla="*/ 4305008 h 4305008"/>
              <a:gd name="connsiteX1009" fmla="*/ 281300 w 5593163"/>
              <a:gd name="connsiteY1009" fmla="*/ 4241205 h 4305008"/>
              <a:gd name="connsiteX1010" fmla="*/ 75476 w 5593163"/>
              <a:gd name="connsiteY1010" fmla="*/ 4087725 h 4305008"/>
              <a:gd name="connsiteX1011" fmla="*/ 0 w 5593163"/>
              <a:gd name="connsiteY1011" fmla="*/ 4305008 h 4305008"/>
              <a:gd name="connsiteX1012" fmla="*/ 0 w 5593163"/>
              <a:gd name="connsiteY1012" fmla="*/ 4256099 h 4305008"/>
              <a:gd name="connsiteX1013" fmla="*/ 8327 w 5593163"/>
              <a:gd name="connsiteY1013" fmla="*/ 4271827 h 4305008"/>
              <a:gd name="connsiteX1014" fmla="*/ 35009 w 5593163"/>
              <a:gd name="connsiteY1014" fmla="*/ 4305008 h 4305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Lst>
            <a:rect l="l" t="t" r="r" b="b"/>
            <a:pathLst>
              <a:path w="5593163" h="4305008">
                <a:moveTo>
                  <a:pt x="4985599" y="636203"/>
                </a:moveTo>
                <a:cubicBezTo>
                  <a:pt x="5038875" y="907109"/>
                  <a:pt x="5253718" y="1121906"/>
                  <a:pt x="5528908" y="1181049"/>
                </a:cubicBezTo>
                <a:cubicBezTo>
                  <a:pt x="5475633" y="910143"/>
                  <a:pt x="5260789" y="695346"/>
                  <a:pt x="4985599" y="636203"/>
                </a:cubicBezTo>
                <a:close/>
                <a:moveTo>
                  <a:pt x="4985599" y="2333028"/>
                </a:moveTo>
                <a:cubicBezTo>
                  <a:pt x="5038875" y="2603934"/>
                  <a:pt x="5253718" y="2818731"/>
                  <a:pt x="5528908" y="2877874"/>
                </a:cubicBezTo>
                <a:cubicBezTo>
                  <a:pt x="5475633" y="2606968"/>
                  <a:pt x="5260789" y="2392171"/>
                  <a:pt x="4985599" y="2333028"/>
                </a:cubicBezTo>
                <a:close/>
                <a:moveTo>
                  <a:pt x="4985597" y="2034258"/>
                </a:moveTo>
                <a:cubicBezTo>
                  <a:pt x="5260787" y="1975579"/>
                  <a:pt x="5475630" y="1762469"/>
                  <a:pt x="5528906" y="1493690"/>
                </a:cubicBezTo>
                <a:cubicBezTo>
                  <a:pt x="5253716" y="1552369"/>
                  <a:pt x="5038872" y="1765479"/>
                  <a:pt x="4985597" y="2034258"/>
                </a:cubicBezTo>
                <a:close/>
                <a:moveTo>
                  <a:pt x="4985597" y="3731083"/>
                </a:moveTo>
                <a:cubicBezTo>
                  <a:pt x="5260787" y="3672404"/>
                  <a:pt x="5475630" y="3459294"/>
                  <a:pt x="5528906" y="3190516"/>
                </a:cubicBezTo>
                <a:cubicBezTo>
                  <a:pt x="5253716" y="3249194"/>
                  <a:pt x="5038872" y="3462304"/>
                  <a:pt x="4985597" y="3731083"/>
                </a:cubicBezTo>
                <a:close/>
                <a:moveTo>
                  <a:pt x="4842232" y="503273"/>
                </a:moveTo>
                <a:lnTo>
                  <a:pt x="4842826" y="491833"/>
                </a:lnTo>
                <a:lnTo>
                  <a:pt x="4843324" y="491866"/>
                </a:lnTo>
                <a:lnTo>
                  <a:pt x="4843350" y="491372"/>
                </a:lnTo>
                <a:lnTo>
                  <a:pt x="4860437" y="492995"/>
                </a:lnTo>
                <a:cubicBezTo>
                  <a:pt x="4892823" y="493522"/>
                  <a:pt x="4924716" y="496503"/>
                  <a:pt x="4955899" y="502060"/>
                </a:cubicBezTo>
                <a:cubicBezTo>
                  <a:pt x="4961475" y="501641"/>
                  <a:pt x="4966803" y="502589"/>
                  <a:pt x="4972112" y="503599"/>
                </a:cubicBezTo>
                <a:lnTo>
                  <a:pt x="4972229" y="504747"/>
                </a:lnTo>
                <a:cubicBezTo>
                  <a:pt x="5241367" y="549296"/>
                  <a:pt x="5466735" y="718370"/>
                  <a:pt x="5583809" y="948988"/>
                </a:cubicBezTo>
                <a:lnTo>
                  <a:pt x="5593163" y="971822"/>
                </a:lnTo>
                <a:lnTo>
                  <a:pt x="5593163" y="1318474"/>
                </a:lnTo>
                <a:lnTo>
                  <a:pt x="5558612" y="1315193"/>
                </a:lnTo>
                <a:cubicBezTo>
                  <a:pt x="5553035" y="1315612"/>
                  <a:pt x="5547706" y="1314664"/>
                  <a:pt x="5542395" y="1313653"/>
                </a:cubicBezTo>
                <a:lnTo>
                  <a:pt x="5542279" y="1312505"/>
                </a:lnTo>
                <a:cubicBezTo>
                  <a:pt x="5183428" y="1253106"/>
                  <a:pt x="4902389" y="972329"/>
                  <a:pt x="4852114" y="619464"/>
                </a:cubicBezTo>
                <a:cubicBezTo>
                  <a:pt x="4851946" y="619411"/>
                  <a:pt x="4851778" y="619406"/>
                  <a:pt x="4851608" y="619401"/>
                </a:cubicBezTo>
                <a:lnTo>
                  <a:pt x="4851070" y="612725"/>
                </a:lnTo>
                <a:cubicBezTo>
                  <a:pt x="4846011" y="582475"/>
                  <a:pt x="4843560" y="551584"/>
                  <a:pt x="4843603" y="520249"/>
                </a:cubicBezTo>
                <a:cubicBezTo>
                  <a:pt x="4842291" y="514621"/>
                  <a:pt x="4842232" y="508954"/>
                  <a:pt x="4842232" y="503273"/>
                </a:cubicBezTo>
                <a:close/>
                <a:moveTo>
                  <a:pt x="4842232" y="2200098"/>
                </a:moveTo>
                <a:lnTo>
                  <a:pt x="4842826" y="2188658"/>
                </a:lnTo>
                <a:lnTo>
                  <a:pt x="4843324" y="2188691"/>
                </a:lnTo>
                <a:lnTo>
                  <a:pt x="4843350" y="2188197"/>
                </a:lnTo>
                <a:lnTo>
                  <a:pt x="4860437" y="2189820"/>
                </a:lnTo>
                <a:cubicBezTo>
                  <a:pt x="4892823" y="2190347"/>
                  <a:pt x="4924716" y="2193328"/>
                  <a:pt x="4955899" y="2198885"/>
                </a:cubicBezTo>
                <a:cubicBezTo>
                  <a:pt x="4961475" y="2198466"/>
                  <a:pt x="4966803" y="2199414"/>
                  <a:pt x="4972112" y="2200424"/>
                </a:cubicBezTo>
                <a:lnTo>
                  <a:pt x="4972229" y="2201572"/>
                </a:lnTo>
                <a:cubicBezTo>
                  <a:pt x="5241367" y="2246121"/>
                  <a:pt x="5466735" y="2415195"/>
                  <a:pt x="5583809" y="2645813"/>
                </a:cubicBezTo>
                <a:lnTo>
                  <a:pt x="5593163" y="2668647"/>
                </a:lnTo>
                <a:lnTo>
                  <a:pt x="5593163" y="3015299"/>
                </a:lnTo>
                <a:lnTo>
                  <a:pt x="5558612" y="3012018"/>
                </a:lnTo>
                <a:cubicBezTo>
                  <a:pt x="5553035" y="3012437"/>
                  <a:pt x="5547706" y="3011489"/>
                  <a:pt x="5542395" y="3010478"/>
                </a:cubicBezTo>
                <a:lnTo>
                  <a:pt x="5542279" y="3009330"/>
                </a:lnTo>
                <a:cubicBezTo>
                  <a:pt x="5183428" y="2949931"/>
                  <a:pt x="4902389" y="2669154"/>
                  <a:pt x="4852114" y="2316289"/>
                </a:cubicBezTo>
                <a:cubicBezTo>
                  <a:pt x="4851946" y="2316236"/>
                  <a:pt x="4851778" y="2316231"/>
                  <a:pt x="4851608" y="2316226"/>
                </a:cubicBezTo>
                <a:lnTo>
                  <a:pt x="4851070" y="2309550"/>
                </a:lnTo>
                <a:cubicBezTo>
                  <a:pt x="4846011" y="2279300"/>
                  <a:pt x="4843560" y="2248409"/>
                  <a:pt x="4843603" y="2217074"/>
                </a:cubicBezTo>
                <a:cubicBezTo>
                  <a:pt x="4842291" y="2211446"/>
                  <a:pt x="4842232" y="2205779"/>
                  <a:pt x="4842232" y="2200098"/>
                </a:cubicBezTo>
                <a:close/>
                <a:moveTo>
                  <a:pt x="4842232" y="3896923"/>
                </a:moveTo>
                <a:lnTo>
                  <a:pt x="4842826" y="3885483"/>
                </a:lnTo>
                <a:lnTo>
                  <a:pt x="4843324" y="3885516"/>
                </a:lnTo>
                <a:lnTo>
                  <a:pt x="4843350" y="3885022"/>
                </a:lnTo>
                <a:lnTo>
                  <a:pt x="4860437" y="3886645"/>
                </a:lnTo>
                <a:cubicBezTo>
                  <a:pt x="4892823" y="3887172"/>
                  <a:pt x="4924716" y="3890153"/>
                  <a:pt x="4955899" y="3895710"/>
                </a:cubicBezTo>
                <a:cubicBezTo>
                  <a:pt x="4961475" y="3895291"/>
                  <a:pt x="4966803" y="3896239"/>
                  <a:pt x="4972112" y="3897249"/>
                </a:cubicBezTo>
                <a:lnTo>
                  <a:pt x="4972229" y="3898397"/>
                </a:lnTo>
                <a:cubicBezTo>
                  <a:pt x="5206288" y="3937139"/>
                  <a:pt x="5407245" y="4070062"/>
                  <a:pt x="5532481" y="4255797"/>
                </a:cubicBezTo>
                <a:lnTo>
                  <a:pt x="5560926" y="4305008"/>
                </a:lnTo>
                <a:lnTo>
                  <a:pt x="5409877" y="4305008"/>
                </a:lnTo>
                <a:lnTo>
                  <a:pt x="5357754" y="4241205"/>
                </a:lnTo>
                <a:cubicBezTo>
                  <a:pt x="5261058" y="4136681"/>
                  <a:pt x="5131850" y="4061285"/>
                  <a:pt x="4985599" y="4029853"/>
                </a:cubicBezTo>
                <a:cubicBezTo>
                  <a:pt x="5002846" y="4117553"/>
                  <a:pt x="5037026" y="4199373"/>
                  <a:pt x="5084780" y="4271827"/>
                </a:cubicBezTo>
                <a:lnTo>
                  <a:pt x="5111462" y="4305008"/>
                </a:lnTo>
                <a:lnTo>
                  <a:pt x="4957353" y="4305008"/>
                </a:lnTo>
                <a:lnTo>
                  <a:pt x="4927231" y="4254710"/>
                </a:lnTo>
                <a:cubicBezTo>
                  <a:pt x="4890029" y="4179889"/>
                  <a:pt x="4864297" y="4098618"/>
                  <a:pt x="4852114" y="4013114"/>
                </a:cubicBezTo>
                <a:cubicBezTo>
                  <a:pt x="4851946" y="4013061"/>
                  <a:pt x="4851778" y="4013056"/>
                  <a:pt x="4851608" y="4013051"/>
                </a:cubicBezTo>
                <a:lnTo>
                  <a:pt x="4851070" y="4006375"/>
                </a:lnTo>
                <a:cubicBezTo>
                  <a:pt x="4846011" y="3976125"/>
                  <a:pt x="4843560" y="3945234"/>
                  <a:pt x="4843603" y="3913899"/>
                </a:cubicBezTo>
                <a:cubicBezTo>
                  <a:pt x="4842291" y="3908271"/>
                  <a:pt x="4842232" y="3902604"/>
                  <a:pt x="4842232" y="3896923"/>
                </a:cubicBezTo>
                <a:close/>
                <a:moveTo>
                  <a:pt x="4842230" y="469318"/>
                </a:moveTo>
                <a:cubicBezTo>
                  <a:pt x="4842230" y="463681"/>
                  <a:pt x="4842289" y="458057"/>
                  <a:pt x="4843601" y="452471"/>
                </a:cubicBezTo>
                <a:cubicBezTo>
                  <a:pt x="4843558" y="421389"/>
                  <a:pt x="4846008" y="390746"/>
                  <a:pt x="4851065" y="360740"/>
                </a:cubicBezTo>
                <a:lnTo>
                  <a:pt x="4851605" y="354103"/>
                </a:lnTo>
                <a:cubicBezTo>
                  <a:pt x="4851774" y="354098"/>
                  <a:pt x="4851943" y="354093"/>
                  <a:pt x="4852110" y="354040"/>
                </a:cubicBezTo>
                <a:cubicBezTo>
                  <a:pt x="4865262" y="262463"/>
                  <a:pt x="4894203" y="175780"/>
                  <a:pt x="4936323" y="96778"/>
                </a:cubicBezTo>
                <a:lnTo>
                  <a:pt x="4998957" y="0"/>
                </a:lnTo>
                <a:lnTo>
                  <a:pt x="5167333" y="0"/>
                </a:lnTo>
                <a:lnTo>
                  <a:pt x="5099105" y="76659"/>
                </a:lnTo>
                <a:cubicBezTo>
                  <a:pt x="5043838" y="153496"/>
                  <a:pt x="5004523" y="241952"/>
                  <a:pt x="4985597" y="337433"/>
                </a:cubicBezTo>
                <a:cubicBezTo>
                  <a:pt x="5168636" y="298404"/>
                  <a:pt x="5324978" y="191052"/>
                  <a:pt x="5424571" y="44350"/>
                </a:cubicBezTo>
                <a:lnTo>
                  <a:pt x="5446799" y="0"/>
                </a:lnTo>
                <a:lnTo>
                  <a:pt x="5593163" y="0"/>
                </a:lnTo>
                <a:lnTo>
                  <a:pt x="5593163" y="4197"/>
                </a:lnTo>
                <a:lnTo>
                  <a:pt x="5543598" y="95636"/>
                </a:lnTo>
                <a:cubicBezTo>
                  <a:pt x="5419825" y="289169"/>
                  <a:pt x="5213633" y="428211"/>
                  <a:pt x="4972226" y="467856"/>
                </a:cubicBezTo>
                <a:lnTo>
                  <a:pt x="4972110" y="468995"/>
                </a:lnTo>
                <a:cubicBezTo>
                  <a:pt x="4966799" y="469998"/>
                  <a:pt x="4961470" y="470939"/>
                  <a:pt x="4955893" y="470523"/>
                </a:cubicBezTo>
                <a:cubicBezTo>
                  <a:pt x="4924721" y="476033"/>
                  <a:pt x="4892841" y="478991"/>
                  <a:pt x="4860466" y="479514"/>
                </a:cubicBezTo>
                <a:lnTo>
                  <a:pt x="4843348" y="481127"/>
                </a:lnTo>
                <a:lnTo>
                  <a:pt x="4843322" y="480636"/>
                </a:lnTo>
                <a:lnTo>
                  <a:pt x="4842823" y="480669"/>
                </a:lnTo>
                <a:cubicBezTo>
                  <a:pt x="4842257" y="476896"/>
                  <a:pt x="4842230" y="473110"/>
                  <a:pt x="4842230" y="469318"/>
                </a:cubicBezTo>
                <a:close/>
                <a:moveTo>
                  <a:pt x="4842230" y="2166144"/>
                </a:moveTo>
                <a:cubicBezTo>
                  <a:pt x="4842230" y="2160506"/>
                  <a:pt x="4842289" y="2154882"/>
                  <a:pt x="4843601" y="2149296"/>
                </a:cubicBezTo>
                <a:cubicBezTo>
                  <a:pt x="4843558" y="2118214"/>
                  <a:pt x="4846008" y="2087572"/>
                  <a:pt x="4851065" y="2057565"/>
                </a:cubicBezTo>
                <a:lnTo>
                  <a:pt x="4851605" y="2050928"/>
                </a:lnTo>
                <a:cubicBezTo>
                  <a:pt x="4851774" y="2050923"/>
                  <a:pt x="4851943" y="2050918"/>
                  <a:pt x="4852110" y="2050865"/>
                </a:cubicBezTo>
                <a:cubicBezTo>
                  <a:pt x="4902387" y="1700770"/>
                  <a:pt x="5183426" y="1422199"/>
                  <a:pt x="5542276" y="1363267"/>
                </a:cubicBezTo>
                <a:lnTo>
                  <a:pt x="5542393" y="1362128"/>
                </a:lnTo>
                <a:cubicBezTo>
                  <a:pt x="5547702" y="1361126"/>
                  <a:pt x="5553030" y="1360185"/>
                  <a:pt x="5558606" y="1360601"/>
                </a:cubicBezTo>
                <a:lnTo>
                  <a:pt x="5593163" y="1357345"/>
                </a:lnTo>
                <a:lnTo>
                  <a:pt x="5593163" y="1701268"/>
                </a:lnTo>
                <a:lnTo>
                  <a:pt x="5583807" y="1723929"/>
                </a:lnTo>
                <a:cubicBezTo>
                  <a:pt x="5466733" y="1952736"/>
                  <a:pt x="5241364" y="2120482"/>
                  <a:pt x="4972226" y="2164681"/>
                </a:cubicBezTo>
                <a:lnTo>
                  <a:pt x="4972110" y="2165820"/>
                </a:lnTo>
                <a:cubicBezTo>
                  <a:pt x="4966799" y="2166823"/>
                  <a:pt x="4961470" y="2167764"/>
                  <a:pt x="4955893" y="2167348"/>
                </a:cubicBezTo>
                <a:cubicBezTo>
                  <a:pt x="4924721" y="2172858"/>
                  <a:pt x="4892841" y="2175816"/>
                  <a:pt x="4860466" y="2176339"/>
                </a:cubicBezTo>
                <a:lnTo>
                  <a:pt x="4843348" y="2177952"/>
                </a:lnTo>
                <a:lnTo>
                  <a:pt x="4843322" y="2177461"/>
                </a:lnTo>
                <a:lnTo>
                  <a:pt x="4842823" y="2177494"/>
                </a:lnTo>
                <a:cubicBezTo>
                  <a:pt x="4842257" y="2173722"/>
                  <a:pt x="4842230" y="2169936"/>
                  <a:pt x="4842230" y="2166144"/>
                </a:cubicBezTo>
                <a:close/>
                <a:moveTo>
                  <a:pt x="4842230" y="3862969"/>
                </a:moveTo>
                <a:cubicBezTo>
                  <a:pt x="4842230" y="3857331"/>
                  <a:pt x="4842289" y="3851707"/>
                  <a:pt x="4843601" y="3846121"/>
                </a:cubicBezTo>
                <a:cubicBezTo>
                  <a:pt x="4843558" y="3815039"/>
                  <a:pt x="4846008" y="3784397"/>
                  <a:pt x="4851065" y="3754390"/>
                </a:cubicBezTo>
                <a:lnTo>
                  <a:pt x="4851605" y="3747753"/>
                </a:lnTo>
                <a:cubicBezTo>
                  <a:pt x="4851774" y="3747748"/>
                  <a:pt x="4851943" y="3747743"/>
                  <a:pt x="4852110" y="3747690"/>
                </a:cubicBezTo>
                <a:cubicBezTo>
                  <a:pt x="4902387" y="3397595"/>
                  <a:pt x="5183426" y="3119024"/>
                  <a:pt x="5542276" y="3060092"/>
                </a:cubicBezTo>
                <a:lnTo>
                  <a:pt x="5542393" y="3058953"/>
                </a:lnTo>
                <a:cubicBezTo>
                  <a:pt x="5547702" y="3057951"/>
                  <a:pt x="5553030" y="3057010"/>
                  <a:pt x="5558606" y="3057426"/>
                </a:cubicBezTo>
                <a:lnTo>
                  <a:pt x="5593163" y="3054170"/>
                </a:lnTo>
                <a:lnTo>
                  <a:pt x="5593163" y="3398093"/>
                </a:lnTo>
                <a:lnTo>
                  <a:pt x="5583807" y="3420754"/>
                </a:lnTo>
                <a:cubicBezTo>
                  <a:pt x="5466733" y="3649560"/>
                  <a:pt x="5241364" y="3817307"/>
                  <a:pt x="4972226" y="3861506"/>
                </a:cubicBezTo>
                <a:lnTo>
                  <a:pt x="4972110" y="3862645"/>
                </a:lnTo>
                <a:cubicBezTo>
                  <a:pt x="4966799" y="3863648"/>
                  <a:pt x="4961470" y="3864589"/>
                  <a:pt x="4955893" y="3864173"/>
                </a:cubicBezTo>
                <a:cubicBezTo>
                  <a:pt x="4924721" y="3869683"/>
                  <a:pt x="4892841" y="3872641"/>
                  <a:pt x="4860466" y="3873164"/>
                </a:cubicBezTo>
                <a:lnTo>
                  <a:pt x="4843348" y="3874777"/>
                </a:lnTo>
                <a:lnTo>
                  <a:pt x="4843322" y="3874286"/>
                </a:lnTo>
                <a:lnTo>
                  <a:pt x="4842823" y="3874319"/>
                </a:lnTo>
                <a:cubicBezTo>
                  <a:pt x="4842257" y="3870547"/>
                  <a:pt x="4842230" y="3866761"/>
                  <a:pt x="4842230" y="3862969"/>
                </a:cubicBezTo>
                <a:close/>
                <a:moveTo>
                  <a:pt x="4135041" y="1181049"/>
                </a:moveTo>
                <a:cubicBezTo>
                  <a:pt x="4410231" y="1121906"/>
                  <a:pt x="4625074" y="907109"/>
                  <a:pt x="4678350" y="636203"/>
                </a:cubicBezTo>
                <a:cubicBezTo>
                  <a:pt x="4403160" y="695346"/>
                  <a:pt x="4188316" y="910143"/>
                  <a:pt x="4135041" y="1181049"/>
                </a:cubicBezTo>
                <a:close/>
                <a:moveTo>
                  <a:pt x="4135041" y="1493690"/>
                </a:moveTo>
                <a:cubicBezTo>
                  <a:pt x="4188317" y="1762469"/>
                  <a:pt x="4403160" y="1975579"/>
                  <a:pt x="4678350" y="2034258"/>
                </a:cubicBezTo>
                <a:cubicBezTo>
                  <a:pt x="4625075" y="1765479"/>
                  <a:pt x="4410231" y="1552369"/>
                  <a:pt x="4135041" y="1493690"/>
                </a:cubicBezTo>
                <a:close/>
                <a:moveTo>
                  <a:pt x="4135041" y="2877874"/>
                </a:moveTo>
                <a:cubicBezTo>
                  <a:pt x="4410231" y="2818731"/>
                  <a:pt x="4625074" y="2603934"/>
                  <a:pt x="4678350" y="2333028"/>
                </a:cubicBezTo>
                <a:cubicBezTo>
                  <a:pt x="4403160" y="2392171"/>
                  <a:pt x="4188316" y="2606968"/>
                  <a:pt x="4135041" y="2877874"/>
                </a:cubicBezTo>
                <a:close/>
                <a:moveTo>
                  <a:pt x="4135041" y="3190516"/>
                </a:moveTo>
                <a:cubicBezTo>
                  <a:pt x="4188317" y="3459294"/>
                  <a:pt x="4403160" y="3672404"/>
                  <a:pt x="4678350" y="3731083"/>
                </a:cubicBezTo>
                <a:cubicBezTo>
                  <a:pt x="4625075" y="3462304"/>
                  <a:pt x="4410231" y="3249194"/>
                  <a:pt x="4135041" y="3190516"/>
                </a:cubicBezTo>
                <a:close/>
                <a:moveTo>
                  <a:pt x="4103022" y="4305008"/>
                </a:moveTo>
                <a:lnTo>
                  <a:pt x="4131467" y="4255797"/>
                </a:lnTo>
                <a:cubicBezTo>
                  <a:pt x="4256704" y="4070062"/>
                  <a:pt x="4457661" y="3937139"/>
                  <a:pt x="4691720" y="3898397"/>
                </a:cubicBezTo>
                <a:lnTo>
                  <a:pt x="4691837" y="3897249"/>
                </a:lnTo>
                <a:cubicBezTo>
                  <a:pt x="4697146" y="3896239"/>
                  <a:pt x="4702474" y="3895291"/>
                  <a:pt x="4708050" y="3895710"/>
                </a:cubicBezTo>
                <a:cubicBezTo>
                  <a:pt x="4739233" y="3890153"/>
                  <a:pt x="4771126" y="3887172"/>
                  <a:pt x="4803512" y="3886645"/>
                </a:cubicBezTo>
                <a:lnTo>
                  <a:pt x="4820599" y="3885022"/>
                </a:lnTo>
                <a:lnTo>
                  <a:pt x="4820625" y="3885516"/>
                </a:lnTo>
                <a:lnTo>
                  <a:pt x="4821123" y="3885483"/>
                </a:lnTo>
                <a:lnTo>
                  <a:pt x="4821717" y="3896923"/>
                </a:lnTo>
                <a:cubicBezTo>
                  <a:pt x="4821717" y="3902604"/>
                  <a:pt x="4821658" y="3908271"/>
                  <a:pt x="4820346" y="3913899"/>
                </a:cubicBezTo>
                <a:cubicBezTo>
                  <a:pt x="4820389" y="3945234"/>
                  <a:pt x="4817938" y="3976125"/>
                  <a:pt x="4812879" y="4006375"/>
                </a:cubicBezTo>
                <a:lnTo>
                  <a:pt x="4812341" y="4013051"/>
                </a:lnTo>
                <a:cubicBezTo>
                  <a:pt x="4812171" y="4013056"/>
                  <a:pt x="4812003" y="4013061"/>
                  <a:pt x="4811835" y="4013114"/>
                </a:cubicBezTo>
                <a:cubicBezTo>
                  <a:pt x="4799653" y="4098618"/>
                  <a:pt x="4773921" y="4179889"/>
                  <a:pt x="4736718" y="4254710"/>
                </a:cubicBezTo>
                <a:lnTo>
                  <a:pt x="4706597" y="4305008"/>
                </a:lnTo>
                <a:lnTo>
                  <a:pt x="4552487" y="4305008"/>
                </a:lnTo>
                <a:lnTo>
                  <a:pt x="4579169" y="4271827"/>
                </a:lnTo>
                <a:cubicBezTo>
                  <a:pt x="4626924" y="4199373"/>
                  <a:pt x="4661103" y="4117553"/>
                  <a:pt x="4678350" y="4029853"/>
                </a:cubicBezTo>
                <a:cubicBezTo>
                  <a:pt x="4532099" y="4061285"/>
                  <a:pt x="4402892" y="4136681"/>
                  <a:pt x="4306196" y="4241205"/>
                </a:cubicBezTo>
                <a:lnTo>
                  <a:pt x="4254073" y="4305008"/>
                </a:lnTo>
                <a:close/>
                <a:moveTo>
                  <a:pt x="4068511" y="0"/>
                </a:moveTo>
                <a:lnTo>
                  <a:pt x="4217148" y="0"/>
                </a:lnTo>
                <a:lnTo>
                  <a:pt x="4239376" y="44350"/>
                </a:lnTo>
                <a:cubicBezTo>
                  <a:pt x="4338970" y="191052"/>
                  <a:pt x="4495311" y="298404"/>
                  <a:pt x="4678350" y="337433"/>
                </a:cubicBezTo>
                <a:cubicBezTo>
                  <a:pt x="4659425" y="241952"/>
                  <a:pt x="4620110" y="153496"/>
                  <a:pt x="4564842" y="76659"/>
                </a:cubicBezTo>
                <a:lnTo>
                  <a:pt x="4496615" y="0"/>
                </a:lnTo>
                <a:lnTo>
                  <a:pt x="4664989" y="0"/>
                </a:lnTo>
                <a:lnTo>
                  <a:pt x="4727623" y="96778"/>
                </a:lnTo>
                <a:cubicBezTo>
                  <a:pt x="4769744" y="175780"/>
                  <a:pt x="4798685" y="262463"/>
                  <a:pt x="4811836" y="354040"/>
                </a:cubicBezTo>
                <a:cubicBezTo>
                  <a:pt x="4812004" y="354093"/>
                  <a:pt x="4812173" y="354098"/>
                  <a:pt x="4812342" y="354103"/>
                </a:cubicBezTo>
                <a:lnTo>
                  <a:pt x="4812882" y="360740"/>
                </a:lnTo>
                <a:cubicBezTo>
                  <a:pt x="4817939" y="390746"/>
                  <a:pt x="4820389" y="421389"/>
                  <a:pt x="4820346" y="452471"/>
                </a:cubicBezTo>
                <a:cubicBezTo>
                  <a:pt x="4821658" y="458057"/>
                  <a:pt x="4821717" y="463681"/>
                  <a:pt x="4821717" y="469318"/>
                </a:cubicBezTo>
                <a:cubicBezTo>
                  <a:pt x="4821717" y="473110"/>
                  <a:pt x="4821690" y="476896"/>
                  <a:pt x="4821124" y="480669"/>
                </a:cubicBezTo>
                <a:lnTo>
                  <a:pt x="4820625" y="480636"/>
                </a:lnTo>
                <a:lnTo>
                  <a:pt x="4820599" y="481127"/>
                </a:lnTo>
                <a:lnTo>
                  <a:pt x="4803481" y="479514"/>
                </a:lnTo>
                <a:cubicBezTo>
                  <a:pt x="4771106" y="478991"/>
                  <a:pt x="4739226" y="476033"/>
                  <a:pt x="4708054" y="470523"/>
                </a:cubicBezTo>
                <a:cubicBezTo>
                  <a:pt x="4702477" y="470939"/>
                  <a:pt x="4697148" y="469998"/>
                  <a:pt x="4691837" y="468995"/>
                </a:cubicBezTo>
                <a:lnTo>
                  <a:pt x="4691721" y="467856"/>
                </a:lnTo>
                <a:cubicBezTo>
                  <a:pt x="4450315" y="428211"/>
                  <a:pt x="4244123" y="289169"/>
                  <a:pt x="4120350" y="95636"/>
                </a:cubicBezTo>
                <a:close/>
                <a:moveTo>
                  <a:pt x="3991674" y="1313979"/>
                </a:moveTo>
                <a:cubicBezTo>
                  <a:pt x="3991674" y="1308297"/>
                  <a:pt x="3991733" y="1302628"/>
                  <a:pt x="3993045" y="1296998"/>
                </a:cubicBezTo>
                <a:cubicBezTo>
                  <a:pt x="3993003" y="1265670"/>
                  <a:pt x="3995452" y="1234785"/>
                  <a:pt x="4000509" y="1204541"/>
                </a:cubicBezTo>
                <a:lnTo>
                  <a:pt x="4001049" y="1197851"/>
                </a:lnTo>
                <a:cubicBezTo>
                  <a:pt x="4001218" y="1197846"/>
                  <a:pt x="4001387" y="1197841"/>
                  <a:pt x="4001555" y="1197788"/>
                </a:cubicBezTo>
                <a:cubicBezTo>
                  <a:pt x="4051831" y="844922"/>
                  <a:pt x="4332870" y="564145"/>
                  <a:pt x="4691720" y="504747"/>
                </a:cubicBezTo>
                <a:lnTo>
                  <a:pt x="4691837" y="503599"/>
                </a:lnTo>
                <a:cubicBezTo>
                  <a:pt x="4697146" y="502589"/>
                  <a:pt x="4702474" y="501641"/>
                  <a:pt x="4708050" y="502060"/>
                </a:cubicBezTo>
                <a:cubicBezTo>
                  <a:pt x="4739233" y="496503"/>
                  <a:pt x="4771126" y="493522"/>
                  <a:pt x="4803512" y="492995"/>
                </a:cubicBezTo>
                <a:lnTo>
                  <a:pt x="4820599" y="491372"/>
                </a:lnTo>
                <a:lnTo>
                  <a:pt x="4820625" y="491866"/>
                </a:lnTo>
                <a:lnTo>
                  <a:pt x="4821123" y="491833"/>
                </a:lnTo>
                <a:lnTo>
                  <a:pt x="4821717" y="503273"/>
                </a:lnTo>
                <a:cubicBezTo>
                  <a:pt x="4821717" y="508954"/>
                  <a:pt x="4821658" y="514621"/>
                  <a:pt x="4820346" y="520249"/>
                </a:cubicBezTo>
                <a:cubicBezTo>
                  <a:pt x="4820389" y="551584"/>
                  <a:pt x="4817938" y="582475"/>
                  <a:pt x="4812879" y="612725"/>
                </a:cubicBezTo>
                <a:lnTo>
                  <a:pt x="4812341" y="619401"/>
                </a:lnTo>
                <a:cubicBezTo>
                  <a:pt x="4812171" y="619406"/>
                  <a:pt x="4812003" y="619411"/>
                  <a:pt x="4811835" y="619464"/>
                </a:cubicBezTo>
                <a:cubicBezTo>
                  <a:pt x="4761560" y="972329"/>
                  <a:pt x="4480521" y="1253106"/>
                  <a:pt x="4121670" y="1312505"/>
                </a:cubicBezTo>
                <a:lnTo>
                  <a:pt x="4121554" y="1313653"/>
                </a:lnTo>
                <a:cubicBezTo>
                  <a:pt x="4116243" y="1314664"/>
                  <a:pt x="4110914" y="1315612"/>
                  <a:pt x="4105337" y="1315193"/>
                </a:cubicBezTo>
                <a:cubicBezTo>
                  <a:pt x="4074165" y="1320747"/>
                  <a:pt x="4042285" y="1323728"/>
                  <a:pt x="4009911" y="1324255"/>
                </a:cubicBezTo>
                <a:lnTo>
                  <a:pt x="3992792" y="1325881"/>
                </a:lnTo>
                <a:lnTo>
                  <a:pt x="3992766" y="1325386"/>
                </a:lnTo>
                <a:lnTo>
                  <a:pt x="3992267" y="1325419"/>
                </a:lnTo>
                <a:cubicBezTo>
                  <a:pt x="3991701" y="1321617"/>
                  <a:pt x="3991674" y="1317801"/>
                  <a:pt x="3991674" y="1313979"/>
                </a:cubicBezTo>
                <a:close/>
                <a:moveTo>
                  <a:pt x="3991674" y="1361805"/>
                </a:moveTo>
                <a:lnTo>
                  <a:pt x="3992268" y="1350455"/>
                </a:lnTo>
                <a:lnTo>
                  <a:pt x="3992766" y="1350487"/>
                </a:lnTo>
                <a:lnTo>
                  <a:pt x="3992792" y="1349997"/>
                </a:lnTo>
                <a:lnTo>
                  <a:pt x="4009880" y="1351607"/>
                </a:lnTo>
                <a:cubicBezTo>
                  <a:pt x="4042265" y="1352130"/>
                  <a:pt x="4074158" y="1355088"/>
                  <a:pt x="4105341" y="1360601"/>
                </a:cubicBezTo>
                <a:cubicBezTo>
                  <a:pt x="4110917" y="1360185"/>
                  <a:pt x="4116245" y="1361126"/>
                  <a:pt x="4121554" y="1362128"/>
                </a:cubicBezTo>
                <a:lnTo>
                  <a:pt x="4121671" y="1363267"/>
                </a:lnTo>
                <a:cubicBezTo>
                  <a:pt x="4480521" y="1422199"/>
                  <a:pt x="4761560" y="1700770"/>
                  <a:pt x="4811836" y="2050865"/>
                </a:cubicBezTo>
                <a:cubicBezTo>
                  <a:pt x="4812004" y="2050918"/>
                  <a:pt x="4812173" y="2050923"/>
                  <a:pt x="4812342" y="2050928"/>
                </a:cubicBezTo>
                <a:lnTo>
                  <a:pt x="4812882" y="2057565"/>
                </a:lnTo>
                <a:cubicBezTo>
                  <a:pt x="4817939" y="2087572"/>
                  <a:pt x="4820389" y="2118214"/>
                  <a:pt x="4820346" y="2149296"/>
                </a:cubicBezTo>
                <a:cubicBezTo>
                  <a:pt x="4821658" y="2154882"/>
                  <a:pt x="4821717" y="2160506"/>
                  <a:pt x="4821717" y="2166144"/>
                </a:cubicBezTo>
                <a:cubicBezTo>
                  <a:pt x="4821717" y="2169936"/>
                  <a:pt x="4821690" y="2173722"/>
                  <a:pt x="4821124" y="2177494"/>
                </a:cubicBezTo>
                <a:lnTo>
                  <a:pt x="4820625" y="2177461"/>
                </a:lnTo>
                <a:lnTo>
                  <a:pt x="4820599" y="2177952"/>
                </a:lnTo>
                <a:lnTo>
                  <a:pt x="4803481" y="2176339"/>
                </a:lnTo>
                <a:cubicBezTo>
                  <a:pt x="4771106" y="2175816"/>
                  <a:pt x="4739226" y="2172858"/>
                  <a:pt x="4708054" y="2167348"/>
                </a:cubicBezTo>
                <a:cubicBezTo>
                  <a:pt x="4702477" y="2167764"/>
                  <a:pt x="4697148" y="2166823"/>
                  <a:pt x="4691837" y="2165820"/>
                </a:cubicBezTo>
                <a:lnTo>
                  <a:pt x="4691721" y="2164681"/>
                </a:lnTo>
                <a:cubicBezTo>
                  <a:pt x="4332870" y="2105749"/>
                  <a:pt x="4051831" y="1827177"/>
                  <a:pt x="4001556" y="1477083"/>
                </a:cubicBezTo>
                <a:cubicBezTo>
                  <a:pt x="4001388" y="1477030"/>
                  <a:pt x="4001220" y="1477026"/>
                  <a:pt x="4001050" y="1477021"/>
                </a:cubicBezTo>
                <a:lnTo>
                  <a:pt x="4000512" y="1470397"/>
                </a:lnTo>
                <a:cubicBezTo>
                  <a:pt x="3995453" y="1440385"/>
                  <a:pt x="3993003" y="1409736"/>
                  <a:pt x="3993045" y="1378647"/>
                </a:cubicBezTo>
                <a:cubicBezTo>
                  <a:pt x="3991733" y="1373063"/>
                  <a:pt x="3991674" y="1367441"/>
                  <a:pt x="3991674" y="1361805"/>
                </a:cubicBezTo>
                <a:close/>
                <a:moveTo>
                  <a:pt x="3991674" y="3010804"/>
                </a:moveTo>
                <a:cubicBezTo>
                  <a:pt x="3991674" y="3005122"/>
                  <a:pt x="3991733" y="2999453"/>
                  <a:pt x="3993045" y="2993823"/>
                </a:cubicBezTo>
                <a:cubicBezTo>
                  <a:pt x="3993003" y="2962495"/>
                  <a:pt x="3995452" y="2931610"/>
                  <a:pt x="4000509" y="2901366"/>
                </a:cubicBezTo>
                <a:lnTo>
                  <a:pt x="4001049" y="2894676"/>
                </a:lnTo>
                <a:cubicBezTo>
                  <a:pt x="4001218" y="2894671"/>
                  <a:pt x="4001387" y="2894666"/>
                  <a:pt x="4001555" y="2894613"/>
                </a:cubicBezTo>
                <a:cubicBezTo>
                  <a:pt x="4051831" y="2541747"/>
                  <a:pt x="4332870" y="2260970"/>
                  <a:pt x="4691720" y="2201572"/>
                </a:cubicBezTo>
                <a:lnTo>
                  <a:pt x="4691837" y="2200424"/>
                </a:lnTo>
                <a:cubicBezTo>
                  <a:pt x="4697146" y="2199414"/>
                  <a:pt x="4702474" y="2198466"/>
                  <a:pt x="4708050" y="2198885"/>
                </a:cubicBezTo>
                <a:cubicBezTo>
                  <a:pt x="4739233" y="2193328"/>
                  <a:pt x="4771126" y="2190347"/>
                  <a:pt x="4803512" y="2189820"/>
                </a:cubicBezTo>
                <a:lnTo>
                  <a:pt x="4820599" y="2188197"/>
                </a:lnTo>
                <a:lnTo>
                  <a:pt x="4820625" y="2188691"/>
                </a:lnTo>
                <a:lnTo>
                  <a:pt x="4821123" y="2188658"/>
                </a:lnTo>
                <a:lnTo>
                  <a:pt x="4821717" y="2200098"/>
                </a:lnTo>
                <a:cubicBezTo>
                  <a:pt x="4821717" y="2205779"/>
                  <a:pt x="4821658" y="2211446"/>
                  <a:pt x="4820346" y="2217074"/>
                </a:cubicBezTo>
                <a:cubicBezTo>
                  <a:pt x="4820389" y="2248409"/>
                  <a:pt x="4817938" y="2279300"/>
                  <a:pt x="4812879" y="2309550"/>
                </a:cubicBezTo>
                <a:lnTo>
                  <a:pt x="4812341" y="2316226"/>
                </a:lnTo>
                <a:cubicBezTo>
                  <a:pt x="4812171" y="2316231"/>
                  <a:pt x="4812003" y="2316236"/>
                  <a:pt x="4811835" y="2316289"/>
                </a:cubicBezTo>
                <a:cubicBezTo>
                  <a:pt x="4761560" y="2669154"/>
                  <a:pt x="4480521" y="2949931"/>
                  <a:pt x="4121670" y="3009330"/>
                </a:cubicBezTo>
                <a:lnTo>
                  <a:pt x="4121554" y="3010478"/>
                </a:lnTo>
                <a:cubicBezTo>
                  <a:pt x="4116243" y="3011489"/>
                  <a:pt x="4110914" y="3012437"/>
                  <a:pt x="4105337" y="3012018"/>
                </a:cubicBezTo>
                <a:cubicBezTo>
                  <a:pt x="4074165" y="3017572"/>
                  <a:pt x="4042285" y="3020553"/>
                  <a:pt x="4009911" y="3021080"/>
                </a:cubicBezTo>
                <a:lnTo>
                  <a:pt x="3992792" y="3022706"/>
                </a:lnTo>
                <a:lnTo>
                  <a:pt x="3992766" y="3022211"/>
                </a:lnTo>
                <a:lnTo>
                  <a:pt x="3992267" y="3022244"/>
                </a:lnTo>
                <a:cubicBezTo>
                  <a:pt x="3991701" y="3018442"/>
                  <a:pt x="3991674" y="3014626"/>
                  <a:pt x="3991674" y="3010804"/>
                </a:cubicBezTo>
                <a:close/>
                <a:moveTo>
                  <a:pt x="3991674" y="3058630"/>
                </a:moveTo>
                <a:lnTo>
                  <a:pt x="3992268" y="3047280"/>
                </a:lnTo>
                <a:lnTo>
                  <a:pt x="3992766" y="3047312"/>
                </a:lnTo>
                <a:lnTo>
                  <a:pt x="3992792" y="3046822"/>
                </a:lnTo>
                <a:lnTo>
                  <a:pt x="4009880" y="3048432"/>
                </a:lnTo>
                <a:cubicBezTo>
                  <a:pt x="4042265" y="3048955"/>
                  <a:pt x="4074158" y="3051913"/>
                  <a:pt x="4105341" y="3057426"/>
                </a:cubicBezTo>
                <a:cubicBezTo>
                  <a:pt x="4110917" y="3057010"/>
                  <a:pt x="4116245" y="3057951"/>
                  <a:pt x="4121554" y="3058953"/>
                </a:cubicBezTo>
                <a:lnTo>
                  <a:pt x="4121671" y="3060092"/>
                </a:lnTo>
                <a:cubicBezTo>
                  <a:pt x="4480521" y="3119024"/>
                  <a:pt x="4761560" y="3397595"/>
                  <a:pt x="4811836" y="3747690"/>
                </a:cubicBezTo>
                <a:cubicBezTo>
                  <a:pt x="4812004" y="3747743"/>
                  <a:pt x="4812173" y="3747748"/>
                  <a:pt x="4812342" y="3747753"/>
                </a:cubicBezTo>
                <a:lnTo>
                  <a:pt x="4812882" y="3754390"/>
                </a:lnTo>
                <a:cubicBezTo>
                  <a:pt x="4817939" y="3784397"/>
                  <a:pt x="4820389" y="3815039"/>
                  <a:pt x="4820346" y="3846121"/>
                </a:cubicBezTo>
                <a:cubicBezTo>
                  <a:pt x="4821658" y="3851707"/>
                  <a:pt x="4821717" y="3857331"/>
                  <a:pt x="4821717" y="3862969"/>
                </a:cubicBezTo>
                <a:cubicBezTo>
                  <a:pt x="4821717" y="3866761"/>
                  <a:pt x="4821690" y="3870547"/>
                  <a:pt x="4821124" y="3874319"/>
                </a:cubicBezTo>
                <a:lnTo>
                  <a:pt x="4820625" y="3874286"/>
                </a:lnTo>
                <a:lnTo>
                  <a:pt x="4820599" y="3874777"/>
                </a:lnTo>
                <a:lnTo>
                  <a:pt x="4803481" y="3873164"/>
                </a:lnTo>
                <a:cubicBezTo>
                  <a:pt x="4771106" y="3872641"/>
                  <a:pt x="4739226" y="3869683"/>
                  <a:pt x="4708054" y="3864173"/>
                </a:cubicBezTo>
                <a:cubicBezTo>
                  <a:pt x="4702477" y="3864589"/>
                  <a:pt x="4697148" y="3863648"/>
                  <a:pt x="4691837" y="3862645"/>
                </a:cubicBezTo>
                <a:lnTo>
                  <a:pt x="4691721" y="3861506"/>
                </a:lnTo>
                <a:cubicBezTo>
                  <a:pt x="4332870" y="3802574"/>
                  <a:pt x="4051831" y="3524002"/>
                  <a:pt x="4001556" y="3173908"/>
                </a:cubicBezTo>
                <a:cubicBezTo>
                  <a:pt x="4001388" y="3173856"/>
                  <a:pt x="4001220" y="3173851"/>
                  <a:pt x="4001050" y="3173846"/>
                </a:cubicBezTo>
                <a:lnTo>
                  <a:pt x="4000512" y="3167222"/>
                </a:lnTo>
                <a:cubicBezTo>
                  <a:pt x="3995453" y="3137210"/>
                  <a:pt x="3993003" y="3106561"/>
                  <a:pt x="3993045" y="3075472"/>
                </a:cubicBezTo>
                <a:cubicBezTo>
                  <a:pt x="3991733" y="3069889"/>
                  <a:pt x="3991674" y="3064266"/>
                  <a:pt x="3991674" y="3058630"/>
                </a:cubicBezTo>
                <a:close/>
                <a:moveTo>
                  <a:pt x="3293448" y="636203"/>
                </a:moveTo>
                <a:cubicBezTo>
                  <a:pt x="3346724" y="907109"/>
                  <a:pt x="3561567" y="1121906"/>
                  <a:pt x="3836757" y="1181049"/>
                </a:cubicBezTo>
                <a:cubicBezTo>
                  <a:pt x="3783482" y="910143"/>
                  <a:pt x="3568638" y="695346"/>
                  <a:pt x="3293448" y="636203"/>
                </a:cubicBezTo>
                <a:close/>
                <a:moveTo>
                  <a:pt x="3293448" y="2333028"/>
                </a:moveTo>
                <a:cubicBezTo>
                  <a:pt x="3346724" y="2603934"/>
                  <a:pt x="3561567" y="2818731"/>
                  <a:pt x="3836757" y="2877874"/>
                </a:cubicBezTo>
                <a:cubicBezTo>
                  <a:pt x="3783482" y="2606968"/>
                  <a:pt x="3568638" y="2392171"/>
                  <a:pt x="3293448" y="2333028"/>
                </a:cubicBezTo>
                <a:close/>
                <a:moveTo>
                  <a:pt x="3293446" y="2034258"/>
                </a:moveTo>
                <a:cubicBezTo>
                  <a:pt x="3568636" y="1975579"/>
                  <a:pt x="3783479" y="1762469"/>
                  <a:pt x="3836755" y="1493690"/>
                </a:cubicBezTo>
                <a:cubicBezTo>
                  <a:pt x="3561565" y="1552369"/>
                  <a:pt x="3346721" y="1765479"/>
                  <a:pt x="3293446" y="2034258"/>
                </a:cubicBezTo>
                <a:close/>
                <a:moveTo>
                  <a:pt x="3293446" y="3731083"/>
                </a:moveTo>
                <a:cubicBezTo>
                  <a:pt x="3568636" y="3672404"/>
                  <a:pt x="3783479" y="3459294"/>
                  <a:pt x="3836755" y="3190516"/>
                </a:cubicBezTo>
                <a:cubicBezTo>
                  <a:pt x="3561565" y="3249194"/>
                  <a:pt x="3346721" y="3462304"/>
                  <a:pt x="3293446" y="3731083"/>
                </a:cubicBezTo>
                <a:close/>
                <a:moveTo>
                  <a:pt x="3150081" y="503273"/>
                </a:moveTo>
                <a:lnTo>
                  <a:pt x="3150675" y="491833"/>
                </a:lnTo>
                <a:lnTo>
                  <a:pt x="3151173" y="491866"/>
                </a:lnTo>
                <a:lnTo>
                  <a:pt x="3151199" y="491372"/>
                </a:lnTo>
                <a:lnTo>
                  <a:pt x="3168287" y="492995"/>
                </a:lnTo>
                <a:cubicBezTo>
                  <a:pt x="3200672" y="493522"/>
                  <a:pt x="3232565" y="496503"/>
                  <a:pt x="3263748" y="502060"/>
                </a:cubicBezTo>
                <a:cubicBezTo>
                  <a:pt x="3269324" y="501641"/>
                  <a:pt x="3274652" y="502589"/>
                  <a:pt x="3279961" y="503599"/>
                </a:cubicBezTo>
                <a:lnTo>
                  <a:pt x="3280078" y="504747"/>
                </a:lnTo>
                <a:cubicBezTo>
                  <a:pt x="3638928" y="564145"/>
                  <a:pt x="3919967" y="844922"/>
                  <a:pt x="3970244" y="1197788"/>
                </a:cubicBezTo>
                <a:cubicBezTo>
                  <a:pt x="3970411" y="1197841"/>
                  <a:pt x="3970581" y="1197846"/>
                  <a:pt x="3970749" y="1197851"/>
                </a:cubicBezTo>
                <a:lnTo>
                  <a:pt x="3971290" y="1204541"/>
                </a:lnTo>
                <a:cubicBezTo>
                  <a:pt x="3976346" y="1234785"/>
                  <a:pt x="3978796" y="1265670"/>
                  <a:pt x="3978754" y="1296998"/>
                </a:cubicBezTo>
                <a:cubicBezTo>
                  <a:pt x="3980066" y="1302628"/>
                  <a:pt x="3980124" y="1308297"/>
                  <a:pt x="3980124" y="1313979"/>
                </a:cubicBezTo>
                <a:cubicBezTo>
                  <a:pt x="3980124" y="1317801"/>
                  <a:pt x="3980097" y="1321617"/>
                  <a:pt x="3979531" y="1325419"/>
                </a:cubicBezTo>
                <a:lnTo>
                  <a:pt x="3979032" y="1325386"/>
                </a:lnTo>
                <a:lnTo>
                  <a:pt x="3979006" y="1325881"/>
                </a:lnTo>
                <a:lnTo>
                  <a:pt x="3961888" y="1324255"/>
                </a:lnTo>
                <a:cubicBezTo>
                  <a:pt x="3929514" y="1323728"/>
                  <a:pt x="3897633" y="1320747"/>
                  <a:pt x="3866461" y="1315193"/>
                </a:cubicBezTo>
                <a:cubicBezTo>
                  <a:pt x="3860884" y="1315612"/>
                  <a:pt x="3855555" y="1314664"/>
                  <a:pt x="3850245" y="1313653"/>
                </a:cubicBezTo>
                <a:lnTo>
                  <a:pt x="3850129" y="1312505"/>
                </a:lnTo>
                <a:cubicBezTo>
                  <a:pt x="3491277" y="1253106"/>
                  <a:pt x="3210238" y="972329"/>
                  <a:pt x="3159963" y="619464"/>
                </a:cubicBezTo>
                <a:cubicBezTo>
                  <a:pt x="3159795" y="619411"/>
                  <a:pt x="3159627" y="619406"/>
                  <a:pt x="3159457" y="619401"/>
                </a:cubicBezTo>
                <a:lnTo>
                  <a:pt x="3158919" y="612725"/>
                </a:lnTo>
                <a:cubicBezTo>
                  <a:pt x="3153860" y="582475"/>
                  <a:pt x="3151410" y="551584"/>
                  <a:pt x="3151452" y="520249"/>
                </a:cubicBezTo>
                <a:cubicBezTo>
                  <a:pt x="3150140" y="514621"/>
                  <a:pt x="3150081" y="508954"/>
                  <a:pt x="3150081" y="503273"/>
                </a:cubicBezTo>
                <a:close/>
                <a:moveTo>
                  <a:pt x="3150081" y="2200098"/>
                </a:moveTo>
                <a:lnTo>
                  <a:pt x="3150675" y="2188658"/>
                </a:lnTo>
                <a:lnTo>
                  <a:pt x="3151173" y="2188691"/>
                </a:lnTo>
                <a:lnTo>
                  <a:pt x="3151199" y="2188197"/>
                </a:lnTo>
                <a:lnTo>
                  <a:pt x="3168287" y="2189820"/>
                </a:lnTo>
                <a:cubicBezTo>
                  <a:pt x="3200672" y="2190347"/>
                  <a:pt x="3232565" y="2193328"/>
                  <a:pt x="3263748" y="2198885"/>
                </a:cubicBezTo>
                <a:cubicBezTo>
                  <a:pt x="3269324" y="2198466"/>
                  <a:pt x="3274652" y="2199414"/>
                  <a:pt x="3279961" y="2200424"/>
                </a:cubicBezTo>
                <a:lnTo>
                  <a:pt x="3280078" y="2201572"/>
                </a:lnTo>
                <a:cubicBezTo>
                  <a:pt x="3638928" y="2260970"/>
                  <a:pt x="3919967" y="2541747"/>
                  <a:pt x="3970244" y="2894613"/>
                </a:cubicBezTo>
                <a:cubicBezTo>
                  <a:pt x="3970411" y="2894666"/>
                  <a:pt x="3970581" y="2894671"/>
                  <a:pt x="3970749" y="2894676"/>
                </a:cubicBezTo>
                <a:lnTo>
                  <a:pt x="3971290" y="2901366"/>
                </a:lnTo>
                <a:cubicBezTo>
                  <a:pt x="3976346" y="2931610"/>
                  <a:pt x="3978796" y="2962495"/>
                  <a:pt x="3978754" y="2993823"/>
                </a:cubicBezTo>
                <a:cubicBezTo>
                  <a:pt x="3980066" y="2999453"/>
                  <a:pt x="3980124" y="3005122"/>
                  <a:pt x="3980124" y="3010804"/>
                </a:cubicBezTo>
                <a:cubicBezTo>
                  <a:pt x="3980124" y="3014626"/>
                  <a:pt x="3980097" y="3018442"/>
                  <a:pt x="3979531" y="3022244"/>
                </a:cubicBezTo>
                <a:lnTo>
                  <a:pt x="3979032" y="3022211"/>
                </a:lnTo>
                <a:lnTo>
                  <a:pt x="3979006" y="3022706"/>
                </a:lnTo>
                <a:lnTo>
                  <a:pt x="3961888" y="3021080"/>
                </a:lnTo>
                <a:cubicBezTo>
                  <a:pt x="3929514" y="3020553"/>
                  <a:pt x="3897633" y="3017572"/>
                  <a:pt x="3866461" y="3012018"/>
                </a:cubicBezTo>
                <a:cubicBezTo>
                  <a:pt x="3860884" y="3012437"/>
                  <a:pt x="3855555" y="3011489"/>
                  <a:pt x="3850245" y="3010478"/>
                </a:cubicBezTo>
                <a:lnTo>
                  <a:pt x="3850129" y="3009330"/>
                </a:lnTo>
                <a:cubicBezTo>
                  <a:pt x="3491277" y="2949931"/>
                  <a:pt x="3210238" y="2669154"/>
                  <a:pt x="3159963" y="2316289"/>
                </a:cubicBezTo>
                <a:cubicBezTo>
                  <a:pt x="3159795" y="2316236"/>
                  <a:pt x="3159627" y="2316231"/>
                  <a:pt x="3159457" y="2316226"/>
                </a:cubicBezTo>
                <a:lnTo>
                  <a:pt x="3158919" y="2309550"/>
                </a:lnTo>
                <a:cubicBezTo>
                  <a:pt x="3153860" y="2279300"/>
                  <a:pt x="3151410" y="2248409"/>
                  <a:pt x="3151452" y="2217074"/>
                </a:cubicBezTo>
                <a:cubicBezTo>
                  <a:pt x="3150140" y="2211446"/>
                  <a:pt x="3150081" y="2205779"/>
                  <a:pt x="3150081" y="2200098"/>
                </a:cubicBezTo>
                <a:close/>
                <a:moveTo>
                  <a:pt x="3150081" y="3896923"/>
                </a:moveTo>
                <a:lnTo>
                  <a:pt x="3150675" y="3885483"/>
                </a:lnTo>
                <a:lnTo>
                  <a:pt x="3151173" y="3885516"/>
                </a:lnTo>
                <a:lnTo>
                  <a:pt x="3151199" y="3885022"/>
                </a:lnTo>
                <a:lnTo>
                  <a:pt x="3168287" y="3886645"/>
                </a:lnTo>
                <a:cubicBezTo>
                  <a:pt x="3200672" y="3887172"/>
                  <a:pt x="3232565" y="3890153"/>
                  <a:pt x="3263748" y="3895710"/>
                </a:cubicBezTo>
                <a:cubicBezTo>
                  <a:pt x="3269324" y="3895291"/>
                  <a:pt x="3274652" y="3896239"/>
                  <a:pt x="3279961" y="3897249"/>
                </a:cubicBezTo>
                <a:lnTo>
                  <a:pt x="3280078" y="3898397"/>
                </a:lnTo>
                <a:cubicBezTo>
                  <a:pt x="3514137" y="3937139"/>
                  <a:pt x="3715094" y="4070062"/>
                  <a:pt x="3840331" y="4255797"/>
                </a:cubicBezTo>
                <a:lnTo>
                  <a:pt x="3868775" y="4305008"/>
                </a:lnTo>
                <a:lnTo>
                  <a:pt x="3717725" y="4305008"/>
                </a:lnTo>
                <a:lnTo>
                  <a:pt x="3665602" y="4241205"/>
                </a:lnTo>
                <a:cubicBezTo>
                  <a:pt x="3568906" y="4136681"/>
                  <a:pt x="3439699" y="4061285"/>
                  <a:pt x="3293448" y="4029853"/>
                </a:cubicBezTo>
                <a:cubicBezTo>
                  <a:pt x="3310695" y="4117553"/>
                  <a:pt x="3344874" y="4199373"/>
                  <a:pt x="3392629" y="4271827"/>
                </a:cubicBezTo>
                <a:lnTo>
                  <a:pt x="3419311" y="4305008"/>
                </a:lnTo>
                <a:lnTo>
                  <a:pt x="3265201" y="4305008"/>
                </a:lnTo>
                <a:lnTo>
                  <a:pt x="3235080" y="4254710"/>
                </a:lnTo>
                <a:cubicBezTo>
                  <a:pt x="3197877" y="4179889"/>
                  <a:pt x="3172145" y="4098618"/>
                  <a:pt x="3159963" y="4013114"/>
                </a:cubicBezTo>
                <a:cubicBezTo>
                  <a:pt x="3159795" y="4013061"/>
                  <a:pt x="3159627" y="4013056"/>
                  <a:pt x="3159457" y="4013051"/>
                </a:cubicBezTo>
                <a:lnTo>
                  <a:pt x="3158919" y="4006375"/>
                </a:lnTo>
                <a:cubicBezTo>
                  <a:pt x="3153860" y="3976125"/>
                  <a:pt x="3151410" y="3945234"/>
                  <a:pt x="3151452" y="3913899"/>
                </a:cubicBezTo>
                <a:cubicBezTo>
                  <a:pt x="3150140" y="3908271"/>
                  <a:pt x="3150081" y="3902604"/>
                  <a:pt x="3150081" y="3896923"/>
                </a:cubicBezTo>
                <a:close/>
                <a:moveTo>
                  <a:pt x="3150079" y="469318"/>
                </a:moveTo>
                <a:cubicBezTo>
                  <a:pt x="3150079" y="463681"/>
                  <a:pt x="3150138" y="458057"/>
                  <a:pt x="3151450" y="452471"/>
                </a:cubicBezTo>
                <a:cubicBezTo>
                  <a:pt x="3151408" y="421389"/>
                  <a:pt x="3153857" y="390746"/>
                  <a:pt x="3158914" y="360740"/>
                </a:cubicBezTo>
                <a:lnTo>
                  <a:pt x="3159454" y="354103"/>
                </a:lnTo>
                <a:cubicBezTo>
                  <a:pt x="3159623" y="354098"/>
                  <a:pt x="3159792" y="354093"/>
                  <a:pt x="3159960" y="354040"/>
                </a:cubicBezTo>
                <a:cubicBezTo>
                  <a:pt x="3173111" y="262463"/>
                  <a:pt x="3202052" y="175780"/>
                  <a:pt x="3244173" y="96778"/>
                </a:cubicBezTo>
                <a:lnTo>
                  <a:pt x="3306807" y="0"/>
                </a:lnTo>
                <a:lnTo>
                  <a:pt x="3475182" y="0"/>
                </a:lnTo>
                <a:lnTo>
                  <a:pt x="3406954" y="76659"/>
                </a:lnTo>
                <a:cubicBezTo>
                  <a:pt x="3351687" y="153496"/>
                  <a:pt x="3312372" y="241952"/>
                  <a:pt x="3293446" y="337433"/>
                </a:cubicBezTo>
                <a:cubicBezTo>
                  <a:pt x="3476486" y="298404"/>
                  <a:pt x="3632827" y="191052"/>
                  <a:pt x="3732420" y="44350"/>
                </a:cubicBezTo>
                <a:lnTo>
                  <a:pt x="3754649" y="0"/>
                </a:lnTo>
                <a:lnTo>
                  <a:pt x="3903287" y="0"/>
                </a:lnTo>
                <a:lnTo>
                  <a:pt x="3851448" y="95636"/>
                </a:lnTo>
                <a:cubicBezTo>
                  <a:pt x="3727674" y="289169"/>
                  <a:pt x="3521481" y="428211"/>
                  <a:pt x="3280075" y="467856"/>
                </a:cubicBezTo>
                <a:lnTo>
                  <a:pt x="3279959" y="468995"/>
                </a:lnTo>
                <a:cubicBezTo>
                  <a:pt x="3274648" y="469998"/>
                  <a:pt x="3269319" y="470939"/>
                  <a:pt x="3263742" y="470523"/>
                </a:cubicBezTo>
                <a:cubicBezTo>
                  <a:pt x="3232570" y="476033"/>
                  <a:pt x="3200690" y="478991"/>
                  <a:pt x="3168316" y="479514"/>
                </a:cubicBezTo>
                <a:lnTo>
                  <a:pt x="3151197" y="481127"/>
                </a:lnTo>
                <a:lnTo>
                  <a:pt x="3151171" y="480636"/>
                </a:lnTo>
                <a:lnTo>
                  <a:pt x="3150672" y="480669"/>
                </a:lnTo>
                <a:cubicBezTo>
                  <a:pt x="3150106" y="476896"/>
                  <a:pt x="3150079" y="473110"/>
                  <a:pt x="3150079" y="469318"/>
                </a:cubicBezTo>
                <a:close/>
                <a:moveTo>
                  <a:pt x="3150079" y="2166144"/>
                </a:moveTo>
                <a:cubicBezTo>
                  <a:pt x="3150079" y="2160506"/>
                  <a:pt x="3150138" y="2154882"/>
                  <a:pt x="3151450" y="2149296"/>
                </a:cubicBezTo>
                <a:cubicBezTo>
                  <a:pt x="3151408" y="2118214"/>
                  <a:pt x="3153857" y="2087572"/>
                  <a:pt x="3158914" y="2057565"/>
                </a:cubicBezTo>
                <a:lnTo>
                  <a:pt x="3159454" y="2050928"/>
                </a:lnTo>
                <a:cubicBezTo>
                  <a:pt x="3159623" y="2050923"/>
                  <a:pt x="3159792" y="2050918"/>
                  <a:pt x="3159960" y="2050865"/>
                </a:cubicBezTo>
                <a:cubicBezTo>
                  <a:pt x="3210236" y="1700770"/>
                  <a:pt x="3491275" y="1422199"/>
                  <a:pt x="3850126" y="1363267"/>
                </a:cubicBezTo>
                <a:lnTo>
                  <a:pt x="3850243" y="1362128"/>
                </a:lnTo>
                <a:cubicBezTo>
                  <a:pt x="3855551" y="1361126"/>
                  <a:pt x="3860879" y="1360185"/>
                  <a:pt x="3866455" y="1360601"/>
                </a:cubicBezTo>
                <a:cubicBezTo>
                  <a:pt x="3897639" y="1355088"/>
                  <a:pt x="3929531" y="1352130"/>
                  <a:pt x="3961917" y="1351607"/>
                </a:cubicBezTo>
                <a:lnTo>
                  <a:pt x="3979004" y="1349997"/>
                </a:lnTo>
                <a:lnTo>
                  <a:pt x="3979030" y="1350487"/>
                </a:lnTo>
                <a:lnTo>
                  <a:pt x="3979528" y="1350455"/>
                </a:lnTo>
                <a:lnTo>
                  <a:pt x="3980122" y="1361805"/>
                </a:lnTo>
                <a:cubicBezTo>
                  <a:pt x="3980122" y="1367441"/>
                  <a:pt x="3980064" y="1373063"/>
                  <a:pt x="3978752" y="1378647"/>
                </a:cubicBezTo>
                <a:cubicBezTo>
                  <a:pt x="3978794" y="1409736"/>
                  <a:pt x="3976343" y="1440385"/>
                  <a:pt x="3971285" y="1470397"/>
                </a:cubicBezTo>
                <a:lnTo>
                  <a:pt x="3970746" y="1477021"/>
                </a:lnTo>
                <a:cubicBezTo>
                  <a:pt x="3970577" y="1477026"/>
                  <a:pt x="3970408" y="1477030"/>
                  <a:pt x="3970241" y="1477083"/>
                </a:cubicBezTo>
                <a:cubicBezTo>
                  <a:pt x="3919965" y="1827177"/>
                  <a:pt x="3638926" y="2105749"/>
                  <a:pt x="3280075" y="2164681"/>
                </a:cubicBezTo>
                <a:lnTo>
                  <a:pt x="3279959" y="2165820"/>
                </a:lnTo>
                <a:cubicBezTo>
                  <a:pt x="3274648" y="2166823"/>
                  <a:pt x="3269319" y="2167764"/>
                  <a:pt x="3263742" y="2167348"/>
                </a:cubicBezTo>
                <a:cubicBezTo>
                  <a:pt x="3232570" y="2172858"/>
                  <a:pt x="3200690" y="2175816"/>
                  <a:pt x="3168316" y="2176339"/>
                </a:cubicBezTo>
                <a:lnTo>
                  <a:pt x="3151197" y="2177952"/>
                </a:lnTo>
                <a:lnTo>
                  <a:pt x="3151171" y="2177461"/>
                </a:lnTo>
                <a:lnTo>
                  <a:pt x="3150672" y="2177494"/>
                </a:lnTo>
                <a:cubicBezTo>
                  <a:pt x="3150106" y="2173722"/>
                  <a:pt x="3150079" y="2169936"/>
                  <a:pt x="3150079" y="2166144"/>
                </a:cubicBezTo>
                <a:close/>
                <a:moveTo>
                  <a:pt x="3150079" y="3862969"/>
                </a:moveTo>
                <a:cubicBezTo>
                  <a:pt x="3150079" y="3857331"/>
                  <a:pt x="3150138" y="3851707"/>
                  <a:pt x="3151450" y="3846121"/>
                </a:cubicBezTo>
                <a:cubicBezTo>
                  <a:pt x="3151408" y="3815039"/>
                  <a:pt x="3153857" y="3784397"/>
                  <a:pt x="3158914" y="3754390"/>
                </a:cubicBezTo>
                <a:lnTo>
                  <a:pt x="3159454" y="3747753"/>
                </a:lnTo>
                <a:cubicBezTo>
                  <a:pt x="3159623" y="3747748"/>
                  <a:pt x="3159792" y="3747743"/>
                  <a:pt x="3159960" y="3747690"/>
                </a:cubicBezTo>
                <a:cubicBezTo>
                  <a:pt x="3210236" y="3397595"/>
                  <a:pt x="3491275" y="3119024"/>
                  <a:pt x="3850126" y="3060092"/>
                </a:cubicBezTo>
                <a:lnTo>
                  <a:pt x="3850243" y="3058953"/>
                </a:lnTo>
                <a:cubicBezTo>
                  <a:pt x="3855551" y="3057951"/>
                  <a:pt x="3860879" y="3057010"/>
                  <a:pt x="3866455" y="3057426"/>
                </a:cubicBezTo>
                <a:cubicBezTo>
                  <a:pt x="3897639" y="3051913"/>
                  <a:pt x="3929531" y="3048955"/>
                  <a:pt x="3961917" y="3048432"/>
                </a:cubicBezTo>
                <a:lnTo>
                  <a:pt x="3979004" y="3046822"/>
                </a:lnTo>
                <a:lnTo>
                  <a:pt x="3979030" y="3047312"/>
                </a:lnTo>
                <a:lnTo>
                  <a:pt x="3979528" y="3047280"/>
                </a:lnTo>
                <a:lnTo>
                  <a:pt x="3980122" y="3058630"/>
                </a:lnTo>
                <a:cubicBezTo>
                  <a:pt x="3980122" y="3064266"/>
                  <a:pt x="3980064" y="3069889"/>
                  <a:pt x="3978752" y="3075472"/>
                </a:cubicBezTo>
                <a:cubicBezTo>
                  <a:pt x="3978794" y="3106561"/>
                  <a:pt x="3976343" y="3137210"/>
                  <a:pt x="3971285" y="3167222"/>
                </a:cubicBezTo>
                <a:lnTo>
                  <a:pt x="3970746" y="3173846"/>
                </a:lnTo>
                <a:cubicBezTo>
                  <a:pt x="3970577" y="3173851"/>
                  <a:pt x="3970408" y="3173856"/>
                  <a:pt x="3970241" y="3173908"/>
                </a:cubicBezTo>
                <a:cubicBezTo>
                  <a:pt x="3919965" y="3524002"/>
                  <a:pt x="3638926" y="3802574"/>
                  <a:pt x="3280075" y="3861506"/>
                </a:cubicBezTo>
                <a:lnTo>
                  <a:pt x="3279959" y="3862645"/>
                </a:lnTo>
                <a:cubicBezTo>
                  <a:pt x="3274648" y="3863648"/>
                  <a:pt x="3269319" y="3864589"/>
                  <a:pt x="3263742" y="3864173"/>
                </a:cubicBezTo>
                <a:cubicBezTo>
                  <a:pt x="3232570" y="3869683"/>
                  <a:pt x="3200690" y="3872641"/>
                  <a:pt x="3168316" y="3873164"/>
                </a:cubicBezTo>
                <a:lnTo>
                  <a:pt x="3151197" y="3874777"/>
                </a:lnTo>
                <a:lnTo>
                  <a:pt x="3151171" y="3874286"/>
                </a:lnTo>
                <a:lnTo>
                  <a:pt x="3150672" y="3874319"/>
                </a:lnTo>
                <a:cubicBezTo>
                  <a:pt x="3150106" y="3870547"/>
                  <a:pt x="3150079" y="3866761"/>
                  <a:pt x="3150079" y="3862969"/>
                </a:cubicBezTo>
                <a:close/>
                <a:moveTo>
                  <a:pt x="2442890" y="1181049"/>
                </a:moveTo>
                <a:cubicBezTo>
                  <a:pt x="2718080" y="1121906"/>
                  <a:pt x="2932923" y="907109"/>
                  <a:pt x="2986199" y="636203"/>
                </a:cubicBezTo>
                <a:cubicBezTo>
                  <a:pt x="2711009" y="695346"/>
                  <a:pt x="2496165" y="910143"/>
                  <a:pt x="2442890" y="1181049"/>
                </a:cubicBezTo>
                <a:close/>
                <a:moveTo>
                  <a:pt x="2442890" y="1493690"/>
                </a:moveTo>
                <a:cubicBezTo>
                  <a:pt x="2496166" y="1762469"/>
                  <a:pt x="2711009" y="1975579"/>
                  <a:pt x="2986199" y="2034258"/>
                </a:cubicBezTo>
                <a:cubicBezTo>
                  <a:pt x="2932924" y="1765479"/>
                  <a:pt x="2718080" y="1552369"/>
                  <a:pt x="2442890" y="1493690"/>
                </a:cubicBezTo>
                <a:close/>
                <a:moveTo>
                  <a:pt x="2442890" y="2877874"/>
                </a:moveTo>
                <a:cubicBezTo>
                  <a:pt x="2718080" y="2818731"/>
                  <a:pt x="2932923" y="2603934"/>
                  <a:pt x="2986199" y="2333028"/>
                </a:cubicBezTo>
                <a:cubicBezTo>
                  <a:pt x="2711009" y="2392171"/>
                  <a:pt x="2496165" y="2606968"/>
                  <a:pt x="2442890" y="2877874"/>
                </a:cubicBezTo>
                <a:close/>
                <a:moveTo>
                  <a:pt x="2442890" y="3190516"/>
                </a:moveTo>
                <a:cubicBezTo>
                  <a:pt x="2496166" y="3459294"/>
                  <a:pt x="2711009" y="3672404"/>
                  <a:pt x="2986199" y="3731083"/>
                </a:cubicBezTo>
                <a:cubicBezTo>
                  <a:pt x="2932924" y="3462304"/>
                  <a:pt x="2718080" y="3249194"/>
                  <a:pt x="2442890" y="3190516"/>
                </a:cubicBezTo>
                <a:close/>
                <a:moveTo>
                  <a:pt x="2410871" y="4305008"/>
                </a:moveTo>
                <a:lnTo>
                  <a:pt x="2439316" y="4255797"/>
                </a:lnTo>
                <a:cubicBezTo>
                  <a:pt x="2564553" y="4070062"/>
                  <a:pt x="2765510" y="3937139"/>
                  <a:pt x="2999569" y="3898397"/>
                </a:cubicBezTo>
                <a:lnTo>
                  <a:pt x="2999686" y="3897249"/>
                </a:lnTo>
                <a:cubicBezTo>
                  <a:pt x="3004995" y="3896239"/>
                  <a:pt x="3010323" y="3895291"/>
                  <a:pt x="3015899" y="3895710"/>
                </a:cubicBezTo>
                <a:cubicBezTo>
                  <a:pt x="3047082" y="3890153"/>
                  <a:pt x="3078975" y="3887172"/>
                  <a:pt x="3111360" y="3886645"/>
                </a:cubicBezTo>
                <a:lnTo>
                  <a:pt x="3128448" y="3885022"/>
                </a:lnTo>
                <a:lnTo>
                  <a:pt x="3128474" y="3885516"/>
                </a:lnTo>
                <a:lnTo>
                  <a:pt x="3128972" y="3885483"/>
                </a:lnTo>
                <a:lnTo>
                  <a:pt x="3129566" y="3896923"/>
                </a:lnTo>
                <a:cubicBezTo>
                  <a:pt x="3129566" y="3902604"/>
                  <a:pt x="3129507" y="3908271"/>
                  <a:pt x="3128195" y="3913899"/>
                </a:cubicBezTo>
                <a:cubicBezTo>
                  <a:pt x="3128237" y="3945234"/>
                  <a:pt x="3125787" y="3976125"/>
                  <a:pt x="3120728" y="4006375"/>
                </a:cubicBezTo>
                <a:lnTo>
                  <a:pt x="3120190" y="4013051"/>
                </a:lnTo>
                <a:cubicBezTo>
                  <a:pt x="3120020" y="4013056"/>
                  <a:pt x="3119852" y="4013061"/>
                  <a:pt x="3119684" y="4013114"/>
                </a:cubicBezTo>
                <a:cubicBezTo>
                  <a:pt x="3107502" y="4098618"/>
                  <a:pt x="3081770" y="4179889"/>
                  <a:pt x="3044567" y="4254710"/>
                </a:cubicBezTo>
                <a:lnTo>
                  <a:pt x="3014445" y="4305008"/>
                </a:lnTo>
                <a:lnTo>
                  <a:pt x="2860336" y="4305008"/>
                </a:lnTo>
                <a:lnTo>
                  <a:pt x="2887018" y="4271827"/>
                </a:lnTo>
                <a:cubicBezTo>
                  <a:pt x="2934773" y="4199373"/>
                  <a:pt x="2968952" y="4117553"/>
                  <a:pt x="2986199" y="4029853"/>
                </a:cubicBezTo>
                <a:cubicBezTo>
                  <a:pt x="2839947" y="4061285"/>
                  <a:pt x="2710740" y="4136681"/>
                  <a:pt x="2614045" y="4241205"/>
                </a:cubicBezTo>
                <a:lnTo>
                  <a:pt x="2561922" y="4305008"/>
                </a:lnTo>
                <a:close/>
                <a:moveTo>
                  <a:pt x="2376360" y="0"/>
                </a:moveTo>
                <a:lnTo>
                  <a:pt x="2524998" y="0"/>
                </a:lnTo>
                <a:lnTo>
                  <a:pt x="2547226" y="44350"/>
                </a:lnTo>
                <a:cubicBezTo>
                  <a:pt x="2646819" y="191052"/>
                  <a:pt x="2803160" y="298404"/>
                  <a:pt x="2986199" y="337433"/>
                </a:cubicBezTo>
                <a:cubicBezTo>
                  <a:pt x="2967274" y="241952"/>
                  <a:pt x="2927959" y="153496"/>
                  <a:pt x="2872691" y="76659"/>
                </a:cubicBezTo>
                <a:lnTo>
                  <a:pt x="2804464" y="0"/>
                </a:lnTo>
                <a:lnTo>
                  <a:pt x="2972839" y="0"/>
                </a:lnTo>
                <a:lnTo>
                  <a:pt x="3035473" y="96778"/>
                </a:lnTo>
                <a:cubicBezTo>
                  <a:pt x="3077594" y="175780"/>
                  <a:pt x="3106535" y="262463"/>
                  <a:pt x="3119686" y="354040"/>
                </a:cubicBezTo>
                <a:cubicBezTo>
                  <a:pt x="3119853" y="354093"/>
                  <a:pt x="3120023" y="354098"/>
                  <a:pt x="3120191" y="354103"/>
                </a:cubicBezTo>
                <a:lnTo>
                  <a:pt x="3120732" y="360740"/>
                </a:lnTo>
                <a:cubicBezTo>
                  <a:pt x="3125788" y="390746"/>
                  <a:pt x="3128238" y="421389"/>
                  <a:pt x="3128196" y="452471"/>
                </a:cubicBezTo>
                <a:cubicBezTo>
                  <a:pt x="3129508" y="458057"/>
                  <a:pt x="3129566" y="463681"/>
                  <a:pt x="3129566" y="469318"/>
                </a:cubicBezTo>
                <a:cubicBezTo>
                  <a:pt x="3129566" y="473110"/>
                  <a:pt x="3129539" y="476896"/>
                  <a:pt x="3128973" y="480669"/>
                </a:cubicBezTo>
                <a:lnTo>
                  <a:pt x="3128474" y="480636"/>
                </a:lnTo>
                <a:lnTo>
                  <a:pt x="3128448" y="481127"/>
                </a:lnTo>
                <a:lnTo>
                  <a:pt x="3111330" y="479514"/>
                </a:lnTo>
                <a:cubicBezTo>
                  <a:pt x="3078956" y="478991"/>
                  <a:pt x="3047075" y="476033"/>
                  <a:pt x="3015903" y="470523"/>
                </a:cubicBezTo>
                <a:cubicBezTo>
                  <a:pt x="3010326" y="470939"/>
                  <a:pt x="3004997" y="469998"/>
                  <a:pt x="2999687" y="468995"/>
                </a:cubicBezTo>
                <a:lnTo>
                  <a:pt x="2999571" y="467856"/>
                </a:lnTo>
                <a:cubicBezTo>
                  <a:pt x="2758165" y="428211"/>
                  <a:pt x="2551973" y="289169"/>
                  <a:pt x="2428199" y="95636"/>
                </a:cubicBezTo>
                <a:close/>
                <a:moveTo>
                  <a:pt x="2299523" y="1313979"/>
                </a:moveTo>
                <a:cubicBezTo>
                  <a:pt x="2299523" y="1308297"/>
                  <a:pt x="2299582" y="1302628"/>
                  <a:pt x="2300894" y="1296998"/>
                </a:cubicBezTo>
                <a:cubicBezTo>
                  <a:pt x="2300852" y="1265670"/>
                  <a:pt x="2303301" y="1234785"/>
                  <a:pt x="2308358" y="1204541"/>
                </a:cubicBezTo>
                <a:lnTo>
                  <a:pt x="2308898" y="1197851"/>
                </a:lnTo>
                <a:cubicBezTo>
                  <a:pt x="2309067" y="1197846"/>
                  <a:pt x="2309236" y="1197841"/>
                  <a:pt x="2309404" y="1197788"/>
                </a:cubicBezTo>
                <a:cubicBezTo>
                  <a:pt x="2359680" y="844922"/>
                  <a:pt x="2640719" y="564145"/>
                  <a:pt x="2999570" y="504747"/>
                </a:cubicBezTo>
                <a:lnTo>
                  <a:pt x="2999687" y="503599"/>
                </a:lnTo>
                <a:cubicBezTo>
                  <a:pt x="3004995" y="502589"/>
                  <a:pt x="3010323" y="501641"/>
                  <a:pt x="3015899" y="502060"/>
                </a:cubicBezTo>
                <a:cubicBezTo>
                  <a:pt x="3047083" y="496503"/>
                  <a:pt x="3078975" y="493522"/>
                  <a:pt x="3111361" y="492995"/>
                </a:cubicBezTo>
                <a:lnTo>
                  <a:pt x="3128448" y="491372"/>
                </a:lnTo>
                <a:lnTo>
                  <a:pt x="3128474" y="491866"/>
                </a:lnTo>
                <a:lnTo>
                  <a:pt x="3128972" y="491833"/>
                </a:lnTo>
                <a:lnTo>
                  <a:pt x="3129566" y="503273"/>
                </a:lnTo>
                <a:cubicBezTo>
                  <a:pt x="3129566" y="508954"/>
                  <a:pt x="3129508" y="514621"/>
                  <a:pt x="3128196" y="520249"/>
                </a:cubicBezTo>
                <a:cubicBezTo>
                  <a:pt x="3128238" y="551584"/>
                  <a:pt x="3125787" y="582475"/>
                  <a:pt x="3120729" y="612725"/>
                </a:cubicBezTo>
                <a:lnTo>
                  <a:pt x="3120190" y="619401"/>
                </a:lnTo>
                <a:cubicBezTo>
                  <a:pt x="3120021" y="619406"/>
                  <a:pt x="3119852" y="619411"/>
                  <a:pt x="3119685" y="619464"/>
                </a:cubicBezTo>
                <a:cubicBezTo>
                  <a:pt x="3069409" y="972329"/>
                  <a:pt x="2788370" y="1253106"/>
                  <a:pt x="2429519" y="1312505"/>
                </a:cubicBezTo>
                <a:lnTo>
                  <a:pt x="2429403" y="1313653"/>
                </a:lnTo>
                <a:cubicBezTo>
                  <a:pt x="2424092" y="1314664"/>
                  <a:pt x="2418763" y="1315612"/>
                  <a:pt x="2413186" y="1315193"/>
                </a:cubicBezTo>
                <a:cubicBezTo>
                  <a:pt x="2382014" y="1320747"/>
                  <a:pt x="2350134" y="1323728"/>
                  <a:pt x="2317760" y="1324255"/>
                </a:cubicBezTo>
                <a:lnTo>
                  <a:pt x="2300641" y="1325881"/>
                </a:lnTo>
                <a:lnTo>
                  <a:pt x="2300615" y="1325386"/>
                </a:lnTo>
                <a:lnTo>
                  <a:pt x="2300116" y="1325419"/>
                </a:lnTo>
                <a:cubicBezTo>
                  <a:pt x="2299550" y="1321617"/>
                  <a:pt x="2299523" y="1317801"/>
                  <a:pt x="2299523" y="1313979"/>
                </a:cubicBezTo>
                <a:close/>
                <a:moveTo>
                  <a:pt x="2299523" y="1361805"/>
                </a:moveTo>
                <a:lnTo>
                  <a:pt x="2300117" y="1350455"/>
                </a:lnTo>
                <a:lnTo>
                  <a:pt x="2300615" y="1350487"/>
                </a:lnTo>
                <a:lnTo>
                  <a:pt x="2300641" y="1349997"/>
                </a:lnTo>
                <a:lnTo>
                  <a:pt x="2317729" y="1351607"/>
                </a:lnTo>
                <a:cubicBezTo>
                  <a:pt x="2350114" y="1352130"/>
                  <a:pt x="2382007" y="1355088"/>
                  <a:pt x="2413190" y="1360601"/>
                </a:cubicBezTo>
                <a:cubicBezTo>
                  <a:pt x="2418766" y="1360185"/>
                  <a:pt x="2424094" y="1361126"/>
                  <a:pt x="2429403" y="1362128"/>
                </a:cubicBezTo>
                <a:lnTo>
                  <a:pt x="2429520" y="1363267"/>
                </a:lnTo>
                <a:cubicBezTo>
                  <a:pt x="2788370" y="1422199"/>
                  <a:pt x="3069409" y="1700770"/>
                  <a:pt x="3119686" y="2050865"/>
                </a:cubicBezTo>
                <a:cubicBezTo>
                  <a:pt x="3119853" y="2050918"/>
                  <a:pt x="3120023" y="2050923"/>
                  <a:pt x="3120191" y="2050928"/>
                </a:cubicBezTo>
                <a:lnTo>
                  <a:pt x="3120732" y="2057565"/>
                </a:lnTo>
                <a:cubicBezTo>
                  <a:pt x="3125788" y="2087572"/>
                  <a:pt x="3128238" y="2118214"/>
                  <a:pt x="3128196" y="2149296"/>
                </a:cubicBezTo>
                <a:cubicBezTo>
                  <a:pt x="3129508" y="2154882"/>
                  <a:pt x="3129566" y="2160506"/>
                  <a:pt x="3129566" y="2166144"/>
                </a:cubicBezTo>
                <a:cubicBezTo>
                  <a:pt x="3129566" y="2169936"/>
                  <a:pt x="3129539" y="2173722"/>
                  <a:pt x="3128973" y="2177494"/>
                </a:cubicBezTo>
                <a:lnTo>
                  <a:pt x="3128474" y="2177461"/>
                </a:lnTo>
                <a:lnTo>
                  <a:pt x="3128448" y="2177952"/>
                </a:lnTo>
                <a:lnTo>
                  <a:pt x="3111330" y="2176339"/>
                </a:lnTo>
                <a:cubicBezTo>
                  <a:pt x="3078956" y="2175816"/>
                  <a:pt x="3047075" y="2172858"/>
                  <a:pt x="3015903" y="2167348"/>
                </a:cubicBezTo>
                <a:cubicBezTo>
                  <a:pt x="3010326" y="2167764"/>
                  <a:pt x="3004997" y="2166823"/>
                  <a:pt x="2999687" y="2165820"/>
                </a:cubicBezTo>
                <a:lnTo>
                  <a:pt x="2999571" y="2164681"/>
                </a:lnTo>
                <a:cubicBezTo>
                  <a:pt x="2640719" y="2105749"/>
                  <a:pt x="2359680" y="1827177"/>
                  <a:pt x="2309405" y="1477083"/>
                </a:cubicBezTo>
                <a:cubicBezTo>
                  <a:pt x="2309237" y="1477030"/>
                  <a:pt x="2309069" y="1477026"/>
                  <a:pt x="2308899" y="1477021"/>
                </a:cubicBezTo>
                <a:lnTo>
                  <a:pt x="2308361" y="1470397"/>
                </a:lnTo>
                <a:cubicBezTo>
                  <a:pt x="2303302" y="1440385"/>
                  <a:pt x="2300852" y="1409736"/>
                  <a:pt x="2300894" y="1378647"/>
                </a:cubicBezTo>
                <a:cubicBezTo>
                  <a:pt x="2299582" y="1373063"/>
                  <a:pt x="2299523" y="1367441"/>
                  <a:pt x="2299523" y="1361805"/>
                </a:cubicBezTo>
                <a:close/>
                <a:moveTo>
                  <a:pt x="2299523" y="3010804"/>
                </a:moveTo>
                <a:cubicBezTo>
                  <a:pt x="2299523" y="3005122"/>
                  <a:pt x="2299582" y="2999453"/>
                  <a:pt x="2300894" y="2993823"/>
                </a:cubicBezTo>
                <a:cubicBezTo>
                  <a:pt x="2300852" y="2962495"/>
                  <a:pt x="2303301" y="2931610"/>
                  <a:pt x="2308358" y="2901366"/>
                </a:cubicBezTo>
                <a:lnTo>
                  <a:pt x="2308898" y="2894676"/>
                </a:lnTo>
                <a:cubicBezTo>
                  <a:pt x="2309067" y="2894671"/>
                  <a:pt x="2309236" y="2894666"/>
                  <a:pt x="2309404" y="2894613"/>
                </a:cubicBezTo>
                <a:cubicBezTo>
                  <a:pt x="2359680" y="2541747"/>
                  <a:pt x="2640719" y="2260970"/>
                  <a:pt x="2999570" y="2201572"/>
                </a:cubicBezTo>
                <a:lnTo>
                  <a:pt x="2999687" y="2200424"/>
                </a:lnTo>
                <a:cubicBezTo>
                  <a:pt x="3004995" y="2199414"/>
                  <a:pt x="3010323" y="2198466"/>
                  <a:pt x="3015899" y="2198885"/>
                </a:cubicBezTo>
                <a:cubicBezTo>
                  <a:pt x="3047083" y="2193328"/>
                  <a:pt x="3078975" y="2190347"/>
                  <a:pt x="3111361" y="2189820"/>
                </a:cubicBezTo>
                <a:lnTo>
                  <a:pt x="3128448" y="2188197"/>
                </a:lnTo>
                <a:lnTo>
                  <a:pt x="3128474" y="2188691"/>
                </a:lnTo>
                <a:lnTo>
                  <a:pt x="3128972" y="2188658"/>
                </a:lnTo>
                <a:lnTo>
                  <a:pt x="3129566" y="2200098"/>
                </a:lnTo>
                <a:cubicBezTo>
                  <a:pt x="3129566" y="2205779"/>
                  <a:pt x="3129508" y="2211446"/>
                  <a:pt x="3128196" y="2217074"/>
                </a:cubicBezTo>
                <a:cubicBezTo>
                  <a:pt x="3128238" y="2248409"/>
                  <a:pt x="3125787" y="2279300"/>
                  <a:pt x="3120729" y="2309550"/>
                </a:cubicBezTo>
                <a:lnTo>
                  <a:pt x="3120190" y="2316226"/>
                </a:lnTo>
                <a:cubicBezTo>
                  <a:pt x="3120021" y="2316231"/>
                  <a:pt x="3119852" y="2316236"/>
                  <a:pt x="3119685" y="2316289"/>
                </a:cubicBezTo>
                <a:cubicBezTo>
                  <a:pt x="3069409" y="2669154"/>
                  <a:pt x="2788370" y="2949931"/>
                  <a:pt x="2429519" y="3009330"/>
                </a:cubicBezTo>
                <a:lnTo>
                  <a:pt x="2429403" y="3010478"/>
                </a:lnTo>
                <a:cubicBezTo>
                  <a:pt x="2424092" y="3011489"/>
                  <a:pt x="2418763" y="3012437"/>
                  <a:pt x="2413186" y="3012018"/>
                </a:cubicBezTo>
                <a:cubicBezTo>
                  <a:pt x="2382014" y="3017572"/>
                  <a:pt x="2350134" y="3020553"/>
                  <a:pt x="2317760" y="3021080"/>
                </a:cubicBezTo>
                <a:lnTo>
                  <a:pt x="2300641" y="3022706"/>
                </a:lnTo>
                <a:lnTo>
                  <a:pt x="2300615" y="3022211"/>
                </a:lnTo>
                <a:lnTo>
                  <a:pt x="2300116" y="3022244"/>
                </a:lnTo>
                <a:cubicBezTo>
                  <a:pt x="2299550" y="3018442"/>
                  <a:pt x="2299523" y="3014626"/>
                  <a:pt x="2299523" y="3010804"/>
                </a:cubicBezTo>
                <a:close/>
                <a:moveTo>
                  <a:pt x="2299523" y="3058630"/>
                </a:moveTo>
                <a:lnTo>
                  <a:pt x="2300117" y="3047280"/>
                </a:lnTo>
                <a:lnTo>
                  <a:pt x="2300615" y="3047312"/>
                </a:lnTo>
                <a:lnTo>
                  <a:pt x="2300641" y="3046822"/>
                </a:lnTo>
                <a:lnTo>
                  <a:pt x="2317729" y="3048432"/>
                </a:lnTo>
                <a:cubicBezTo>
                  <a:pt x="2350114" y="3048955"/>
                  <a:pt x="2382007" y="3051913"/>
                  <a:pt x="2413190" y="3057426"/>
                </a:cubicBezTo>
                <a:cubicBezTo>
                  <a:pt x="2418766" y="3057010"/>
                  <a:pt x="2424094" y="3057951"/>
                  <a:pt x="2429403" y="3058953"/>
                </a:cubicBezTo>
                <a:lnTo>
                  <a:pt x="2429520" y="3060092"/>
                </a:lnTo>
                <a:cubicBezTo>
                  <a:pt x="2788370" y="3119024"/>
                  <a:pt x="3069409" y="3397595"/>
                  <a:pt x="3119686" y="3747690"/>
                </a:cubicBezTo>
                <a:cubicBezTo>
                  <a:pt x="3119853" y="3747743"/>
                  <a:pt x="3120023" y="3747748"/>
                  <a:pt x="3120191" y="3747753"/>
                </a:cubicBezTo>
                <a:lnTo>
                  <a:pt x="3120732" y="3754390"/>
                </a:lnTo>
                <a:cubicBezTo>
                  <a:pt x="3125788" y="3784397"/>
                  <a:pt x="3128238" y="3815039"/>
                  <a:pt x="3128196" y="3846121"/>
                </a:cubicBezTo>
                <a:cubicBezTo>
                  <a:pt x="3129508" y="3851707"/>
                  <a:pt x="3129566" y="3857331"/>
                  <a:pt x="3129566" y="3862969"/>
                </a:cubicBezTo>
                <a:cubicBezTo>
                  <a:pt x="3129566" y="3866761"/>
                  <a:pt x="3129539" y="3870547"/>
                  <a:pt x="3128973" y="3874319"/>
                </a:cubicBezTo>
                <a:lnTo>
                  <a:pt x="3128474" y="3874286"/>
                </a:lnTo>
                <a:lnTo>
                  <a:pt x="3128448" y="3874777"/>
                </a:lnTo>
                <a:lnTo>
                  <a:pt x="3111330" y="3873164"/>
                </a:lnTo>
                <a:cubicBezTo>
                  <a:pt x="3078956" y="3872641"/>
                  <a:pt x="3047075" y="3869683"/>
                  <a:pt x="3015903" y="3864173"/>
                </a:cubicBezTo>
                <a:cubicBezTo>
                  <a:pt x="3010326" y="3864589"/>
                  <a:pt x="3004997" y="3863648"/>
                  <a:pt x="2999687" y="3862645"/>
                </a:cubicBezTo>
                <a:lnTo>
                  <a:pt x="2999571" y="3861506"/>
                </a:lnTo>
                <a:cubicBezTo>
                  <a:pt x="2640719" y="3802574"/>
                  <a:pt x="2359680" y="3524002"/>
                  <a:pt x="2309405" y="3173908"/>
                </a:cubicBezTo>
                <a:cubicBezTo>
                  <a:pt x="2309237" y="3173856"/>
                  <a:pt x="2309069" y="3173851"/>
                  <a:pt x="2308899" y="3173846"/>
                </a:cubicBezTo>
                <a:lnTo>
                  <a:pt x="2308361" y="3167222"/>
                </a:lnTo>
                <a:cubicBezTo>
                  <a:pt x="2303302" y="3137210"/>
                  <a:pt x="2300852" y="3106561"/>
                  <a:pt x="2300894" y="3075472"/>
                </a:cubicBezTo>
                <a:cubicBezTo>
                  <a:pt x="2299582" y="3069889"/>
                  <a:pt x="2299523" y="3064266"/>
                  <a:pt x="2299523" y="3058630"/>
                </a:cubicBezTo>
                <a:close/>
                <a:moveTo>
                  <a:pt x="1601297" y="636203"/>
                </a:moveTo>
                <a:cubicBezTo>
                  <a:pt x="1654573" y="907109"/>
                  <a:pt x="1869416" y="1121906"/>
                  <a:pt x="2144606" y="1181049"/>
                </a:cubicBezTo>
                <a:cubicBezTo>
                  <a:pt x="2091331" y="910143"/>
                  <a:pt x="1876487" y="695346"/>
                  <a:pt x="1601297" y="636203"/>
                </a:cubicBezTo>
                <a:close/>
                <a:moveTo>
                  <a:pt x="1601297" y="2333028"/>
                </a:moveTo>
                <a:cubicBezTo>
                  <a:pt x="1654573" y="2603934"/>
                  <a:pt x="1869416" y="2818731"/>
                  <a:pt x="2144606" y="2877874"/>
                </a:cubicBezTo>
                <a:cubicBezTo>
                  <a:pt x="2091331" y="2606968"/>
                  <a:pt x="1876487" y="2392171"/>
                  <a:pt x="1601297" y="2333028"/>
                </a:cubicBezTo>
                <a:close/>
                <a:moveTo>
                  <a:pt x="1601295" y="2034258"/>
                </a:moveTo>
                <a:cubicBezTo>
                  <a:pt x="1876485" y="1975579"/>
                  <a:pt x="2091328" y="1762469"/>
                  <a:pt x="2144604" y="1493690"/>
                </a:cubicBezTo>
                <a:cubicBezTo>
                  <a:pt x="1869414" y="1552369"/>
                  <a:pt x="1654570" y="1765479"/>
                  <a:pt x="1601295" y="2034258"/>
                </a:cubicBezTo>
                <a:close/>
                <a:moveTo>
                  <a:pt x="1601295" y="3731083"/>
                </a:moveTo>
                <a:cubicBezTo>
                  <a:pt x="1876485" y="3672404"/>
                  <a:pt x="2091328" y="3459294"/>
                  <a:pt x="2144604" y="3190516"/>
                </a:cubicBezTo>
                <a:cubicBezTo>
                  <a:pt x="1869414" y="3249194"/>
                  <a:pt x="1654570" y="3462304"/>
                  <a:pt x="1601295" y="3731083"/>
                </a:cubicBezTo>
                <a:close/>
                <a:moveTo>
                  <a:pt x="1457930" y="503273"/>
                </a:moveTo>
                <a:lnTo>
                  <a:pt x="1458524" y="491833"/>
                </a:lnTo>
                <a:lnTo>
                  <a:pt x="1459022" y="491866"/>
                </a:lnTo>
                <a:lnTo>
                  <a:pt x="1459048" y="491372"/>
                </a:lnTo>
                <a:lnTo>
                  <a:pt x="1476135" y="492995"/>
                </a:lnTo>
                <a:cubicBezTo>
                  <a:pt x="1508521" y="493522"/>
                  <a:pt x="1540413" y="496503"/>
                  <a:pt x="1571597" y="502060"/>
                </a:cubicBezTo>
                <a:cubicBezTo>
                  <a:pt x="1577173" y="501641"/>
                  <a:pt x="1582501" y="502589"/>
                  <a:pt x="1587809" y="503599"/>
                </a:cubicBezTo>
                <a:lnTo>
                  <a:pt x="1587926" y="504747"/>
                </a:lnTo>
                <a:cubicBezTo>
                  <a:pt x="1946777" y="564145"/>
                  <a:pt x="2227816" y="844922"/>
                  <a:pt x="2278092" y="1197788"/>
                </a:cubicBezTo>
                <a:cubicBezTo>
                  <a:pt x="2278260" y="1197841"/>
                  <a:pt x="2278429" y="1197846"/>
                  <a:pt x="2278598" y="1197851"/>
                </a:cubicBezTo>
                <a:lnTo>
                  <a:pt x="2279138" y="1204541"/>
                </a:lnTo>
                <a:cubicBezTo>
                  <a:pt x="2284195" y="1234785"/>
                  <a:pt x="2286644" y="1265670"/>
                  <a:pt x="2286602" y="1296998"/>
                </a:cubicBezTo>
                <a:cubicBezTo>
                  <a:pt x="2287914" y="1302628"/>
                  <a:pt x="2287973" y="1308297"/>
                  <a:pt x="2287973" y="1313979"/>
                </a:cubicBezTo>
                <a:cubicBezTo>
                  <a:pt x="2287973" y="1317801"/>
                  <a:pt x="2287946" y="1321617"/>
                  <a:pt x="2287380" y="1325419"/>
                </a:cubicBezTo>
                <a:lnTo>
                  <a:pt x="2286881" y="1325386"/>
                </a:lnTo>
                <a:lnTo>
                  <a:pt x="2286855" y="1325881"/>
                </a:lnTo>
                <a:lnTo>
                  <a:pt x="2269736" y="1324255"/>
                </a:lnTo>
                <a:cubicBezTo>
                  <a:pt x="2237362" y="1323728"/>
                  <a:pt x="2205482" y="1320747"/>
                  <a:pt x="2174310" y="1315193"/>
                </a:cubicBezTo>
                <a:cubicBezTo>
                  <a:pt x="2168733" y="1315612"/>
                  <a:pt x="2163404" y="1314664"/>
                  <a:pt x="2158093" y="1313653"/>
                </a:cubicBezTo>
                <a:lnTo>
                  <a:pt x="2157977" y="1312505"/>
                </a:lnTo>
                <a:cubicBezTo>
                  <a:pt x="1799126" y="1253106"/>
                  <a:pt x="1518087" y="972329"/>
                  <a:pt x="1467811" y="619464"/>
                </a:cubicBezTo>
                <a:cubicBezTo>
                  <a:pt x="1467644" y="619411"/>
                  <a:pt x="1467475" y="619406"/>
                  <a:pt x="1467306" y="619401"/>
                </a:cubicBezTo>
                <a:lnTo>
                  <a:pt x="1466767" y="612725"/>
                </a:lnTo>
                <a:cubicBezTo>
                  <a:pt x="1461709" y="582475"/>
                  <a:pt x="1459258" y="551584"/>
                  <a:pt x="1459300" y="520249"/>
                </a:cubicBezTo>
                <a:cubicBezTo>
                  <a:pt x="1457988" y="514621"/>
                  <a:pt x="1457930" y="508954"/>
                  <a:pt x="1457930" y="503273"/>
                </a:cubicBezTo>
                <a:close/>
                <a:moveTo>
                  <a:pt x="1457930" y="2200098"/>
                </a:moveTo>
                <a:lnTo>
                  <a:pt x="1458524" y="2188658"/>
                </a:lnTo>
                <a:lnTo>
                  <a:pt x="1459022" y="2188691"/>
                </a:lnTo>
                <a:lnTo>
                  <a:pt x="1459048" y="2188197"/>
                </a:lnTo>
                <a:lnTo>
                  <a:pt x="1476135" y="2189820"/>
                </a:lnTo>
                <a:cubicBezTo>
                  <a:pt x="1508521" y="2190347"/>
                  <a:pt x="1540413" y="2193328"/>
                  <a:pt x="1571597" y="2198885"/>
                </a:cubicBezTo>
                <a:cubicBezTo>
                  <a:pt x="1577173" y="2198466"/>
                  <a:pt x="1582501" y="2199414"/>
                  <a:pt x="1587809" y="2200424"/>
                </a:cubicBezTo>
                <a:lnTo>
                  <a:pt x="1587926" y="2201572"/>
                </a:lnTo>
                <a:cubicBezTo>
                  <a:pt x="1946777" y="2260970"/>
                  <a:pt x="2227816" y="2541747"/>
                  <a:pt x="2278092" y="2894613"/>
                </a:cubicBezTo>
                <a:cubicBezTo>
                  <a:pt x="2278260" y="2894666"/>
                  <a:pt x="2278429" y="2894671"/>
                  <a:pt x="2278598" y="2894676"/>
                </a:cubicBezTo>
                <a:lnTo>
                  <a:pt x="2279138" y="2901366"/>
                </a:lnTo>
                <a:cubicBezTo>
                  <a:pt x="2284195" y="2931610"/>
                  <a:pt x="2286644" y="2962495"/>
                  <a:pt x="2286602" y="2993823"/>
                </a:cubicBezTo>
                <a:cubicBezTo>
                  <a:pt x="2287914" y="2999453"/>
                  <a:pt x="2287973" y="3005122"/>
                  <a:pt x="2287973" y="3010804"/>
                </a:cubicBezTo>
                <a:cubicBezTo>
                  <a:pt x="2287973" y="3014626"/>
                  <a:pt x="2287946" y="3018442"/>
                  <a:pt x="2287380" y="3022244"/>
                </a:cubicBezTo>
                <a:lnTo>
                  <a:pt x="2286881" y="3022211"/>
                </a:lnTo>
                <a:lnTo>
                  <a:pt x="2286855" y="3022706"/>
                </a:lnTo>
                <a:lnTo>
                  <a:pt x="2269736" y="3021080"/>
                </a:lnTo>
                <a:cubicBezTo>
                  <a:pt x="2237362" y="3020553"/>
                  <a:pt x="2205482" y="3017572"/>
                  <a:pt x="2174310" y="3012018"/>
                </a:cubicBezTo>
                <a:cubicBezTo>
                  <a:pt x="2168733" y="3012437"/>
                  <a:pt x="2163404" y="3011489"/>
                  <a:pt x="2158093" y="3010478"/>
                </a:cubicBezTo>
                <a:lnTo>
                  <a:pt x="2157977" y="3009330"/>
                </a:lnTo>
                <a:cubicBezTo>
                  <a:pt x="1799126" y="2949931"/>
                  <a:pt x="1518087" y="2669154"/>
                  <a:pt x="1467811" y="2316289"/>
                </a:cubicBezTo>
                <a:cubicBezTo>
                  <a:pt x="1467644" y="2316236"/>
                  <a:pt x="1467475" y="2316231"/>
                  <a:pt x="1467306" y="2316226"/>
                </a:cubicBezTo>
                <a:lnTo>
                  <a:pt x="1466767" y="2309550"/>
                </a:lnTo>
                <a:cubicBezTo>
                  <a:pt x="1461709" y="2279300"/>
                  <a:pt x="1459258" y="2248409"/>
                  <a:pt x="1459300" y="2217074"/>
                </a:cubicBezTo>
                <a:cubicBezTo>
                  <a:pt x="1457988" y="2211446"/>
                  <a:pt x="1457930" y="2205779"/>
                  <a:pt x="1457930" y="2200098"/>
                </a:cubicBezTo>
                <a:close/>
                <a:moveTo>
                  <a:pt x="1457930" y="3896923"/>
                </a:moveTo>
                <a:lnTo>
                  <a:pt x="1458524" y="3885483"/>
                </a:lnTo>
                <a:lnTo>
                  <a:pt x="1459022" y="3885516"/>
                </a:lnTo>
                <a:lnTo>
                  <a:pt x="1459048" y="3885022"/>
                </a:lnTo>
                <a:lnTo>
                  <a:pt x="1476135" y="3886645"/>
                </a:lnTo>
                <a:cubicBezTo>
                  <a:pt x="1508521" y="3887172"/>
                  <a:pt x="1540413" y="3890153"/>
                  <a:pt x="1571597" y="3895710"/>
                </a:cubicBezTo>
                <a:cubicBezTo>
                  <a:pt x="1577173" y="3895291"/>
                  <a:pt x="1582501" y="3896239"/>
                  <a:pt x="1587809" y="3897249"/>
                </a:cubicBezTo>
                <a:lnTo>
                  <a:pt x="1587926" y="3898397"/>
                </a:lnTo>
                <a:cubicBezTo>
                  <a:pt x="1821986" y="3937139"/>
                  <a:pt x="2022942" y="4070062"/>
                  <a:pt x="2148179" y="4255797"/>
                </a:cubicBezTo>
                <a:lnTo>
                  <a:pt x="2176624" y="4305008"/>
                </a:lnTo>
                <a:lnTo>
                  <a:pt x="2025574" y="4305008"/>
                </a:lnTo>
                <a:lnTo>
                  <a:pt x="1973451" y="4241205"/>
                </a:lnTo>
                <a:cubicBezTo>
                  <a:pt x="1876755" y="4136681"/>
                  <a:pt x="1747549" y="4061285"/>
                  <a:pt x="1601297" y="4029853"/>
                </a:cubicBezTo>
                <a:cubicBezTo>
                  <a:pt x="1618544" y="4117553"/>
                  <a:pt x="1652724" y="4199373"/>
                  <a:pt x="1700478" y="4271827"/>
                </a:cubicBezTo>
                <a:lnTo>
                  <a:pt x="1727160" y="4305008"/>
                </a:lnTo>
                <a:lnTo>
                  <a:pt x="1573050" y="4305008"/>
                </a:lnTo>
                <a:lnTo>
                  <a:pt x="1542929" y="4254710"/>
                </a:lnTo>
                <a:cubicBezTo>
                  <a:pt x="1505726" y="4179889"/>
                  <a:pt x="1479994" y="4098618"/>
                  <a:pt x="1467811" y="4013114"/>
                </a:cubicBezTo>
                <a:cubicBezTo>
                  <a:pt x="1467644" y="4013061"/>
                  <a:pt x="1467475" y="4013056"/>
                  <a:pt x="1467306" y="4013051"/>
                </a:cubicBezTo>
                <a:lnTo>
                  <a:pt x="1466767" y="4006375"/>
                </a:lnTo>
                <a:cubicBezTo>
                  <a:pt x="1461709" y="3976125"/>
                  <a:pt x="1459258" y="3945234"/>
                  <a:pt x="1459300" y="3913899"/>
                </a:cubicBezTo>
                <a:cubicBezTo>
                  <a:pt x="1457988" y="3908271"/>
                  <a:pt x="1457930" y="3902604"/>
                  <a:pt x="1457930" y="3896923"/>
                </a:cubicBezTo>
                <a:close/>
                <a:moveTo>
                  <a:pt x="1457928" y="469318"/>
                </a:moveTo>
                <a:cubicBezTo>
                  <a:pt x="1457928" y="463681"/>
                  <a:pt x="1457986" y="458057"/>
                  <a:pt x="1459298" y="452471"/>
                </a:cubicBezTo>
                <a:cubicBezTo>
                  <a:pt x="1459256" y="421389"/>
                  <a:pt x="1461706" y="390746"/>
                  <a:pt x="1466762" y="360740"/>
                </a:cubicBezTo>
                <a:lnTo>
                  <a:pt x="1467303" y="354103"/>
                </a:lnTo>
                <a:cubicBezTo>
                  <a:pt x="1467471" y="354098"/>
                  <a:pt x="1467641" y="354093"/>
                  <a:pt x="1467808" y="354040"/>
                </a:cubicBezTo>
                <a:cubicBezTo>
                  <a:pt x="1480960" y="262463"/>
                  <a:pt x="1509901" y="175780"/>
                  <a:pt x="1552022" y="96778"/>
                </a:cubicBezTo>
                <a:lnTo>
                  <a:pt x="1614656" y="0"/>
                </a:lnTo>
                <a:lnTo>
                  <a:pt x="1783031" y="0"/>
                </a:lnTo>
                <a:lnTo>
                  <a:pt x="1714803" y="76659"/>
                </a:lnTo>
                <a:cubicBezTo>
                  <a:pt x="1659536" y="153496"/>
                  <a:pt x="1620221" y="241952"/>
                  <a:pt x="1601295" y="337433"/>
                </a:cubicBezTo>
                <a:cubicBezTo>
                  <a:pt x="1784335" y="298404"/>
                  <a:pt x="1940676" y="191052"/>
                  <a:pt x="2040269" y="44350"/>
                </a:cubicBezTo>
                <a:lnTo>
                  <a:pt x="2062497" y="0"/>
                </a:lnTo>
                <a:lnTo>
                  <a:pt x="2211135" y="0"/>
                </a:lnTo>
                <a:lnTo>
                  <a:pt x="2159296" y="95636"/>
                </a:lnTo>
                <a:cubicBezTo>
                  <a:pt x="2035522" y="289169"/>
                  <a:pt x="1829330" y="428211"/>
                  <a:pt x="1587923" y="467856"/>
                </a:cubicBezTo>
                <a:lnTo>
                  <a:pt x="1587807" y="468995"/>
                </a:lnTo>
                <a:cubicBezTo>
                  <a:pt x="1582497" y="469998"/>
                  <a:pt x="1577168" y="470939"/>
                  <a:pt x="1571591" y="470523"/>
                </a:cubicBezTo>
                <a:cubicBezTo>
                  <a:pt x="1540419" y="476033"/>
                  <a:pt x="1508538" y="478991"/>
                  <a:pt x="1476164" y="479514"/>
                </a:cubicBezTo>
                <a:lnTo>
                  <a:pt x="1459046" y="481127"/>
                </a:lnTo>
                <a:lnTo>
                  <a:pt x="1459020" y="480636"/>
                </a:lnTo>
                <a:lnTo>
                  <a:pt x="1458521" y="480669"/>
                </a:lnTo>
                <a:cubicBezTo>
                  <a:pt x="1457955" y="476896"/>
                  <a:pt x="1457928" y="473110"/>
                  <a:pt x="1457928" y="469318"/>
                </a:cubicBezTo>
                <a:close/>
                <a:moveTo>
                  <a:pt x="1457928" y="2166144"/>
                </a:moveTo>
                <a:cubicBezTo>
                  <a:pt x="1457928" y="2160506"/>
                  <a:pt x="1457986" y="2154882"/>
                  <a:pt x="1459298" y="2149296"/>
                </a:cubicBezTo>
                <a:cubicBezTo>
                  <a:pt x="1459256" y="2118214"/>
                  <a:pt x="1461706" y="2087572"/>
                  <a:pt x="1466762" y="2057565"/>
                </a:cubicBezTo>
                <a:lnTo>
                  <a:pt x="1467303" y="2050928"/>
                </a:lnTo>
                <a:cubicBezTo>
                  <a:pt x="1467471" y="2050923"/>
                  <a:pt x="1467641" y="2050918"/>
                  <a:pt x="1467808" y="2050865"/>
                </a:cubicBezTo>
                <a:cubicBezTo>
                  <a:pt x="1518085" y="1700770"/>
                  <a:pt x="1799124" y="1422199"/>
                  <a:pt x="2157974" y="1363267"/>
                </a:cubicBezTo>
                <a:lnTo>
                  <a:pt x="2158091" y="1362128"/>
                </a:lnTo>
                <a:cubicBezTo>
                  <a:pt x="2163400" y="1361126"/>
                  <a:pt x="2168728" y="1360185"/>
                  <a:pt x="2174304" y="1360601"/>
                </a:cubicBezTo>
                <a:cubicBezTo>
                  <a:pt x="2205487" y="1355088"/>
                  <a:pt x="2237380" y="1352130"/>
                  <a:pt x="2269765" y="1351607"/>
                </a:cubicBezTo>
                <a:lnTo>
                  <a:pt x="2286853" y="1349997"/>
                </a:lnTo>
                <a:lnTo>
                  <a:pt x="2286879" y="1350487"/>
                </a:lnTo>
                <a:lnTo>
                  <a:pt x="2287377" y="1350455"/>
                </a:lnTo>
                <a:lnTo>
                  <a:pt x="2287971" y="1361805"/>
                </a:lnTo>
                <a:cubicBezTo>
                  <a:pt x="2287971" y="1367441"/>
                  <a:pt x="2287912" y="1373063"/>
                  <a:pt x="2286600" y="1378647"/>
                </a:cubicBezTo>
                <a:cubicBezTo>
                  <a:pt x="2286642" y="1409736"/>
                  <a:pt x="2284192" y="1440385"/>
                  <a:pt x="2279133" y="1470397"/>
                </a:cubicBezTo>
                <a:lnTo>
                  <a:pt x="2278595" y="1477021"/>
                </a:lnTo>
                <a:cubicBezTo>
                  <a:pt x="2278425" y="1477026"/>
                  <a:pt x="2278257" y="1477030"/>
                  <a:pt x="2278089" y="1477083"/>
                </a:cubicBezTo>
                <a:cubicBezTo>
                  <a:pt x="2227814" y="1827177"/>
                  <a:pt x="1946775" y="2105749"/>
                  <a:pt x="1587923" y="2164681"/>
                </a:cubicBezTo>
                <a:lnTo>
                  <a:pt x="1587807" y="2165820"/>
                </a:lnTo>
                <a:cubicBezTo>
                  <a:pt x="1582497" y="2166823"/>
                  <a:pt x="1577168" y="2167764"/>
                  <a:pt x="1571591" y="2167348"/>
                </a:cubicBezTo>
                <a:cubicBezTo>
                  <a:pt x="1540419" y="2172858"/>
                  <a:pt x="1508538" y="2175816"/>
                  <a:pt x="1476164" y="2176339"/>
                </a:cubicBezTo>
                <a:lnTo>
                  <a:pt x="1459046" y="2177952"/>
                </a:lnTo>
                <a:lnTo>
                  <a:pt x="1459020" y="2177461"/>
                </a:lnTo>
                <a:lnTo>
                  <a:pt x="1458521" y="2177494"/>
                </a:lnTo>
                <a:cubicBezTo>
                  <a:pt x="1457955" y="2173722"/>
                  <a:pt x="1457928" y="2169936"/>
                  <a:pt x="1457928" y="2166144"/>
                </a:cubicBezTo>
                <a:close/>
                <a:moveTo>
                  <a:pt x="1457928" y="3862969"/>
                </a:moveTo>
                <a:cubicBezTo>
                  <a:pt x="1457928" y="3857331"/>
                  <a:pt x="1457986" y="3851707"/>
                  <a:pt x="1459298" y="3846121"/>
                </a:cubicBezTo>
                <a:cubicBezTo>
                  <a:pt x="1459256" y="3815039"/>
                  <a:pt x="1461706" y="3784397"/>
                  <a:pt x="1466762" y="3754390"/>
                </a:cubicBezTo>
                <a:lnTo>
                  <a:pt x="1467303" y="3747753"/>
                </a:lnTo>
                <a:cubicBezTo>
                  <a:pt x="1467471" y="3747748"/>
                  <a:pt x="1467641" y="3747743"/>
                  <a:pt x="1467808" y="3747690"/>
                </a:cubicBezTo>
                <a:cubicBezTo>
                  <a:pt x="1518085" y="3397595"/>
                  <a:pt x="1799124" y="3119024"/>
                  <a:pt x="2157974" y="3060092"/>
                </a:cubicBezTo>
                <a:lnTo>
                  <a:pt x="2158091" y="3058953"/>
                </a:lnTo>
                <a:cubicBezTo>
                  <a:pt x="2163400" y="3057951"/>
                  <a:pt x="2168728" y="3057010"/>
                  <a:pt x="2174304" y="3057426"/>
                </a:cubicBezTo>
                <a:cubicBezTo>
                  <a:pt x="2205487" y="3051913"/>
                  <a:pt x="2237380" y="3048955"/>
                  <a:pt x="2269765" y="3048432"/>
                </a:cubicBezTo>
                <a:lnTo>
                  <a:pt x="2286853" y="3046822"/>
                </a:lnTo>
                <a:lnTo>
                  <a:pt x="2286879" y="3047312"/>
                </a:lnTo>
                <a:lnTo>
                  <a:pt x="2287377" y="3047280"/>
                </a:lnTo>
                <a:lnTo>
                  <a:pt x="2287971" y="3058630"/>
                </a:lnTo>
                <a:cubicBezTo>
                  <a:pt x="2287971" y="3064266"/>
                  <a:pt x="2287912" y="3069889"/>
                  <a:pt x="2286600" y="3075472"/>
                </a:cubicBezTo>
                <a:cubicBezTo>
                  <a:pt x="2286642" y="3106561"/>
                  <a:pt x="2284192" y="3137210"/>
                  <a:pt x="2279133" y="3167222"/>
                </a:cubicBezTo>
                <a:lnTo>
                  <a:pt x="2278595" y="3173846"/>
                </a:lnTo>
                <a:cubicBezTo>
                  <a:pt x="2278425" y="3173851"/>
                  <a:pt x="2278257" y="3173856"/>
                  <a:pt x="2278089" y="3173908"/>
                </a:cubicBezTo>
                <a:cubicBezTo>
                  <a:pt x="2227814" y="3524002"/>
                  <a:pt x="1946775" y="3802574"/>
                  <a:pt x="1587923" y="3861506"/>
                </a:cubicBezTo>
                <a:lnTo>
                  <a:pt x="1587807" y="3862645"/>
                </a:lnTo>
                <a:cubicBezTo>
                  <a:pt x="1582497" y="3863648"/>
                  <a:pt x="1577168" y="3864589"/>
                  <a:pt x="1571591" y="3864173"/>
                </a:cubicBezTo>
                <a:cubicBezTo>
                  <a:pt x="1540419" y="3869683"/>
                  <a:pt x="1508538" y="3872641"/>
                  <a:pt x="1476164" y="3873164"/>
                </a:cubicBezTo>
                <a:lnTo>
                  <a:pt x="1459046" y="3874777"/>
                </a:lnTo>
                <a:lnTo>
                  <a:pt x="1459020" y="3874286"/>
                </a:lnTo>
                <a:lnTo>
                  <a:pt x="1458521" y="3874319"/>
                </a:lnTo>
                <a:cubicBezTo>
                  <a:pt x="1457955" y="3870547"/>
                  <a:pt x="1457928" y="3866761"/>
                  <a:pt x="1457928" y="3862969"/>
                </a:cubicBezTo>
                <a:close/>
                <a:moveTo>
                  <a:pt x="750739" y="1181049"/>
                </a:moveTo>
                <a:cubicBezTo>
                  <a:pt x="1025929" y="1121906"/>
                  <a:pt x="1240772" y="907109"/>
                  <a:pt x="1294048" y="636203"/>
                </a:cubicBezTo>
                <a:cubicBezTo>
                  <a:pt x="1018858" y="695346"/>
                  <a:pt x="804014" y="910143"/>
                  <a:pt x="750739" y="1181049"/>
                </a:cubicBezTo>
                <a:close/>
                <a:moveTo>
                  <a:pt x="750739" y="1493690"/>
                </a:moveTo>
                <a:cubicBezTo>
                  <a:pt x="804015" y="1762469"/>
                  <a:pt x="1018858" y="1975579"/>
                  <a:pt x="1294048" y="2034258"/>
                </a:cubicBezTo>
                <a:cubicBezTo>
                  <a:pt x="1240773" y="1765479"/>
                  <a:pt x="1025929" y="1552369"/>
                  <a:pt x="750739" y="1493690"/>
                </a:cubicBezTo>
                <a:close/>
                <a:moveTo>
                  <a:pt x="750739" y="2877874"/>
                </a:moveTo>
                <a:cubicBezTo>
                  <a:pt x="1025929" y="2818731"/>
                  <a:pt x="1240772" y="2603934"/>
                  <a:pt x="1294048" y="2333028"/>
                </a:cubicBezTo>
                <a:cubicBezTo>
                  <a:pt x="1018858" y="2392171"/>
                  <a:pt x="804014" y="2606968"/>
                  <a:pt x="750739" y="2877874"/>
                </a:cubicBezTo>
                <a:close/>
                <a:moveTo>
                  <a:pt x="750739" y="3190516"/>
                </a:moveTo>
                <a:cubicBezTo>
                  <a:pt x="804015" y="3459294"/>
                  <a:pt x="1018858" y="3672404"/>
                  <a:pt x="1294048" y="3731083"/>
                </a:cubicBezTo>
                <a:cubicBezTo>
                  <a:pt x="1240773" y="3462304"/>
                  <a:pt x="1025929" y="3249194"/>
                  <a:pt x="750739" y="3190516"/>
                </a:cubicBezTo>
                <a:close/>
                <a:moveTo>
                  <a:pt x="718720" y="4305008"/>
                </a:moveTo>
                <a:lnTo>
                  <a:pt x="747165" y="4255797"/>
                </a:lnTo>
                <a:cubicBezTo>
                  <a:pt x="872402" y="4070062"/>
                  <a:pt x="1073359" y="3937139"/>
                  <a:pt x="1307418" y="3898397"/>
                </a:cubicBezTo>
                <a:lnTo>
                  <a:pt x="1307535" y="3897249"/>
                </a:lnTo>
                <a:cubicBezTo>
                  <a:pt x="1312844" y="3896239"/>
                  <a:pt x="1318172" y="3895291"/>
                  <a:pt x="1323748" y="3895710"/>
                </a:cubicBezTo>
                <a:cubicBezTo>
                  <a:pt x="1354931" y="3890153"/>
                  <a:pt x="1386824" y="3887172"/>
                  <a:pt x="1419209" y="3886645"/>
                </a:cubicBezTo>
                <a:lnTo>
                  <a:pt x="1436297" y="3885022"/>
                </a:lnTo>
                <a:lnTo>
                  <a:pt x="1436323" y="3885516"/>
                </a:lnTo>
                <a:lnTo>
                  <a:pt x="1436821" y="3885483"/>
                </a:lnTo>
                <a:lnTo>
                  <a:pt x="1437415" y="3896923"/>
                </a:lnTo>
                <a:cubicBezTo>
                  <a:pt x="1437415" y="3902604"/>
                  <a:pt x="1437356" y="3908271"/>
                  <a:pt x="1436044" y="3913899"/>
                </a:cubicBezTo>
                <a:cubicBezTo>
                  <a:pt x="1436086" y="3945234"/>
                  <a:pt x="1433636" y="3976125"/>
                  <a:pt x="1428577" y="4006375"/>
                </a:cubicBezTo>
                <a:lnTo>
                  <a:pt x="1428039" y="4013051"/>
                </a:lnTo>
                <a:cubicBezTo>
                  <a:pt x="1427869" y="4013056"/>
                  <a:pt x="1427701" y="4013061"/>
                  <a:pt x="1427533" y="4013114"/>
                </a:cubicBezTo>
                <a:cubicBezTo>
                  <a:pt x="1415351" y="4098618"/>
                  <a:pt x="1389619" y="4179889"/>
                  <a:pt x="1352416" y="4254710"/>
                </a:cubicBezTo>
                <a:lnTo>
                  <a:pt x="1322295" y="4305008"/>
                </a:lnTo>
                <a:lnTo>
                  <a:pt x="1168185" y="4305008"/>
                </a:lnTo>
                <a:lnTo>
                  <a:pt x="1194867" y="4271827"/>
                </a:lnTo>
                <a:cubicBezTo>
                  <a:pt x="1242622" y="4199373"/>
                  <a:pt x="1276801" y="4117553"/>
                  <a:pt x="1294048" y="4029853"/>
                </a:cubicBezTo>
                <a:cubicBezTo>
                  <a:pt x="1147796" y="4061285"/>
                  <a:pt x="1018589" y="4136681"/>
                  <a:pt x="921894" y="4241205"/>
                </a:cubicBezTo>
                <a:lnTo>
                  <a:pt x="869771" y="4305008"/>
                </a:lnTo>
                <a:close/>
                <a:moveTo>
                  <a:pt x="684209" y="0"/>
                </a:moveTo>
                <a:lnTo>
                  <a:pt x="832847" y="0"/>
                </a:lnTo>
                <a:lnTo>
                  <a:pt x="855075" y="44350"/>
                </a:lnTo>
                <a:cubicBezTo>
                  <a:pt x="954668" y="191053"/>
                  <a:pt x="1111009" y="298404"/>
                  <a:pt x="1294048" y="337433"/>
                </a:cubicBezTo>
                <a:cubicBezTo>
                  <a:pt x="1275123" y="241952"/>
                  <a:pt x="1235808" y="153496"/>
                  <a:pt x="1180541" y="76659"/>
                </a:cubicBezTo>
                <a:lnTo>
                  <a:pt x="1112313" y="0"/>
                </a:lnTo>
                <a:lnTo>
                  <a:pt x="1280688" y="0"/>
                </a:lnTo>
                <a:lnTo>
                  <a:pt x="1343322" y="96778"/>
                </a:lnTo>
                <a:cubicBezTo>
                  <a:pt x="1385443" y="175780"/>
                  <a:pt x="1414383" y="262463"/>
                  <a:pt x="1427534" y="354040"/>
                </a:cubicBezTo>
                <a:cubicBezTo>
                  <a:pt x="1427702" y="354093"/>
                  <a:pt x="1427871" y="354098"/>
                  <a:pt x="1428040" y="354102"/>
                </a:cubicBezTo>
                <a:lnTo>
                  <a:pt x="1428580" y="360740"/>
                </a:lnTo>
                <a:cubicBezTo>
                  <a:pt x="1433637" y="390746"/>
                  <a:pt x="1436086" y="421389"/>
                  <a:pt x="1436044" y="452471"/>
                </a:cubicBezTo>
                <a:cubicBezTo>
                  <a:pt x="1437356" y="458057"/>
                  <a:pt x="1437415" y="463681"/>
                  <a:pt x="1437415" y="469318"/>
                </a:cubicBezTo>
                <a:cubicBezTo>
                  <a:pt x="1437415" y="473111"/>
                  <a:pt x="1437388" y="476896"/>
                  <a:pt x="1436822" y="480669"/>
                </a:cubicBezTo>
                <a:lnTo>
                  <a:pt x="1436323" y="480636"/>
                </a:lnTo>
                <a:lnTo>
                  <a:pt x="1436297" y="481127"/>
                </a:lnTo>
                <a:lnTo>
                  <a:pt x="1419178" y="479514"/>
                </a:lnTo>
                <a:cubicBezTo>
                  <a:pt x="1386804" y="478991"/>
                  <a:pt x="1354924" y="476033"/>
                  <a:pt x="1323752" y="470523"/>
                </a:cubicBezTo>
                <a:cubicBezTo>
                  <a:pt x="1318175" y="470939"/>
                  <a:pt x="1312846" y="469998"/>
                  <a:pt x="1307535" y="468995"/>
                </a:cubicBezTo>
                <a:lnTo>
                  <a:pt x="1307419" y="467856"/>
                </a:lnTo>
                <a:cubicBezTo>
                  <a:pt x="1066014" y="428211"/>
                  <a:pt x="859822" y="289169"/>
                  <a:pt x="736048" y="95636"/>
                </a:cubicBezTo>
                <a:close/>
                <a:moveTo>
                  <a:pt x="607372" y="1313979"/>
                </a:moveTo>
                <a:cubicBezTo>
                  <a:pt x="607372" y="1308297"/>
                  <a:pt x="607430" y="1302628"/>
                  <a:pt x="608742" y="1296998"/>
                </a:cubicBezTo>
                <a:cubicBezTo>
                  <a:pt x="608700" y="1265670"/>
                  <a:pt x="611150" y="1234785"/>
                  <a:pt x="616206" y="1204541"/>
                </a:cubicBezTo>
                <a:lnTo>
                  <a:pt x="616747" y="1197851"/>
                </a:lnTo>
                <a:cubicBezTo>
                  <a:pt x="616915" y="1197846"/>
                  <a:pt x="617085" y="1197841"/>
                  <a:pt x="617252" y="1197788"/>
                </a:cubicBezTo>
                <a:cubicBezTo>
                  <a:pt x="667529" y="844922"/>
                  <a:pt x="948568" y="564145"/>
                  <a:pt x="1307418" y="504747"/>
                </a:cubicBezTo>
                <a:lnTo>
                  <a:pt x="1307535" y="503599"/>
                </a:lnTo>
                <a:cubicBezTo>
                  <a:pt x="1312844" y="502589"/>
                  <a:pt x="1318172" y="501641"/>
                  <a:pt x="1323748" y="502060"/>
                </a:cubicBezTo>
                <a:cubicBezTo>
                  <a:pt x="1354931" y="496503"/>
                  <a:pt x="1386824" y="493522"/>
                  <a:pt x="1419209" y="492995"/>
                </a:cubicBezTo>
                <a:lnTo>
                  <a:pt x="1436297" y="491372"/>
                </a:lnTo>
                <a:lnTo>
                  <a:pt x="1436323" y="491866"/>
                </a:lnTo>
                <a:lnTo>
                  <a:pt x="1436821" y="491833"/>
                </a:lnTo>
                <a:lnTo>
                  <a:pt x="1437415" y="503273"/>
                </a:lnTo>
                <a:cubicBezTo>
                  <a:pt x="1437415" y="508954"/>
                  <a:pt x="1437356" y="514621"/>
                  <a:pt x="1436044" y="520249"/>
                </a:cubicBezTo>
                <a:cubicBezTo>
                  <a:pt x="1436086" y="551584"/>
                  <a:pt x="1433636" y="582475"/>
                  <a:pt x="1428577" y="612725"/>
                </a:cubicBezTo>
                <a:lnTo>
                  <a:pt x="1428039" y="619401"/>
                </a:lnTo>
                <a:cubicBezTo>
                  <a:pt x="1427869" y="619406"/>
                  <a:pt x="1427701" y="619411"/>
                  <a:pt x="1427533" y="619464"/>
                </a:cubicBezTo>
                <a:cubicBezTo>
                  <a:pt x="1377258" y="972329"/>
                  <a:pt x="1096219" y="1253106"/>
                  <a:pt x="737367" y="1312505"/>
                </a:cubicBezTo>
                <a:lnTo>
                  <a:pt x="737251" y="1313653"/>
                </a:lnTo>
                <a:cubicBezTo>
                  <a:pt x="731941" y="1314664"/>
                  <a:pt x="726612" y="1315612"/>
                  <a:pt x="721035" y="1315193"/>
                </a:cubicBezTo>
                <a:cubicBezTo>
                  <a:pt x="689863" y="1320747"/>
                  <a:pt x="657982" y="1323728"/>
                  <a:pt x="625608" y="1324255"/>
                </a:cubicBezTo>
                <a:lnTo>
                  <a:pt x="608490" y="1325881"/>
                </a:lnTo>
                <a:lnTo>
                  <a:pt x="608464" y="1325386"/>
                </a:lnTo>
                <a:lnTo>
                  <a:pt x="607965" y="1325419"/>
                </a:lnTo>
                <a:cubicBezTo>
                  <a:pt x="607399" y="1321617"/>
                  <a:pt x="607372" y="1317801"/>
                  <a:pt x="607372" y="1313979"/>
                </a:cubicBezTo>
                <a:close/>
                <a:moveTo>
                  <a:pt x="607372" y="1361805"/>
                </a:moveTo>
                <a:lnTo>
                  <a:pt x="607966" y="1350455"/>
                </a:lnTo>
                <a:lnTo>
                  <a:pt x="608464" y="1350487"/>
                </a:lnTo>
                <a:lnTo>
                  <a:pt x="608490" y="1349997"/>
                </a:lnTo>
                <a:lnTo>
                  <a:pt x="625577" y="1351607"/>
                </a:lnTo>
                <a:cubicBezTo>
                  <a:pt x="657963" y="1352130"/>
                  <a:pt x="689855" y="1355088"/>
                  <a:pt x="721039" y="1360601"/>
                </a:cubicBezTo>
                <a:cubicBezTo>
                  <a:pt x="726615" y="1360185"/>
                  <a:pt x="731943" y="1361126"/>
                  <a:pt x="737251" y="1362128"/>
                </a:cubicBezTo>
                <a:lnTo>
                  <a:pt x="737368" y="1363267"/>
                </a:lnTo>
                <a:cubicBezTo>
                  <a:pt x="1096219" y="1422199"/>
                  <a:pt x="1377258" y="1700770"/>
                  <a:pt x="1427534" y="2050865"/>
                </a:cubicBezTo>
                <a:cubicBezTo>
                  <a:pt x="1427702" y="2050918"/>
                  <a:pt x="1427871" y="2050923"/>
                  <a:pt x="1428040" y="2050928"/>
                </a:cubicBezTo>
                <a:lnTo>
                  <a:pt x="1428580" y="2057565"/>
                </a:lnTo>
                <a:cubicBezTo>
                  <a:pt x="1433637" y="2087572"/>
                  <a:pt x="1436086" y="2118214"/>
                  <a:pt x="1436044" y="2149296"/>
                </a:cubicBezTo>
                <a:cubicBezTo>
                  <a:pt x="1437356" y="2154882"/>
                  <a:pt x="1437415" y="2160506"/>
                  <a:pt x="1437415" y="2166144"/>
                </a:cubicBezTo>
                <a:cubicBezTo>
                  <a:pt x="1437415" y="2169936"/>
                  <a:pt x="1437388" y="2173722"/>
                  <a:pt x="1436822" y="2177494"/>
                </a:cubicBezTo>
                <a:lnTo>
                  <a:pt x="1436323" y="2177461"/>
                </a:lnTo>
                <a:lnTo>
                  <a:pt x="1436297" y="2177952"/>
                </a:lnTo>
                <a:lnTo>
                  <a:pt x="1419178" y="2176339"/>
                </a:lnTo>
                <a:cubicBezTo>
                  <a:pt x="1386804" y="2175816"/>
                  <a:pt x="1354924" y="2172858"/>
                  <a:pt x="1323752" y="2167348"/>
                </a:cubicBezTo>
                <a:cubicBezTo>
                  <a:pt x="1318175" y="2167764"/>
                  <a:pt x="1312846" y="2166823"/>
                  <a:pt x="1307535" y="2165820"/>
                </a:cubicBezTo>
                <a:lnTo>
                  <a:pt x="1307419" y="2164681"/>
                </a:lnTo>
                <a:cubicBezTo>
                  <a:pt x="948568" y="2105749"/>
                  <a:pt x="667529" y="1827177"/>
                  <a:pt x="617253" y="1477083"/>
                </a:cubicBezTo>
                <a:cubicBezTo>
                  <a:pt x="617086" y="1477030"/>
                  <a:pt x="616917" y="1477026"/>
                  <a:pt x="616748" y="1477021"/>
                </a:cubicBezTo>
                <a:lnTo>
                  <a:pt x="616209" y="1470397"/>
                </a:lnTo>
                <a:cubicBezTo>
                  <a:pt x="611151" y="1440385"/>
                  <a:pt x="608700" y="1409736"/>
                  <a:pt x="608742" y="1378647"/>
                </a:cubicBezTo>
                <a:cubicBezTo>
                  <a:pt x="607430" y="1373063"/>
                  <a:pt x="607372" y="1367441"/>
                  <a:pt x="607372" y="1361805"/>
                </a:cubicBezTo>
                <a:close/>
                <a:moveTo>
                  <a:pt x="607372" y="3010804"/>
                </a:moveTo>
                <a:cubicBezTo>
                  <a:pt x="607372" y="3005122"/>
                  <a:pt x="607430" y="2999453"/>
                  <a:pt x="608742" y="2993823"/>
                </a:cubicBezTo>
                <a:cubicBezTo>
                  <a:pt x="608700" y="2962495"/>
                  <a:pt x="611150" y="2931610"/>
                  <a:pt x="616206" y="2901366"/>
                </a:cubicBezTo>
                <a:lnTo>
                  <a:pt x="616747" y="2894676"/>
                </a:lnTo>
                <a:cubicBezTo>
                  <a:pt x="616915" y="2894671"/>
                  <a:pt x="617085" y="2894666"/>
                  <a:pt x="617252" y="2894613"/>
                </a:cubicBezTo>
                <a:cubicBezTo>
                  <a:pt x="667529" y="2541747"/>
                  <a:pt x="948568" y="2260970"/>
                  <a:pt x="1307418" y="2201572"/>
                </a:cubicBezTo>
                <a:lnTo>
                  <a:pt x="1307535" y="2200424"/>
                </a:lnTo>
                <a:cubicBezTo>
                  <a:pt x="1312844" y="2199414"/>
                  <a:pt x="1318172" y="2198466"/>
                  <a:pt x="1323748" y="2198885"/>
                </a:cubicBezTo>
                <a:cubicBezTo>
                  <a:pt x="1354931" y="2193328"/>
                  <a:pt x="1386824" y="2190347"/>
                  <a:pt x="1419209" y="2189820"/>
                </a:cubicBezTo>
                <a:lnTo>
                  <a:pt x="1436297" y="2188197"/>
                </a:lnTo>
                <a:lnTo>
                  <a:pt x="1436323" y="2188691"/>
                </a:lnTo>
                <a:lnTo>
                  <a:pt x="1436821" y="2188658"/>
                </a:lnTo>
                <a:lnTo>
                  <a:pt x="1437415" y="2200098"/>
                </a:lnTo>
                <a:cubicBezTo>
                  <a:pt x="1437415" y="2205779"/>
                  <a:pt x="1437356" y="2211446"/>
                  <a:pt x="1436044" y="2217074"/>
                </a:cubicBezTo>
                <a:cubicBezTo>
                  <a:pt x="1436086" y="2248409"/>
                  <a:pt x="1433636" y="2279300"/>
                  <a:pt x="1428577" y="2309550"/>
                </a:cubicBezTo>
                <a:lnTo>
                  <a:pt x="1428039" y="2316226"/>
                </a:lnTo>
                <a:cubicBezTo>
                  <a:pt x="1427869" y="2316231"/>
                  <a:pt x="1427701" y="2316236"/>
                  <a:pt x="1427533" y="2316289"/>
                </a:cubicBezTo>
                <a:cubicBezTo>
                  <a:pt x="1377258" y="2669154"/>
                  <a:pt x="1096219" y="2949931"/>
                  <a:pt x="737367" y="3009330"/>
                </a:cubicBezTo>
                <a:lnTo>
                  <a:pt x="737251" y="3010478"/>
                </a:lnTo>
                <a:cubicBezTo>
                  <a:pt x="731941" y="3011489"/>
                  <a:pt x="726612" y="3012437"/>
                  <a:pt x="721035" y="3012018"/>
                </a:cubicBezTo>
                <a:cubicBezTo>
                  <a:pt x="689863" y="3017572"/>
                  <a:pt x="657982" y="3020553"/>
                  <a:pt x="625608" y="3021080"/>
                </a:cubicBezTo>
                <a:lnTo>
                  <a:pt x="608490" y="3022706"/>
                </a:lnTo>
                <a:lnTo>
                  <a:pt x="608464" y="3022211"/>
                </a:lnTo>
                <a:lnTo>
                  <a:pt x="607965" y="3022244"/>
                </a:lnTo>
                <a:cubicBezTo>
                  <a:pt x="607399" y="3018442"/>
                  <a:pt x="607372" y="3014626"/>
                  <a:pt x="607372" y="3010804"/>
                </a:cubicBezTo>
                <a:close/>
                <a:moveTo>
                  <a:pt x="607372" y="3058630"/>
                </a:moveTo>
                <a:lnTo>
                  <a:pt x="607966" y="3047280"/>
                </a:lnTo>
                <a:lnTo>
                  <a:pt x="608464" y="3047312"/>
                </a:lnTo>
                <a:lnTo>
                  <a:pt x="608490" y="3046822"/>
                </a:lnTo>
                <a:lnTo>
                  <a:pt x="625577" y="3048432"/>
                </a:lnTo>
                <a:cubicBezTo>
                  <a:pt x="657963" y="3048955"/>
                  <a:pt x="689855" y="3051913"/>
                  <a:pt x="721039" y="3057426"/>
                </a:cubicBezTo>
                <a:cubicBezTo>
                  <a:pt x="726615" y="3057010"/>
                  <a:pt x="731943" y="3057951"/>
                  <a:pt x="737251" y="3058953"/>
                </a:cubicBezTo>
                <a:lnTo>
                  <a:pt x="737368" y="3060092"/>
                </a:lnTo>
                <a:cubicBezTo>
                  <a:pt x="1096219" y="3119024"/>
                  <a:pt x="1377258" y="3397595"/>
                  <a:pt x="1427534" y="3747690"/>
                </a:cubicBezTo>
                <a:cubicBezTo>
                  <a:pt x="1427702" y="3747743"/>
                  <a:pt x="1427871" y="3747748"/>
                  <a:pt x="1428040" y="3747753"/>
                </a:cubicBezTo>
                <a:lnTo>
                  <a:pt x="1428580" y="3754390"/>
                </a:lnTo>
                <a:cubicBezTo>
                  <a:pt x="1433637" y="3784397"/>
                  <a:pt x="1436086" y="3815039"/>
                  <a:pt x="1436044" y="3846121"/>
                </a:cubicBezTo>
                <a:cubicBezTo>
                  <a:pt x="1437356" y="3851707"/>
                  <a:pt x="1437415" y="3857331"/>
                  <a:pt x="1437415" y="3862969"/>
                </a:cubicBezTo>
                <a:cubicBezTo>
                  <a:pt x="1437415" y="3866761"/>
                  <a:pt x="1437388" y="3870547"/>
                  <a:pt x="1436822" y="3874319"/>
                </a:cubicBezTo>
                <a:lnTo>
                  <a:pt x="1436323" y="3874286"/>
                </a:lnTo>
                <a:lnTo>
                  <a:pt x="1436297" y="3874777"/>
                </a:lnTo>
                <a:lnTo>
                  <a:pt x="1419178" y="3873164"/>
                </a:lnTo>
                <a:cubicBezTo>
                  <a:pt x="1386804" y="3872641"/>
                  <a:pt x="1354924" y="3869683"/>
                  <a:pt x="1323752" y="3864173"/>
                </a:cubicBezTo>
                <a:cubicBezTo>
                  <a:pt x="1318175" y="3864589"/>
                  <a:pt x="1312846" y="3863648"/>
                  <a:pt x="1307535" y="3862645"/>
                </a:cubicBezTo>
                <a:lnTo>
                  <a:pt x="1307419" y="3861506"/>
                </a:lnTo>
                <a:cubicBezTo>
                  <a:pt x="948568" y="3802574"/>
                  <a:pt x="667529" y="3524002"/>
                  <a:pt x="617253" y="3173908"/>
                </a:cubicBezTo>
                <a:cubicBezTo>
                  <a:pt x="617086" y="3173856"/>
                  <a:pt x="616917" y="3173851"/>
                  <a:pt x="616748" y="3173846"/>
                </a:cubicBezTo>
                <a:lnTo>
                  <a:pt x="616209" y="3167222"/>
                </a:lnTo>
                <a:cubicBezTo>
                  <a:pt x="611151" y="3137210"/>
                  <a:pt x="608700" y="3106561"/>
                  <a:pt x="608742" y="3075472"/>
                </a:cubicBezTo>
                <a:cubicBezTo>
                  <a:pt x="607430" y="3069889"/>
                  <a:pt x="607372" y="3064266"/>
                  <a:pt x="607372" y="3058630"/>
                </a:cubicBezTo>
                <a:close/>
                <a:moveTo>
                  <a:pt x="0" y="116373"/>
                </a:moveTo>
                <a:lnTo>
                  <a:pt x="0" y="0"/>
                </a:lnTo>
                <a:lnTo>
                  <a:pt x="90880" y="0"/>
                </a:lnTo>
                <a:lnTo>
                  <a:pt x="22652" y="76659"/>
                </a:lnTo>
                <a:close/>
                <a:moveTo>
                  <a:pt x="0" y="443121"/>
                </a:moveTo>
                <a:lnTo>
                  <a:pt x="0" y="311637"/>
                </a:lnTo>
                <a:lnTo>
                  <a:pt x="82171" y="276703"/>
                </a:lnTo>
                <a:cubicBezTo>
                  <a:pt x="190106" y="222464"/>
                  <a:pt x="281723" y="142152"/>
                  <a:pt x="348118" y="44350"/>
                </a:cubicBezTo>
                <a:lnTo>
                  <a:pt x="370347" y="0"/>
                </a:lnTo>
                <a:lnTo>
                  <a:pt x="518984" y="0"/>
                </a:lnTo>
                <a:lnTo>
                  <a:pt x="467145" y="95636"/>
                </a:lnTo>
                <a:cubicBezTo>
                  <a:pt x="364000" y="256913"/>
                  <a:pt x="203621" y="380350"/>
                  <a:pt x="13323" y="439959"/>
                </a:cubicBezTo>
                <a:close/>
                <a:moveTo>
                  <a:pt x="0" y="1070142"/>
                </a:moveTo>
                <a:lnTo>
                  <a:pt x="0" y="862064"/>
                </a:lnTo>
                <a:lnTo>
                  <a:pt x="31905" y="912052"/>
                </a:lnTo>
                <a:cubicBezTo>
                  <a:pt x="132041" y="1046318"/>
                  <a:pt x="280461" y="1144085"/>
                  <a:pt x="452455" y="1181049"/>
                </a:cubicBezTo>
                <a:cubicBezTo>
                  <a:pt x="405840" y="944006"/>
                  <a:pt x="235523" y="749922"/>
                  <a:pt x="9316" y="665484"/>
                </a:cubicBezTo>
                <a:lnTo>
                  <a:pt x="0" y="662760"/>
                </a:lnTo>
                <a:lnTo>
                  <a:pt x="0" y="530567"/>
                </a:lnTo>
                <a:lnTo>
                  <a:pt x="26399" y="537107"/>
                </a:lnTo>
                <a:cubicBezTo>
                  <a:pt x="321280" y="635466"/>
                  <a:pt x="541950" y="889030"/>
                  <a:pt x="585941" y="1197788"/>
                </a:cubicBezTo>
                <a:cubicBezTo>
                  <a:pt x="586109" y="1197841"/>
                  <a:pt x="586278" y="1197846"/>
                  <a:pt x="586447" y="1197851"/>
                </a:cubicBezTo>
                <a:lnTo>
                  <a:pt x="586987" y="1204541"/>
                </a:lnTo>
                <a:cubicBezTo>
                  <a:pt x="592044" y="1234785"/>
                  <a:pt x="594493" y="1265670"/>
                  <a:pt x="594451" y="1296998"/>
                </a:cubicBezTo>
                <a:cubicBezTo>
                  <a:pt x="595763" y="1302628"/>
                  <a:pt x="595822" y="1308297"/>
                  <a:pt x="595822" y="1313979"/>
                </a:cubicBezTo>
                <a:cubicBezTo>
                  <a:pt x="595822" y="1317801"/>
                  <a:pt x="595795" y="1321617"/>
                  <a:pt x="595229" y="1325419"/>
                </a:cubicBezTo>
                <a:lnTo>
                  <a:pt x="594730" y="1325386"/>
                </a:lnTo>
                <a:lnTo>
                  <a:pt x="594704" y="1325881"/>
                </a:lnTo>
                <a:lnTo>
                  <a:pt x="577585" y="1324255"/>
                </a:lnTo>
                <a:cubicBezTo>
                  <a:pt x="545211" y="1323728"/>
                  <a:pt x="513331" y="1320747"/>
                  <a:pt x="482159" y="1315193"/>
                </a:cubicBezTo>
                <a:cubicBezTo>
                  <a:pt x="476582" y="1315612"/>
                  <a:pt x="471253" y="1314664"/>
                  <a:pt x="465942" y="1313653"/>
                </a:cubicBezTo>
                <a:lnTo>
                  <a:pt x="465826" y="1312505"/>
                </a:lnTo>
                <a:cubicBezTo>
                  <a:pt x="286401" y="1282806"/>
                  <a:pt x="126428" y="1197762"/>
                  <a:pt x="5028" y="1076034"/>
                </a:cubicBezTo>
                <a:close/>
                <a:moveTo>
                  <a:pt x="0" y="2139063"/>
                </a:moveTo>
                <a:lnTo>
                  <a:pt x="0" y="2007909"/>
                </a:lnTo>
                <a:lnTo>
                  <a:pt x="9314" y="2005207"/>
                </a:lnTo>
                <a:cubicBezTo>
                  <a:pt x="235521" y="1921432"/>
                  <a:pt x="405837" y="1728872"/>
                  <a:pt x="452453" y="1493690"/>
                </a:cubicBezTo>
                <a:cubicBezTo>
                  <a:pt x="280459" y="1530364"/>
                  <a:pt x="132038" y="1627363"/>
                  <a:pt x="31903" y="1760575"/>
                </a:cubicBezTo>
                <a:lnTo>
                  <a:pt x="0" y="1810167"/>
                </a:lnTo>
                <a:lnTo>
                  <a:pt x="0" y="1603724"/>
                </a:lnTo>
                <a:lnTo>
                  <a:pt x="5025" y="1597880"/>
                </a:lnTo>
                <a:cubicBezTo>
                  <a:pt x="126426" y="1477109"/>
                  <a:pt x="286398" y="1392733"/>
                  <a:pt x="465823" y="1363267"/>
                </a:cubicBezTo>
                <a:lnTo>
                  <a:pt x="465940" y="1362128"/>
                </a:lnTo>
                <a:cubicBezTo>
                  <a:pt x="471249" y="1361126"/>
                  <a:pt x="476577" y="1360185"/>
                  <a:pt x="482153" y="1360601"/>
                </a:cubicBezTo>
                <a:cubicBezTo>
                  <a:pt x="513336" y="1355088"/>
                  <a:pt x="545229" y="1352130"/>
                  <a:pt x="577614" y="1351607"/>
                </a:cubicBezTo>
                <a:lnTo>
                  <a:pt x="594702" y="1349997"/>
                </a:lnTo>
                <a:lnTo>
                  <a:pt x="594728" y="1350487"/>
                </a:lnTo>
                <a:lnTo>
                  <a:pt x="595226" y="1350455"/>
                </a:lnTo>
                <a:lnTo>
                  <a:pt x="595820" y="1361805"/>
                </a:lnTo>
                <a:cubicBezTo>
                  <a:pt x="595820" y="1367441"/>
                  <a:pt x="595761" y="1373063"/>
                  <a:pt x="594449" y="1378647"/>
                </a:cubicBezTo>
                <a:cubicBezTo>
                  <a:pt x="594491" y="1409736"/>
                  <a:pt x="592041" y="1440385"/>
                  <a:pt x="586982" y="1470397"/>
                </a:cubicBezTo>
                <a:lnTo>
                  <a:pt x="586444" y="1477021"/>
                </a:lnTo>
                <a:cubicBezTo>
                  <a:pt x="586274" y="1477026"/>
                  <a:pt x="586106" y="1477030"/>
                  <a:pt x="585938" y="1477083"/>
                </a:cubicBezTo>
                <a:cubicBezTo>
                  <a:pt x="541948" y="1783415"/>
                  <a:pt x="321278" y="2034989"/>
                  <a:pt x="26396" y="2132575"/>
                </a:cubicBezTo>
                <a:close/>
                <a:moveTo>
                  <a:pt x="0" y="2766967"/>
                </a:moveTo>
                <a:lnTo>
                  <a:pt x="0" y="2558889"/>
                </a:lnTo>
                <a:lnTo>
                  <a:pt x="31905" y="2608877"/>
                </a:lnTo>
                <a:cubicBezTo>
                  <a:pt x="132041" y="2743143"/>
                  <a:pt x="280461" y="2840910"/>
                  <a:pt x="452455" y="2877874"/>
                </a:cubicBezTo>
                <a:cubicBezTo>
                  <a:pt x="405840" y="2640831"/>
                  <a:pt x="235523" y="2446747"/>
                  <a:pt x="9316" y="2362309"/>
                </a:cubicBezTo>
                <a:lnTo>
                  <a:pt x="0" y="2359585"/>
                </a:lnTo>
                <a:lnTo>
                  <a:pt x="0" y="2227392"/>
                </a:lnTo>
                <a:lnTo>
                  <a:pt x="26399" y="2233932"/>
                </a:lnTo>
                <a:cubicBezTo>
                  <a:pt x="321280" y="2332291"/>
                  <a:pt x="541950" y="2585855"/>
                  <a:pt x="585941" y="2894613"/>
                </a:cubicBezTo>
                <a:cubicBezTo>
                  <a:pt x="586109" y="2894666"/>
                  <a:pt x="586278" y="2894671"/>
                  <a:pt x="586447" y="2894676"/>
                </a:cubicBezTo>
                <a:lnTo>
                  <a:pt x="586987" y="2901366"/>
                </a:lnTo>
                <a:cubicBezTo>
                  <a:pt x="592044" y="2931610"/>
                  <a:pt x="594493" y="2962495"/>
                  <a:pt x="594451" y="2993823"/>
                </a:cubicBezTo>
                <a:cubicBezTo>
                  <a:pt x="595763" y="2999453"/>
                  <a:pt x="595822" y="3005122"/>
                  <a:pt x="595822" y="3010804"/>
                </a:cubicBezTo>
                <a:cubicBezTo>
                  <a:pt x="595822" y="3014626"/>
                  <a:pt x="595795" y="3018442"/>
                  <a:pt x="595229" y="3022244"/>
                </a:cubicBezTo>
                <a:lnTo>
                  <a:pt x="594730" y="3022211"/>
                </a:lnTo>
                <a:lnTo>
                  <a:pt x="594704" y="3022706"/>
                </a:lnTo>
                <a:lnTo>
                  <a:pt x="577585" y="3021080"/>
                </a:lnTo>
                <a:cubicBezTo>
                  <a:pt x="545211" y="3020553"/>
                  <a:pt x="513331" y="3017572"/>
                  <a:pt x="482159" y="3012018"/>
                </a:cubicBezTo>
                <a:cubicBezTo>
                  <a:pt x="476582" y="3012437"/>
                  <a:pt x="471253" y="3011489"/>
                  <a:pt x="465942" y="3010478"/>
                </a:cubicBezTo>
                <a:lnTo>
                  <a:pt x="465826" y="3009330"/>
                </a:lnTo>
                <a:cubicBezTo>
                  <a:pt x="286401" y="2979630"/>
                  <a:pt x="126428" y="2894586"/>
                  <a:pt x="5028" y="2772859"/>
                </a:cubicBezTo>
                <a:close/>
                <a:moveTo>
                  <a:pt x="0" y="3835888"/>
                </a:moveTo>
                <a:lnTo>
                  <a:pt x="0" y="3704734"/>
                </a:lnTo>
                <a:lnTo>
                  <a:pt x="9314" y="3702032"/>
                </a:lnTo>
                <a:cubicBezTo>
                  <a:pt x="235521" y="3618257"/>
                  <a:pt x="405837" y="3425697"/>
                  <a:pt x="452453" y="3190516"/>
                </a:cubicBezTo>
                <a:cubicBezTo>
                  <a:pt x="280459" y="3227190"/>
                  <a:pt x="132038" y="3324188"/>
                  <a:pt x="31903" y="3457400"/>
                </a:cubicBezTo>
                <a:lnTo>
                  <a:pt x="0" y="3506992"/>
                </a:lnTo>
                <a:lnTo>
                  <a:pt x="0" y="3300549"/>
                </a:lnTo>
                <a:lnTo>
                  <a:pt x="5025" y="3294705"/>
                </a:lnTo>
                <a:cubicBezTo>
                  <a:pt x="126426" y="3173934"/>
                  <a:pt x="286398" y="3089558"/>
                  <a:pt x="465823" y="3060092"/>
                </a:cubicBezTo>
                <a:lnTo>
                  <a:pt x="465940" y="3058953"/>
                </a:lnTo>
                <a:cubicBezTo>
                  <a:pt x="471249" y="3057951"/>
                  <a:pt x="476577" y="3057010"/>
                  <a:pt x="482153" y="3057426"/>
                </a:cubicBezTo>
                <a:cubicBezTo>
                  <a:pt x="513336" y="3051913"/>
                  <a:pt x="545229" y="3048955"/>
                  <a:pt x="577614" y="3048432"/>
                </a:cubicBezTo>
                <a:lnTo>
                  <a:pt x="594702" y="3046822"/>
                </a:lnTo>
                <a:lnTo>
                  <a:pt x="594728" y="3047312"/>
                </a:lnTo>
                <a:lnTo>
                  <a:pt x="595226" y="3047280"/>
                </a:lnTo>
                <a:lnTo>
                  <a:pt x="595820" y="3058630"/>
                </a:lnTo>
                <a:cubicBezTo>
                  <a:pt x="595820" y="3064266"/>
                  <a:pt x="595761" y="3069889"/>
                  <a:pt x="594449" y="3075472"/>
                </a:cubicBezTo>
                <a:cubicBezTo>
                  <a:pt x="594491" y="3106561"/>
                  <a:pt x="592041" y="3137210"/>
                  <a:pt x="586982" y="3167222"/>
                </a:cubicBezTo>
                <a:lnTo>
                  <a:pt x="586444" y="3173846"/>
                </a:lnTo>
                <a:cubicBezTo>
                  <a:pt x="586274" y="3173851"/>
                  <a:pt x="586106" y="3173856"/>
                  <a:pt x="585938" y="3173908"/>
                </a:cubicBezTo>
                <a:cubicBezTo>
                  <a:pt x="541948" y="3480240"/>
                  <a:pt x="321278" y="3731813"/>
                  <a:pt x="26396" y="3829400"/>
                </a:cubicBezTo>
                <a:close/>
                <a:moveTo>
                  <a:pt x="0" y="4056079"/>
                </a:moveTo>
                <a:lnTo>
                  <a:pt x="0" y="3923091"/>
                </a:lnTo>
                <a:lnTo>
                  <a:pt x="9850" y="3925425"/>
                </a:lnTo>
                <a:cubicBezTo>
                  <a:pt x="194718" y="3982914"/>
                  <a:pt x="351664" y="4101018"/>
                  <a:pt x="456028" y="4255797"/>
                </a:cubicBezTo>
                <a:lnTo>
                  <a:pt x="484473" y="4305008"/>
                </a:lnTo>
                <a:lnTo>
                  <a:pt x="333423" y="4305008"/>
                </a:lnTo>
                <a:lnTo>
                  <a:pt x="281300" y="4241205"/>
                </a:lnTo>
                <a:cubicBezTo>
                  <a:pt x="223282" y="4178491"/>
                  <a:pt x="153561" y="4126262"/>
                  <a:pt x="75476" y="4087725"/>
                </a:cubicBezTo>
                <a:close/>
                <a:moveTo>
                  <a:pt x="0" y="4305008"/>
                </a:moveTo>
                <a:lnTo>
                  <a:pt x="0" y="4256099"/>
                </a:lnTo>
                <a:lnTo>
                  <a:pt x="8327" y="4271827"/>
                </a:lnTo>
                <a:lnTo>
                  <a:pt x="35009" y="430500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1B26E892-1320-40AA-9CA1-246721C187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28592" y="620720"/>
            <a:ext cx="7323231" cy="55931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F3F1A8-E4C6-4B24-E120-A64FC0B3820E}"/>
              </a:ext>
            </a:extLst>
          </p:cNvPr>
          <p:cNvSpPr>
            <a:spLocks noGrp="1"/>
          </p:cNvSpPr>
          <p:nvPr>
            <p:ph type="ctrTitle"/>
          </p:nvPr>
        </p:nvSpPr>
        <p:spPr>
          <a:xfrm>
            <a:off x="4713224" y="1105351"/>
            <a:ext cx="6353967" cy="3023981"/>
          </a:xfrm>
        </p:spPr>
        <p:txBody>
          <a:bodyPr anchor="b">
            <a:normAutofit/>
          </a:bodyPr>
          <a:lstStyle/>
          <a:p>
            <a:pPr algn="l"/>
            <a:r>
              <a:rPr lang="en-US" sz="4800" dirty="0">
                <a:solidFill>
                  <a:srgbClr val="FFFFFF"/>
                </a:solidFill>
              </a:rPr>
              <a:t>Let’s try it</a:t>
            </a:r>
          </a:p>
        </p:txBody>
      </p:sp>
      <p:sp>
        <p:nvSpPr>
          <p:cNvPr id="3" name="Subtitle 2">
            <a:extLst>
              <a:ext uri="{FF2B5EF4-FFF2-40B4-BE49-F238E27FC236}">
                <a16:creationId xmlns:a16="http://schemas.microsoft.com/office/drawing/2014/main" id="{6B8143AF-7AC0-609C-19F9-66A3612D4535}"/>
              </a:ext>
            </a:extLst>
          </p:cNvPr>
          <p:cNvSpPr>
            <a:spLocks noGrp="1"/>
          </p:cNvSpPr>
          <p:nvPr>
            <p:ph type="subTitle" idx="1"/>
          </p:nvPr>
        </p:nvSpPr>
        <p:spPr>
          <a:xfrm>
            <a:off x="4713224" y="4297556"/>
            <a:ext cx="6353968" cy="1433391"/>
          </a:xfrm>
        </p:spPr>
        <p:txBody>
          <a:bodyPr anchor="t">
            <a:normAutofit/>
          </a:bodyPr>
          <a:lstStyle/>
          <a:p>
            <a:endParaRPr lang="en-US">
              <a:solidFill>
                <a:srgbClr val="FFFFFF"/>
              </a:solidFill>
            </a:endParaRPr>
          </a:p>
        </p:txBody>
      </p:sp>
      <p:cxnSp>
        <p:nvCxnSpPr>
          <p:cNvPr id="14" name="Straight Connector 13">
            <a:extLst>
              <a:ext uri="{FF2B5EF4-FFF2-40B4-BE49-F238E27FC236}">
                <a16:creationId xmlns:a16="http://schemas.microsoft.com/office/drawing/2014/main" id="{C9A1F79C-E4D1-4AAE-BA11-3A09005252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42932" y="4214336"/>
            <a:ext cx="5120640"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useBgFill="1">
        <p:nvSpPr>
          <p:cNvPr id="16" name="Rectangle 15">
            <a:extLst>
              <a:ext uri="{FF2B5EF4-FFF2-40B4-BE49-F238E27FC236}">
                <a16:creationId xmlns:a16="http://schemas.microsoft.com/office/drawing/2014/main" id="{C170DF7D-4686-4BD5-A9CD-C896492846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4000" y="-2"/>
            <a:ext cx="164592"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313213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normAutofit/>
          </a:bodyPr>
          <a:lstStyle/>
          <a:p>
            <a:r>
              <a:rPr lang="en-US" dirty="0"/>
              <a:t>Decomposition</a:t>
            </a:r>
          </a:p>
        </p:txBody>
      </p:sp>
      <p:sp>
        <p:nvSpPr>
          <p:cNvPr id="12" name="TextBox 12"/>
          <p:cNvSpPr txBox="1"/>
          <p:nvPr/>
        </p:nvSpPr>
        <p:spPr>
          <a:xfrm>
            <a:off x="8778240" y="109728"/>
            <a:ext cx="3017520" cy="566928"/>
          </a:xfrm>
          <a:prstGeom prst="rect">
            <a:avLst/>
          </a:prstGeom>
          <a:noFill/>
        </p:spPr>
        <p:txBody>
          <a:bodyPr wrap="square" lIns="0" tIns="0" rIns="0" bIns="0" rtlCol="0" anchor="t"/>
          <a:lstStyle/>
          <a:p>
            <a:pPr algn="r"/>
            <a:r>
              <a:rPr lang="en-US" sz="3600" b="1" dirty="0">
                <a:solidFill>
                  <a:srgbClr val="1CADE4"/>
                </a:solidFill>
              </a:rPr>
              <a:t>Exercise</a:t>
            </a:r>
          </a:p>
        </p:txBody>
      </p:sp>
      <p:sp>
        <p:nvSpPr>
          <p:cNvPr id="13" name="TextBox 13"/>
          <p:cNvSpPr txBox="1"/>
          <p:nvPr/>
        </p:nvSpPr>
        <p:spPr>
          <a:xfrm>
            <a:off x="1024128" y="1965960"/>
            <a:ext cx="9692640" cy="384048"/>
          </a:xfrm>
          <a:prstGeom prst="rect">
            <a:avLst/>
          </a:prstGeom>
          <a:noFill/>
        </p:spPr>
        <p:txBody>
          <a:bodyPr wrap="square" lIns="0" tIns="0" rIns="0" bIns="0" rtlCol="0" anchor="t"/>
          <a:lstStyle/>
          <a:p>
            <a:r>
              <a:rPr lang="en-US" sz="2000" b="1" dirty="0">
                <a:solidFill>
                  <a:srgbClr val="1B7FA6"/>
                </a:solidFill>
              </a:rPr>
              <a:t>Objective 1: Break a complex problem into smaller, manageable parts</a:t>
            </a:r>
          </a:p>
        </p:txBody>
      </p:sp>
      <p:sp>
        <p:nvSpPr>
          <p:cNvPr id="14" name="TextBox 14"/>
          <p:cNvSpPr txBox="1"/>
          <p:nvPr/>
        </p:nvSpPr>
        <p:spPr>
          <a:xfrm>
            <a:off x="1024128" y="2423160"/>
            <a:ext cx="5394960" cy="3474720"/>
          </a:xfrm>
          <a:prstGeom prst="rect">
            <a:avLst/>
          </a:prstGeom>
          <a:noFill/>
        </p:spPr>
        <p:txBody>
          <a:bodyPr wrap="square" lIns="91440" tIns="91440" rIns="91440" bIns="91440" rtlCol="0" anchor="t">
            <a:normAutofit/>
          </a:bodyPr>
          <a:lstStyle/>
          <a:p>
            <a:pPr marL="457200" lvl="0" indent="-457200">
              <a:spcAft>
                <a:spcPts val="600"/>
              </a:spcAft>
              <a:buFont typeface="+mj-lt"/>
              <a:buAutoNum type="arabicPeriod"/>
            </a:pPr>
            <a:r>
              <a:rPr lang="en-US" b="1" dirty="0"/>
              <a:t>On your own first (5 min): </a:t>
            </a:r>
            <a:r>
              <a:rPr lang="en-US" dirty="0"/>
              <a:t>list the sub-tasks needed to answer Q1 and Q2. </a:t>
            </a:r>
          </a:p>
          <a:p>
            <a:pPr marL="457200" lvl="0" indent="-457200">
              <a:spcAft>
                <a:spcPts val="600"/>
              </a:spcAft>
              <a:buFont typeface="+mj-lt"/>
              <a:buAutoNum type="arabicPeriod"/>
            </a:pPr>
            <a:r>
              <a:rPr lang="en-US" dirty="0"/>
              <a:t>For each sub-task, note its input and its output.</a:t>
            </a:r>
          </a:p>
          <a:p>
            <a:pPr marL="457200" lvl="0" indent="-457200">
              <a:spcAft>
                <a:spcPts val="600"/>
              </a:spcAft>
              <a:buFont typeface="+mj-lt"/>
              <a:buAutoNum type="arabicPeriod"/>
            </a:pPr>
            <a:r>
              <a:rPr lang="en-US" dirty="0"/>
              <a:t>Then ask Claude (prompt at right).</a:t>
            </a:r>
          </a:p>
          <a:p>
            <a:pPr marL="457200" lvl="0" indent="-457200">
              <a:spcAft>
                <a:spcPts val="600"/>
              </a:spcAft>
              <a:buFont typeface="+mj-lt"/>
              <a:buAutoNum type="arabicPeriod"/>
            </a:pPr>
            <a:r>
              <a:rPr lang="en-US" dirty="0"/>
              <a:t>Compare the lists. What did Claude miss? What did you miss?</a:t>
            </a:r>
          </a:p>
          <a:p>
            <a:pPr marL="457200" lvl="0" indent="-457200">
              <a:spcAft>
                <a:spcPts val="600"/>
              </a:spcAft>
              <a:buFont typeface="+mj-lt"/>
              <a:buAutoNum type="arabicPeriod"/>
            </a:pPr>
            <a:r>
              <a:rPr lang="en-US" dirty="0"/>
              <a:t>Share one difference with the group.</a:t>
            </a:r>
          </a:p>
        </p:txBody>
      </p:sp>
      <p:sp>
        <p:nvSpPr>
          <p:cNvPr id="15" name="TextBox 15"/>
          <p:cNvSpPr txBox="1"/>
          <p:nvPr/>
        </p:nvSpPr>
        <p:spPr>
          <a:xfrm>
            <a:off x="6629400" y="2468879"/>
            <a:ext cx="4526280" cy="3246120"/>
          </a:xfrm>
          <a:prstGeom prst="rect">
            <a:avLst/>
          </a:prstGeom>
          <a:solidFill>
            <a:srgbClr val="EEF3F6"/>
          </a:solidFill>
        </p:spPr>
        <p:txBody>
          <a:bodyPr wrap="square" lIns="137160" tIns="137160" rIns="137160" bIns="137160" rtlCol="0" anchor="t">
            <a:normAutofit/>
          </a:bodyPr>
          <a:lstStyle/>
          <a:p>
            <a:pPr marL="0" indent="0">
              <a:buNone/>
            </a:pPr>
            <a:r>
              <a:rPr lang="en-US" sz="1500" dirty="0">
                <a:solidFill>
                  <a:srgbClr val="1F2A30"/>
                </a:solidFill>
                <a:latin typeface="Courier New"/>
                <a:cs typeface="Courier New"/>
              </a:rPr>
              <a:t>I work in a clinical lab.</a:t>
            </a:r>
          </a:p>
          <a:p>
            <a:pPr marL="0" indent="0">
              <a:buNone/>
            </a:pPr>
            <a:r>
              <a:rPr lang="en-US" sz="1500" dirty="0">
                <a:solidFill>
                  <a:srgbClr val="1F2A30"/>
                </a:solidFill>
                <a:latin typeface="Courier New"/>
                <a:cs typeface="Courier New"/>
              </a:rPr>
              <a:t>I need to find out whether</a:t>
            </a:r>
          </a:p>
          <a:p>
            <a:pPr marL="0" indent="0">
              <a:buNone/>
            </a:pPr>
            <a:r>
              <a:rPr lang="en-US" sz="1500" dirty="0">
                <a:solidFill>
                  <a:srgbClr val="1F2A30"/>
                </a:solidFill>
                <a:latin typeface="Courier New"/>
                <a:cs typeface="Courier New"/>
              </a:rPr>
              <a:t>turnaround time differs by</a:t>
            </a:r>
          </a:p>
          <a:p>
            <a:pPr marL="0" indent="0">
              <a:buNone/>
            </a:pPr>
            <a:r>
              <a:rPr lang="en-US" sz="1500" dirty="0">
                <a:solidFill>
                  <a:srgbClr val="1F2A30"/>
                </a:solidFill>
                <a:latin typeface="Courier New"/>
                <a:cs typeface="Courier New"/>
              </a:rPr>
              <a:t>patient type, and whether we</a:t>
            </a:r>
          </a:p>
          <a:p>
            <a:pPr marL="0" indent="0">
              <a:buNone/>
            </a:pPr>
            <a:r>
              <a:rPr lang="en-US" sz="1500" dirty="0">
                <a:solidFill>
                  <a:srgbClr val="1F2A30"/>
                </a:solidFill>
                <a:latin typeface="Courier New"/>
                <a:cs typeface="Courier New"/>
              </a:rPr>
              <a:t>meet a 3-hour collect-to-verify</a:t>
            </a:r>
          </a:p>
          <a:p>
            <a:pPr marL="0" indent="0">
              <a:buNone/>
            </a:pPr>
            <a:r>
              <a:rPr lang="en-US" sz="1500" dirty="0">
                <a:solidFill>
                  <a:srgbClr val="1F2A30"/>
                </a:solidFill>
                <a:latin typeface="Courier New"/>
                <a:cs typeface="Courier New"/>
              </a:rPr>
              <a:t>goal. Break this problem into</a:t>
            </a:r>
          </a:p>
          <a:p>
            <a:pPr marL="0" indent="0">
              <a:buNone/>
            </a:pPr>
            <a:r>
              <a:rPr lang="en-US" sz="1500" dirty="0">
                <a:solidFill>
                  <a:srgbClr val="1F2A30"/>
                </a:solidFill>
                <a:latin typeface="Courier New"/>
                <a:cs typeface="Courier New"/>
              </a:rPr>
              <a:t>smaller sub-tasks. List the</a:t>
            </a:r>
          </a:p>
          <a:p>
            <a:pPr marL="0" indent="0">
              <a:buNone/>
            </a:pPr>
            <a:r>
              <a:rPr lang="en-US" sz="1500" dirty="0">
                <a:solidFill>
                  <a:srgbClr val="1F2A30"/>
                </a:solidFill>
                <a:latin typeface="Courier New"/>
                <a:cs typeface="Courier New"/>
              </a:rPr>
              <a:t>input and output of each.</a:t>
            </a:r>
          </a:p>
          <a:p>
            <a:pPr marL="0" indent="0">
              <a:buNone/>
            </a:pPr>
            <a:r>
              <a:rPr lang="en-US" sz="1500" dirty="0">
                <a:solidFill>
                  <a:srgbClr val="1F2A30"/>
                </a:solidFill>
                <a:latin typeface="Courier New"/>
                <a:cs typeface="Courier New"/>
              </a:rPr>
              <a:t>Do not write code.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normAutofit/>
          </a:bodyPr>
          <a:lstStyle/>
          <a:p>
            <a:r>
              <a:rPr lang="en-US" dirty="0"/>
              <a:t>Model sub-tasks</a:t>
            </a:r>
          </a:p>
        </p:txBody>
      </p:sp>
      <p:sp>
        <p:nvSpPr>
          <p:cNvPr id="12" name="TextBox 12"/>
          <p:cNvSpPr txBox="1"/>
          <p:nvPr/>
        </p:nvSpPr>
        <p:spPr>
          <a:xfrm>
            <a:off x="1024127" y="2103120"/>
            <a:ext cx="9720071" cy="3749039"/>
          </a:xfrm>
          <a:prstGeom prst="rect">
            <a:avLst/>
          </a:prstGeom>
          <a:noFill/>
        </p:spPr>
        <p:txBody>
          <a:bodyPr wrap="square" lIns="91440" tIns="91440" rIns="91440" bIns="91440" rtlCol="0" anchor="t">
            <a:normAutofit/>
          </a:bodyPr>
          <a:lstStyle/>
          <a:p>
            <a:pPr marL="457200" lvl="0" indent="-457200">
              <a:spcAft>
                <a:spcPts val="300"/>
              </a:spcAft>
              <a:buFont typeface="+mj-lt"/>
              <a:buAutoNum type="arabicPeriod"/>
            </a:pPr>
            <a:r>
              <a:rPr lang="en-US" sz="2400" dirty="0"/>
              <a:t>Define question and metrics: what is TAT, goal, inclusion/exclusion</a:t>
            </a:r>
          </a:p>
          <a:p>
            <a:pPr marL="457200" lvl="0" indent="-457200">
              <a:spcAft>
                <a:spcPts val="300"/>
              </a:spcAft>
              <a:buFont typeface="+mj-lt"/>
              <a:buAutoNum type="arabicPeriod"/>
            </a:pPr>
            <a:r>
              <a:rPr lang="en-US" sz="2400" dirty="0"/>
              <a:t>Identify and obtain data</a:t>
            </a:r>
          </a:p>
          <a:p>
            <a:pPr marL="457200" lvl="0" indent="-457200">
              <a:spcAft>
                <a:spcPts val="300"/>
              </a:spcAft>
              <a:buFont typeface="+mj-lt"/>
              <a:buAutoNum type="arabicPeriod"/>
            </a:pPr>
            <a:r>
              <a:rPr lang="en-US" sz="2400" dirty="0"/>
              <a:t>Assess data structure and quality: missing, absurd, duplicate, quirks, overall</a:t>
            </a:r>
          </a:p>
          <a:p>
            <a:pPr marL="457200" lvl="0" indent="-457200">
              <a:spcAft>
                <a:spcPts val="300"/>
              </a:spcAft>
              <a:buFont typeface="+mj-lt"/>
              <a:buAutoNum type="arabicPeriod"/>
            </a:pPr>
            <a:r>
              <a:rPr lang="en-US" sz="2400" dirty="0"/>
              <a:t>Clean and prepare the data: new fields, standardized, transformed</a:t>
            </a:r>
          </a:p>
          <a:p>
            <a:pPr marL="457200" lvl="0" indent="-457200">
              <a:spcAft>
                <a:spcPts val="300"/>
              </a:spcAft>
              <a:buFont typeface="+mj-lt"/>
              <a:buAutoNum type="arabicPeriod"/>
            </a:pPr>
            <a:r>
              <a:rPr lang="en-US" sz="2400" dirty="0"/>
              <a:t>Analyze data: stat summaries, stat differ tests, comparisons, plots</a:t>
            </a:r>
          </a:p>
          <a:p>
            <a:pPr marL="800100" lvl="1" indent="-342900">
              <a:spcAft>
                <a:spcPts val="300"/>
              </a:spcAft>
              <a:buAutoNum type="alphaLcPeriod"/>
            </a:pPr>
            <a:r>
              <a:rPr lang="en-US" sz="2400" dirty="0"/>
              <a:t>TAT: overall and by group and tests</a:t>
            </a:r>
          </a:p>
          <a:p>
            <a:pPr marL="800100" lvl="1" indent="-342900">
              <a:spcAft>
                <a:spcPts val="300"/>
              </a:spcAft>
              <a:buAutoNum type="alphaLcPeriod"/>
            </a:pPr>
            <a:r>
              <a:rPr lang="en-US" sz="2400" dirty="0"/>
              <a:t>3-h goal compliance</a:t>
            </a:r>
          </a:p>
          <a:p>
            <a:pPr marL="457200" lvl="0" indent="-457200">
              <a:spcAft>
                <a:spcPts val="300"/>
              </a:spcAft>
              <a:buFont typeface="+mj-lt"/>
              <a:buAutoNum type="arabicPeriod"/>
            </a:pPr>
            <a:r>
              <a:rPr lang="en-US" sz="2400" dirty="0"/>
              <a:t>Check that the results make sense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94809-B0D5-124C-B2EB-280312CB9B74}"/>
              </a:ext>
            </a:extLst>
          </p:cNvPr>
          <p:cNvSpPr>
            <a:spLocks noGrp="1"/>
          </p:cNvSpPr>
          <p:nvPr>
            <p:ph type="title"/>
          </p:nvPr>
        </p:nvSpPr>
        <p:spPr/>
        <p:txBody>
          <a:bodyPr/>
          <a:lstStyle/>
          <a:p>
            <a:r>
              <a:rPr lang="en-US" dirty="0"/>
              <a:t>How does this help us?</a:t>
            </a:r>
          </a:p>
        </p:txBody>
      </p:sp>
      <p:sp>
        <p:nvSpPr>
          <p:cNvPr id="3" name="Content Placeholder 2">
            <a:extLst>
              <a:ext uri="{FF2B5EF4-FFF2-40B4-BE49-F238E27FC236}">
                <a16:creationId xmlns:a16="http://schemas.microsoft.com/office/drawing/2014/main" id="{61F20066-EC7F-97DD-A6D8-F79279731F61}"/>
              </a:ext>
            </a:extLst>
          </p:cNvPr>
          <p:cNvSpPr>
            <a:spLocks noGrp="1"/>
          </p:cNvSpPr>
          <p:nvPr>
            <p:ph idx="1"/>
          </p:nvPr>
        </p:nvSpPr>
        <p:spPr/>
        <p:txBody>
          <a:bodyPr>
            <a:normAutofit fontScale="92500" lnSpcReduction="20000"/>
          </a:bodyPr>
          <a:lstStyle/>
          <a:p>
            <a:pPr marL="241300" indent="-241300"/>
            <a:r>
              <a:rPr lang="en-US" dirty="0"/>
              <a:t>Anticipate necessary components, required expertise, data access, tools</a:t>
            </a:r>
          </a:p>
          <a:p>
            <a:pPr marL="241300" indent="-241300"/>
            <a:r>
              <a:rPr lang="en-US" dirty="0"/>
              <a:t>Start to define user requirement and identify constraints and potential blockers</a:t>
            </a:r>
          </a:p>
          <a:p>
            <a:pPr marL="241300" indent="-241300"/>
            <a:r>
              <a:rPr lang="en-US" dirty="0"/>
              <a:t>Helps clarify the job and makes it more manageable</a:t>
            </a:r>
          </a:p>
          <a:p>
            <a:pPr marL="241300" indent="-241300"/>
            <a:endParaRPr lang="en-US" dirty="0"/>
          </a:p>
          <a:p>
            <a:pPr marL="241300" indent="-241300"/>
            <a:r>
              <a:rPr lang="en-US" b="1" dirty="0"/>
              <a:t>Computational examples: </a:t>
            </a:r>
            <a:r>
              <a:rPr lang="en-US" dirty="0"/>
              <a:t>writing code in chunks and splitting by task (reading data, graphing), distributed work of virtual machines, bioinformatic pipelines, prompt chaining</a:t>
            </a:r>
          </a:p>
          <a:p>
            <a:endParaRPr lang="en-US" dirty="0"/>
          </a:p>
        </p:txBody>
      </p:sp>
    </p:spTree>
    <p:extLst>
      <p:ext uri="{BB962C8B-B14F-4D97-AF65-F5344CB8AC3E}">
        <p14:creationId xmlns:p14="http://schemas.microsoft.com/office/powerpoint/2010/main" val="25611009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normAutofit/>
          </a:bodyPr>
          <a:lstStyle/>
          <a:p>
            <a:r>
              <a:rPr lang="en-US" dirty="0"/>
              <a:t>All at once vs step by step</a:t>
            </a:r>
          </a:p>
        </p:txBody>
      </p:sp>
      <p:sp>
        <p:nvSpPr>
          <p:cNvPr id="12" name="TextBox 12"/>
          <p:cNvSpPr txBox="1"/>
          <p:nvPr/>
        </p:nvSpPr>
        <p:spPr>
          <a:xfrm>
            <a:off x="1024128" y="2103120"/>
            <a:ext cx="4572000" cy="2743200"/>
          </a:xfrm>
          <a:prstGeom prst="rect">
            <a:avLst/>
          </a:prstGeom>
          <a:noFill/>
        </p:spPr>
        <p:txBody>
          <a:bodyPr wrap="square" lIns="182880" tIns="182880" rIns="182880" bIns="182880" rtlCol="0" anchor="t"/>
          <a:lstStyle/>
          <a:p>
            <a:pPr marL="0" indent="0">
              <a:spcAft>
                <a:spcPts val="900"/>
              </a:spcAft>
              <a:buNone/>
            </a:pPr>
            <a:r>
              <a:rPr lang="en-US" sz="2400" b="1" dirty="0"/>
              <a:t>All at once</a:t>
            </a:r>
          </a:p>
          <a:p>
            <a:pPr marL="285750" lvl="0" indent="-285750">
              <a:spcAft>
                <a:spcPts val="500"/>
              </a:spcAft>
              <a:buFont typeface="Arial"/>
              <a:buChar char="•"/>
            </a:pPr>
            <a:r>
              <a:rPr lang="en-US" sz="1800" dirty="0"/>
              <a:t>One prompt, one answer</a:t>
            </a:r>
          </a:p>
          <a:p>
            <a:pPr marL="285750" lvl="0" indent="-285750">
              <a:spcAft>
                <a:spcPts val="500"/>
              </a:spcAft>
              <a:buFont typeface="Arial"/>
              <a:buChar char="•"/>
            </a:pPr>
            <a:r>
              <a:rPr lang="en-US" sz="1800" b="1" dirty="0"/>
              <a:t>Good for: </a:t>
            </a:r>
            <a:r>
              <a:rPr lang="en-US" sz="1800" dirty="0"/>
              <a:t>small, familiar tasks</a:t>
            </a:r>
          </a:p>
          <a:p>
            <a:pPr marL="285750" lvl="0" indent="-285750">
              <a:spcAft>
                <a:spcPts val="0"/>
              </a:spcAft>
              <a:buFont typeface="Arial"/>
              <a:buChar char="•"/>
            </a:pPr>
            <a:r>
              <a:rPr lang="en-US" sz="1800" b="1" dirty="0"/>
              <a:t>Risk: </a:t>
            </a:r>
            <a:r>
              <a:rPr lang="en-US" sz="1800" dirty="0"/>
              <a:t>Claude fills every gap with its own assumptions</a:t>
            </a:r>
          </a:p>
        </p:txBody>
      </p:sp>
      <p:sp>
        <p:nvSpPr>
          <p:cNvPr id="13" name="TextBox 13"/>
          <p:cNvSpPr txBox="1"/>
          <p:nvPr/>
        </p:nvSpPr>
        <p:spPr>
          <a:xfrm>
            <a:off x="5943600" y="2103120"/>
            <a:ext cx="4937760" cy="2743200"/>
          </a:xfrm>
          <a:prstGeom prst="rect">
            <a:avLst/>
          </a:prstGeom>
          <a:solidFill>
            <a:srgbClr val="EEF3F6"/>
          </a:solidFill>
        </p:spPr>
        <p:txBody>
          <a:bodyPr wrap="square" lIns="182880" tIns="182880" rIns="182880" bIns="182880" rtlCol="0" anchor="t"/>
          <a:lstStyle/>
          <a:p>
            <a:pPr marL="0" indent="0">
              <a:spcAft>
                <a:spcPts val="900"/>
              </a:spcAft>
              <a:buNone/>
            </a:pPr>
            <a:r>
              <a:rPr lang="en-US" sz="2400" b="1" dirty="0"/>
              <a:t>Step by step</a:t>
            </a:r>
          </a:p>
          <a:p>
            <a:pPr marL="285750" lvl="0" indent="-285750">
              <a:spcAft>
                <a:spcPts val="500"/>
              </a:spcAft>
              <a:buFont typeface="Arial"/>
              <a:buChar char="•"/>
            </a:pPr>
            <a:r>
              <a:rPr lang="en-US" sz="1800" dirty="0"/>
              <a:t>Plan first, then one step at a time</a:t>
            </a:r>
          </a:p>
          <a:p>
            <a:pPr marL="285750" lvl="0" indent="-285750">
              <a:spcAft>
                <a:spcPts val="500"/>
              </a:spcAft>
              <a:buFont typeface="Arial"/>
              <a:buChar char="•"/>
            </a:pPr>
            <a:r>
              <a:rPr lang="en-US" sz="1800" b="1" dirty="0"/>
              <a:t>Good for: </a:t>
            </a:r>
            <a:r>
              <a:rPr lang="en-US" sz="1800" dirty="0"/>
              <a:t>several steps, or data the AI has not seen</a:t>
            </a:r>
          </a:p>
          <a:p>
            <a:pPr marL="285750" lvl="0" indent="-285750">
              <a:spcAft>
                <a:spcPts val="0"/>
              </a:spcAft>
              <a:buFont typeface="Arial"/>
              <a:buChar char="•"/>
            </a:pPr>
            <a:r>
              <a:rPr lang="en-US" sz="1800" b="1" dirty="0"/>
              <a:t>Cost: </a:t>
            </a:r>
            <a:r>
              <a:rPr lang="en-US" sz="1800" dirty="0"/>
              <a:t>more messages</a:t>
            </a:r>
          </a:p>
        </p:txBody>
      </p:sp>
      <p:sp>
        <p:nvSpPr>
          <p:cNvPr id="14" name="TextBox 14"/>
          <p:cNvSpPr txBox="1"/>
          <p:nvPr/>
        </p:nvSpPr>
        <p:spPr>
          <a:xfrm>
            <a:off x="1024128" y="5029200"/>
            <a:ext cx="9875520" cy="914400"/>
          </a:xfrm>
          <a:prstGeom prst="rect">
            <a:avLst/>
          </a:prstGeom>
          <a:noFill/>
        </p:spPr>
        <p:txBody>
          <a:bodyPr wrap="square" lIns="0" tIns="0" rIns="0" bIns="0" rtlCol="0" anchor="t"/>
          <a:lstStyle/>
          <a:p>
            <a:pPr marL="0" indent="0">
              <a:spcAft>
                <a:spcPts val="300"/>
              </a:spcAft>
              <a:buNone/>
            </a:pPr>
            <a:r>
              <a:rPr lang="en-US" sz="2000" b="1" dirty="0"/>
              <a:t>Go step by step to verify the approach and catch wrong assumptions.</a:t>
            </a:r>
          </a:p>
          <a:p>
            <a:pPr marL="0" indent="0">
              <a:spcAft>
                <a:spcPts val="0"/>
              </a:spcAft>
              <a:buNone/>
            </a:pPr>
            <a:r>
              <a:rPr lang="en-US" sz="1600" i="1" dirty="0"/>
              <a:t>This is decomposition applied to prompting. It is also called prompt chaining.</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normAutofit/>
          </a:bodyPr>
          <a:lstStyle/>
          <a:p>
            <a:r>
              <a:rPr lang="en-US" dirty="0"/>
              <a:t>Better prompting: </a:t>
            </a:r>
            <a:br>
              <a:rPr lang="en-US" dirty="0"/>
            </a:br>
            <a:r>
              <a:rPr lang="en-US" dirty="0"/>
              <a:t>plan first, then step by step</a:t>
            </a:r>
          </a:p>
        </p:txBody>
      </p:sp>
      <p:sp>
        <p:nvSpPr>
          <p:cNvPr id="12" name="TextBox 12"/>
          <p:cNvSpPr txBox="1"/>
          <p:nvPr/>
        </p:nvSpPr>
        <p:spPr>
          <a:xfrm>
            <a:off x="1024128" y="2103120"/>
            <a:ext cx="5760720" cy="3657600"/>
          </a:xfrm>
          <a:prstGeom prst="rect">
            <a:avLst/>
          </a:prstGeom>
          <a:noFill/>
        </p:spPr>
        <p:txBody>
          <a:bodyPr wrap="square" lIns="91440" tIns="91440" rIns="91440" bIns="91440" rtlCol="0" anchor="t"/>
          <a:lstStyle/>
          <a:p>
            <a:pPr marL="457200" lvl="0" indent="-457200">
              <a:spcAft>
                <a:spcPts val="900"/>
              </a:spcAft>
              <a:buFont typeface="+mj-lt"/>
              <a:buAutoNum type="arabicPeriod"/>
            </a:pPr>
            <a:r>
              <a:rPr lang="en-US" sz="1900" b="1" dirty="0"/>
              <a:t>Provide the prompt. Ask for the plan and the assumptions </a:t>
            </a:r>
            <a:r>
              <a:rPr lang="en-US" sz="1900" dirty="0"/>
              <a:t>before it answers. </a:t>
            </a:r>
          </a:p>
          <a:p>
            <a:pPr marL="457200" lvl="0" indent="-457200">
              <a:spcAft>
                <a:spcPts val="900"/>
              </a:spcAft>
              <a:buFont typeface="+mj-lt"/>
              <a:buAutoNum type="arabicPeriod"/>
            </a:pPr>
            <a:r>
              <a:rPr lang="en-US" sz="1900" b="1" dirty="0"/>
              <a:t>Check the output. </a:t>
            </a:r>
            <a:r>
              <a:rPr lang="en-US" sz="1900" dirty="0"/>
              <a:t>Is the approach right? Is anything assumed that isn't true? </a:t>
            </a:r>
          </a:p>
          <a:p>
            <a:pPr marL="457200" lvl="0" indent="-457200">
              <a:spcAft>
                <a:spcPts val="900"/>
              </a:spcAft>
              <a:buFont typeface="+mj-lt"/>
              <a:buAutoNum type="arabicPeriod"/>
            </a:pPr>
            <a:r>
              <a:rPr lang="en-US" sz="1900" b="1" dirty="0"/>
              <a:t>Correct </a:t>
            </a:r>
            <a:r>
              <a:rPr lang="en-US" sz="1900" dirty="0"/>
              <a:t>what's wrong.</a:t>
            </a:r>
          </a:p>
          <a:p>
            <a:pPr marL="457200" lvl="0" indent="-457200">
              <a:spcAft>
                <a:spcPts val="0"/>
              </a:spcAft>
              <a:buFont typeface="+mj-lt"/>
              <a:buAutoNum type="arabicPeriod"/>
            </a:pPr>
            <a:r>
              <a:rPr lang="en-US" sz="1900" b="1" dirty="0"/>
              <a:t>Proceed with the next step, one at a time. </a:t>
            </a:r>
            <a:r>
              <a:rPr lang="en-US" sz="1900" dirty="0"/>
              <a:t>Check each result against what you know before </a:t>
            </a:r>
            <a:r>
              <a:rPr lang="en-US" sz="1900" dirty="0" err="1"/>
              <a:t>proceeeding</a:t>
            </a:r>
            <a:r>
              <a:rPr lang="en-US" sz="1900" dirty="0"/>
              <a:t>.</a:t>
            </a:r>
          </a:p>
        </p:txBody>
      </p:sp>
      <p:sp>
        <p:nvSpPr>
          <p:cNvPr id="13" name="TextBox 13"/>
          <p:cNvSpPr txBox="1"/>
          <p:nvPr/>
        </p:nvSpPr>
        <p:spPr>
          <a:xfrm>
            <a:off x="7223760" y="2194560"/>
            <a:ext cx="3931920" cy="3108960"/>
          </a:xfrm>
          <a:prstGeom prst="rect">
            <a:avLst/>
          </a:prstGeom>
          <a:solidFill>
            <a:srgbClr val="EEF3F6"/>
          </a:solidFill>
        </p:spPr>
        <p:txBody>
          <a:bodyPr wrap="square" lIns="182880" tIns="182880" rIns="182880" bIns="182880" rtlCol="0" anchor="t"/>
          <a:lstStyle/>
          <a:p>
            <a:pPr marL="0" indent="0">
              <a:spcAft>
                <a:spcPts val="600"/>
              </a:spcAft>
              <a:buNone/>
            </a:pPr>
            <a:r>
              <a:rPr lang="en-US" sz="1700" b="1" dirty="0"/>
              <a:t>One sentence starts the process:</a:t>
            </a:r>
          </a:p>
          <a:p>
            <a:pPr marL="0" indent="0">
              <a:spcAft>
                <a:spcPts val="900"/>
              </a:spcAft>
              <a:buNone/>
            </a:pPr>
            <a:r>
              <a:rPr lang="en-US" sz="1800" i="1" dirty="0"/>
              <a:t>If anything essential is missing, ask me before answering.</a:t>
            </a:r>
          </a:p>
          <a:p>
            <a:pPr marL="0" indent="0">
              <a:spcAft>
                <a:spcPts val="0"/>
              </a:spcAft>
              <a:buNone/>
            </a:pPr>
            <a:r>
              <a:rPr lang="en-US" sz="1600" dirty="0"/>
              <a:t>You did step 1 in the decomposition exercise. You will use the whole process in the algorithm exercise.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DD99E-A39C-4777-8605-B96D1B6E49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6FCD4C-5A9A-92C4-C986-4E8DEC98FE13}"/>
              </a:ext>
            </a:extLst>
          </p:cNvPr>
          <p:cNvSpPr>
            <a:spLocks noGrp="1"/>
          </p:cNvSpPr>
          <p:nvPr>
            <p:ph type="title"/>
          </p:nvPr>
        </p:nvSpPr>
        <p:spPr/>
        <p:txBody>
          <a:bodyPr/>
          <a:lstStyle/>
          <a:p>
            <a:r>
              <a:rPr lang="en-US" dirty="0"/>
              <a:t>computational thinking skills</a:t>
            </a:r>
          </a:p>
        </p:txBody>
      </p:sp>
      <p:graphicFrame>
        <p:nvGraphicFramePr>
          <p:cNvPr id="6" name="Diagram 5">
            <a:extLst>
              <a:ext uri="{FF2B5EF4-FFF2-40B4-BE49-F238E27FC236}">
                <a16:creationId xmlns:a16="http://schemas.microsoft.com/office/drawing/2014/main" id="{F44DB6B2-B82F-12D9-EBDE-4AEBDBA21F72}"/>
              </a:ext>
            </a:extLst>
          </p:cNvPr>
          <p:cNvGraphicFramePr/>
          <p:nvPr/>
        </p:nvGraphicFramePr>
        <p:xfrm>
          <a:off x="2815771" y="2002391"/>
          <a:ext cx="6342743" cy="42284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Rectangle 2">
            <a:extLst>
              <a:ext uri="{FF2B5EF4-FFF2-40B4-BE49-F238E27FC236}">
                <a16:creationId xmlns:a16="http://schemas.microsoft.com/office/drawing/2014/main" id="{1A71869A-0317-F12E-A7ED-43E183BE565F}"/>
              </a:ext>
            </a:extLst>
          </p:cNvPr>
          <p:cNvSpPr/>
          <p:nvPr/>
        </p:nvSpPr>
        <p:spPr>
          <a:xfrm>
            <a:off x="2718148" y="1853852"/>
            <a:ext cx="6538586" cy="1003648"/>
          </a:xfrm>
          <a:prstGeom prst="rect">
            <a:avLst/>
          </a:prstGeom>
          <a:solidFill>
            <a:schemeClr val="bg1">
              <a:alpha val="70329"/>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CEC92E36-F97B-DF73-BB86-F2DA0DF76431}"/>
              </a:ext>
            </a:extLst>
          </p:cNvPr>
          <p:cNvSpPr/>
          <p:nvPr/>
        </p:nvSpPr>
        <p:spPr>
          <a:xfrm>
            <a:off x="2718148" y="3641272"/>
            <a:ext cx="6538586" cy="2615184"/>
          </a:xfrm>
          <a:prstGeom prst="rect">
            <a:avLst/>
          </a:prstGeom>
          <a:solidFill>
            <a:schemeClr val="bg1">
              <a:alpha val="70329"/>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471063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68378-300E-D915-415B-B8C4DA83E060}"/>
              </a:ext>
            </a:extLst>
          </p:cNvPr>
          <p:cNvSpPr>
            <a:spLocks noGrp="1"/>
          </p:cNvSpPr>
          <p:nvPr>
            <p:ph type="title"/>
          </p:nvPr>
        </p:nvSpPr>
        <p:spPr/>
        <p:txBody>
          <a:bodyPr/>
          <a:lstStyle/>
          <a:p>
            <a:r>
              <a:rPr lang="en-US" dirty="0"/>
              <a:t>Pattern recognition</a:t>
            </a:r>
          </a:p>
        </p:txBody>
      </p:sp>
      <p:sp>
        <p:nvSpPr>
          <p:cNvPr id="3" name="Content Placeholder 2">
            <a:extLst>
              <a:ext uri="{FF2B5EF4-FFF2-40B4-BE49-F238E27FC236}">
                <a16:creationId xmlns:a16="http://schemas.microsoft.com/office/drawing/2014/main" id="{F9FD8879-E39D-B8B4-C0A0-DAD329F5D0CC}"/>
              </a:ext>
            </a:extLst>
          </p:cNvPr>
          <p:cNvSpPr>
            <a:spLocks noGrp="1"/>
          </p:cNvSpPr>
          <p:nvPr>
            <p:ph idx="1"/>
          </p:nvPr>
        </p:nvSpPr>
        <p:spPr/>
        <p:txBody>
          <a:bodyPr>
            <a:normAutofit/>
          </a:bodyPr>
          <a:lstStyle/>
          <a:p>
            <a:pPr marL="0" indent="0">
              <a:buNone/>
            </a:pPr>
            <a:r>
              <a:rPr lang="en-US" dirty="0"/>
              <a:t>Identify recurring patterns or trends within a problem to help formulate solutions</a:t>
            </a:r>
          </a:p>
          <a:p>
            <a:pPr marL="0" indent="0">
              <a:buNone/>
            </a:pPr>
            <a:endParaRPr lang="en-US" dirty="0"/>
          </a:p>
          <a:p>
            <a:pPr marL="514350" indent="-514350">
              <a:buAutoNum type="arabicPeriod"/>
            </a:pPr>
            <a:r>
              <a:rPr lang="en-US" dirty="0"/>
              <a:t>Look for common characteristics, motifs, and trends</a:t>
            </a:r>
          </a:p>
          <a:p>
            <a:pPr marL="514350" indent="-514350">
              <a:buAutoNum type="arabicPeriod"/>
            </a:pPr>
            <a:r>
              <a:rPr lang="en-US" dirty="0"/>
              <a:t>Use pattern to identify solution</a:t>
            </a:r>
          </a:p>
          <a:p>
            <a:pPr marL="514350" indent="-514350">
              <a:buAutoNum type="arabicPeriod"/>
            </a:pPr>
            <a:r>
              <a:rPr lang="en-US" dirty="0"/>
              <a:t>Generalize solution across pattern in sub-tasks but also in other problems</a:t>
            </a:r>
          </a:p>
        </p:txBody>
      </p:sp>
      <p:grpSp>
        <p:nvGrpSpPr>
          <p:cNvPr id="4" name="Group 3">
            <a:extLst>
              <a:ext uri="{FF2B5EF4-FFF2-40B4-BE49-F238E27FC236}">
                <a16:creationId xmlns:a16="http://schemas.microsoft.com/office/drawing/2014/main" id="{36A71F02-4560-480F-B0A1-58FAA9DA02AD}"/>
              </a:ext>
            </a:extLst>
          </p:cNvPr>
          <p:cNvGrpSpPr/>
          <p:nvPr/>
        </p:nvGrpSpPr>
        <p:grpSpPr>
          <a:xfrm>
            <a:off x="876300" y="886261"/>
            <a:ext cx="6342743" cy="782519"/>
            <a:chOff x="0" y="860771"/>
            <a:chExt cx="6342743" cy="782519"/>
          </a:xfrm>
        </p:grpSpPr>
        <p:sp>
          <p:nvSpPr>
            <p:cNvPr id="6" name="Rounded Rectangle 5">
              <a:extLst>
                <a:ext uri="{FF2B5EF4-FFF2-40B4-BE49-F238E27FC236}">
                  <a16:creationId xmlns:a16="http://schemas.microsoft.com/office/drawing/2014/main" id="{3DC3338E-9E05-7535-6DC7-7FC0581331E9}"/>
                </a:ext>
              </a:extLst>
            </p:cNvPr>
            <p:cNvSpPr/>
            <p:nvPr/>
          </p:nvSpPr>
          <p:spPr>
            <a:xfrm>
              <a:off x="0" y="860771"/>
              <a:ext cx="6342743" cy="782519"/>
            </a:xfrm>
            <a:prstGeom prst="roundRect">
              <a:avLst>
                <a:gd name="adj" fmla="val 10000"/>
              </a:avLst>
            </a:prstGeom>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a:lstStyle/>
            <a:p>
              <a:endParaRPr lang="en-US"/>
            </a:p>
          </p:txBody>
        </p:sp>
        <p:sp>
          <p:nvSpPr>
            <p:cNvPr id="7" name="Rounded Rectangle 4">
              <a:extLst>
                <a:ext uri="{FF2B5EF4-FFF2-40B4-BE49-F238E27FC236}">
                  <a16:creationId xmlns:a16="http://schemas.microsoft.com/office/drawing/2014/main" id="{C6259C79-C5C8-63BB-E779-66E6CA6DE447}"/>
                </a:ext>
              </a:extLst>
            </p:cNvPr>
            <p:cNvSpPr txBox="1"/>
            <p:nvPr/>
          </p:nvSpPr>
          <p:spPr>
            <a:xfrm>
              <a:off x="1346800" y="860771"/>
              <a:ext cx="4995942" cy="7825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Pattern recognition</a:t>
              </a:r>
            </a:p>
          </p:txBody>
        </p:sp>
      </p:grpSp>
      <p:sp>
        <p:nvSpPr>
          <p:cNvPr id="5" name="Rounded Rectangle 4" descr="Bar graph with upward trend with solid fill">
            <a:extLst>
              <a:ext uri="{FF2B5EF4-FFF2-40B4-BE49-F238E27FC236}">
                <a16:creationId xmlns:a16="http://schemas.microsoft.com/office/drawing/2014/main" id="{14A27668-9609-3163-1640-957BD9A2FF45}"/>
              </a:ext>
            </a:extLst>
          </p:cNvPr>
          <p:cNvSpPr/>
          <p:nvPr/>
        </p:nvSpPr>
        <p:spPr>
          <a:xfrm>
            <a:off x="954551" y="964513"/>
            <a:ext cx="1268548" cy="626015"/>
          </a:xfrm>
          <a:prstGeom prst="roundRect">
            <a:avLst>
              <a:gd name="adj" fmla="val 10000"/>
            </a:avLst>
          </a:prstGeom>
          <a:blipFill>
            <a:blip>
              <a:extLst>
                <a:ext uri="{96DAC541-7B7A-43D3-8B79-37D633B846F1}">
                  <asvg:svgBlip xmlns:asvg="http://schemas.microsoft.com/office/drawing/2016/SVG/main" r:embed="rId3"/>
                </a:ext>
              </a:extLst>
            </a:blip>
            <a:srcRect/>
            <a:stretch>
              <a:fillRect t="-31000" b="-31000"/>
            </a:stretch>
          </a:blipFill>
        </p:spPr>
        <p:style>
          <a:lnRef idx="2">
            <a:schemeClr val="lt1">
              <a:hueOff val="0"/>
              <a:satOff val="0"/>
              <a:lumOff val="0"/>
              <a:alphaOff val="0"/>
            </a:schemeClr>
          </a:lnRef>
          <a:fillRef idx="1">
            <a:scrgbClr r="0" g="0" b="0"/>
          </a:fillRef>
          <a:effectRef idx="0">
            <a:schemeClr val="accent3">
              <a:tint val="50000"/>
              <a:hueOff val="0"/>
              <a:satOff val="0"/>
              <a:lumOff val="0"/>
              <a:alphaOff val="0"/>
            </a:schemeClr>
          </a:effectRef>
          <a:fontRef idx="minor">
            <a:schemeClr val="lt1">
              <a:hueOff val="0"/>
              <a:satOff val="0"/>
              <a:lumOff val="0"/>
              <a:alphaOff val="0"/>
            </a:schemeClr>
          </a:fontRef>
        </p:style>
        <p:txBody>
          <a:bodyPr/>
          <a:lstStyle/>
          <a:p>
            <a:endParaRPr lang="en-US"/>
          </a:p>
        </p:txBody>
      </p:sp>
    </p:spTree>
    <p:extLst>
      <p:ext uri="{BB962C8B-B14F-4D97-AF65-F5344CB8AC3E}">
        <p14:creationId xmlns:p14="http://schemas.microsoft.com/office/powerpoint/2010/main" val="25071833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0563D26-9CD2-150B-6F40-DEFC79EDDEF0}"/>
              </a:ext>
            </a:extLst>
          </p:cNvPr>
          <p:cNvSpPr>
            <a:spLocks noGrp="1"/>
          </p:cNvSpPr>
          <p:nvPr>
            <p:ph type="title"/>
          </p:nvPr>
        </p:nvSpPr>
        <p:spPr/>
        <p:txBody>
          <a:bodyPr/>
          <a:lstStyle/>
          <a:p>
            <a:r>
              <a:rPr lang="en-US" dirty="0"/>
              <a:t>Recognizing patterns in sub-tasks</a:t>
            </a:r>
          </a:p>
        </p:txBody>
      </p:sp>
      <p:sp>
        <p:nvSpPr>
          <p:cNvPr id="8" name="Content Placeholder 7">
            <a:extLst>
              <a:ext uri="{FF2B5EF4-FFF2-40B4-BE49-F238E27FC236}">
                <a16:creationId xmlns:a16="http://schemas.microsoft.com/office/drawing/2014/main" id="{DEF0FEE9-D047-2CE3-48AF-FA15661521CE}"/>
              </a:ext>
            </a:extLst>
          </p:cNvPr>
          <p:cNvSpPr>
            <a:spLocks noGrp="1"/>
          </p:cNvSpPr>
          <p:nvPr>
            <p:ph idx="1"/>
          </p:nvPr>
        </p:nvSpPr>
        <p:spPr/>
        <p:txBody>
          <a:bodyPr/>
          <a:lstStyle/>
          <a:p>
            <a:pPr marL="241300" indent="-241300"/>
            <a:r>
              <a:rPr lang="en-US" dirty="0"/>
              <a:t>We’ll need to gather ingredients, for each ingredient this involves:</a:t>
            </a:r>
          </a:p>
          <a:p>
            <a:pPr marL="424180" lvl="2" indent="-241300"/>
            <a:r>
              <a:rPr lang="en-US" sz="2800" dirty="0"/>
              <a:t>Identifying (naming) the ingredient</a:t>
            </a:r>
          </a:p>
          <a:p>
            <a:pPr marL="424180" lvl="2" indent="-241300"/>
            <a:r>
              <a:rPr lang="en-US" sz="2800" dirty="0"/>
              <a:t>Specifying the amount needed</a:t>
            </a:r>
          </a:p>
          <a:p>
            <a:pPr marL="424180" lvl="2" indent="-241300"/>
            <a:r>
              <a:rPr lang="en-US" sz="2800" dirty="0"/>
              <a:t>Measuring the amount needed</a:t>
            </a:r>
          </a:p>
          <a:p>
            <a:pPr marL="241300" lvl="1" indent="-241300"/>
            <a:endParaRPr lang="en-US" dirty="0"/>
          </a:p>
          <a:p>
            <a:pPr marL="241300" indent="-241300"/>
            <a:r>
              <a:rPr lang="en-US" dirty="0"/>
              <a:t>We can then apply this method to each ingredient</a:t>
            </a:r>
          </a:p>
        </p:txBody>
      </p:sp>
      <p:pic>
        <p:nvPicPr>
          <p:cNvPr id="2" name="Picture 1">
            <a:extLst>
              <a:ext uri="{FF2B5EF4-FFF2-40B4-BE49-F238E27FC236}">
                <a16:creationId xmlns:a16="http://schemas.microsoft.com/office/drawing/2014/main" id="{13C8DA74-B1E0-032F-A7FB-2983E8CAC537}"/>
              </a:ext>
            </a:extLst>
          </p:cNvPr>
          <p:cNvPicPr>
            <a:picLocks noChangeAspect="1"/>
          </p:cNvPicPr>
          <p:nvPr/>
        </p:nvPicPr>
        <p:blipFill>
          <a:blip r:embed="rId2"/>
          <a:stretch>
            <a:fillRect/>
          </a:stretch>
        </p:blipFill>
        <p:spPr>
          <a:xfrm>
            <a:off x="10363200" y="0"/>
            <a:ext cx="1828800" cy="1849256"/>
          </a:xfrm>
          <a:prstGeom prst="rect">
            <a:avLst/>
          </a:prstGeom>
        </p:spPr>
      </p:pic>
    </p:spTree>
    <p:extLst>
      <p:ext uri="{BB962C8B-B14F-4D97-AF65-F5344CB8AC3E}">
        <p14:creationId xmlns:p14="http://schemas.microsoft.com/office/powerpoint/2010/main" val="36597658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64C986-4499-B4F7-4D5D-F5C290F826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9FC23B-EEA6-3CC8-02E3-DDE125EA2B72}"/>
              </a:ext>
            </a:extLst>
          </p:cNvPr>
          <p:cNvSpPr>
            <a:spLocks noGrp="1"/>
          </p:cNvSpPr>
          <p:nvPr>
            <p:ph type="title"/>
          </p:nvPr>
        </p:nvSpPr>
        <p:spPr/>
        <p:txBody>
          <a:bodyPr/>
          <a:lstStyle/>
          <a:p>
            <a:r>
              <a:rPr lang="en-US" dirty="0"/>
              <a:t>Recognizing patterns across problems</a:t>
            </a:r>
          </a:p>
        </p:txBody>
      </p:sp>
      <p:sp>
        <p:nvSpPr>
          <p:cNvPr id="5" name="Content Placeholder 4">
            <a:extLst>
              <a:ext uri="{FF2B5EF4-FFF2-40B4-BE49-F238E27FC236}">
                <a16:creationId xmlns:a16="http://schemas.microsoft.com/office/drawing/2014/main" id="{B365F16B-7B5B-9F3A-C966-F68AFAD91643}"/>
              </a:ext>
            </a:extLst>
          </p:cNvPr>
          <p:cNvSpPr>
            <a:spLocks noGrp="1"/>
          </p:cNvSpPr>
          <p:nvPr>
            <p:ph sz="half" idx="2"/>
          </p:nvPr>
        </p:nvSpPr>
        <p:spPr/>
        <p:txBody>
          <a:bodyPr>
            <a:normAutofit/>
          </a:bodyPr>
          <a:lstStyle/>
          <a:p>
            <a:pPr marL="241300" indent="-241300"/>
            <a:endParaRPr lang="en-US" dirty="0"/>
          </a:p>
          <a:p>
            <a:pPr marL="241300" indent="-241300"/>
            <a:endParaRPr lang="en-US" dirty="0"/>
          </a:p>
          <a:p>
            <a:endParaRPr lang="en-US" dirty="0"/>
          </a:p>
        </p:txBody>
      </p:sp>
      <p:graphicFrame>
        <p:nvGraphicFramePr>
          <p:cNvPr id="3" name="Content Placeholder 2">
            <a:extLst>
              <a:ext uri="{FF2B5EF4-FFF2-40B4-BE49-F238E27FC236}">
                <a16:creationId xmlns:a16="http://schemas.microsoft.com/office/drawing/2014/main" id="{C5DB123C-58E2-9EB5-F848-84209C998D3F}"/>
              </a:ext>
            </a:extLst>
          </p:cNvPr>
          <p:cNvGraphicFramePr>
            <a:graphicFrameLocks noGrp="1"/>
          </p:cNvGraphicFramePr>
          <p:nvPr>
            <p:ph sz="quarter" idx="4"/>
            <p:extLst>
              <p:ext uri="{D42A27DB-BD31-4B8C-83A1-F6EECF244321}">
                <p14:modId xmlns:p14="http://schemas.microsoft.com/office/powerpoint/2010/main" val="670021680"/>
              </p:ext>
            </p:extLst>
          </p:nvPr>
        </p:nvGraphicFramePr>
        <p:xfrm>
          <a:off x="815340" y="2809774"/>
          <a:ext cx="10561320" cy="3657600"/>
        </p:xfrm>
        <a:graphic>
          <a:graphicData uri="http://schemas.openxmlformats.org/drawingml/2006/table">
            <a:tbl>
              <a:tblPr firstRow="1" bandRow="1">
                <a:tableStyleId>{2D5ABB26-0587-4C30-8999-92F81FD0307C}</a:tableStyleId>
              </a:tblPr>
              <a:tblGrid>
                <a:gridCol w="5638800">
                  <a:extLst>
                    <a:ext uri="{9D8B030D-6E8A-4147-A177-3AD203B41FA5}">
                      <a16:colId xmlns:a16="http://schemas.microsoft.com/office/drawing/2014/main" val="4262801093"/>
                    </a:ext>
                  </a:extLst>
                </a:gridCol>
                <a:gridCol w="457200">
                  <a:extLst>
                    <a:ext uri="{9D8B030D-6E8A-4147-A177-3AD203B41FA5}">
                      <a16:colId xmlns:a16="http://schemas.microsoft.com/office/drawing/2014/main" val="662881655"/>
                    </a:ext>
                  </a:extLst>
                </a:gridCol>
                <a:gridCol w="4465320">
                  <a:extLst>
                    <a:ext uri="{9D8B030D-6E8A-4147-A177-3AD203B41FA5}">
                      <a16:colId xmlns:a16="http://schemas.microsoft.com/office/drawing/2014/main" val="197863130"/>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0" dirty="0">
                          <a:solidFill>
                            <a:srgbClr val="FF0000"/>
                          </a:solidFill>
                        </a:rPr>
                        <a:t>Select the recipe and flavor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solidFill>
                            <a:srgbClr val="FF0000"/>
                          </a:solidFill>
                        </a:rPr>
                        <a:t>Select and prepare the pan</a:t>
                      </a:r>
                    </a:p>
                  </a:txBody>
                  <a:tcPr/>
                </a:tc>
                <a:extLst>
                  <a:ext uri="{0D108BD9-81ED-4DB2-BD59-A6C34878D82A}">
                    <a16:rowId xmlns:a16="http://schemas.microsoft.com/office/drawing/2014/main" val="395925325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solidFill>
                            <a:srgbClr val="FF0000"/>
                          </a:solidFill>
                        </a:rPr>
                        <a:t>Gather ingredients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dirty="0">
                        <a:highlight>
                          <a:srgbClr val="FFFF00"/>
                        </a:highlight>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solidFill>
                            <a:schemeClr val="tx1"/>
                          </a:solidFill>
                        </a:rPr>
                        <a:t>Pour the batter</a:t>
                      </a:r>
                    </a:p>
                  </a:txBody>
                  <a:tcPr/>
                </a:tc>
                <a:extLst>
                  <a:ext uri="{0D108BD9-81ED-4DB2-BD59-A6C34878D82A}">
                    <a16:rowId xmlns:a16="http://schemas.microsoft.com/office/drawing/2014/main" val="348094154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solidFill>
                            <a:schemeClr val="tx1"/>
                          </a:solidFill>
                        </a:rPr>
                        <a:t>Collect kitchen supplies, tools, and equipment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dirty="0">
                        <a:highlight>
                          <a:srgbClr val="FFFF00"/>
                        </a:highlight>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solidFill>
                            <a:srgbClr val="FF0000"/>
                          </a:solidFill>
                        </a:rPr>
                        <a:t>Bake for required time</a:t>
                      </a:r>
                    </a:p>
                  </a:txBody>
                  <a:tcPr/>
                </a:tc>
                <a:extLst>
                  <a:ext uri="{0D108BD9-81ED-4DB2-BD59-A6C34878D82A}">
                    <a16:rowId xmlns:a16="http://schemas.microsoft.com/office/drawing/2014/main" val="189574541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solidFill>
                            <a:srgbClr val="FF0000"/>
                          </a:solidFill>
                        </a:rPr>
                        <a:t>Preheat the oven to required temp</a:t>
                      </a:r>
                    </a:p>
                  </a:txBody>
                  <a:tcPr>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Check for doneness</a:t>
                      </a:r>
                    </a:p>
                  </a:txBody>
                  <a:tcPr/>
                </a:tc>
                <a:extLst>
                  <a:ext uri="{0D108BD9-81ED-4DB2-BD59-A6C34878D82A}">
                    <a16:rowId xmlns:a16="http://schemas.microsoft.com/office/drawing/2014/main" val="18621722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Prepare dry ingredients</a:t>
                      </a:r>
                    </a:p>
                  </a:txBody>
                  <a:tcPr>
                    <a:lnT w="12700" cap="flat" cmpd="sng" algn="ctr">
                      <a:solidFill>
                        <a:schemeClr val="tx1"/>
                      </a:solidFill>
                      <a:prstDash val="solid"/>
                      <a:round/>
                      <a:headEnd type="none" w="med" len="med"/>
                      <a:tailEnd type="none" w="med" len="med"/>
                    </a:lnT>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dirty="0"/>
                    </a:p>
                  </a:txBody>
                  <a:tcPr>
                    <a:lnB w="12700" cap="flat" cmpd="sng" algn="ctr">
                      <a:no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When done remove pan from oven</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3615041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Prepare wet ingredients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dirty="0"/>
                    </a:p>
                  </a:txBody>
                  <a:tcPr>
                    <a:lnT w="12700" cap="flat" cmpd="sng" algn="ctr">
                      <a:noFill/>
                      <a:prstDash val="solid"/>
                      <a:round/>
                      <a:headEnd type="none" w="med" len="med"/>
                      <a:tailEnd type="none" w="med" len="med"/>
                    </a:lnT>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Remove items from pan</a:t>
                      </a:r>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6846697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Combine wet and dry ingredients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Cool items</a:t>
                      </a:r>
                    </a:p>
                  </a:txBody>
                  <a:tcPr/>
                </a:tc>
                <a:extLst>
                  <a:ext uri="{0D108BD9-81ED-4DB2-BD59-A6C34878D82A}">
                    <a16:rowId xmlns:a16="http://schemas.microsoft.com/office/drawing/2014/main" val="4227449694"/>
                  </a:ext>
                </a:extLst>
              </a:tr>
              <a:tr h="370840">
                <a:tc>
                  <a:txBody>
                    <a:bodyPr/>
                    <a:lstStyle/>
                    <a:p>
                      <a:endParaRPr lang="en-US" sz="2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solidFill>
                            <a:srgbClr val="FF0000"/>
                          </a:solidFill>
                        </a:rPr>
                        <a:t>Decorate items</a:t>
                      </a:r>
                    </a:p>
                  </a:txBody>
                  <a:tcPr/>
                </a:tc>
                <a:extLst>
                  <a:ext uri="{0D108BD9-81ED-4DB2-BD59-A6C34878D82A}">
                    <a16:rowId xmlns:a16="http://schemas.microsoft.com/office/drawing/2014/main" val="1437854126"/>
                  </a:ext>
                </a:extLst>
              </a:tr>
            </a:tbl>
          </a:graphicData>
        </a:graphic>
      </p:graphicFrame>
      <p:sp>
        <p:nvSpPr>
          <p:cNvPr id="12" name="TextBox 11">
            <a:extLst>
              <a:ext uri="{FF2B5EF4-FFF2-40B4-BE49-F238E27FC236}">
                <a16:creationId xmlns:a16="http://schemas.microsoft.com/office/drawing/2014/main" id="{52905A28-7C61-F9D6-E469-0D36FF765500}"/>
              </a:ext>
            </a:extLst>
          </p:cNvPr>
          <p:cNvSpPr txBox="1"/>
          <p:nvPr/>
        </p:nvSpPr>
        <p:spPr>
          <a:xfrm>
            <a:off x="876300" y="1946717"/>
            <a:ext cx="7466403" cy="646331"/>
          </a:xfrm>
          <a:prstGeom prst="rect">
            <a:avLst/>
          </a:prstGeom>
          <a:noFill/>
        </p:spPr>
        <p:txBody>
          <a:bodyPr wrap="none" rtlCol="0">
            <a:spAutoFit/>
          </a:bodyPr>
          <a:lstStyle/>
          <a:p>
            <a:r>
              <a:rPr lang="en-US" sz="3600" b="1" dirty="0">
                <a:solidFill>
                  <a:schemeClr val="accent1"/>
                </a:solidFill>
              </a:rPr>
              <a:t>Baking a cake vs cupcakes vs muffins</a:t>
            </a:r>
          </a:p>
        </p:txBody>
      </p:sp>
      <p:pic>
        <p:nvPicPr>
          <p:cNvPr id="13" name="Picture 12">
            <a:extLst>
              <a:ext uri="{FF2B5EF4-FFF2-40B4-BE49-F238E27FC236}">
                <a16:creationId xmlns:a16="http://schemas.microsoft.com/office/drawing/2014/main" id="{6C29AA70-43AD-768B-4D37-E6F52C8AAB7C}"/>
              </a:ext>
            </a:extLst>
          </p:cNvPr>
          <p:cNvPicPr>
            <a:picLocks noChangeAspect="1"/>
          </p:cNvPicPr>
          <p:nvPr/>
        </p:nvPicPr>
        <p:blipFill>
          <a:blip r:embed="rId3"/>
          <a:stretch>
            <a:fillRect/>
          </a:stretch>
        </p:blipFill>
        <p:spPr>
          <a:xfrm>
            <a:off x="10363200" y="0"/>
            <a:ext cx="1828800" cy="1849256"/>
          </a:xfrm>
          <a:prstGeom prst="rect">
            <a:avLst/>
          </a:prstGeom>
        </p:spPr>
      </p:pic>
    </p:spTree>
    <p:extLst>
      <p:ext uri="{BB962C8B-B14F-4D97-AF65-F5344CB8AC3E}">
        <p14:creationId xmlns:p14="http://schemas.microsoft.com/office/powerpoint/2010/main" val="14735338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09389-8B76-794E-80BC-4D91FF75E2C4}"/>
              </a:ext>
            </a:extLst>
          </p:cNvPr>
          <p:cNvSpPr>
            <a:spLocks noGrp="1"/>
          </p:cNvSpPr>
          <p:nvPr>
            <p:ph type="title"/>
          </p:nvPr>
        </p:nvSpPr>
        <p:spPr/>
        <p:txBody>
          <a:bodyPr/>
          <a:lstStyle/>
          <a:p>
            <a:r>
              <a:rPr lang="en-US" dirty="0"/>
              <a:t>What is a loop?</a:t>
            </a:r>
          </a:p>
        </p:txBody>
      </p:sp>
      <p:sp>
        <p:nvSpPr>
          <p:cNvPr id="3" name="Content Placeholder 2">
            <a:extLst>
              <a:ext uri="{FF2B5EF4-FFF2-40B4-BE49-F238E27FC236}">
                <a16:creationId xmlns:a16="http://schemas.microsoft.com/office/drawing/2014/main" id="{90AD906D-33C3-C78B-3F59-F87BD6EB5FC5}"/>
              </a:ext>
            </a:extLst>
          </p:cNvPr>
          <p:cNvSpPr>
            <a:spLocks noGrp="1"/>
          </p:cNvSpPr>
          <p:nvPr>
            <p:ph idx="1"/>
          </p:nvPr>
        </p:nvSpPr>
        <p:spPr/>
        <p:txBody>
          <a:bodyPr/>
          <a:lstStyle/>
          <a:p>
            <a:pPr marL="296863" indent="-296863"/>
            <a:r>
              <a:rPr lang="en-US" dirty="0"/>
              <a:t>Coding process that executes a specific instruction (block of code) repeatedly until a condition is met</a:t>
            </a:r>
          </a:p>
          <a:p>
            <a:pPr marL="296863" indent="-296863"/>
            <a:r>
              <a:rPr lang="en-US" dirty="0"/>
              <a:t>Common conditions describe the type of loop:</a:t>
            </a:r>
          </a:p>
          <a:p>
            <a:pPr marL="525463" lvl="2" indent="-214313"/>
            <a:r>
              <a:rPr lang="en-US" dirty="0"/>
              <a:t>For loop: repeat a specified number of times</a:t>
            </a:r>
          </a:p>
          <a:p>
            <a:pPr marL="525463" lvl="2" indent="-214313"/>
            <a:r>
              <a:rPr lang="en-US" dirty="0"/>
              <a:t>For each loop: Iterate over specified items without knowing index</a:t>
            </a:r>
          </a:p>
          <a:p>
            <a:pPr marL="525463" lvl="2" indent="-214313"/>
            <a:r>
              <a:rPr lang="en-US" dirty="0"/>
              <a:t>While loop: continue if a condition is true</a:t>
            </a:r>
          </a:p>
        </p:txBody>
      </p:sp>
    </p:spTree>
    <p:extLst>
      <p:ext uri="{BB962C8B-B14F-4D97-AF65-F5344CB8AC3E}">
        <p14:creationId xmlns:p14="http://schemas.microsoft.com/office/powerpoint/2010/main" val="8247018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D816E61-AA2B-786B-C3CB-1537791626F3}"/>
              </a:ext>
            </a:extLst>
          </p:cNvPr>
          <p:cNvSpPr>
            <a:spLocks noGrp="1"/>
          </p:cNvSpPr>
          <p:nvPr>
            <p:ph type="title"/>
          </p:nvPr>
        </p:nvSpPr>
        <p:spPr/>
        <p:txBody>
          <a:bodyPr/>
          <a:lstStyle/>
          <a:p>
            <a:r>
              <a:rPr lang="en-US" dirty="0"/>
              <a:t>Calculate the median for each column:</a:t>
            </a:r>
            <a:br>
              <a:rPr lang="en-US" dirty="0"/>
            </a:br>
            <a:r>
              <a:rPr lang="en-US" dirty="0"/>
              <a:t>Copy and paste method</a:t>
            </a:r>
          </a:p>
        </p:txBody>
      </p:sp>
      <p:pic>
        <p:nvPicPr>
          <p:cNvPr id="6" name="Picture 5" descr="A screenshot of a computer&#10;&#10;AI-generated content may be incorrect.">
            <a:extLst>
              <a:ext uri="{FF2B5EF4-FFF2-40B4-BE49-F238E27FC236}">
                <a16:creationId xmlns:a16="http://schemas.microsoft.com/office/drawing/2014/main" id="{591B7847-0B99-C095-4870-42D29A91FB6D}"/>
              </a:ext>
            </a:extLst>
          </p:cNvPr>
          <p:cNvPicPr>
            <a:picLocks noChangeAspect="1"/>
          </p:cNvPicPr>
          <p:nvPr/>
        </p:nvPicPr>
        <p:blipFill>
          <a:blip r:embed="rId3"/>
          <a:stretch>
            <a:fillRect/>
          </a:stretch>
        </p:blipFill>
        <p:spPr>
          <a:xfrm>
            <a:off x="5437538" y="2399284"/>
            <a:ext cx="6121400" cy="3873500"/>
          </a:xfrm>
          <a:prstGeom prst="rect">
            <a:avLst/>
          </a:prstGeom>
        </p:spPr>
      </p:pic>
      <p:pic>
        <p:nvPicPr>
          <p:cNvPr id="12" name="Picture 11" descr="A table of numbers with black and white text&#10;&#10;AI-generated content may be incorrect.">
            <a:extLst>
              <a:ext uri="{FF2B5EF4-FFF2-40B4-BE49-F238E27FC236}">
                <a16:creationId xmlns:a16="http://schemas.microsoft.com/office/drawing/2014/main" id="{230CB963-2BED-E82F-FB37-E3F3ED8E38FE}"/>
              </a:ext>
            </a:extLst>
          </p:cNvPr>
          <p:cNvPicPr>
            <a:picLocks noChangeAspect="1"/>
          </p:cNvPicPr>
          <p:nvPr/>
        </p:nvPicPr>
        <p:blipFill>
          <a:blip r:embed="rId4"/>
          <a:stretch>
            <a:fillRect/>
          </a:stretch>
        </p:blipFill>
        <p:spPr>
          <a:xfrm>
            <a:off x="456352" y="2634427"/>
            <a:ext cx="4754844" cy="3403213"/>
          </a:xfrm>
          <a:prstGeom prst="rect">
            <a:avLst/>
          </a:prstGeom>
        </p:spPr>
      </p:pic>
    </p:spTree>
    <p:extLst>
      <p:ext uri="{BB962C8B-B14F-4D97-AF65-F5344CB8AC3E}">
        <p14:creationId xmlns:p14="http://schemas.microsoft.com/office/powerpoint/2010/main" val="7095107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C7D6D-8B15-BA15-B598-ED632EB0A66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6A44B8D-7A9B-69A5-3D57-D9B5C01BC0AB}"/>
              </a:ext>
            </a:extLst>
          </p:cNvPr>
          <p:cNvSpPr>
            <a:spLocks noGrp="1"/>
          </p:cNvSpPr>
          <p:nvPr>
            <p:ph type="title"/>
          </p:nvPr>
        </p:nvSpPr>
        <p:spPr/>
        <p:txBody>
          <a:bodyPr/>
          <a:lstStyle/>
          <a:p>
            <a:r>
              <a:rPr lang="en-US" dirty="0"/>
              <a:t>Calculate the median for each column:</a:t>
            </a:r>
            <a:br>
              <a:rPr lang="en-US" dirty="0"/>
            </a:br>
            <a:r>
              <a:rPr lang="en-US" dirty="0"/>
              <a:t>for loop method</a:t>
            </a:r>
          </a:p>
        </p:txBody>
      </p:sp>
      <p:pic>
        <p:nvPicPr>
          <p:cNvPr id="8" name="Picture 7" descr="A screenshot of a computer code&#10;&#10;AI-generated content may be incorrect.">
            <a:extLst>
              <a:ext uri="{FF2B5EF4-FFF2-40B4-BE49-F238E27FC236}">
                <a16:creationId xmlns:a16="http://schemas.microsoft.com/office/drawing/2014/main" id="{D51BFABB-072F-E4B5-4236-C3C2F860E827}"/>
              </a:ext>
            </a:extLst>
          </p:cNvPr>
          <p:cNvPicPr>
            <a:picLocks noChangeAspect="1"/>
          </p:cNvPicPr>
          <p:nvPr/>
        </p:nvPicPr>
        <p:blipFill>
          <a:blip r:embed="rId2"/>
          <a:stretch>
            <a:fillRect/>
          </a:stretch>
        </p:blipFill>
        <p:spPr>
          <a:xfrm>
            <a:off x="5417230" y="2750683"/>
            <a:ext cx="6318418" cy="3169670"/>
          </a:xfrm>
          <a:prstGeom prst="rect">
            <a:avLst/>
          </a:prstGeom>
        </p:spPr>
      </p:pic>
      <p:pic>
        <p:nvPicPr>
          <p:cNvPr id="2" name="Picture 1" descr="A table of numbers with black and white text&#10;&#10;AI-generated content may be incorrect.">
            <a:extLst>
              <a:ext uri="{FF2B5EF4-FFF2-40B4-BE49-F238E27FC236}">
                <a16:creationId xmlns:a16="http://schemas.microsoft.com/office/drawing/2014/main" id="{85C337E4-0F72-EAF4-5360-849F412518BA}"/>
              </a:ext>
            </a:extLst>
          </p:cNvPr>
          <p:cNvPicPr>
            <a:picLocks noChangeAspect="1"/>
          </p:cNvPicPr>
          <p:nvPr/>
        </p:nvPicPr>
        <p:blipFill>
          <a:blip r:embed="rId3"/>
          <a:stretch>
            <a:fillRect/>
          </a:stretch>
        </p:blipFill>
        <p:spPr>
          <a:xfrm>
            <a:off x="456352" y="2634427"/>
            <a:ext cx="4754844" cy="3403213"/>
          </a:xfrm>
          <a:prstGeom prst="rect">
            <a:avLst/>
          </a:prstGeom>
        </p:spPr>
      </p:pic>
    </p:spTree>
    <p:extLst>
      <p:ext uri="{BB962C8B-B14F-4D97-AF65-F5344CB8AC3E}">
        <p14:creationId xmlns:p14="http://schemas.microsoft.com/office/powerpoint/2010/main" val="8602858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E35F2A-16CD-0A05-8D1E-9E5F8803952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1B20E02-0740-2766-BA15-7FD57ABBF31C}"/>
              </a:ext>
            </a:extLst>
          </p:cNvPr>
          <p:cNvSpPr>
            <a:spLocks noGrp="1"/>
          </p:cNvSpPr>
          <p:nvPr>
            <p:ph type="title"/>
          </p:nvPr>
        </p:nvSpPr>
        <p:spPr/>
        <p:txBody>
          <a:bodyPr/>
          <a:lstStyle/>
          <a:p>
            <a:r>
              <a:rPr lang="en-US" dirty="0"/>
              <a:t>Calculate the median for each column:</a:t>
            </a:r>
            <a:br>
              <a:rPr lang="en-US" dirty="0"/>
            </a:br>
            <a:r>
              <a:rPr lang="en-US" dirty="0"/>
              <a:t>for loop method</a:t>
            </a:r>
          </a:p>
        </p:txBody>
      </p:sp>
      <p:pic>
        <p:nvPicPr>
          <p:cNvPr id="10" name="Picture 9" descr="A screenshot of a computer&#10;&#10;AI-generated content may be incorrect.">
            <a:extLst>
              <a:ext uri="{FF2B5EF4-FFF2-40B4-BE49-F238E27FC236}">
                <a16:creationId xmlns:a16="http://schemas.microsoft.com/office/drawing/2014/main" id="{0047A3F7-F91F-5923-717E-E65BE431D928}"/>
              </a:ext>
            </a:extLst>
          </p:cNvPr>
          <p:cNvPicPr>
            <a:picLocks noChangeAspect="1"/>
          </p:cNvPicPr>
          <p:nvPr/>
        </p:nvPicPr>
        <p:blipFill>
          <a:blip r:embed="rId3"/>
          <a:stretch>
            <a:fillRect/>
          </a:stretch>
        </p:blipFill>
        <p:spPr>
          <a:xfrm>
            <a:off x="5884164" y="3170064"/>
            <a:ext cx="5473700" cy="1803400"/>
          </a:xfrm>
          <a:prstGeom prst="rect">
            <a:avLst/>
          </a:prstGeom>
        </p:spPr>
      </p:pic>
      <p:pic>
        <p:nvPicPr>
          <p:cNvPr id="2" name="Picture 1" descr="A table of numbers with black and white text&#10;&#10;AI-generated content may be incorrect.">
            <a:extLst>
              <a:ext uri="{FF2B5EF4-FFF2-40B4-BE49-F238E27FC236}">
                <a16:creationId xmlns:a16="http://schemas.microsoft.com/office/drawing/2014/main" id="{9CE8544C-F2E4-6818-C540-5165BF1579B2}"/>
              </a:ext>
            </a:extLst>
          </p:cNvPr>
          <p:cNvPicPr>
            <a:picLocks noChangeAspect="1"/>
          </p:cNvPicPr>
          <p:nvPr/>
        </p:nvPicPr>
        <p:blipFill>
          <a:blip r:embed="rId4"/>
          <a:stretch>
            <a:fillRect/>
          </a:stretch>
        </p:blipFill>
        <p:spPr>
          <a:xfrm>
            <a:off x="456352" y="2634427"/>
            <a:ext cx="4754844" cy="3403213"/>
          </a:xfrm>
          <a:prstGeom prst="rect">
            <a:avLst/>
          </a:prstGeom>
        </p:spPr>
      </p:pic>
      <p:sp>
        <p:nvSpPr>
          <p:cNvPr id="3" name="TextBox 2">
            <a:extLst>
              <a:ext uri="{FF2B5EF4-FFF2-40B4-BE49-F238E27FC236}">
                <a16:creationId xmlns:a16="http://schemas.microsoft.com/office/drawing/2014/main" id="{30DEE4C2-8210-1F30-BA03-78CF9D67C791}"/>
              </a:ext>
            </a:extLst>
          </p:cNvPr>
          <p:cNvSpPr txBox="1"/>
          <p:nvPr/>
        </p:nvSpPr>
        <p:spPr>
          <a:xfrm>
            <a:off x="5884164" y="5441787"/>
            <a:ext cx="5749036" cy="830997"/>
          </a:xfrm>
          <a:prstGeom prst="rect">
            <a:avLst/>
          </a:prstGeom>
          <a:noFill/>
        </p:spPr>
        <p:txBody>
          <a:bodyPr wrap="square" rtlCol="0">
            <a:spAutoFit/>
          </a:bodyPr>
          <a:lstStyle/>
          <a:p>
            <a:r>
              <a:rPr lang="en-US" sz="2400" dirty="0"/>
              <a:t>Do you see this in your Claude code output? </a:t>
            </a:r>
          </a:p>
          <a:p>
            <a:r>
              <a:rPr lang="en-US" sz="2400" dirty="0"/>
              <a:t>Where would it apply in our TAT example?</a:t>
            </a:r>
          </a:p>
        </p:txBody>
      </p:sp>
    </p:spTree>
    <p:extLst>
      <p:ext uri="{BB962C8B-B14F-4D97-AF65-F5344CB8AC3E}">
        <p14:creationId xmlns:p14="http://schemas.microsoft.com/office/powerpoint/2010/main" val="31549175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normAutofit/>
          </a:bodyPr>
          <a:lstStyle/>
          <a:p>
            <a:r>
              <a:rPr lang="en-US" dirty="0"/>
              <a:t>From loops to group_by()</a:t>
            </a:r>
          </a:p>
        </p:txBody>
      </p:sp>
      <p:sp>
        <p:nvSpPr>
          <p:cNvPr id="12" name="TextBox 12"/>
          <p:cNvSpPr txBox="1"/>
          <p:nvPr/>
        </p:nvSpPr>
        <p:spPr>
          <a:xfrm>
            <a:off x="1024128" y="1965960"/>
            <a:ext cx="9692640" cy="384048"/>
          </a:xfrm>
          <a:prstGeom prst="rect">
            <a:avLst/>
          </a:prstGeom>
          <a:noFill/>
        </p:spPr>
        <p:txBody>
          <a:bodyPr wrap="square" lIns="0" tIns="0" rIns="0" bIns="0" rtlCol="0" anchor="t"/>
          <a:lstStyle/>
          <a:p>
            <a:r>
              <a:rPr lang="en-US" sz="2000" b="1" dirty="0">
                <a:solidFill>
                  <a:srgbClr val="1B7FA6"/>
                </a:solidFill>
              </a:rPr>
              <a:t>Coding concepts (Objective 5): loops, grouping, summarizing</a:t>
            </a:r>
          </a:p>
        </p:txBody>
      </p:sp>
      <p:sp>
        <p:nvSpPr>
          <p:cNvPr id="13" name="TextBox 13"/>
          <p:cNvSpPr txBox="1"/>
          <p:nvPr/>
        </p:nvSpPr>
        <p:spPr>
          <a:xfrm>
            <a:off x="1024128" y="2423160"/>
            <a:ext cx="5394960" cy="3383280"/>
          </a:xfrm>
          <a:prstGeom prst="rect">
            <a:avLst/>
          </a:prstGeom>
          <a:noFill/>
        </p:spPr>
        <p:txBody>
          <a:bodyPr wrap="square" lIns="91440" tIns="91440" rIns="91440" bIns="91440" rtlCol="0" anchor="t">
            <a:normAutofit/>
          </a:bodyPr>
          <a:lstStyle/>
          <a:p>
            <a:pPr marL="285750" lvl="0" indent="-285750">
              <a:spcAft>
                <a:spcPts val="600"/>
              </a:spcAft>
              <a:buFont typeface="Arial"/>
              <a:buChar char="•"/>
            </a:pPr>
            <a:r>
              <a:rPr lang="en-US" sz="1800" b="1" dirty="0"/>
              <a:t>Cupcakes: </a:t>
            </a:r>
            <a:r>
              <a:rPr lang="en-US" sz="1800" dirty="0"/>
              <a:t>sort the cupcakes onto trays by flavor. Then count and taste each tray.</a:t>
            </a:r>
          </a:p>
          <a:p>
            <a:pPr marL="285750" lvl="0" indent="-285750">
              <a:spcAft>
                <a:spcPts val="600"/>
              </a:spcAft>
              <a:buFont typeface="Arial"/>
              <a:buChar char="•"/>
            </a:pPr>
            <a:r>
              <a:rPr lang="en-US" sz="1800" b="1" dirty="0"/>
              <a:t>R: </a:t>
            </a:r>
            <a:r>
              <a:rPr lang="en-US" sz="1800" dirty="0">
                <a:latin typeface="Courier New"/>
                <a:cs typeface="Courier New"/>
              </a:rPr>
              <a:t>group_by()</a:t>
            </a:r>
            <a:r>
              <a:rPr lang="en-US" sz="1800" dirty="0"/>
              <a:t> sorts rows onto trays. </a:t>
            </a:r>
            <a:r>
              <a:rPr lang="en-US" sz="1800" dirty="0">
                <a:latin typeface="Courier New"/>
                <a:cs typeface="Courier New"/>
              </a:rPr>
              <a:t>summarize()</a:t>
            </a:r>
            <a:r>
              <a:rPr lang="en-US" sz="1800" dirty="0"/>
              <a:t> does the math once per tray.</a:t>
            </a:r>
          </a:p>
          <a:p>
            <a:pPr marL="285750" lvl="0" indent="-285750">
              <a:spcAft>
                <a:spcPts val="600"/>
              </a:spcAft>
              <a:buFont typeface="Arial"/>
              <a:buChar char="•"/>
            </a:pPr>
            <a:r>
              <a:rPr lang="en-US" sz="1800" dirty="0"/>
              <a:t>You write the step once. R repeats it for every group. No loop to write.</a:t>
            </a:r>
          </a:p>
          <a:p>
            <a:pPr marL="285750" lvl="0" indent="-285750">
              <a:spcAft>
                <a:spcPts val="600"/>
              </a:spcAft>
              <a:buFont typeface="Arial"/>
              <a:buChar char="•"/>
            </a:pPr>
            <a:r>
              <a:rPr lang="en-US" sz="1800" dirty="0"/>
              <a:t>This is well-recognized pattern so developers coded it to be a widely used tool.</a:t>
            </a:r>
          </a:p>
        </p:txBody>
      </p:sp>
      <p:sp>
        <p:nvSpPr>
          <p:cNvPr id="14" name="TextBox 14"/>
          <p:cNvSpPr txBox="1"/>
          <p:nvPr/>
        </p:nvSpPr>
        <p:spPr>
          <a:xfrm>
            <a:off x="6629400" y="2514600"/>
            <a:ext cx="4526280" cy="1828800"/>
          </a:xfrm>
          <a:prstGeom prst="rect">
            <a:avLst/>
          </a:prstGeom>
          <a:solidFill>
            <a:srgbClr val="EEF3F6"/>
          </a:solidFill>
        </p:spPr>
        <p:txBody>
          <a:bodyPr wrap="square" lIns="137160" tIns="137160" rIns="137160" bIns="137160" rtlCol="0" anchor="t">
            <a:normAutofit/>
          </a:bodyPr>
          <a:lstStyle/>
          <a:p>
            <a:pPr marL="0" indent="0">
              <a:buNone/>
            </a:pPr>
            <a:r>
              <a:rPr lang="en-US" sz="1500" dirty="0">
                <a:solidFill>
                  <a:srgbClr val="1F2A30"/>
                </a:solidFill>
                <a:latin typeface="Courier New"/>
                <a:cs typeface="Courier New"/>
              </a:rPr>
              <a:t>chem |&gt;</a:t>
            </a:r>
          </a:p>
          <a:p>
            <a:pPr marL="0" indent="0">
              <a:buNone/>
            </a:pPr>
            <a:r>
              <a:rPr lang="en-US" sz="1500" dirty="0">
                <a:solidFill>
                  <a:srgbClr val="1F2A30"/>
                </a:solidFill>
                <a:latin typeface="Courier New"/>
                <a:cs typeface="Courier New"/>
              </a:rPr>
              <a:t>  group_by(pat_type) |&gt;</a:t>
            </a:r>
          </a:p>
          <a:p>
            <a:pPr marL="0" indent="0">
              <a:buNone/>
            </a:pPr>
            <a:r>
              <a:rPr lang="en-US" sz="1500" dirty="0">
                <a:solidFill>
                  <a:srgbClr val="1F2A30"/>
                </a:solidFill>
                <a:latin typeface="Courier New"/>
                <a:cs typeface="Courier New"/>
              </a:rPr>
              <a:t>  summarize(</a:t>
            </a:r>
          </a:p>
          <a:p>
            <a:pPr marL="0" indent="0">
              <a:buNone/>
            </a:pPr>
            <a:r>
              <a:rPr lang="en-US" sz="1500" dirty="0">
                <a:solidFill>
                  <a:srgbClr val="1F2A30"/>
                </a:solidFill>
                <a:latin typeface="Courier New"/>
                <a:cs typeface="Courier New"/>
              </a:rPr>
              <a:t>    median_value = median(value)</a:t>
            </a:r>
          </a:p>
          <a:p>
            <a:pPr marL="0" indent="0">
              <a:buNone/>
            </a:pPr>
            <a:r>
              <a:rPr lang="en-US" sz="1500" dirty="0">
                <a:solidFill>
                  <a:srgbClr val="1F2A30"/>
                </a:solidFill>
                <a:latin typeface="Courier New"/>
                <a:cs typeface="Courier New"/>
              </a:rPr>
              <a:t>  )</a:t>
            </a:r>
          </a:p>
        </p:txBody>
      </p:sp>
      <p:sp>
        <p:nvSpPr>
          <p:cNvPr id="2" name="TextBox 1">
            <a:extLst>
              <a:ext uri="{FF2B5EF4-FFF2-40B4-BE49-F238E27FC236}">
                <a16:creationId xmlns:a16="http://schemas.microsoft.com/office/drawing/2014/main" id="{092872A5-2446-CCDD-0C75-FAC013906DCE}"/>
              </a:ext>
            </a:extLst>
          </p:cNvPr>
          <p:cNvSpPr txBox="1"/>
          <p:nvPr/>
        </p:nvSpPr>
        <p:spPr>
          <a:xfrm>
            <a:off x="1024128" y="5648759"/>
            <a:ext cx="9822180" cy="461665"/>
          </a:xfrm>
          <a:prstGeom prst="rect">
            <a:avLst/>
          </a:prstGeom>
          <a:noFill/>
        </p:spPr>
        <p:txBody>
          <a:bodyPr wrap="square" rtlCol="0">
            <a:spAutoFit/>
          </a:bodyPr>
          <a:lstStyle/>
          <a:p>
            <a:r>
              <a:rPr lang="en-US" sz="2400" dirty="0"/>
              <a:t>This approach is very powerful for generating numeric summaries for subgroups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4BEB5F9-138A-EF52-2938-2782A72A5373}"/>
            </a:ext>
          </a:extLst>
        </p:cNvPr>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62AE8E50-35D4-4D5A-A4BB-168CBB027D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88726"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16">
            <a:extLst>
              <a:ext uri="{FF2B5EF4-FFF2-40B4-BE49-F238E27FC236}">
                <a16:creationId xmlns:a16="http://schemas.microsoft.com/office/drawing/2014/main" id="{C37D1D6D-17D8-4296-B000-665D1892D0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0396" y="1276539"/>
            <a:ext cx="5570417" cy="4304276"/>
          </a:xfrm>
          <a:custGeom>
            <a:avLst/>
            <a:gdLst>
              <a:gd name="connsiteX0" fmla="*/ 4985599 w 5593163"/>
              <a:gd name="connsiteY0" fmla="*/ 636203 h 4305008"/>
              <a:gd name="connsiteX1" fmla="*/ 5528908 w 5593163"/>
              <a:gd name="connsiteY1" fmla="*/ 1181049 h 4305008"/>
              <a:gd name="connsiteX2" fmla="*/ 4985599 w 5593163"/>
              <a:gd name="connsiteY2" fmla="*/ 636203 h 4305008"/>
              <a:gd name="connsiteX3" fmla="*/ 4985599 w 5593163"/>
              <a:gd name="connsiteY3" fmla="*/ 2333028 h 4305008"/>
              <a:gd name="connsiteX4" fmla="*/ 5528908 w 5593163"/>
              <a:gd name="connsiteY4" fmla="*/ 2877874 h 4305008"/>
              <a:gd name="connsiteX5" fmla="*/ 4985599 w 5593163"/>
              <a:gd name="connsiteY5" fmla="*/ 2333028 h 4305008"/>
              <a:gd name="connsiteX6" fmla="*/ 4985597 w 5593163"/>
              <a:gd name="connsiteY6" fmla="*/ 2034258 h 4305008"/>
              <a:gd name="connsiteX7" fmla="*/ 5528906 w 5593163"/>
              <a:gd name="connsiteY7" fmla="*/ 1493690 h 4305008"/>
              <a:gd name="connsiteX8" fmla="*/ 4985597 w 5593163"/>
              <a:gd name="connsiteY8" fmla="*/ 2034258 h 4305008"/>
              <a:gd name="connsiteX9" fmla="*/ 4985597 w 5593163"/>
              <a:gd name="connsiteY9" fmla="*/ 3731083 h 4305008"/>
              <a:gd name="connsiteX10" fmla="*/ 5528906 w 5593163"/>
              <a:gd name="connsiteY10" fmla="*/ 3190516 h 4305008"/>
              <a:gd name="connsiteX11" fmla="*/ 4985597 w 5593163"/>
              <a:gd name="connsiteY11" fmla="*/ 3731083 h 4305008"/>
              <a:gd name="connsiteX12" fmla="*/ 4842232 w 5593163"/>
              <a:gd name="connsiteY12" fmla="*/ 503273 h 4305008"/>
              <a:gd name="connsiteX13" fmla="*/ 4842826 w 5593163"/>
              <a:gd name="connsiteY13" fmla="*/ 491833 h 4305008"/>
              <a:gd name="connsiteX14" fmla="*/ 4843324 w 5593163"/>
              <a:gd name="connsiteY14" fmla="*/ 491866 h 4305008"/>
              <a:gd name="connsiteX15" fmla="*/ 4843350 w 5593163"/>
              <a:gd name="connsiteY15" fmla="*/ 491372 h 4305008"/>
              <a:gd name="connsiteX16" fmla="*/ 4860437 w 5593163"/>
              <a:gd name="connsiteY16" fmla="*/ 492995 h 4305008"/>
              <a:gd name="connsiteX17" fmla="*/ 4955899 w 5593163"/>
              <a:gd name="connsiteY17" fmla="*/ 502060 h 4305008"/>
              <a:gd name="connsiteX18" fmla="*/ 4972112 w 5593163"/>
              <a:gd name="connsiteY18" fmla="*/ 503599 h 4305008"/>
              <a:gd name="connsiteX19" fmla="*/ 4972229 w 5593163"/>
              <a:gd name="connsiteY19" fmla="*/ 504747 h 4305008"/>
              <a:gd name="connsiteX20" fmla="*/ 5583809 w 5593163"/>
              <a:gd name="connsiteY20" fmla="*/ 948988 h 4305008"/>
              <a:gd name="connsiteX21" fmla="*/ 5593163 w 5593163"/>
              <a:gd name="connsiteY21" fmla="*/ 971822 h 4305008"/>
              <a:gd name="connsiteX22" fmla="*/ 5593163 w 5593163"/>
              <a:gd name="connsiteY22" fmla="*/ 1318474 h 4305008"/>
              <a:gd name="connsiteX23" fmla="*/ 5558612 w 5593163"/>
              <a:gd name="connsiteY23" fmla="*/ 1315193 h 4305008"/>
              <a:gd name="connsiteX24" fmla="*/ 5542395 w 5593163"/>
              <a:gd name="connsiteY24" fmla="*/ 1313653 h 4305008"/>
              <a:gd name="connsiteX25" fmla="*/ 5542279 w 5593163"/>
              <a:gd name="connsiteY25" fmla="*/ 1312505 h 4305008"/>
              <a:gd name="connsiteX26" fmla="*/ 4852114 w 5593163"/>
              <a:gd name="connsiteY26" fmla="*/ 619464 h 4305008"/>
              <a:gd name="connsiteX27" fmla="*/ 4851608 w 5593163"/>
              <a:gd name="connsiteY27" fmla="*/ 619401 h 4305008"/>
              <a:gd name="connsiteX28" fmla="*/ 4851070 w 5593163"/>
              <a:gd name="connsiteY28" fmla="*/ 612725 h 4305008"/>
              <a:gd name="connsiteX29" fmla="*/ 4843603 w 5593163"/>
              <a:gd name="connsiteY29" fmla="*/ 520249 h 4305008"/>
              <a:gd name="connsiteX30" fmla="*/ 4842232 w 5593163"/>
              <a:gd name="connsiteY30" fmla="*/ 503273 h 4305008"/>
              <a:gd name="connsiteX31" fmla="*/ 4842232 w 5593163"/>
              <a:gd name="connsiteY31" fmla="*/ 2200098 h 4305008"/>
              <a:gd name="connsiteX32" fmla="*/ 4842826 w 5593163"/>
              <a:gd name="connsiteY32" fmla="*/ 2188658 h 4305008"/>
              <a:gd name="connsiteX33" fmla="*/ 4843324 w 5593163"/>
              <a:gd name="connsiteY33" fmla="*/ 2188691 h 4305008"/>
              <a:gd name="connsiteX34" fmla="*/ 4843350 w 5593163"/>
              <a:gd name="connsiteY34" fmla="*/ 2188197 h 4305008"/>
              <a:gd name="connsiteX35" fmla="*/ 4860437 w 5593163"/>
              <a:gd name="connsiteY35" fmla="*/ 2189820 h 4305008"/>
              <a:gd name="connsiteX36" fmla="*/ 4955899 w 5593163"/>
              <a:gd name="connsiteY36" fmla="*/ 2198885 h 4305008"/>
              <a:gd name="connsiteX37" fmla="*/ 4972112 w 5593163"/>
              <a:gd name="connsiteY37" fmla="*/ 2200424 h 4305008"/>
              <a:gd name="connsiteX38" fmla="*/ 4972229 w 5593163"/>
              <a:gd name="connsiteY38" fmla="*/ 2201572 h 4305008"/>
              <a:gd name="connsiteX39" fmla="*/ 5583809 w 5593163"/>
              <a:gd name="connsiteY39" fmla="*/ 2645813 h 4305008"/>
              <a:gd name="connsiteX40" fmla="*/ 5593163 w 5593163"/>
              <a:gd name="connsiteY40" fmla="*/ 2668647 h 4305008"/>
              <a:gd name="connsiteX41" fmla="*/ 5593163 w 5593163"/>
              <a:gd name="connsiteY41" fmla="*/ 3015299 h 4305008"/>
              <a:gd name="connsiteX42" fmla="*/ 5558612 w 5593163"/>
              <a:gd name="connsiteY42" fmla="*/ 3012018 h 4305008"/>
              <a:gd name="connsiteX43" fmla="*/ 5542395 w 5593163"/>
              <a:gd name="connsiteY43" fmla="*/ 3010478 h 4305008"/>
              <a:gd name="connsiteX44" fmla="*/ 5542279 w 5593163"/>
              <a:gd name="connsiteY44" fmla="*/ 3009330 h 4305008"/>
              <a:gd name="connsiteX45" fmla="*/ 4852114 w 5593163"/>
              <a:gd name="connsiteY45" fmla="*/ 2316289 h 4305008"/>
              <a:gd name="connsiteX46" fmla="*/ 4851608 w 5593163"/>
              <a:gd name="connsiteY46" fmla="*/ 2316226 h 4305008"/>
              <a:gd name="connsiteX47" fmla="*/ 4851070 w 5593163"/>
              <a:gd name="connsiteY47" fmla="*/ 2309550 h 4305008"/>
              <a:gd name="connsiteX48" fmla="*/ 4843603 w 5593163"/>
              <a:gd name="connsiteY48" fmla="*/ 2217074 h 4305008"/>
              <a:gd name="connsiteX49" fmla="*/ 4842232 w 5593163"/>
              <a:gd name="connsiteY49" fmla="*/ 2200098 h 4305008"/>
              <a:gd name="connsiteX50" fmla="*/ 4842232 w 5593163"/>
              <a:gd name="connsiteY50" fmla="*/ 3896923 h 4305008"/>
              <a:gd name="connsiteX51" fmla="*/ 4842826 w 5593163"/>
              <a:gd name="connsiteY51" fmla="*/ 3885483 h 4305008"/>
              <a:gd name="connsiteX52" fmla="*/ 4843324 w 5593163"/>
              <a:gd name="connsiteY52" fmla="*/ 3885516 h 4305008"/>
              <a:gd name="connsiteX53" fmla="*/ 4843350 w 5593163"/>
              <a:gd name="connsiteY53" fmla="*/ 3885022 h 4305008"/>
              <a:gd name="connsiteX54" fmla="*/ 4860437 w 5593163"/>
              <a:gd name="connsiteY54" fmla="*/ 3886645 h 4305008"/>
              <a:gd name="connsiteX55" fmla="*/ 4955899 w 5593163"/>
              <a:gd name="connsiteY55" fmla="*/ 3895710 h 4305008"/>
              <a:gd name="connsiteX56" fmla="*/ 4972112 w 5593163"/>
              <a:gd name="connsiteY56" fmla="*/ 3897249 h 4305008"/>
              <a:gd name="connsiteX57" fmla="*/ 4972229 w 5593163"/>
              <a:gd name="connsiteY57" fmla="*/ 3898397 h 4305008"/>
              <a:gd name="connsiteX58" fmla="*/ 5532481 w 5593163"/>
              <a:gd name="connsiteY58" fmla="*/ 4255797 h 4305008"/>
              <a:gd name="connsiteX59" fmla="*/ 5560926 w 5593163"/>
              <a:gd name="connsiteY59" fmla="*/ 4305008 h 4305008"/>
              <a:gd name="connsiteX60" fmla="*/ 5409877 w 5593163"/>
              <a:gd name="connsiteY60" fmla="*/ 4305008 h 4305008"/>
              <a:gd name="connsiteX61" fmla="*/ 5357754 w 5593163"/>
              <a:gd name="connsiteY61" fmla="*/ 4241205 h 4305008"/>
              <a:gd name="connsiteX62" fmla="*/ 4985599 w 5593163"/>
              <a:gd name="connsiteY62" fmla="*/ 4029853 h 4305008"/>
              <a:gd name="connsiteX63" fmla="*/ 5084780 w 5593163"/>
              <a:gd name="connsiteY63" fmla="*/ 4271827 h 4305008"/>
              <a:gd name="connsiteX64" fmla="*/ 5111462 w 5593163"/>
              <a:gd name="connsiteY64" fmla="*/ 4305008 h 4305008"/>
              <a:gd name="connsiteX65" fmla="*/ 4957353 w 5593163"/>
              <a:gd name="connsiteY65" fmla="*/ 4305008 h 4305008"/>
              <a:gd name="connsiteX66" fmla="*/ 4927231 w 5593163"/>
              <a:gd name="connsiteY66" fmla="*/ 4254710 h 4305008"/>
              <a:gd name="connsiteX67" fmla="*/ 4852114 w 5593163"/>
              <a:gd name="connsiteY67" fmla="*/ 4013114 h 4305008"/>
              <a:gd name="connsiteX68" fmla="*/ 4851608 w 5593163"/>
              <a:gd name="connsiteY68" fmla="*/ 4013051 h 4305008"/>
              <a:gd name="connsiteX69" fmla="*/ 4851070 w 5593163"/>
              <a:gd name="connsiteY69" fmla="*/ 4006375 h 4305008"/>
              <a:gd name="connsiteX70" fmla="*/ 4843603 w 5593163"/>
              <a:gd name="connsiteY70" fmla="*/ 3913899 h 4305008"/>
              <a:gd name="connsiteX71" fmla="*/ 4842232 w 5593163"/>
              <a:gd name="connsiteY71" fmla="*/ 3896923 h 4305008"/>
              <a:gd name="connsiteX72" fmla="*/ 4842230 w 5593163"/>
              <a:gd name="connsiteY72" fmla="*/ 469318 h 4305008"/>
              <a:gd name="connsiteX73" fmla="*/ 4843601 w 5593163"/>
              <a:gd name="connsiteY73" fmla="*/ 452471 h 4305008"/>
              <a:gd name="connsiteX74" fmla="*/ 4851065 w 5593163"/>
              <a:gd name="connsiteY74" fmla="*/ 360740 h 4305008"/>
              <a:gd name="connsiteX75" fmla="*/ 4851605 w 5593163"/>
              <a:gd name="connsiteY75" fmla="*/ 354103 h 4305008"/>
              <a:gd name="connsiteX76" fmla="*/ 4852110 w 5593163"/>
              <a:gd name="connsiteY76" fmla="*/ 354040 h 4305008"/>
              <a:gd name="connsiteX77" fmla="*/ 4936323 w 5593163"/>
              <a:gd name="connsiteY77" fmla="*/ 96778 h 4305008"/>
              <a:gd name="connsiteX78" fmla="*/ 4998957 w 5593163"/>
              <a:gd name="connsiteY78" fmla="*/ 0 h 4305008"/>
              <a:gd name="connsiteX79" fmla="*/ 5167333 w 5593163"/>
              <a:gd name="connsiteY79" fmla="*/ 0 h 4305008"/>
              <a:gd name="connsiteX80" fmla="*/ 5099105 w 5593163"/>
              <a:gd name="connsiteY80" fmla="*/ 76659 h 4305008"/>
              <a:gd name="connsiteX81" fmla="*/ 4985597 w 5593163"/>
              <a:gd name="connsiteY81" fmla="*/ 337433 h 4305008"/>
              <a:gd name="connsiteX82" fmla="*/ 5424571 w 5593163"/>
              <a:gd name="connsiteY82" fmla="*/ 44350 h 4305008"/>
              <a:gd name="connsiteX83" fmla="*/ 5446799 w 5593163"/>
              <a:gd name="connsiteY83" fmla="*/ 0 h 4305008"/>
              <a:gd name="connsiteX84" fmla="*/ 5593163 w 5593163"/>
              <a:gd name="connsiteY84" fmla="*/ 0 h 4305008"/>
              <a:gd name="connsiteX85" fmla="*/ 5593163 w 5593163"/>
              <a:gd name="connsiteY85" fmla="*/ 4197 h 4305008"/>
              <a:gd name="connsiteX86" fmla="*/ 5543598 w 5593163"/>
              <a:gd name="connsiteY86" fmla="*/ 95636 h 4305008"/>
              <a:gd name="connsiteX87" fmla="*/ 4972226 w 5593163"/>
              <a:gd name="connsiteY87" fmla="*/ 467856 h 4305008"/>
              <a:gd name="connsiteX88" fmla="*/ 4972110 w 5593163"/>
              <a:gd name="connsiteY88" fmla="*/ 468995 h 4305008"/>
              <a:gd name="connsiteX89" fmla="*/ 4955893 w 5593163"/>
              <a:gd name="connsiteY89" fmla="*/ 470523 h 4305008"/>
              <a:gd name="connsiteX90" fmla="*/ 4860466 w 5593163"/>
              <a:gd name="connsiteY90" fmla="*/ 479514 h 4305008"/>
              <a:gd name="connsiteX91" fmla="*/ 4843348 w 5593163"/>
              <a:gd name="connsiteY91" fmla="*/ 481127 h 4305008"/>
              <a:gd name="connsiteX92" fmla="*/ 4843322 w 5593163"/>
              <a:gd name="connsiteY92" fmla="*/ 480636 h 4305008"/>
              <a:gd name="connsiteX93" fmla="*/ 4842823 w 5593163"/>
              <a:gd name="connsiteY93" fmla="*/ 480669 h 4305008"/>
              <a:gd name="connsiteX94" fmla="*/ 4842230 w 5593163"/>
              <a:gd name="connsiteY94" fmla="*/ 469318 h 4305008"/>
              <a:gd name="connsiteX95" fmla="*/ 4842230 w 5593163"/>
              <a:gd name="connsiteY95" fmla="*/ 2166144 h 4305008"/>
              <a:gd name="connsiteX96" fmla="*/ 4843601 w 5593163"/>
              <a:gd name="connsiteY96" fmla="*/ 2149296 h 4305008"/>
              <a:gd name="connsiteX97" fmla="*/ 4851065 w 5593163"/>
              <a:gd name="connsiteY97" fmla="*/ 2057565 h 4305008"/>
              <a:gd name="connsiteX98" fmla="*/ 4851605 w 5593163"/>
              <a:gd name="connsiteY98" fmla="*/ 2050928 h 4305008"/>
              <a:gd name="connsiteX99" fmla="*/ 4852110 w 5593163"/>
              <a:gd name="connsiteY99" fmla="*/ 2050865 h 4305008"/>
              <a:gd name="connsiteX100" fmla="*/ 5542276 w 5593163"/>
              <a:gd name="connsiteY100" fmla="*/ 1363267 h 4305008"/>
              <a:gd name="connsiteX101" fmla="*/ 5542393 w 5593163"/>
              <a:gd name="connsiteY101" fmla="*/ 1362128 h 4305008"/>
              <a:gd name="connsiteX102" fmla="*/ 5558606 w 5593163"/>
              <a:gd name="connsiteY102" fmla="*/ 1360601 h 4305008"/>
              <a:gd name="connsiteX103" fmla="*/ 5593163 w 5593163"/>
              <a:gd name="connsiteY103" fmla="*/ 1357345 h 4305008"/>
              <a:gd name="connsiteX104" fmla="*/ 5593163 w 5593163"/>
              <a:gd name="connsiteY104" fmla="*/ 1701268 h 4305008"/>
              <a:gd name="connsiteX105" fmla="*/ 5583807 w 5593163"/>
              <a:gd name="connsiteY105" fmla="*/ 1723929 h 4305008"/>
              <a:gd name="connsiteX106" fmla="*/ 4972226 w 5593163"/>
              <a:gd name="connsiteY106" fmla="*/ 2164681 h 4305008"/>
              <a:gd name="connsiteX107" fmla="*/ 4972110 w 5593163"/>
              <a:gd name="connsiteY107" fmla="*/ 2165820 h 4305008"/>
              <a:gd name="connsiteX108" fmla="*/ 4955893 w 5593163"/>
              <a:gd name="connsiteY108" fmla="*/ 2167348 h 4305008"/>
              <a:gd name="connsiteX109" fmla="*/ 4860466 w 5593163"/>
              <a:gd name="connsiteY109" fmla="*/ 2176339 h 4305008"/>
              <a:gd name="connsiteX110" fmla="*/ 4843348 w 5593163"/>
              <a:gd name="connsiteY110" fmla="*/ 2177952 h 4305008"/>
              <a:gd name="connsiteX111" fmla="*/ 4843322 w 5593163"/>
              <a:gd name="connsiteY111" fmla="*/ 2177461 h 4305008"/>
              <a:gd name="connsiteX112" fmla="*/ 4842823 w 5593163"/>
              <a:gd name="connsiteY112" fmla="*/ 2177494 h 4305008"/>
              <a:gd name="connsiteX113" fmla="*/ 4842230 w 5593163"/>
              <a:gd name="connsiteY113" fmla="*/ 2166144 h 4305008"/>
              <a:gd name="connsiteX114" fmla="*/ 4842230 w 5593163"/>
              <a:gd name="connsiteY114" fmla="*/ 3862969 h 4305008"/>
              <a:gd name="connsiteX115" fmla="*/ 4843601 w 5593163"/>
              <a:gd name="connsiteY115" fmla="*/ 3846121 h 4305008"/>
              <a:gd name="connsiteX116" fmla="*/ 4851065 w 5593163"/>
              <a:gd name="connsiteY116" fmla="*/ 3754390 h 4305008"/>
              <a:gd name="connsiteX117" fmla="*/ 4851605 w 5593163"/>
              <a:gd name="connsiteY117" fmla="*/ 3747753 h 4305008"/>
              <a:gd name="connsiteX118" fmla="*/ 4852110 w 5593163"/>
              <a:gd name="connsiteY118" fmla="*/ 3747690 h 4305008"/>
              <a:gd name="connsiteX119" fmla="*/ 5542276 w 5593163"/>
              <a:gd name="connsiteY119" fmla="*/ 3060092 h 4305008"/>
              <a:gd name="connsiteX120" fmla="*/ 5542393 w 5593163"/>
              <a:gd name="connsiteY120" fmla="*/ 3058953 h 4305008"/>
              <a:gd name="connsiteX121" fmla="*/ 5558606 w 5593163"/>
              <a:gd name="connsiteY121" fmla="*/ 3057426 h 4305008"/>
              <a:gd name="connsiteX122" fmla="*/ 5593163 w 5593163"/>
              <a:gd name="connsiteY122" fmla="*/ 3054170 h 4305008"/>
              <a:gd name="connsiteX123" fmla="*/ 5593163 w 5593163"/>
              <a:gd name="connsiteY123" fmla="*/ 3398093 h 4305008"/>
              <a:gd name="connsiteX124" fmla="*/ 5583807 w 5593163"/>
              <a:gd name="connsiteY124" fmla="*/ 3420754 h 4305008"/>
              <a:gd name="connsiteX125" fmla="*/ 4972226 w 5593163"/>
              <a:gd name="connsiteY125" fmla="*/ 3861506 h 4305008"/>
              <a:gd name="connsiteX126" fmla="*/ 4972110 w 5593163"/>
              <a:gd name="connsiteY126" fmla="*/ 3862645 h 4305008"/>
              <a:gd name="connsiteX127" fmla="*/ 4955893 w 5593163"/>
              <a:gd name="connsiteY127" fmla="*/ 3864173 h 4305008"/>
              <a:gd name="connsiteX128" fmla="*/ 4860466 w 5593163"/>
              <a:gd name="connsiteY128" fmla="*/ 3873164 h 4305008"/>
              <a:gd name="connsiteX129" fmla="*/ 4843348 w 5593163"/>
              <a:gd name="connsiteY129" fmla="*/ 3874777 h 4305008"/>
              <a:gd name="connsiteX130" fmla="*/ 4843322 w 5593163"/>
              <a:gd name="connsiteY130" fmla="*/ 3874286 h 4305008"/>
              <a:gd name="connsiteX131" fmla="*/ 4842823 w 5593163"/>
              <a:gd name="connsiteY131" fmla="*/ 3874319 h 4305008"/>
              <a:gd name="connsiteX132" fmla="*/ 4842230 w 5593163"/>
              <a:gd name="connsiteY132" fmla="*/ 3862969 h 4305008"/>
              <a:gd name="connsiteX133" fmla="*/ 4135041 w 5593163"/>
              <a:gd name="connsiteY133" fmla="*/ 1181049 h 4305008"/>
              <a:gd name="connsiteX134" fmla="*/ 4678350 w 5593163"/>
              <a:gd name="connsiteY134" fmla="*/ 636203 h 4305008"/>
              <a:gd name="connsiteX135" fmla="*/ 4135041 w 5593163"/>
              <a:gd name="connsiteY135" fmla="*/ 1181049 h 4305008"/>
              <a:gd name="connsiteX136" fmla="*/ 4135041 w 5593163"/>
              <a:gd name="connsiteY136" fmla="*/ 1493690 h 4305008"/>
              <a:gd name="connsiteX137" fmla="*/ 4678350 w 5593163"/>
              <a:gd name="connsiteY137" fmla="*/ 2034258 h 4305008"/>
              <a:gd name="connsiteX138" fmla="*/ 4135041 w 5593163"/>
              <a:gd name="connsiteY138" fmla="*/ 1493690 h 4305008"/>
              <a:gd name="connsiteX139" fmla="*/ 4135041 w 5593163"/>
              <a:gd name="connsiteY139" fmla="*/ 2877874 h 4305008"/>
              <a:gd name="connsiteX140" fmla="*/ 4678350 w 5593163"/>
              <a:gd name="connsiteY140" fmla="*/ 2333028 h 4305008"/>
              <a:gd name="connsiteX141" fmla="*/ 4135041 w 5593163"/>
              <a:gd name="connsiteY141" fmla="*/ 2877874 h 4305008"/>
              <a:gd name="connsiteX142" fmla="*/ 4135041 w 5593163"/>
              <a:gd name="connsiteY142" fmla="*/ 3190516 h 4305008"/>
              <a:gd name="connsiteX143" fmla="*/ 4678350 w 5593163"/>
              <a:gd name="connsiteY143" fmla="*/ 3731083 h 4305008"/>
              <a:gd name="connsiteX144" fmla="*/ 4135041 w 5593163"/>
              <a:gd name="connsiteY144" fmla="*/ 3190516 h 4305008"/>
              <a:gd name="connsiteX145" fmla="*/ 4103022 w 5593163"/>
              <a:gd name="connsiteY145" fmla="*/ 4305008 h 4305008"/>
              <a:gd name="connsiteX146" fmla="*/ 4131467 w 5593163"/>
              <a:gd name="connsiteY146" fmla="*/ 4255797 h 4305008"/>
              <a:gd name="connsiteX147" fmla="*/ 4691720 w 5593163"/>
              <a:gd name="connsiteY147" fmla="*/ 3898397 h 4305008"/>
              <a:gd name="connsiteX148" fmla="*/ 4691837 w 5593163"/>
              <a:gd name="connsiteY148" fmla="*/ 3897249 h 4305008"/>
              <a:gd name="connsiteX149" fmla="*/ 4708050 w 5593163"/>
              <a:gd name="connsiteY149" fmla="*/ 3895710 h 4305008"/>
              <a:gd name="connsiteX150" fmla="*/ 4803512 w 5593163"/>
              <a:gd name="connsiteY150" fmla="*/ 3886645 h 4305008"/>
              <a:gd name="connsiteX151" fmla="*/ 4820599 w 5593163"/>
              <a:gd name="connsiteY151" fmla="*/ 3885022 h 4305008"/>
              <a:gd name="connsiteX152" fmla="*/ 4820625 w 5593163"/>
              <a:gd name="connsiteY152" fmla="*/ 3885516 h 4305008"/>
              <a:gd name="connsiteX153" fmla="*/ 4821123 w 5593163"/>
              <a:gd name="connsiteY153" fmla="*/ 3885483 h 4305008"/>
              <a:gd name="connsiteX154" fmla="*/ 4821717 w 5593163"/>
              <a:gd name="connsiteY154" fmla="*/ 3896923 h 4305008"/>
              <a:gd name="connsiteX155" fmla="*/ 4820346 w 5593163"/>
              <a:gd name="connsiteY155" fmla="*/ 3913899 h 4305008"/>
              <a:gd name="connsiteX156" fmla="*/ 4812879 w 5593163"/>
              <a:gd name="connsiteY156" fmla="*/ 4006375 h 4305008"/>
              <a:gd name="connsiteX157" fmla="*/ 4812341 w 5593163"/>
              <a:gd name="connsiteY157" fmla="*/ 4013051 h 4305008"/>
              <a:gd name="connsiteX158" fmla="*/ 4811835 w 5593163"/>
              <a:gd name="connsiteY158" fmla="*/ 4013114 h 4305008"/>
              <a:gd name="connsiteX159" fmla="*/ 4736718 w 5593163"/>
              <a:gd name="connsiteY159" fmla="*/ 4254710 h 4305008"/>
              <a:gd name="connsiteX160" fmla="*/ 4706597 w 5593163"/>
              <a:gd name="connsiteY160" fmla="*/ 4305008 h 4305008"/>
              <a:gd name="connsiteX161" fmla="*/ 4552487 w 5593163"/>
              <a:gd name="connsiteY161" fmla="*/ 4305008 h 4305008"/>
              <a:gd name="connsiteX162" fmla="*/ 4579169 w 5593163"/>
              <a:gd name="connsiteY162" fmla="*/ 4271827 h 4305008"/>
              <a:gd name="connsiteX163" fmla="*/ 4678350 w 5593163"/>
              <a:gd name="connsiteY163" fmla="*/ 4029853 h 4305008"/>
              <a:gd name="connsiteX164" fmla="*/ 4306196 w 5593163"/>
              <a:gd name="connsiteY164" fmla="*/ 4241205 h 4305008"/>
              <a:gd name="connsiteX165" fmla="*/ 4254073 w 5593163"/>
              <a:gd name="connsiteY165" fmla="*/ 4305008 h 4305008"/>
              <a:gd name="connsiteX166" fmla="*/ 4068511 w 5593163"/>
              <a:gd name="connsiteY166" fmla="*/ 0 h 4305008"/>
              <a:gd name="connsiteX167" fmla="*/ 4217148 w 5593163"/>
              <a:gd name="connsiteY167" fmla="*/ 0 h 4305008"/>
              <a:gd name="connsiteX168" fmla="*/ 4239376 w 5593163"/>
              <a:gd name="connsiteY168" fmla="*/ 44350 h 4305008"/>
              <a:gd name="connsiteX169" fmla="*/ 4678350 w 5593163"/>
              <a:gd name="connsiteY169" fmla="*/ 337433 h 4305008"/>
              <a:gd name="connsiteX170" fmla="*/ 4564842 w 5593163"/>
              <a:gd name="connsiteY170" fmla="*/ 76659 h 4305008"/>
              <a:gd name="connsiteX171" fmla="*/ 4496615 w 5593163"/>
              <a:gd name="connsiteY171" fmla="*/ 0 h 4305008"/>
              <a:gd name="connsiteX172" fmla="*/ 4664989 w 5593163"/>
              <a:gd name="connsiteY172" fmla="*/ 0 h 4305008"/>
              <a:gd name="connsiteX173" fmla="*/ 4727623 w 5593163"/>
              <a:gd name="connsiteY173" fmla="*/ 96778 h 4305008"/>
              <a:gd name="connsiteX174" fmla="*/ 4811836 w 5593163"/>
              <a:gd name="connsiteY174" fmla="*/ 354040 h 4305008"/>
              <a:gd name="connsiteX175" fmla="*/ 4812342 w 5593163"/>
              <a:gd name="connsiteY175" fmla="*/ 354103 h 4305008"/>
              <a:gd name="connsiteX176" fmla="*/ 4812882 w 5593163"/>
              <a:gd name="connsiteY176" fmla="*/ 360740 h 4305008"/>
              <a:gd name="connsiteX177" fmla="*/ 4820346 w 5593163"/>
              <a:gd name="connsiteY177" fmla="*/ 452471 h 4305008"/>
              <a:gd name="connsiteX178" fmla="*/ 4821717 w 5593163"/>
              <a:gd name="connsiteY178" fmla="*/ 469318 h 4305008"/>
              <a:gd name="connsiteX179" fmla="*/ 4821124 w 5593163"/>
              <a:gd name="connsiteY179" fmla="*/ 480669 h 4305008"/>
              <a:gd name="connsiteX180" fmla="*/ 4820625 w 5593163"/>
              <a:gd name="connsiteY180" fmla="*/ 480636 h 4305008"/>
              <a:gd name="connsiteX181" fmla="*/ 4820599 w 5593163"/>
              <a:gd name="connsiteY181" fmla="*/ 481127 h 4305008"/>
              <a:gd name="connsiteX182" fmla="*/ 4803481 w 5593163"/>
              <a:gd name="connsiteY182" fmla="*/ 479514 h 4305008"/>
              <a:gd name="connsiteX183" fmla="*/ 4708054 w 5593163"/>
              <a:gd name="connsiteY183" fmla="*/ 470523 h 4305008"/>
              <a:gd name="connsiteX184" fmla="*/ 4691837 w 5593163"/>
              <a:gd name="connsiteY184" fmla="*/ 468995 h 4305008"/>
              <a:gd name="connsiteX185" fmla="*/ 4691721 w 5593163"/>
              <a:gd name="connsiteY185" fmla="*/ 467856 h 4305008"/>
              <a:gd name="connsiteX186" fmla="*/ 4120350 w 5593163"/>
              <a:gd name="connsiteY186" fmla="*/ 95636 h 4305008"/>
              <a:gd name="connsiteX187" fmla="*/ 3991674 w 5593163"/>
              <a:gd name="connsiteY187" fmla="*/ 1313979 h 4305008"/>
              <a:gd name="connsiteX188" fmla="*/ 3993045 w 5593163"/>
              <a:gd name="connsiteY188" fmla="*/ 1296998 h 4305008"/>
              <a:gd name="connsiteX189" fmla="*/ 4000509 w 5593163"/>
              <a:gd name="connsiteY189" fmla="*/ 1204541 h 4305008"/>
              <a:gd name="connsiteX190" fmla="*/ 4001049 w 5593163"/>
              <a:gd name="connsiteY190" fmla="*/ 1197851 h 4305008"/>
              <a:gd name="connsiteX191" fmla="*/ 4001555 w 5593163"/>
              <a:gd name="connsiteY191" fmla="*/ 1197788 h 4305008"/>
              <a:gd name="connsiteX192" fmla="*/ 4691720 w 5593163"/>
              <a:gd name="connsiteY192" fmla="*/ 504747 h 4305008"/>
              <a:gd name="connsiteX193" fmla="*/ 4691837 w 5593163"/>
              <a:gd name="connsiteY193" fmla="*/ 503599 h 4305008"/>
              <a:gd name="connsiteX194" fmla="*/ 4708050 w 5593163"/>
              <a:gd name="connsiteY194" fmla="*/ 502060 h 4305008"/>
              <a:gd name="connsiteX195" fmla="*/ 4803512 w 5593163"/>
              <a:gd name="connsiteY195" fmla="*/ 492995 h 4305008"/>
              <a:gd name="connsiteX196" fmla="*/ 4820599 w 5593163"/>
              <a:gd name="connsiteY196" fmla="*/ 491372 h 4305008"/>
              <a:gd name="connsiteX197" fmla="*/ 4820625 w 5593163"/>
              <a:gd name="connsiteY197" fmla="*/ 491866 h 4305008"/>
              <a:gd name="connsiteX198" fmla="*/ 4821123 w 5593163"/>
              <a:gd name="connsiteY198" fmla="*/ 491833 h 4305008"/>
              <a:gd name="connsiteX199" fmla="*/ 4821717 w 5593163"/>
              <a:gd name="connsiteY199" fmla="*/ 503273 h 4305008"/>
              <a:gd name="connsiteX200" fmla="*/ 4820346 w 5593163"/>
              <a:gd name="connsiteY200" fmla="*/ 520249 h 4305008"/>
              <a:gd name="connsiteX201" fmla="*/ 4812879 w 5593163"/>
              <a:gd name="connsiteY201" fmla="*/ 612725 h 4305008"/>
              <a:gd name="connsiteX202" fmla="*/ 4812341 w 5593163"/>
              <a:gd name="connsiteY202" fmla="*/ 619401 h 4305008"/>
              <a:gd name="connsiteX203" fmla="*/ 4811835 w 5593163"/>
              <a:gd name="connsiteY203" fmla="*/ 619464 h 4305008"/>
              <a:gd name="connsiteX204" fmla="*/ 4121670 w 5593163"/>
              <a:gd name="connsiteY204" fmla="*/ 1312505 h 4305008"/>
              <a:gd name="connsiteX205" fmla="*/ 4121554 w 5593163"/>
              <a:gd name="connsiteY205" fmla="*/ 1313653 h 4305008"/>
              <a:gd name="connsiteX206" fmla="*/ 4105337 w 5593163"/>
              <a:gd name="connsiteY206" fmla="*/ 1315193 h 4305008"/>
              <a:gd name="connsiteX207" fmla="*/ 4009911 w 5593163"/>
              <a:gd name="connsiteY207" fmla="*/ 1324255 h 4305008"/>
              <a:gd name="connsiteX208" fmla="*/ 3992792 w 5593163"/>
              <a:gd name="connsiteY208" fmla="*/ 1325881 h 4305008"/>
              <a:gd name="connsiteX209" fmla="*/ 3992766 w 5593163"/>
              <a:gd name="connsiteY209" fmla="*/ 1325386 h 4305008"/>
              <a:gd name="connsiteX210" fmla="*/ 3992267 w 5593163"/>
              <a:gd name="connsiteY210" fmla="*/ 1325419 h 4305008"/>
              <a:gd name="connsiteX211" fmla="*/ 3991674 w 5593163"/>
              <a:gd name="connsiteY211" fmla="*/ 1313979 h 4305008"/>
              <a:gd name="connsiteX212" fmla="*/ 3991674 w 5593163"/>
              <a:gd name="connsiteY212" fmla="*/ 1361805 h 4305008"/>
              <a:gd name="connsiteX213" fmla="*/ 3992268 w 5593163"/>
              <a:gd name="connsiteY213" fmla="*/ 1350455 h 4305008"/>
              <a:gd name="connsiteX214" fmla="*/ 3992766 w 5593163"/>
              <a:gd name="connsiteY214" fmla="*/ 1350487 h 4305008"/>
              <a:gd name="connsiteX215" fmla="*/ 3992792 w 5593163"/>
              <a:gd name="connsiteY215" fmla="*/ 1349997 h 4305008"/>
              <a:gd name="connsiteX216" fmla="*/ 4009880 w 5593163"/>
              <a:gd name="connsiteY216" fmla="*/ 1351607 h 4305008"/>
              <a:gd name="connsiteX217" fmla="*/ 4105341 w 5593163"/>
              <a:gd name="connsiteY217" fmla="*/ 1360601 h 4305008"/>
              <a:gd name="connsiteX218" fmla="*/ 4121554 w 5593163"/>
              <a:gd name="connsiteY218" fmla="*/ 1362128 h 4305008"/>
              <a:gd name="connsiteX219" fmla="*/ 4121671 w 5593163"/>
              <a:gd name="connsiteY219" fmla="*/ 1363267 h 4305008"/>
              <a:gd name="connsiteX220" fmla="*/ 4811836 w 5593163"/>
              <a:gd name="connsiteY220" fmla="*/ 2050865 h 4305008"/>
              <a:gd name="connsiteX221" fmla="*/ 4812342 w 5593163"/>
              <a:gd name="connsiteY221" fmla="*/ 2050928 h 4305008"/>
              <a:gd name="connsiteX222" fmla="*/ 4812882 w 5593163"/>
              <a:gd name="connsiteY222" fmla="*/ 2057565 h 4305008"/>
              <a:gd name="connsiteX223" fmla="*/ 4820346 w 5593163"/>
              <a:gd name="connsiteY223" fmla="*/ 2149296 h 4305008"/>
              <a:gd name="connsiteX224" fmla="*/ 4821717 w 5593163"/>
              <a:gd name="connsiteY224" fmla="*/ 2166144 h 4305008"/>
              <a:gd name="connsiteX225" fmla="*/ 4821124 w 5593163"/>
              <a:gd name="connsiteY225" fmla="*/ 2177494 h 4305008"/>
              <a:gd name="connsiteX226" fmla="*/ 4820625 w 5593163"/>
              <a:gd name="connsiteY226" fmla="*/ 2177461 h 4305008"/>
              <a:gd name="connsiteX227" fmla="*/ 4820599 w 5593163"/>
              <a:gd name="connsiteY227" fmla="*/ 2177952 h 4305008"/>
              <a:gd name="connsiteX228" fmla="*/ 4803481 w 5593163"/>
              <a:gd name="connsiteY228" fmla="*/ 2176339 h 4305008"/>
              <a:gd name="connsiteX229" fmla="*/ 4708054 w 5593163"/>
              <a:gd name="connsiteY229" fmla="*/ 2167348 h 4305008"/>
              <a:gd name="connsiteX230" fmla="*/ 4691837 w 5593163"/>
              <a:gd name="connsiteY230" fmla="*/ 2165820 h 4305008"/>
              <a:gd name="connsiteX231" fmla="*/ 4691721 w 5593163"/>
              <a:gd name="connsiteY231" fmla="*/ 2164681 h 4305008"/>
              <a:gd name="connsiteX232" fmla="*/ 4001556 w 5593163"/>
              <a:gd name="connsiteY232" fmla="*/ 1477083 h 4305008"/>
              <a:gd name="connsiteX233" fmla="*/ 4001050 w 5593163"/>
              <a:gd name="connsiteY233" fmla="*/ 1477021 h 4305008"/>
              <a:gd name="connsiteX234" fmla="*/ 4000512 w 5593163"/>
              <a:gd name="connsiteY234" fmla="*/ 1470397 h 4305008"/>
              <a:gd name="connsiteX235" fmla="*/ 3993045 w 5593163"/>
              <a:gd name="connsiteY235" fmla="*/ 1378647 h 4305008"/>
              <a:gd name="connsiteX236" fmla="*/ 3991674 w 5593163"/>
              <a:gd name="connsiteY236" fmla="*/ 1361805 h 4305008"/>
              <a:gd name="connsiteX237" fmla="*/ 3991674 w 5593163"/>
              <a:gd name="connsiteY237" fmla="*/ 3010804 h 4305008"/>
              <a:gd name="connsiteX238" fmla="*/ 3993045 w 5593163"/>
              <a:gd name="connsiteY238" fmla="*/ 2993823 h 4305008"/>
              <a:gd name="connsiteX239" fmla="*/ 4000509 w 5593163"/>
              <a:gd name="connsiteY239" fmla="*/ 2901366 h 4305008"/>
              <a:gd name="connsiteX240" fmla="*/ 4001049 w 5593163"/>
              <a:gd name="connsiteY240" fmla="*/ 2894676 h 4305008"/>
              <a:gd name="connsiteX241" fmla="*/ 4001555 w 5593163"/>
              <a:gd name="connsiteY241" fmla="*/ 2894613 h 4305008"/>
              <a:gd name="connsiteX242" fmla="*/ 4691720 w 5593163"/>
              <a:gd name="connsiteY242" fmla="*/ 2201572 h 4305008"/>
              <a:gd name="connsiteX243" fmla="*/ 4691837 w 5593163"/>
              <a:gd name="connsiteY243" fmla="*/ 2200424 h 4305008"/>
              <a:gd name="connsiteX244" fmla="*/ 4708050 w 5593163"/>
              <a:gd name="connsiteY244" fmla="*/ 2198885 h 4305008"/>
              <a:gd name="connsiteX245" fmla="*/ 4803512 w 5593163"/>
              <a:gd name="connsiteY245" fmla="*/ 2189820 h 4305008"/>
              <a:gd name="connsiteX246" fmla="*/ 4820599 w 5593163"/>
              <a:gd name="connsiteY246" fmla="*/ 2188197 h 4305008"/>
              <a:gd name="connsiteX247" fmla="*/ 4820625 w 5593163"/>
              <a:gd name="connsiteY247" fmla="*/ 2188691 h 4305008"/>
              <a:gd name="connsiteX248" fmla="*/ 4821123 w 5593163"/>
              <a:gd name="connsiteY248" fmla="*/ 2188658 h 4305008"/>
              <a:gd name="connsiteX249" fmla="*/ 4821717 w 5593163"/>
              <a:gd name="connsiteY249" fmla="*/ 2200098 h 4305008"/>
              <a:gd name="connsiteX250" fmla="*/ 4820346 w 5593163"/>
              <a:gd name="connsiteY250" fmla="*/ 2217074 h 4305008"/>
              <a:gd name="connsiteX251" fmla="*/ 4812879 w 5593163"/>
              <a:gd name="connsiteY251" fmla="*/ 2309550 h 4305008"/>
              <a:gd name="connsiteX252" fmla="*/ 4812341 w 5593163"/>
              <a:gd name="connsiteY252" fmla="*/ 2316226 h 4305008"/>
              <a:gd name="connsiteX253" fmla="*/ 4811835 w 5593163"/>
              <a:gd name="connsiteY253" fmla="*/ 2316289 h 4305008"/>
              <a:gd name="connsiteX254" fmla="*/ 4121670 w 5593163"/>
              <a:gd name="connsiteY254" fmla="*/ 3009330 h 4305008"/>
              <a:gd name="connsiteX255" fmla="*/ 4121554 w 5593163"/>
              <a:gd name="connsiteY255" fmla="*/ 3010478 h 4305008"/>
              <a:gd name="connsiteX256" fmla="*/ 4105337 w 5593163"/>
              <a:gd name="connsiteY256" fmla="*/ 3012018 h 4305008"/>
              <a:gd name="connsiteX257" fmla="*/ 4009911 w 5593163"/>
              <a:gd name="connsiteY257" fmla="*/ 3021080 h 4305008"/>
              <a:gd name="connsiteX258" fmla="*/ 3992792 w 5593163"/>
              <a:gd name="connsiteY258" fmla="*/ 3022706 h 4305008"/>
              <a:gd name="connsiteX259" fmla="*/ 3992766 w 5593163"/>
              <a:gd name="connsiteY259" fmla="*/ 3022211 h 4305008"/>
              <a:gd name="connsiteX260" fmla="*/ 3992267 w 5593163"/>
              <a:gd name="connsiteY260" fmla="*/ 3022244 h 4305008"/>
              <a:gd name="connsiteX261" fmla="*/ 3991674 w 5593163"/>
              <a:gd name="connsiteY261" fmla="*/ 3010804 h 4305008"/>
              <a:gd name="connsiteX262" fmla="*/ 3991674 w 5593163"/>
              <a:gd name="connsiteY262" fmla="*/ 3058630 h 4305008"/>
              <a:gd name="connsiteX263" fmla="*/ 3992268 w 5593163"/>
              <a:gd name="connsiteY263" fmla="*/ 3047280 h 4305008"/>
              <a:gd name="connsiteX264" fmla="*/ 3992766 w 5593163"/>
              <a:gd name="connsiteY264" fmla="*/ 3047312 h 4305008"/>
              <a:gd name="connsiteX265" fmla="*/ 3992792 w 5593163"/>
              <a:gd name="connsiteY265" fmla="*/ 3046822 h 4305008"/>
              <a:gd name="connsiteX266" fmla="*/ 4009880 w 5593163"/>
              <a:gd name="connsiteY266" fmla="*/ 3048432 h 4305008"/>
              <a:gd name="connsiteX267" fmla="*/ 4105341 w 5593163"/>
              <a:gd name="connsiteY267" fmla="*/ 3057426 h 4305008"/>
              <a:gd name="connsiteX268" fmla="*/ 4121554 w 5593163"/>
              <a:gd name="connsiteY268" fmla="*/ 3058953 h 4305008"/>
              <a:gd name="connsiteX269" fmla="*/ 4121671 w 5593163"/>
              <a:gd name="connsiteY269" fmla="*/ 3060092 h 4305008"/>
              <a:gd name="connsiteX270" fmla="*/ 4811836 w 5593163"/>
              <a:gd name="connsiteY270" fmla="*/ 3747690 h 4305008"/>
              <a:gd name="connsiteX271" fmla="*/ 4812342 w 5593163"/>
              <a:gd name="connsiteY271" fmla="*/ 3747753 h 4305008"/>
              <a:gd name="connsiteX272" fmla="*/ 4812882 w 5593163"/>
              <a:gd name="connsiteY272" fmla="*/ 3754390 h 4305008"/>
              <a:gd name="connsiteX273" fmla="*/ 4820346 w 5593163"/>
              <a:gd name="connsiteY273" fmla="*/ 3846121 h 4305008"/>
              <a:gd name="connsiteX274" fmla="*/ 4821717 w 5593163"/>
              <a:gd name="connsiteY274" fmla="*/ 3862969 h 4305008"/>
              <a:gd name="connsiteX275" fmla="*/ 4821124 w 5593163"/>
              <a:gd name="connsiteY275" fmla="*/ 3874319 h 4305008"/>
              <a:gd name="connsiteX276" fmla="*/ 4820625 w 5593163"/>
              <a:gd name="connsiteY276" fmla="*/ 3874286 h 4305008"/>
              <a:gd name="connsiteX277" fmla="*/ 4820599 w 5593163"/>
              <a:gd name="connsiteY277" fmla="*/ 3874777 h 4305008"/>
              <a:gd name="connsiteX278" fmla="*/ 4803481 w 5593163"/>
              <a:gd name="connsiteY278" fmla="*/ 3873164 h 4305008"/>
              <a:gd name="connsiteX279" fmla="*/ 4708054 w 5593163"/>
              <a:gd name="connsiteY279" fmla="*/ 3864173 h 4305008"/>
              <a:gd name="connsiteX280" fmla="*/ 4691837 w 5593163"/>
              <a:gd name="connsiteY280" fmla="*/ 3862645 h 4305008"/>
              <a:gd name="connsiteX281" fmla="*/ 4691721 w 5593163"/>
              <a:gd name="connsiteY281" fmla="*/ 3861506 h 4305008"/>
              <a:gd name="connsiteX282" fmla="*/ 4001556 w 5593163"/>
              <a:gd name="connsiteY282" fmla="*/ 3173908 h 4305008"/>
              <a:gd name="connsiteX283" fmla="*/ 4001050 w 5593163"/>
              <a:gd name="connsiteY283" fmla="*/ 3173846 h 4305008"/>
              <a:gd name="connsiteX284" fmla="*/ 4000512 w 5593163"/>
              <a:gd name="connsiteY284" fmla="*/ 3167222 h 4305008"/>
              <a:gd name="connsiteX285" fmla="*/ 3993045 w 5593163"/>
              <a:gd name="connsiteY285" fmla="*/ 3075472 h 4305008"/>
              <a:gd name="connsiteX286" fmla="*/ 3991674 w 5593163"/>
              <a:gd name="connsiteY286" fmla="*/ 3058630 h 4305008"/>
              <a:gd name="connsiteX287" fmla="*/ 3293448 w 5593163"/>
              <a:gd name="connsiteY287" fmla="*/ 636203 h 4305008"/>
              <a:gd name="connsiteX288" fmla="*/ 3836757 w 5593163"/>
              <a:gd name="connsiteY288" fmla="*/ 1181049 h 4305008"/>
              <a:gd name="connsiteX289" fmla="*/ 3293448 w 5593163"/>
              <a:gd name="connsiteY289" fmla="*/ 636203 h 4305008"/>
              <a:gd name="connsiteX290" fmla="*/ 3293448 w 5593163"/>
              <a:gd name="connsiteY290" fmla="*/ 2333028 h 4305008"/>
              <a:gd name="connsiteX291" fmla="*/ 3836757 w 5593163"/>
              <a:gd name="connsiteY291" fmla="*/ 2877874 h 4305008"/>
              <a:gd name="connsiteX292" fmla="*/ 3293448 w 5593163"/>
              <a:gd name="connsiteY292" fmla="*/ 2333028 h 4305008"/>
              <a:gd name="connsiteX293" fmla="*/ 3293446 w 5593163"/>
              <a:gd name="connsiteY293" fmla="*/ 2034258 h 4305008"/>
              <a:gd name="connsiteX294" fmla="*/ 3836755 w 5593163"/>
              <a:gd name="connsiteY294" fmla="*/ 1493690 h 4305008"/>
              <a:gd name="connsiteX295" fmla="*/ 3293446 w 5593163"/>
              <a:gd name="connsiteY295" fmla="*/ 2034258 h 4305008"/>
              <a:gd name="connsiteX296" fmla="*/ 3293446 w 5593163"/>
              <a:gd name="connsiteY296" fmla="*/ 3731083 h 4305008"/>
              <a:gd name="connsiteX297" fmla="*/ 3836755 w 5593163"/>
              <a:gd name="connsiteY297" fmla="*/ 3190516 h 4305008"/>
              <a:gd name="connsiteX298" fmla="*/ 3293446 w 5593163"/>
              <a:gd name="connsiteY298" fmla="*/ 3731083 h 4305008"/>
              <a:gd name="connsiteX299" fmla="*/ 3150081 w 5593163"/>
              <a:gd name="connsiteY299" fmla="*/ 503273 h 4305008"/>
              <a:gd name="connsiteX300" fmla="*/ 3150675 w 5593163"/>
              <a:gd name="connsiteY300" fmla="*/ 491833 h 4305008"/>
              <a:gd name="connsiteX301" fmla="*/ 3151173 w 5593163"/>
              <a:gd name="connsiteY301" fmla="*/ 491866 h 4305008"/>
              <a:gd name="connsiteX302" fmla="*/ 3151199 w 5593163"/>
              <a:gd name="connsiteY302" fmla="*/ 491372 h 4305008"/>
              <a:gd name="connsiteX303" fmla="*/ 3168287 w 5593163"/>
              <a:gd name="connsiteY303" fmla="*/ 492995 h 4305008"/>
              <a:gd name="connsiteX304" fmla="*/ 3263748 w 5593163"/>
              <a:gd name="connsiteY304" fmla="*/ 502060 h 4305008"/>
              <a:gd name="connsiteX305" fmla="*/ 3279961 w 5593163"/>
              <a:gd name="connsiteY305" fmla="*/ 503599 h 4305008"/>
              <a:gd name="connsiteX306" fmla="*/ 3280078 w 5593163"/>
              <a:gd name="connsiteY306" fmla="*/ 504747 h 4305008"/>
              <a:gd name="connsiteX307" fmla="*/ 3970244 w 5593163"/>
              <a:gd name="connsiteY307" fmla="*/ 1197788 h 4305008"/>
              <a:gd name="connsiteX308" fmla="*/ 3970749 w 5593163"/>
              <a:gd name="connsiteY308" fmla="*/ 1197851 h 4305008"/>
              <a:gd name="connsiteX309" fmla="*/ 3971290 w 5593163"/>
              <a:gd name="connsiteY309" fmla="*/ 1204541 h 4305008"/>
              <a:gd name="connsiteX310" fmla="*/ 3978754 w 5593163"/>
              <a:gd name="connsiteY310" fmla="*/ 1296998 h 4305008"/>
              <a:gd name="connsiteX311" fmla="*/ 3980124 w 5593163"/>
              <a:gd name="connsiteY311" fmla="*/ 1313979 h 4305008"/>
              <a:gd name="connsiteX312" fmla="*/ 3979531 w 5593163"/>
              <a:gd name="connsiteY312" fmla="*/ 1325419 h 4305008"/>
              <a:gd name="connsiteX313" fmla="*/ 3979032 w 5593163"/>
              <a:gd name="connsiteY313" fmla="*/ 1325386 h 4305008"/>
              <a:gd name="connsiteX314" fmla="*/ 3979006 w 5593163"/>
              <a:gd name="connsiteY314" fmla="*/ 1325881 h 4305008"/>
              <a:gd name="connsiteX315" fmla="*/ 3961888 w 5593163"/>
              <a:gd name="connsiteY315" fmla="*/ 1324255 h 4305008"/>
              <a:gd name="connsiteX316" fmla="*/ 3866461 w 5593163"/>
              <a:gd name="connsiteY316" fmla="*/ 1315193 h 4305008"/>
              <a:gd name="connsiteX317" fmla="*/ 3850245 w 5593163"/>
              <a:gd name="connsiteY317" fmla="*/ 1313653 h 4305008"/>
              <a:gd name="connsiteX318" fmla="*/ 3850129 w 5593163"/>
              <a:gd name="connsiteY318" fmla="*/ 1312505 h 4305008"/>
              <a:gd name="connsiteX319" fmla="*/ 3159963 w 5593163"/>
              <a:gd name="connsiteY319" fmla="*/ 619464 h 4305008"/>
              <a:gd name="connsiteX320" fmla="*/ 3159457 w 5593163"/>
              <a:gd name="connsiteY320" fmla="*/ 619401 h 4305008"/>
              <a:gd name="connsiteX321" fmla="*/ 3158919 w 5593163"/>
              <a:gd name="connsiteY321" fmla="*/ 612725 h 4305008"/>
              <a:gd name="connsiteX322" fmla="*/ 3151452 w 5593163"/>
              <a:gd name="connsiteY322" fmla="*/ 520249 h 4305008"/>
              <a:gd name="connsiteX323" fmla="*/ 3150081 w 5593163"/>
              <a:gd name="connsiteY323" fmla="*/ 503273 h 4305008"/>
              <a:gd name="connsiteX324" fmla="*/ 3150081 w 5593163"/>
              <a:gd name="connsiteY324" fmla="*/ 2200098 h 4305008"/>
              <a:gd name="connsiteX325" fmla="*/ 3150675 w 5593163"/>
              <a:gd name="connsiteY325" fmla="*/ 2188658 h 4305008"/>
              <a:gd name="connsiteX326" fmla="*/ 3151173 w 5593163"/>
              <a:gd name="connsiteY326" fmla="*/ 2188691 h 4305008"/>
              <a:gd name="connsiteX327" fmla="*/ 3151199 w 5593163"/>
              <a:gd name="connsiteY327" fmla="*/ 2188197 h 4305008"/>
              <a:gd name="connsiteX328" fmla="*/ 3168287 w 5593163"/>
              <a:gd name="connsiteY328" fmla="*/ 2189820 h 4305008"/>
              <a:gd name="connsiteX329" fmla="*/ 3263748 w 5593163"/>
              <a:gd name="connsiteY329" fmla="*/ 2198885 h 4305008"/>
              <a:gd name="connsiteX330" fmla="*/ 3279961 w 5593163"/>
              <a:gd name="connsiteY330" fmla="*/ 2200424 h 4305008"/>
              <a:gd name="connsiteX331" fmla="*/ 3280078 w 5593163"/>
              <a:gd name="connsiteY331" fmla="*/ 2201572 h 4305008"/>
              <a:gd name="connsiteX332" fmla="*/ 3970244 w 5593163"/>
              <a:gd name="connsiteY332" fmla="*/ 2894613 h 4305008"/>
              <a:gd name="connsiteX333" fmla="*/ 3970749 w 5593163"/>
              <a:gd name="connsiteY333" fmla="*/ 2894676 h 4305008"/>
              <a:gd name="connsiteX334" fmla="*/ 3971290 w 5593163"/>
              <a:gd name="connsiteY334" fmla="*/ 2901366 h 4305008"/>
              <a:gd name="connsiteX335" fmla="*/ 3978754 w 5593163"/>
              <a:gd name="connsiteY335" fmla="*/ 2993823 h 4305008"/>
              <a:gd name="connsiteX336" fmla="*/ 3980124 w 5593163"/>
              <a:gd name="connsiteY336" fmla="*/ 3010804 h 4305008"/>
              <a:gd name="connsiteX337" fmla="*/ 3979531 w 5593163"/>
              <a:gd name="connsiteY337" fmla="*/ 3022244 h 4305008"/>
              <a:gd name="connsiteX338" fmla="*/ 3979032 w 5593163"/>
              <a:gd name="connsiteY338" fmla="*/ 3022211 h 4305008"/>
              <a:gd name="connsiteX339" fmla="*/ 3979006 w 5593163"/>
              <a:gd name="connsiteY339" fmla="*/ 3022706 h 4305008"/>
              <a:gd name="connsiteX340" fmla="*/ 3961888 w 5593163"/>
              <a:gd name="connsiteY340" fmla="*/ 3021080 h 4305008"/>
              <a:gd name="connsiteX341" fmla="*/ 3866461 w 5593163"/>
              <a:gd name="connsiteY341" fmla="*/ 3012018 h 4305008"/>
              <a:gd name="connsiteX342" fmla="*/ 3850245 w 5593163"/>
              <a:gd name="connsiteY342" fmla="*/ 3010478 h 4305008"/>
              <a:gd name="connsiteX343" fmla="*/ 3850129 w 5593163"/>
              <a:gd name="connsiteY343" fmla="*/ 3009330 h 4305008"/>
              <a:gd name="connsiteX344" fmla="*/ 3159963 w 5593163"/>
              <a:gd name="connsiteY344" fmla="*/ 2316289 h 4305008"/>
              <a:gd name="connsiteX345" fmla="*/ 3159457 w 5593163"/>
              <a:gd name="connsiteY345" fmla="*/ 2316226 h 4305008"/>
              <a:gd name="connsiteX346" fmla="*/ 3158919 w 5593163"/>
              <a:gd name="connsiteY346" fmla="*/ 2309550 h 4305008"/>
              <a:gd name="connsiteX347" fmla="*/ 3151452 w 5593163"/>
              <a:gd name="connsiteY347" fmla="*/ 2217074 h 4305008"/>
              <a:gd name="connsiteX348" fmla="*/ 3150081 w 5593163"/>
              <a:gd name="connsiteY348" fmla="*/ 2200098 h 4305008"/>
              <a:gd name="connsiteX349" fmla="*/ 3150081 w 5593163"/>
              <a:gd name="connsiteY349" fmla="*/ 3896923 h 4305008"/>
              <a:gd name="connsiteX350" fmla="*/ 3150675 w 5593163"/>
              <a:gd name="connsiteY350" fmla="*/ 3885483 h 4305008"/>
              <a:gd name="connsiteX351" fmla="*/ 3151173 w 5593163"/>
              <a:gd name="connsiteY351" fmla="*/ 3885516 h 4305008"/>
              <a:gd name="connsiteX352" fmla="*/ 3151199 w 5593163"/>
              <a:gd name="connsiteY352" fmla="*/ 3885022 h 4305008"/>
              <a:gd name="connsiteX353" fmla="*/ 3168287 w 5593163"/>
              <a:gd name="connsiteY353" fmla="*/ 3886645 h 4305008"/>
              <a:gd name="connsiteX354" fmla="*/ 3263748 w 5593163"/>
              <a:gd name="connsiteY354" fmla="*/ 3895710 h 4305008"/>
              <a:gd name="connsiteX355" fmla="*/ 3279961 w 5593163"/>
              <a:gd name="connsiteY355" fmla="*/ 3897249 h 4305008"/>
              <a:gd name="connsiteX356" fmla="*/ 3280078 w 5593163"/>
              <a:gd name="connsiteY356" fmla="*/ 3898397 h 4305008"/>
              <a:gd name="connsiteX357" fmla="*/ 3840331 w 5593163"/>
              <a:gd name="connsiteY357" fmla="*/ 4255797 h 4305008"/>
              <a:gd name="connsiteX358" fmla="*/ 3868775 w 5593163"/>
              <a:gd name="connsiteY358" fmla="*/ 4305008 h 4305008"/>
              <a:gd name="connsiteX359" fmla="*/ 3717725 w 5593163"/>
              <a:gd name="connsiteY359" fmla="*/ 4305008 h 4305008"/>
              <a:gd name="connsiteX360" fmla="*/ 3665602 w 5593163"/>
              <a:gd name="connsiteY360" fmla="*/ 4241205 h 4305008"/>
              <a:gd name="connsiteX361" fmla="*/ 3293448 w 5593163"/>
              <a:gd name="connsiteY361" fmla="*/ 4029853 h 4305008"/>
              <a:gd name="connsiteX362" fmla="*/ 3392629 w 5593163"/>
              <a:gd name="connsiteY362" fmla="*/ 4271827 h 4305008"/>
              <a:gd name="connsiteX363" fmla="*/ 3419311 w 5593163"/>
              <a:gd name="connsiteY363" fmla="*/ 4305008 h 4305008"/>
              <a:gd name="connsiteX364" fmla="*/ 3265201 w 5593163"/>
              <a:gd name="connsiteY364" fmla="*/ 4305008 h 4305008"/>
              <a:gd name="connsiteX365" fmla="*/ 3235080 w 5593163"/>
              <a:gd name="connsiteY365" fmla="*/ 4254710 h 4305008"/>
              <a:gd name="connsiteX366" fmla="*/ 3159963 w 5593163"/>
              <a:gd name="connsiteY366" fmla="*/ 4013114 h 4305008"/>
              <a:gd name="connsiteX367" fmla="*/ 3159457 w 5593163"/>
              <a:gd name="connsiteY367" fmla="*/ 4013051 h 4305008"/>
              <a:gd name="connsiteX368" fmla="*/ 3158919 w 5593163"/>
              <a:gd name="connsiteY368" fmla="*/ 4006375 h 4305008"/>
              <a:gd name="connsiteX369" fmla="*/ 3151452 w 5593163"/>
              <a:gd name="connsiteY369" fmla="*/ 3913899 h 4305008"/>
              <a:gd name="connsiteX370" fmla="*/ 3150081 w 5593163"/>
              <a:gd name="connsiteY370" fmla="*/ 3896923 h 4305008"/>
              <a:gd name="connsiteX371" fmla="*/ 3150079 w 5593163"/>
              <a:gd name="connsiteY371" fmla="*/ 469318 h 4305008"/>
              <a:gd name="connsiteX372" fmla="*/ 3151450 w 5593163"/>
              <a:gd name="connsiteY372" fmla="*/ 452471 h 4305008"/>
              <a:gd name="connsiteX373" fmla="*/ 3158914 w 5593163"/>
              <a:gd name="connsiteY373" fmla="*/ 360740 h 4305008"/>
              <a:gd name="connsiteX374" fmla="*/ 3159454 w 5593163"/>
              <a:gd name="connsiteY374" fmla="*/ 354103 h 4305008"/>
              <a:gd name="connsiteX375" fmla="*/ 3159960 w 5593163"/>
              <a:gd name="connsiteY375" fmla="*/ 354040 h 4305008"/>
              <a:gd name="connsiteX376" fmla="*/ 3244173 w 5593163"/>
              <a:gd name="connsiteY376" fmla="*/ 96778 h 4305008"/>
              <a:gd name="connsiteX377" fmla="*/ 3306807 w 5593163"/>
              <a:gd name="connsiteY377" fmla="*/ 0 h 4305008"/>
              <a:gd name="connsiteX378" fmla="*/ 3475182 w 5593163"/>
              <a:gd name="connsiteY378" fmla="*/ 0 h 4305008"/>
              <a:gd name="connsiteX379" fmla="*/ 3406954 w 5593163"/>
              <a:gd name="connsiteY379" fmla="*/ 76659 h 4305008"/>
              <a:gd name="connsiteX380" fmla="*/ 3293446 w 5593163"/>
              <a:gd name="connsiteY380" fmla="*/ 337433 h 4305008"/>
              <a:gd name="connsiteX381" fmla="*/ 3732420 w 5593163"/>
              <a:gd name="connsiteY381" fmla="*/ 44350 h 4305008"/>
              <a:gd name="connsiteX382" fmla="*/ 3754649 w 5593163"/>
              <a:gd name="connsiteY382" fmla="*/ 0 h 4305008"/>
              <a:gd name="connsiteX383" fmla="*/ 3903287 w 5593163"/>
              <a:gd name="connsiteY383" fmla="*/ 0 h 4305008"/>
              <a:gd name="connsiteX384" fmla="*/ 3851448 w 5593163"/>
              <a:gd name="connsiteY384" fmla="*/ 95636 h 4305008"/>
              <a:gd name="connsiteX385" fmla="*/ 3280075 w 5593163"/>
              <a:gd name="connsiteY385" fmla="*/ 467856 h 4305008"/>
              <a:gd name="connsiteX386" fmla="*/ 3279959 w 5593163"/>
              <a:gd name="connsiteY386" fmla="*/ 468995 h 4305008"/>
              <a:gd name="connsiteX387" fmla="*/ 3263742 w 5593163"/>
              <a:gd name="connsiteY387" fmla="*/ 470523 h 4305008"/>
              <a:gd name="connsiteX388" fmla="*/ 3168316 w 5593163"/>
              <a:gd name="connsiteY388" fmla="*/ 479514 h 4305008"/>
              <a:gd name="connsiteX389" fmla="*/ 3151197 w 5593163"/>
              <a:gd name="connsiteY389" fmla="*/ 481127 h 4305008"/>
              <a:gd name="connsiteX390" fmla="*/ 3151171 w 5593163"/>
              <a:gd name="connsiteY390" fmla="*/ 480636 h 4305008"/>
              <a:gd name="connsiteX391" fmla="*/ 3150672 w 5593163"/>
              <a:gd name="connsiteY391" fmla="*/ 480669 h 4305008"/>
              <a:gd name="connsiteX392" fmla="*/ 3150079 w 5593163"/>
              <a:gd name="connsiteY392" fmla="*/ 469318 h 4305008"/>
              <a:gd name="connsiteX393" fmla="*/ 3150079 w 5593163"/>
              <a:gd name="connsiteY393" fmla="*/ 2166144 h 4305008"/>
              <a:gd name="connsiteX394" fmla="*/ 3151450 w 5593163"/>
              <a:gd name="connsiteY394" fmla="*/ 2149296 h 4305008"/>
              <a:gd name="connsiteX395" fmla="*/ 3158914 w 5593163"/>
              <a:gd name="connsiteY395" fmla="*/ 2057565 h 4305008"/>
              <a:gd name="connsiteX396" fmla="*/ 3159454 w 5593163"/>
              <a:gd name="connsiteY396" fmla="*/ 2050928 h 4305008"/>
              <a:gd name="connsiteX397" fmla="*/ 3159960 w 5593163"/>
              <a:gd name="connsiteY397" fmla="*/ 2050865 h 4305008"/>
              <a:gd name="connsiteX398" fmla="*/ 3850126 w 5593163"/>
              <a:gd name="connsiteY398" fmla="*/ 1363267 h 4305008"/>
              <a:gd name="connsiteX399" fmla="*/ 3850243 w 5593163"/>
              <a:gd name="connsiteY399" fmla="*/ 1362128 h 4305008"/>
              <a:gd name="connsiteX400" fmla="*/ 3866455 w 5593163"/>
              <a:gd name="connsiteY400" fmla="*/ 1360601 h 4305008"/>
              <a:gd name="connsiteX401" fmla="*/ 3961917 w 5593163"/>
              <a:gd name="connsiteY401" fmla="*/ 1351607 h 4305008"/>
              <a:gd name="connsiteX402" fmla="*/ 3979004 w 5593163"/>
              <a:gd name="connsiteY402" fmla="*/ 1349997 h 4305008"/>
              <a:gd name="connsiteX403" fmla="*/ 3979030 w 5593163"/>
              <a:gd name="connsiteY403" fmla="*/ 1350487 h 4305008"/>
              <a:gd name="connsiteX404" fmla="*/ 3979528 w 5593163"/>
              <a:gd name="connsiteY404" fmla="*/ 1350455 h 4305008"/>
              <a:gd name="connsiteX405" fmla="*/ 3980122 w 5593163"/>
              <a:gd name="connsiteY405" fmla="*/ 1361805 h 4305008"/>
              <a:gd name="connsiteX406" fmla="*/ 3978752 w 5593163"/>
              <a:gd name="connsiteY406" fmla="*/ 1378647 h 4305008"/>
              <a:gd name="connsiteX407" fmla="*/ 3971285 w 5593163"/>
              <a:gd name="connsiteY407" fmla="*/ 1470397 h 4305008"/>
              <a:gd name="connsiteX408" fmla="*/ 3970746 w 5593163"/>
              <a:gd name="connsiteY408" fmla="*/ 1477021 h 4305008"/>
              <a:gd name="connsiteX409" fmla="*/ 3970241 w 5593163"/>
              <a:gd name="connsiteY409" fmla="*/ 1477083 h 4305008"/>
              <a:gd name="connsiteX410" fmla="*/ 3280075 w 5593163"/>
              <a:gd name="connsiteY410" fmla="*/ 2164681 h 4305008"/>
              <a:gd name="connsiteX411" fmla="*/ 3279959 w 5593163"/>
              <a:gd name="connsiteY411" fmla="*/ 2165820 h 4305008"/>
              <a:gd name="connsiteX412" fmla="*/ 3263742 w 5593163"/>
              <a:gd name="connsiteY412" fmla="*/ 2167348 h 4305008"/>
              <a:gd name="connsiteX413" fmla="*/ 3168316 w 5593163"/>
              <a:gd name="connsiteY413" fmla="*/ 2176339 h 4305008"/>
              <a:gd name="connsiteX414" fmla="*/ 3151197 w 5593163"/>
              <a:gd name="connsiteY414" fmla="*/ 2177952 h 4305008"/>
              <a:gd name="connsiteX415" fmla="*/ 3151171 w 5593163"/>
              <a:gd name="connsiteY415" fmla="*/ 2177461 h 4305008"/>
              <a:gd name="connsiteX416" fmla="*/ 3150672 w 5593163"/>
              <a:gd name="connsiteY416" fmla="*/ 2177494 h 4305008"/>
              <a:gd name="connsiteX417" fmla="*/ 3150079 w 5593163"/>
              <a:gd name="connsiteY417" fmla="*/ 2166144 h 4305008"/>
              <a:gd name="connsiteX418" fmla="*/ 3150079 w 5593163"/>
              <a:gd name="connsiteY418" fmla="*/ 3862969 h 4305008"/>
              <a:gd name="connsiteX419" fmla="*/ 3151450 w 5593163"/>
              <a:gd name="connsiteY419" fmla="*/ 3846121 h 4305008"/>
              <a:gd name="connsiteX420" fmla="*/ 3158914 w 5593163"/>
              <a:gd name="connsiteY420" fmla="*/ 3754390 h 4305008"/>
              <a:gd name="connsiteX421" fmla="*/ 3159454 w 5593163"/>
              <a:gd name="connsiteY421" fmla="*/ 3747753 h 4305008"/>
              <a:gd name="connsiteX422" fmla="*/ 3159960 w 5593163"/>
              <a:gd name="connsiteY422" fmla="*/ 3747690 h 4305008"/>
              <a:gd name="connsiteX423" fmla="*/ 3850126 w 5593163"/>
              <a:gd name="connsiteY423" fmla="*/ 3060092 h 4305008"/>
              <a:gd name="connsiteX424" fmla="*/ 3850243 w 5593163"/>
              <a:gd name="connsiteY424" fmla="*/ 3058953 h 4305008"/>
              <a:gd name="connsiteX425" fmla="*/ 3866455 w 5593163"/>
              <a:gd name="connsiteY425" fmla="*/ 3057426 h 4305008"/>
              <a:gd name="connsiteX426" fmla="*/ 3961917 w 5593163"/>
              <a:gd name="connsiteY426" fmla="*/ 3048432 h 4305008"/>
              <a:gd name="connsiteX427" fmla="*/ 3979004 w 5593163"/>
              <a:gd name="connsiteY427" fmla="*/ 3046822 h 4305008"/>
              <a:gd name="connsiteX428" fmla="*/ 3979030 w 5593163"/>
              <a:gd name="connsiteY428" fmla="*/ 3047312 h 4305008"/>
              <a:gd name="connsiteX429" fmla="*/ 3979528 w 5593163"/>
              <a:gd name="connsiteY429" fmla="*/ 3047280 h 4305008"/>
              <a:gd name="connsiteX430" fmla="*/ 3980122 w 5593163"/>
              <a:gd name="connsiteY430" fmla="*/ 3058630 h 4305008"/>
              <a:gd name="connsiteX431" fmla="*/ 3978752 w 5593163"/>
              <a:gd name="connsiteY431" fmla="*/ 3075472 h 4305008"/>
              <a:gd name="connsiteX432" fmla="*/ 3971285 w 5593163"/>
              <a:gd name="connsiteY432" fmla="*/ 3167222 h 4305008"/>
              <a:gd name="connsiteX433" fmla="*/ 3970746 w 5593163"/>
              <a:gd name="connsiteY433" fmla="*/ 3173846 h 4305008"/>
              <a:gd name="connsiteX434" fmla="*/ 3970241 w 5593163"/>
              <a:gd name="connsiteY434" fmla="*/ 3173908 h 4305008"/>
              <a:gd name="connsiteX435" fmla="*/ 3280075 w 5593163"/>
              <a:gd name="connsiteY435" fmla="*/ 3861506 h 4305008"/>
              <a:gd name="connsiteX436" fmla="*/ 3279959 w 5593163"/>
              <a:gd name="connsiteY436" fmla="*/ 3862645 h 4305008"/>
              <a:gd name="connsiteX437" fmla="*/ 3263742 w 5593163"/>
              <a:gd name="connsiteY437" fmla="*/ 3864173 h 4305008"/>
              <a:gd name="connsiteX438" fmla="*/ 3168316 w 5593163"/>
              <a:gd name="connsiteY438" fmla="*/ 3873164 h 4305008"/>
              <a:gd name="connsiteX439" fmla="*/ 3151197 w 5593163"/>
              <a:gd name="connsiteY439" fmla="*/ 3874777 h 4305008"/>
              <a:gd name="connsiteX440" fmla="*/ 3151171 w 5593163"/>
              <a:gd name="connsiteY440" fmla="*/ 3874286 h 4305008"/>
              <a:gd name="connsiteX441" fmla="*/ 3150672 w 5593163"/>
              <a:gd name="connsiteY441" fmla="*/ 3874319 h 4305008"/>
              <a:gd name="connsiteX442" fmla="*/ 3150079 w 5593163"/>
              <a:gd name="connsiteY442" fmla="*/ 3862969 h 4305008"/>
              <a:gd name="connsiteX443" fmla="*/ 2442890 w 5593163"/>
              <a:gd name="connsiteY443" fmla="*/ 1181049 h 4305008"/>
              <a:gd name="connsiteX444" fmla="*/ 2986199 w 5593163"/>
              <a:gd name="connsiteY444" fmla="*/ 636203 h 4305008"/>
              <a:gd name="connsiteX445" fmla="*/ 2442890 w 5593163"/>
              <a:gd name="connsiteY445" fmla="*/ 1181049 h 4305008"/>
              <a:gd name="connsiteX446" fmla="*/ 2442890 w 5593163"/>
              <a:gd name="connsiteY446" fmla="*/ 1493690 h 4305008"/>
              <a:gd name="connsiteX447" fmla="*/ 2986199 w 5593163"/>
              <a:gd name="connsiteY447" fmla="*/ 2034258 h 4305008"/>
              <a:gd name="connsiteX448" fmla="*/ 2442890 w 5593163"/>
              <a:gd name="connsiteY448" fmla="*/ 1493690 h 4305008"/>
              <a:gd name="connsiteX449" fmla="*/ 2442890 w 5593163"/>
              <a:gd name="connsiteY449" fmla="*/ 2877874 h 4305008"/>
              <a:gd name="connsiteX450" fmla="*/ 2986199 w 5593163"/>
              <a:gd name="connsiteY450" fmla="*/ 2333028 h 4305008"/>
              <a:gd name="connsiteX451" fmla="*/ 2442890 w 5593163"/>
              <a:gd name="connsiteY451" fmla="*/ 2877874 h 4305008"/>
              <a:gd name="connsiteX452" fmla="*/ 2442890 w 5593163"/>
              <a:gd name="connsiteY452" fmla="*/ 3190516 h 4305008"/>
              <a:gd name="connsiteX453" fmla="*/ 2986199 w 5593163"/>
              <a:gd name="connsiteY453" fmla="*/ 3731083 h 4305008"/>
              <a:gd name="connsiteX454" fmla="*/ 2442890 w 5593163"/>
              <a:gd name="connsiteY454" fmla="*/ 3190516 h 4305008"/>
              <a:gd name="connsiteX455" fmla="*/ 2410871 w 5593163"/>
              <a:gd name="connsiteY455" fmla="*/ 4305008 h 4305008"/>
              <a:gd name="connsiteX456" fmla="*/ 2439316 w 5593163"/>
              <a:gd name="connsiteY456" fmla="*/ 4255797 h 4305008"/>
              <a:gd name="connsiteX457" fmla="*/ 2999569 w 5593163"/>
              <a:gd name="connsiteY457" fmla="*/ 3898397 h 4305008"/>
              <a:gd name="connsiteX458" fmla="*/ 2999686 w 5593163"/>
              <a:gd name="connsiteY458" fmla="*/ 3897249 h 4305008"/>
              <a:gd name="connsiteX459" fmla="*/ 3015899 w 5593163"/>
              <a:gd name="connsiteY459" fmla="*/ 3895710 h 4305008"/>
              <a:gd name="connsiteX460" fmla="*/ 3111360 w 5593163"/>
              <a:gd name="connsiteY460" fmla="*/ 3886645 h 4305008"/>
              <a:gd name="connsiteX461" fmla="*/ 3128448 w 5593163"/>
              <a:gd name="connsiteY461" fmla="*/ 3885022 h 4305008"/>
              <a:gd name="connsiteX462" fmla="*/ 3128474 w 5593163"/>
              <a:gd name="connsiteY462" fmla="*/ 3885516 h 4305008"/>
              <a:gd name="connsiteX463" fmla="*/ 3128972 w 5593163"/>
              <a:gd name="connsiteY463" fmla="*/ 3885483 h 4305008"/>
              <a:gd name="connsiteX464" fmla="*/ 3129566 w 5593163"/>
              <a:gd name="connsiteY464" fmla="*/ 3896923 h 4305008"/>
              <a:gd name="connsiteX465" fmla="*/ 3128195 w 5593163"/>
              <a:gd name="connsiteY465" fmla="*/ 3913899 h 4305008"/>
              <a:gd name="connsiteX466" fmla="*/ 3120728 w 5593163"/>
              <a:gd name="connsiteY466" fmla="*/ 4006375 h 4305008"/>
              <a:gd name="connsiteX467" fmla="*/ 3120190 w 5593163"/>
              <a:gd name="connsiteY467" fmla="*/ 4013051 h 4305008"/>
              <a:gd name="connsiteX468" fmla="*/ 3119684 w 5593163"/>
              <a:gd name="connsiteY468" fmla="*/ 4013114 h 4305008"/>
              <a:gd name="connsiteX469" fmla="*/ 3044567 w 5593163"/>
              <a:gd name="connsiteY469" fmla="*/ 4254710 h 4305008"/>
              <a:gd name="connsiteX470" fmla="*/ 3014445 w 5593163"/>
              <a:gd name="connsiteY470" fmla="*/ 4305008 h 4305008"/>
              <a:gd name="connsiteX471" fmla="*/ 2860336 w 5593163"/>
              <a:gd name="connsiteY471" fmla="*/ 4305008 h 4305008"/>
              <a:gd name="connsiteX472" fmla="*/ 2887018 w 5593163"/>
              <a:gd name="connsiteY472" fmla="*/ 4271827 h 4305008"/>
              <a:gd name="connsiteX473" fmla="*/ 2986199 w 5593163"/>
              <a:gd name="connsiteY473" fmla="*/ 4029853 h 4305008"/>
              <a:gd name="connsiteX474" fmla="*/ 2614045 w 5593163"/>
              <a:gd name="connsiteY474" fmla="*/ 4241205 h 4305008"/>
              <a:gd name="connsiteX475" fmla="*/ 2561922 w 5593163"/>
              <a:gd name="connsiteY475" fmla="*/ 4305008 h 4305008"/>
              <a:gd name="connsiteX476" fmla="*/ 2376360 w 5593163"/>
              <a:gd name="connsiteY476" fmla="*/ 0 h 4305008"/>
              <a:gd name="connsiteX477" fmla="*/ 2524998 w 5593163"/>
              <a:gd name="connsiteY477" fmla="*/ 0 h 4305008"/>
              <a:gd name="connsiteX478" fmla="*/ 2547226 w 5593163"/>
              <a:gd name="connsiteY478" fmla="*/ 44350 h 4305008"/>
              <a:gd name="connsiteX479" fmla="*/ 2986199 w 5593163"/>
              <a:gd name="connsiteY479" fmla="*/ 337433 h 4305008"/>
              <a:gd name="connsiteX480" fmla="*/ 2872691 w 5593163"/>
              <a:gd name="connsiteY480" fmla="*/ 76659 h 4305008"/>
              <a:gd name="connsiteX481" fmla="*/ 2804464 w 5593163"/>
              <a:gd name="connsiteY481" fmla="*/ 0 h 4305008"/>
              <a:gd name="connsiteX482" fmla="*/ 2972839 w 5593163"/>
              <a:gd name="connsiteY482" fmla="*/ 0 h 4305008"/>
              <a:gd name="connsiteX483" fmla="*/ 3035473 w 5593163"/>
              <a:gd name="connsiteY483" fmla="*/ 96778 h 4305008"/>
              <a:gd name="connsiteX484" fmla="*/ 3119686 w 5593163"/>
              <a:gd name="connsiteY484" fmla="*/ 354040 h 4305008"/>
              <a:gd name="connsiteX485" fmla="*/ 3120191 w 5593163"/>
              <a:gd name="connsiteY485" fmla="*/ 354103 h 4305008"/>
              <a:gd name="connsiteX486" fmla="*/ 3120732 w 5593163"/>
              <a:gd name="connsiteY486" fmla="*/ 360740 h 4305008"/>
              <a:gd name="connsiteX487" fmla="*/ 3128196 w 5593163"/>
              <a:gd name="connsiteY487" fmla="*/ 452471 h 4305008"/>
              <a:gd name="connsiteX488" fmla="*/ 3129566 w 5593163"/>
              <a:gd name="connsiteY488" fmla="*/ 469318 h 4305008"/>
              <a:gd name="connsiteX489" fmla="*/ 3128973 w 5593163"/>
              <a:gd name="connsiteY489" fmla="*/ 480669 h 4305008"/>
              <a:gd name="connsiteX490" fmla="*/ 3128474 w 5593163"/>
              <a:gd name="connsiteY490" fmla="*/ 480636 h 4305008"/>
              <a:gd name="connsiteX491" fmla="*/ 3128448 w 5593163"/>
              <a:gd name="connsiteY491" fmla="*/ 481127 h 4305008"/>
              <a:gd name="connsiteX492" fmla="*/ 3111330 w 5593163"/>
              <a:gd name="connsiteY492" fmla="*/ 479514 h 4305008"/>
              <a:gd name="connsiteX493" fmla="*/ 3015903 w 5593163"/>
              <a:gd name="connsiteY493" fmla="*/ 470523 h 4305008"/>
              <a:gd name="connsiteX494" fmla="*/ 2999687 w 5593163"/>
              <a:gd name="connsiteY494" fmla="*/ 468995 h 4305008"/>
              <a:gd name="connsiteX495" fmla="*/ 2999571 w 5593163"/>
              <a:gd name="connsiteY495" fmla="*/ 467856 h 4305008"/>
              <a:gd name="connsiteX496" fmla="*/ 2428199 w 5593163"/>
              <a:gd name="connsiteY496" fmla="*/ 95636 h 4305008"/>
              <a:gd name="connsiteX497" fmla="*/ 2299523 w 5593163"/>
              <a:gd name="connsiteY497" fmla="*/ 1313979 h 4305008"/>
              <a:gd name="connsiteX498" fmla="*/ 2300894 w 5593163"/>
              <a:gd name="connsiteY498" fmla="*/ 1296998 h 4305008"/>
              <a:gd name="connsiteX499" fmla="*/ 2308358 w 5593163"/>
              <a:gd name="connsiteY499" fmla="*/ 1204541 h 4305008"/>
              <a:gd name="connsiteX500" fmla="*/ 2308898 w 5593163"/>
              <a:gd name="connsiteY500" fmla="*/ 1197851 h 4305008"/>
              <a:gd name="connsiteX501" fmla="*/ 2309404 w 5593163"/>
              <a:gd name="connsiteY501" fmla="*/ 1197788 h 4305008"/>
              <a:gd name="connsiteX502" fmla="*/ 2999570 w 5593163"/>
              <a:gd name="connsiteY502" fmla="*/ 504747 h 4305008"/>
              <a:gd name="connsiteX503" fmla="*/ 2999687 w 5593163"/>
              <a:gd name="connsiteY503" fmla="*/ 503599 h 4305008"/>
              <a:gd name="connsiteX504" fmla="*/ 3015899 w 5593163"/>
              <a:gd name="connsiteY504" fmla="*/ 502060 h 4305008"/>
              <a:gd name="connsiteX505" fmla="*/ 3111361 w 5593163"/>
              <a:gd name="connsiteY505" fmla="*/ 492995 h 4305008"/>
              <a:gd name="connsiteX506" fmla="*/ 3128448 w 5593163"/>
              <a:gd name="connsiteY506" fmla="*/ 491372 h 4305008"/>
              <a:gd name="connsiteX507" fmla="*/ 3128474 w 5593163"/>
              <a:gd name="connsiteY507" fmla="*/ 491866 h 4305008"/>
              <a:gd name="connsiteX508" fmla="*/ 3128972 w 5593163"/>
              <a:gd name="connsiteY508" fmla="*/ 491833 h 4305008"/>
              <a:gd name="connsiteX509" fmla="*/ 3129566 w 5593163"/>
              <a:gd name="connsiteY509" fmla="*/ 503273 h 4305008"/>
              <a:gd name="connsiteX510" fmla="*/ 3128196 w 5593163"/>
              <a:gd name="connsiteY510" fmla="*/ 520249 h 4305008"/>
              <a:gd name="connsiteX511" fmla="*/ 3120729 w 5593163"/>
              <a:gd name="connsiteY511" fmla="*/ 612725 h 4305008"/>
              <a:gd name="connsiteX512" fmla="*/ 3120190 w 5593163"/>
              <a:gd name="connsiteY512" fmla="*/ 619401 h 4305008"/>
              <a:gd name="connsiteX513" fmla="*/ 3119685 w 5593163"/>
              <a:gd name="connsiteY513" fmla="*/ 619464 h 4305008"/>
              <a:gd name="connsiteX514" fmla="*/ 2429519 w 5593163"/>
              <a:gd name="connsiteY514" fmla="*/ 1312505 h 4305008"/>
              <a:gd name="connsiteX515" fmla="*/ 2429403 w 5593163"/>
              <a:gd name="connsiteY515" fmla="*/ 1313653 h 4305008"/>
              <a:gd name="connsiteX516" fmla="*/ 2413186 w 5593163"/>
              <a:gd name="connsiteY516" fmla="*/ 1315193 h 4305008"/>
              <a:gd name="connsiteX517" fmla="*/ 2317760 w 5593163"/>
              <a:gd name="connsiteY517" fmla="*/ 1324255 h 4305008"/>
              <a:gd name="connsiteX518" fmla="*/ 2300641 w 5593163"/>
              <a:gd name="connsiteY518" fmla="*/ 1325881 h 4305008"/>
              <a:gd name="connsiteX519" fmla="*/ 2300615 w 5593163"/>
              <a:gd name="connsiteY519" fmla="*/ 1325386 h 4305008"/>
              <a:gd name="connsiteX520" fmla="*/ 2300116 w 5593163"/>
              <a:gd name="connsiteY520" fmla="*/ 1325419 h 4305008"/>
              <a:gd name="connsiteX521" fmla="*/ 2299523 w 5593163"/>
              <a:gd name="connsiteY521" fmla="*/ 1313979 h 4305008"/>
              <a:gd name="connsiteX522" fmla="*/ 2299523 w 5593163"/>
              <a:gd name="connsiteY522" fmla="*/ 1361805 h 4305008"/>
              <a:gd name="connsiteX523" fmla="*/ 2300117 w 5593163"/>
              <a:gd name="connsiteY523" fmla="*/ 1350455 h 4305008"/>
              <a:gd name="connsiteX524" fmla="*/ 2300615 w 5593163"/>
              <a:gd name="connsiteY524" fmla="*/ 1350487 h 4305008"/>
              <a:gd name="connsiteX525" fmla="*/ 2300641 w 5593163"/>
              <a:gd name="connsiteY525" fmla="*/ 1349997 h 4305008"/>
              <a:gd name="connsiteX526" fmla="*/ 2317729 w 5593163"/>
              <a:gd name="connsiteY526" fmla="*/ 1351607 h 4305008"/>
              <a:gd name="connsiteX527" fmla="*/ 2413190 w 5593163"/>
              <a:gd name="connsiteY527" fmla="*/ 1360601 h 4305008"/>
              <a:gd name="connsiteX528" fmla="*/ 2429403 w 5593163"/>
              <a:gd name="connsiteY528" fmla="*/ 1362128 h 4305008"/>
              <a:gd name="connsiteX529" fmla="*/ 2429520 w 5593163"/>
              <a:gd name="connsiteY529" fmla="*/ 1363267 h 4305008"/>
              <a:gd name="connsiteX530" fmla="*/ 3119686 w 5593163"/>
              <a:gd name="connsiteY530" fmla="*/ 2050865 h 4305008"/>
              <a:gd name="connsiteX531" fmla="*/ 3120191 w 5593163"/>
              <a:gd name="connsiteY531" fmla="*/ 2050928 h 4305008"/>
              <a:gd name="connsiteX532" fmla="*/ 3120732 w 5593163"/>
              <a:gd name="connsiteY532" fmla="*/ 2057565 h 4305008"/>
              <a:gd name="connsiteX533" fmla="*/ 3128196 w 5593163"/>
              <a:gd name="connsiteY533" fmla="*/ 2149296 h 4305008"/>
              <a:gd name="connsiteX534" fmla="*/ 3129566 w 5593163"/>
              <a:gd name="connsiteY534" fmla="*/ 2166144 h 4305008"/>
              <a:gd name="connsiteX535" fmla="*/ 3128973 w 5593163"/>
              <a:gd name="connsiteY535" fmla="*/ 2177494 h 4305008"/>
              <a:gd name="connsiteX536" fmla="*/ 3128474 w 5593163"/>
              <a:gd name="connsiteY536" fmla="*/ 2177461 h 4305008"/>
              <a:gd name="connsiteX537" fmla="*/ 3128448 w 5593163"/>
              <a:gd name="connsiteY537" fmla="*/ 2177952 h 4305008"/>
              <a:gd name="connsiteX538" fmla="*/ 3111330 w 5593163"/>
              <a:gd name="connsiteY538" fmla="*/ 2176339 h 4305008"/>
              <a:gd name="connsiteX539" fmla="*/ 3015903 w 5593163"/>
              <a:gd name="connsiteY539" fmla="*/ 2167348 h 4305008"/>
              <a:gd name="connsiteX540" fmla="*/ 2999687 w 5593163"/>
              <a:gd name="connsiteY540" fmla="*/ 2165820 h 4305008"/>
              <a:gd name="connsiteX541" fmla="*/ 2999571 w 5593163"/>
              <a:gd name="connsiteY541" fmla="*/ 2164681 h 4305008"/>
              <a:gd name="connsiteX542" fmla="*/ 2309405 w 5593163"/>
              <a:gd name="connsiteY542" fmla="*/ 1477083 h 4305008"/>
              <a:gd name="connsiteX543" fmla="*/ 2308899 w 5593163"/>
              <a:gd name="connsiteY543" fmla="*/ 1477021 h 4305008"/>
              <a:gd name="connsiteX544" fmla="*/ 2308361 w 5593163"/>
              <a:gd name="connsiteY544" fmla="*/ 1470397 h 4305008"/>
              <a:gd name="connsiteX545" fmla="*/ 2300894 w 5593163"/>
              <a:gd name="connsiteY545" fmla="*/ 1378647 h 4305008"/>
              <a:gd name="connsiteX546" fmla="*/ 2299523 w 5593163"/>
              <a:gd name="connsiteY546" fmla="*/ 1361805 h 4305008"/>
              <a:gd name="connsiteX547" fmla="*/ 2299523 w 5593163"/>
              <a:gd name="connsiteY547" fmla="*/ 3010804 h 4305008"/>
              <a:gd name="connsiteX548" fmla="*/ 2300894 w 5593163"/>
              <a:gd name="connsiteY548" fmla="*/ 2993823 h 4305008"/>
              <a:gd name="connsiteX549" fmla="*/ 2308358 w 5593163"/>
              <a:gd name="connsiteY549" fmla="*/ 2901366 h 4305008"/>
              <a:gd name="connsiteX550" fmla="*/ 2308898 w 5593163"/>
              <a:gd name="connsiteY550" fmla="*/ 2894676 h 4305008"/>
              <a:gd name="connsiteX551" fmla="*/ 2309404 w 5593163"/>
              <a:gd name="connsiteY551" fmla="*/ 2894613 h 4305008"/>
              <a:gd name="connsiteX552" fmla="*/ 2999570 w 5593163"/>
              <a:gd name="connsiteY552" fmla="*/ 2201572 h 4305008"/>
              <a:gd name="connsiteX553" fmla="*/ 2999687 w 5593163"/>
              <a:gd name="connsiteY553" fmla="*/ 2200424 h 4305008"/>
              <a:gd name="connsiteX554" fmla="*/ 3015899 w 5593163"/>
              <a:gd name="connsiteY554" fmla="*/ 2198885 h 4305008"/>
              <a:gd name="connsiteX555" fmla="*/ 3111361 w 5593163"/>
              <a:gd name="connsiteY555" fmla="*/ 2189820 h 4305008"/>
              <a:gd name="connsiteX556" fmla="*/ 3128448 w 5593163"/>
              <a:gd name="connsiteY556" fmla="*/ 2188197 h 4305008"/>
              <a:gd name="connsiteX557" fmla="*/ 3128474 w 5593163"/>
              <a:gd name="connsiteY557" fmla="*/ 2188691 h 4305008"/>
              <a:gd name="connsiteX558" fmla="*/ 3128972 w 5593163"/>
              <a:gd name="connsiteY558" fmla="*/ 2188658 h 4305008"/>
              <a:gd name="connsiteX559" fmla="*/ 3129566 w 5593163"/>
              <a:gd name="connsiteY559" fmla="*/ 2200098 h 4305008"/>
              <a:gd name="connsiteX560" fmla="*/ 3128196 w 5593163"/>
              <a:gd name="connsiteY560" fmla="*/ 2217074 h 4305008"/>
              <a:gd name="connsiteX561" fmla="*/ 3120729 w 5593163"/>
              <a:gd name="connsiteY561" fmla="*/ 2309550 h 4305008"/>
              <a:gd name="connsiteX562" fmla="*/ 3120190 w 5593163"/>
              <a:gd name="connsiteY562" fmla="*/ 2316226 h 4305008"/>
              <a:gd name="connsiteX563" fmla="*/ 3119685 w 5593163"/>
              <a:gd name="connsiteY563" fmla="*/ 2316289 h 4305008"/>
              <a:gd name="connsiteX564" fmla="*/ 2429519 w 5593163"/>
              <a:gd name="connsiteY564" fmla="*/ 3009330 h 4305008"/>
              <a:gd name="connsiteX565" fmla="*/ 2429403 w 5593163"/>
              <a:gd name="connsiteY565" fmla="*/ 3010478 h 4305008"/>
              <a:gd name="connsiteX566" fmla="*/ 2413186 w 5593163"/>
              <a:gd name="connsiteY566" fmla="*/ 3012018 h 4305008"/>
              <a:gd name="connsiteX567" fmla="*/ 2317760 w 5593163"/>
              <a:gd name="connsiteY567" fmla="*/ 3021080 h 4305008"/>
              <a:gd name="connsiteX568" fmla="*/ 2300641 w 5593163"/>
              <a:gd name="connsiteY568" fmla="*/ 3022706 h 4305008"/>
              <a:gd name="connsiteX569" fmla="*/ 2300615 w 5593163"/>
              <a:gd name="connsiteY569" fmla="*/ 3022211 h 4305008"/>
              <a:gd name="connsiteX570" fmla="*/ 2300116 w 5593163"/>
              <a:gd name="connsiteY570" fmla="*/ 3022244 h 4305008"/>
              <a:gd name="connsiteX571" fmla="*/ 2299523 w 5593163"/>
              <a:gd name="connsiteY571" fmla="*/ 3010804 h 4305008"/>
              <a:gd name="connsiteX572" fmla="*/ 2299523 w 5593163"/>
              <a:gd name="connsiteY572" fmla="*/ 3058630 h 4305008"/>
              <a:gd name="connsiteX573" fmla="*/ 2300117 w 5593163"/>
              <a:gd name="connsiteY573" fmla="*/ 3047280 h 4305008"/>
              <a:gd name="connsiteX574" fmla="*/ 2300615 w 5593163"/>
              <a:gd name="connsiteY574" fmla="*/ 3047312 h 4305008"/>
              <a:gd name="connsiteX575" fmla="*/ 2300641 w 5593163"/>
              <a:gd name="connsiteY575" fmla="*/ 3046822 h 4305008"/>
              <a:gd name="connsiteX576" fmla="*/ 2317729 w 5593163"/>
              <a:gd name="connsiteY576" fmla="*/ 3048432 h 4305008"/>
              <a:gd name="connsiteX577" fmla="*/ 2413190 w 5593163"/>
              <a:gd name="connsiteY577" fmla="*/ 3057426 h 4305008"/>
              <a:gd name="connsiteX578" fmla="*/ 2429403 w 5593163"/>
              <a:gd name="connsiteY578" fmla="*/ 3058953 h 4305008"/>
              <a:gd name="connsiteX579" fmla="*/ 2429520 w 5593163"/>
              <a:gd name="connsiteY579" fmla="*/ 3060092 h 4305008"/>
              <a:gd name="connsiteX580" fmla="*/ 3119686 w 5593163"/>
              <a:gd name="connsiteY580" fmla="*/ 3747690 h 4305008"/>
              <a:gd name="connsiteX581" fmla="*/ 3120191 w 5593163"/>
              <a:gd name="connsiteY581" fmla="*/ 3747753 h 4305008"/>
              <a:gd name="connsiteX582" fmla="*/ 3120732 w 5593163"/>
              <a:gd name="connsiteY582" fmla="*/ 3754390 h 4305008"/>
              <a:gd name="connsiteX583" fmla="*/ 3128196 w 5593163"/>
              <a:gd name="connsiteY583" fmla="*/ 3846121 h 4305008"/>
              <a:gd name="connsiteX584" fmla="*/ 3129566 w 5593163"/>
              <a:gd name="connsiteY584" fmla="*/ 3862969 h 4305008"/>
              <a:gd name="connsiteX585" fmla="*/ 3128973 w 5593163"/>
              <a:gd name="connsiteY585" fmla="*/ 3874319 h 4305008"/>
              <a:gd name="connsiteX586" fmla="*/ 3128474 w 5593163"/>
              <a:gd name="connsiteY586" fmla="*/ 3874286 h 4305008"/>
              <a:gd name="connsiteX587" fmla="*/ 3128448 w 5593163"/>
              <a:gd name="connsiteY587" fmla="*/ 3874777 h 4305008"/>
              <a:gd name="connsiteX588" fmla="*/ 3111330 w 5593163"/>
              <a:gd name="connsiteY588" fmla="*/ 3873164 h 4305008"/>
              <a:gd name="connsiteX589" fmla="*/ 3015903 w 5593163"/>
              <a:gd name="connsiteY589" fmla="*/ 3864173 h 4305008"/>
              <a:gd name="connsiteX590" fmla="*/ 2999687 w 5593163"/>
              <a:gd name="connsiteY590" fmla="*/ 3862645 h 4305008"/>
              <a:gd name="connsiteX591" fmla="*/ 2999571 w 5593163"/>
              <a:gd name="connsiteY591" fmla="*/ 3861506 h 4305008"/>
              <a:gd name="connsiteX592" fmla="*/ 2309405 w 5593163"/>
              <a:gd name="connsiteY592" fmla="*/ 3173908 h 4305008"/>
              <a:gd name="connsiteX593" fmla="*/ 2308899 w 5593163"/>
              <a:gd name="connsiteY593" fmla="*/ 3173846 h 4305008"/>
              <a:gd name="connsiteX594" fmla="*/ 2308361 w 5593163"/>
              <a:gd name="connsiteY594" fmla="*/ 3167222 h 4305008"/>
              <a:gd name="connsiteX595" fmla="*/ 2300894 w 5593163"/>
              <a:gd name="connsiteY595" fmla="*/ 3075472 h 4305008"/>
              <a:gd name="connsiteX596" fmla="*/ 2299523 w 5593163"/>
              <a:gd name="connsiteY596" fmla="*/ 3058630 h 4305008"/>
              <a:gd name="connsiteX597" fmla="*/ 1601297 w 5593163"/>
              <a:gd name="connsiteY597" fmla="*/ 636203 h 4305008"/>
              <a:gd name="connsiteX598" fmla="*/ 2144606 w 5593163"/>
              <a:gd name="connsiteY598" fmla="*/ 1181049 h 4305008"/>
              <a:gd name="connsiteX599" fmla="*/ 1601297 w 5593163"/>
              <a:gd name="connsiteY599" fmla="*/ 636203 h 4305008"/>
              <a:gd name="connsiteX600" fmla="*/ 1601297 w 5593163"/>
              <a:gd name="connsiteY600" fmla="*/ 2333028 h 4305008"/>
              <a:gd name="connsiteX601" fmla="*/ 2144606 w 5593163"/>
              <a:gd name="connsiteY601" fmla="*/ 2877874 h 4305008"/>
              <a:gd name="connsiteX602" fmla="*/ 1601297 w 5593163"/>
              <a:gd name="connsiteY602" fmla="*/ 2333028 h 4305008"/>
              <a:gd name="connsiteX603" fmla="*/ 1601295 w 5593163"/>
              <a:gd name="connsiteY603" fmla="*/ 2034258 h 4305008"/>
              <a:gd name="connsiteX604" fmla="*/ 2144604 w 5593163"/>
              <a:gd name="connsiteY604" fmla="*/ 1493690 h 4305008"/>
              <a:gd name="connsiteX605" fmla="*/ 1601295 w 5593163"/>
              <a:gd name="connsiteY605" fmla="*/ 2034258 h 4305008"/>
              <a:gd name="connsiteX606" fmla="*/ 1601295 w 5593163"/>
              <a:gd name="connsiteY606" fmla="*/ 3731083 h 4305008"/>
              <a:gd name="connsiteX607" fmla="*/ 2144604 w 5593163"/>
              <a:gd name="connsiteY607" fmla="*/ 3190516 h 4305008"/>
              <a:gd name="connsiteX608" fmla="*/ 1601295 w 5593163"/>
              <a:gd name="connsiteY608" fmla="*/ 3731083 h 4305008"/>
              <a:gd name="connsiteX609" fmla="*/ 1457930 w 5593163"/>
              <a:gd name="connsiteY609" fmla="*/ 503273 h 4305008"/>
              <a:gd name="connsiteX610" fmla="*/ 1458524 w 5593163"/>
              <a:gd name="connsiteY610" fmla="*/ 491833 h 4305008"/>
              <a:gd name="connsiteX611" fmla="*/ 1459022 w 5593163"/>
              <a:gd name="connsiteY611" fmla="*/ 491866 h 4305008"/>
              <a:gd name="connsiteX612" fmla="*/ 1459048 w 5593163"/>
              <a:gd name="connsiteY612" fmla="*/ 491372 h 4305008"/>
              <a:gd name="connsiteX613" fmla="*/ 1476135 w 5593163"/>
              <a:gd name="connsiteY613" fmla="*/ 492995 h 4305008"/>
              <a:gd name="connsiteX614" fmla="*/ 1571597 w 5593163"/>
              <a:gd name="connsiteY614" fmla="*/ 502060 h 4305008"/>
              <a:gd name="connsiteX615" fmla="*/ 1587809 w 5593163"/>
              <a:gd name="connsiteY615" fmla="*/ 503599 h 4305008"/>
              <a:gd name="connsiteX616" fmla="*/ 1587926 w 5593163"/>
              <a:gd name="connsiteY616" fmla="*/ 504747 h 4305008"/>
              <a:gd name="connsiteX617" fmla="*/ 2278092 w 5593163"/>
              <a:gd name="connsiteY617" fmla="*/ 1197788 h 4305008"/>
              <a:gd name="connsiteX618" fmla="*/ 2278598 w 5593163"/>
              <a:gd name="connsiteY618" fmla="*/ 1197851 h 4305008"/>
              <a:gd name="connsiteX619" fmla="*/ 2279138 w 5593163"/>
              <a:gd name="connsiteY619" fmla="*/ 1204541 h 4305008"/>
              <a:gd name="connsiteX620" fmla="*/ 2286602 w 5593163"/>
              <a:gd name="connsiteY620" fmla="*/ 1296998 h 4305008"/>
              <a:gd name="connsiteX621" fmla="*/ 2287973 w 5593163"/>
              <a:gd name="connsiteY621" fmla="*/ 1313979 h 4305008"/>
              <a:gd name="connsiteX622" fmla="*/ 2287380 w 5593163"/>
              <a:gd name="connsiteY622" fmla="*/ 1325419 h 4305008"/>
              <a:gd name="connsiteX623" fmla="*/ 2286881 w 5593163"/>
              <a:gd name="connsiteY623" fmla="*/ 1325386 h 4305008"/>
              <a:gd name="connsiteX624" fmla="*/ 2286855 w 5593163"/>
              <a:gd name="connsiteY624" fmla="*/ 1325881 h 4305008"/>
              <a:gd name="connsiteX625" fmla="*/ 2269736 w 5593163"/>
              <a:gd name="connsiteY625" fmla="*/ 1324255 h 4305008"/>
              <a:gd name="connsiteX626" fmla="*/ 2174310 w 5593163"/>
              <a:gd name="connsiteY626" fmla="*/ 1315193 h 4305008"/>
              <a:gd name="connsiteX627" fmla="*/ 2158093 w 5593163"/>
              <a:gd name="connsiteY627" fmla="*/ 1313653 h 4305008"/>
              <a:gd name="connsiteX628" fmla="*/ 2157977 w 5593163"/>
              <a:gd name="connsiteY628" fmla="*/ 1312505 h 4305008"/>
              <a:gd name="connsiteX629" fmla="*/ 1467811 w 5593163"/>
              <a:gd name="connsiteY629" fmla="*/ 619464 h 4305008"/>
              <a:gd name="connsiteX630" fmla="*/ 1467306 w 5593163"/>
              <a:gd name="connsiteY630" fmla="*/ 619401 h 4305008"/>
              <a:gd name="connsiteX631" fmla="*/ 1466767 w 5593163"/>
              <a:gd name="connsiteY631" fmla="*/ 612725 h 4305008"/>
              <a:gd name="connsiteX632" fmla="*/ 1459300 w 5593163"/>
              <a:gd name="connsiteY632" fmla="*/ 520249 h 4305008"/>
              <a:gd name="connsiteX633" fmla="*/ 1457930 w 5593163"/>
              <a:gd name="connsiteY633" fmla="*/ 503273 h 4305008"/>
              <a:gd name="connsiteX634" fmla="*/ 1457930 w 5593163"/>
              <a:gd name="connsiteY634" fmla="*/ 2200098 h 4305008"/>
              <a:gd name="connsiteX635" fmla="*/ 1458524 w 5593163"/>
              <a:gd name="connsiteY635" fmla="*/ 2188658 h 4305008"/>
              <a:gd name="connsiteX636" fmla="*/ 1459022 w 5593163"/>
              <a:gd name="connsiteY636" fmla="*/ 2188691 h 4305008"/>
              <a:gd name="connsiteX637" fmla="*/ 1459048 w 5593163"/>
              <a:gd name="connsiteY637" fmla="*/ 2188197 h 4305008"/>
              <a:gd name="connsiteX638" fmla="*/ 1476135 w 5593163"/>
              <a:gd name="connsiteY638" fmla="*/ 2189820 h 4305008"/>
              <a:gd name="connsiteX639" fmla="*/ 1571597 w 5593163"/>
              <a:gd name="connsiteY639" fmla="*/ 2198885 h 4305008"/>
              <a:gd name="connsiteX640" fmla="*/ 1587809 w 5593163"/>
              <a:gd name="connsiteY640" fmla="*/ 2200424 h 4305008"/>
              <a:gd name="connsiteX641" fmla="*/ 1587926 w 5593163"/>
              <a:gd name="connsiteY641" fmla="*/ 2201572 h 4305008"/>
              <a:gd name="connsiteX642" fmla="*/ 2278092 w 5593163"/>
              <a:gd name="connsiteY642" fmla="*/ 2894613 h 4305008"/>
              <a:gd name="connsiteX643" fmla="*/ 2278598 w 5593163"/>
              <a:gd name="connsiteY643" fmla="*/ 2894676 h 4305008"/>
              <a:gd name="connsiteX644" fmla="*/ 2279138 w 5593163"/>
              <a:gd name="connsiteY644" fmla="*/ 2901366 h 4305008"/>
              <a:gd name="connsiteX645" fmla="*/ 2286602 w 5593163"/>
              <a:gd name="connsiteY645" fmla="*/ 2993823 h 4305008"/>
              <a:gd name="connsiteX646" fmla="*/ 2287973 w 5593163"/>
              <a:gd name="connsiteY646" fmla="*/ 3010804 h 4305008"/>
              <a:gd name="connsiteX647" fmla="*/ 2287380 w 5593163"/>
              <a:gd name="connsiteY647" fmla="*/ 3022244 h 4305008"/>
              <a:gd name="connsiteX648" fmla="*/ 2286881 w 5593163"/>
              <a:gd name="connsiteY648" fmla="*/ 3022211 h 4305008"/>
              <a:gd name="connsiteX649" fmla="*/ 2286855 w 5593163"/>
              <a:gd name="connsiteY649" fmla="*/ 3022706 h 4305008"/>
              <a:gd name="connsiteX650" fmla="*/ 2269736 w 5593163"/>
              <a:gd name="connsiteY650" fmla="*/ 3021080 h 4305008"/>
              <a:gd name="connsiteX651" fmla="*/ 2174310 w 5593163"/>
              <a:gd name="connsiteY651" fmla="*/ 3012018 h 4305008"/>
              <a:gd name="connsiteX652" fmla="*/ 2158093 w 5593163"/>
              <a:gd name="connsiteY652" fmla="*/ 3010478 h 4305008"/>
              <a:gd name="connsiteX653" fmla="*/ 2157977 w 5593163"/>
              <a:gd name="connsiteY653" fmla="*/ 3009330 h 4305008"/>
              <a:gd name="connsiteX654" fmla="*/ 1467811 w 5593163"/>
              <a:gd name="connsiteY654" fmla="*/ 2316289 h 4305008"/>
              <a:gd name="connsiteX655" fmla="*/ 1467306 w 5593163"/>
              <a:gd name="connsiteY655" fmla="*/ 2316226 h 4305008"/>
              <a:gd name="connsiteX656" fmla="*/ 1466767 w 5593163"/>
              <a:gd name="connsiteY656" fmla="*/ 2309550 h 4305008"/>
              <a:gd name="connsiteX657" fmla="*/ 1459300 w 5593163"/>
              <a:gd name="connsiteY657" fmla="*/ 2217074 h 4305008"/>
              <a:gd name="connsiteX658" fmla="*/ 1457930 w 5593163"/>
              <a:gd name="connsiteY658" fmla="*/ 2200098 h 4305008"/>
              <a:gd name="connsiteX659" fmla="*/ 1457930 w 5593163"/>
              <a:gd name="connsiteY659" fmla="*/ 3896923 h 4305008"/>
              <a:gd name="connsiteX660" fmla="*/ 1458524 w 5593163"/>
              <a:gd name="connsiteY660" fmla="*/ 3885483 h 4305008"/>
              <a:gd name="connsiteX661" fmla="*/ 1459022 w 5593163"/>
              <a:gd name="connsiteY661" fmla="*/ 3885516 h 4305008"/>
              <a:gd name="connsiteX662" fmla="*/ 1459048 w 5593163"/>
              <a:gd name="connsiteY662" fmla="*/ 3885022 h 4305008"/>
              <a:gd name="connsiteX663" fmla="*/ 1476135 w 5593163"/>
              <a:gd name="connsiteY663" fmla="*/ 3886645 h 4305008"/>
              <a:gd name="connsiteX664" fmla="*/ 1571597 w 5593163"/>
              <a:gd name="connsiteY664" fmla="*/ 3895710 h 4305008"/>
              <a:gd name="connsiteX665" fmla="*/ 1587809 w 5593163"/>
              <a:gd name="connsiteY665" fmla="*/ 3897249 h 4305008"/>
              <a:gd name="connsiteX666" fmla="*/ 1587926 w 5593163"/>
              <a:gd name="connsiteY666" fmla="*/ 3898397 h 4305008"/>
              <a:gd name="connsiteX667" fmla="*/ 2148179 w 5593163"/>
              <a:gd name="connsiteY667" fmla="*/ 4255797 h 4305008"/>
              <a:gd name="connsiteX668" fmla="*/ 2176624 w 5593163"/>
              <a:gd name="connsiteY668" fmla="*/ 4305008 h 4305008"/>
              <a:gd name="connsiteX669" fmla="*/ 2025574 w 5593163"/>
              <a:gd name="connsiteY669" fmla="*/ 4305008 h 4305008"/>
              <a:gd name="connsiteX670" fmla="*/ 1973451 w 5593163"/>
              <a:gd name="connsiteY670" fmla="*/ 4241205 h 4305008"/>
              <a:gd name="connsiteX671" fmla="*/ 1601297 w 5593163"/>
              <a:gd name="connsiteY671" fmla="*/ 4029853 h 4305008"/>
              <a:gd name="connsiteX672" fmla="*/ 1700478 w 5593163"/>
              <a:gd name="connsiteY672" fmla="*/ 4271827 h 4305008"/>
              <a:gd name="connsiteX673" fmla="*/ 1727160 w 5593163"/>
              <a:gd name="connsiteY673" fmla="*/ 4305008 h 4305008"/>
              <a:gd name="connsiteX674" fmla="*/ 1573050 w 5593163"/>
              <a:gd name="connsiteY674" fmla="*/ 4305008 h 4305008"/>
              <a:gd name="connsiteX675" fmla="*/ 1542929 w 5593163"/>
              <a:gd name="connsiteY675" fmla="*/ 4254710 h 4305008"/>
              <a:gd name="connsiteX676" fmla="*/ 1467811 w 5593163"/>
              <a:gd name="connsiteY676" fmla="*/ 4013114 h 4305008"/>
              <a:gd name="connsiteX677" fmla="*/ 1467306 w 5593163"/>
              <a:gd name="connsiteY677" fmla="*/ 4013051 h 4305008"/>
              <a:gd name="connsiteX678" fmla="*/ 1466767 w 5593163"/>
              <a:gd name="connsiteY678" fmla="*/ 4006375 h 4305008"/>
              <a:gd name="connsiteX679" fmla="*/ 1459300 w 5593163"/>
              <a:gd name="connsiteY679" fmla="*/ 3913899 h 4305008"/>
              <a:gd name="connsiteX680" fmla="*/ 1457930 w 5593163"/>
              <a:gd name="connsiteY680" fmla="*/ 3896923 h 4305008"/>
              <a:gd name="connsiteX681" fmla="*/ 1457928 w 5593163"/>
              <a:gd name="connsiteY681" fmla="*/ 469318 h 4305008"/>
              <a:gd name="connsiteX682" fmla="*/ 1459298 w 5593163"/>
              <a:gd name="connsiteY682" fmla="*/ 452471 h 4305008"/>
              <a:gd name="connsiteX683" fmla="*/ 1466762 w 5593163"/>
              <a:gd name="connsiteY683" fmla="*/ 360740 h 4305008"/>
              <a:gd name="connsiteX684" fmla="*/ 1467303 w 5593163"/>
              <a:gd name="connsiteY684" fmla="*/ 354103 h 4305008"/>
              <a:gd name="connsiteX685" fmla="*/ 1467808 w 5593163"/>
              <a:gd name="connsiteY685" fmla="*/ 354040 h 4305008"/>
              <a:gd name="connsiteX686" fmla="*/ 1552022 w 5593163"/>
              <a:gd name="connsiteY686" fmla="*/ 96778 h 4305008"/>
              <a:gd name="connsiteX687" fmla="*/ 1614656 w 5593163"/>
              <a:gd name="connsiteY687" fmla="*/ 0 h 4305008"/>
              <a:gd name="connsiteX688" fmla="*/ 1783031 w 5593163"/>
              <a:gd name="connsiteY688" fmla="*/ 0 h 4305008"/>
              <a:gd name="connsiteX689" fmla="*/ 1714803 w 5593163"/>
              <a:gd name="connsiteY689" fmla="*/ 76659 h 4305008"/>
              <a:gd name="connsiteX690" fmla="*/ 1601295 w 5593163"/>
              <a:gd name="connsiteY690" fmla="*/ 337433 h 4305008"/>
              <a:gd name="connsiteX691" fmla="*/ 2040269 w 5593163"/>
              <a:gd name="connsiteY691" fmla="*/ 44350 h 4305008"/>
              <a:gd name="connsiteX692" fmla="*/ 2062497 w 5593163"/>
              <a:gd name="connsiteY692" fmla="*/ 0 h 4305008"/>
              <a:gd name="connsiteX693" fmla="*/ 2211135 w 5593163"/>
              <a:gd name="connsiteY693" fmla="*/ 0 h 4305008"/>
              <a:gd name="connsiteX694" fmla="*/ 2159296 w 5593163"/>
              <a:gd name="connsiteY694" fmla="*/ 95636 h 4305008"/>
              <a:gd name="connsiteX695" fmla="*/ 1587923 w 5593163"/>
              <a:gd name="connsiteY695" fmla="*/ 467856 h 4305008"/>
              <a:gd name="connsiteX696" fmla="*/ 1587807 w 5593163"/>
              <a:gd name="connsiteY696" fmla="*/ 468995 h 4305008"/>
              <a:gd name="connsiteX697" fmla="*/ 1571591 w 5593163"/>
              <a:gd name="connsiteY697" fmla="*/ 470523 h 4305008"/>
              <a:gd name="connsiteX698" fmla="*/ 1476164 w 5593163"/>
              <a:gd name="connsiteY698" fmla="*/ 479514 h 4305008"/>
              <a:gd name="connsiteX699" fmla="*/ 1459046 w 5593163"/>
              <a:gd name="connsiteY699" fmla="*/ 481127 h 4305008"/>
              <a:gd name="connsiteX700" fmla="*/ 1459020 w 5593163"/>
              <a:gd name="connsiteY700" fmla="*/ 480636 h 4305008"/>
              <a:gd name="connsiteX701" fmla="*/ 1458521 w 5593163"/>
              <a:gd name="connsiteY701" fmla="*/ 480669 h 4305008"/>
              <a:gd name="connsiteX702" fmla="*/ 1457928 w 5593163"/>
              <a:gd name="connsiteY702" fmla="*/ 469318 h 4305008"/>
              <a:gd name="connsiteX703" fmla="*/ 1457928 w 5593163"/>
              <a:gd name="connsiteY703" fmla="*/ 2166144 h 4305008"/>
              <a:gd name="connsiteX704" fmla="*/ 1459298 w 5593163"/>
              <a:gd name="connsiteY704" fmla="*/ 2149296 h 4305008"/>
              <a:gd name="connsiteX705" fmla="*/ 1466762 w 5593163"/>
              <a:gd name="connsiteY705" fmla="*/ 2057565 h 4305008"/>
              <a:gd name="connsiteX706" fmla="*/ 1467303 w 5593163"/>
              <a:gd name="connsiteY706" fmla="*/ 2050928 h 4305008"/>
              <a:gd name="connsiteX707" fmla="*/ 1467808 w 5593163"/>
              <a:gd name="connsiteY707" fmla="*/ 2050865 h 4305008"/>
              <a:gd name="connsiteX708" fmla="*/ 2157974 w 5593163"/>
              <a:gd name="connsiteY708" fmla="*/ 1363267 h 4305008"/>
              <a:gd name="connsiteX709" fmla="*/ 2158091 w 5593163"/>
              <a:gd name="connsiteY709" fmla="*/ 1362128 h 4305008"/>
              <a:gd name="connsiteX710" fmla="*/ 2174304 w 5593163"/>
              <a:gd name="connsiteY710" fmla="*/ 1360601 h 4305008"/>
              <a:gd name="connsiteX711" fmla="*/ 2269765 w 5593163"/>
              <a:gd name="connsiteY711" fmla="*/ 1351607 h 4305008"/>
              <a:gd name="connsiteX712" fmla="*/ 2286853 w 5593163"/>
              <a:gd name="connsiteY712" fmla="*/ 1349997 h 4305008"/>
              <a:gd name="connsiteX713" fmla="*/ 2286879 w 5593163"/>
              <a:gd name="connsiteY713" fmla="*/ 1350487 h 4305008"/>
              <a:gd name="connsiteX714" fmla="*/ 2287377 w 5593163"/>
              <a:gd name="connsiteY714" fmla="*/ 1350455 h 4305008"/>
              <a:gd name="connsiteX715" fmla="*/ 2287971 w 5593163"/>
              <a:gd name="connsiteY715" fmla="*/ 1361805 h 4305008"/>
              <a:gd name="connsiteX716" fmla="*/ 2286600 w 5593163"/>
              <a:gd name="connsiteY716" fmla="*/ 1378647 h 4305008"/>
              <a:gd name="connsiteX717" fmla="*/ 2279133 w 5593163"/>
              <a:gd name="connsiteY717" fmla="*/ 1470397 h 4305008"/>
              <a:gd name="connsiteX718" fmla="*/ 2278595 w 5593163"/>
              <a:gd name="connsiteY718" fmla="*/ 1477021 h 4305008"/>
              <a:gd name="connsiteX719" fmla="*/ 2278089 w 5593163"/>
              <a:gd name="connsiteY719" fmla="*/ 1477083 h 4305008"/>
              <a:gd name="connsiteX720" fmla="*/ 1587923 w 5593163"/>
              <a:gd name="connsiteY720" fmla="*/ 2164681 h 4305008"/>
              <a:gd name="connsiteX721" fmla="*/ 1587807 w 5593163"/>
              <a:gd name="connsiteY721" fmla="*/ 2165820 h 4305008"/>
              <a:gd name="connsiteX722" fmla="*/ 1571591 w 5593163"/>
              <a:gd name="connsiteY722" fmla="*/ 2167348 h 4305008"/>
              <a:gd name="connsiteX723" fmla="*/ 1476164 w 5593163"/>
              <a:gd name="connsiteY723" fmla="*/ 2176339 h 4305008"/>
              <a:gd name="connsiteX724" fmla="*/ 1459046 w 5593163"/>
              <a:gd name="connsiteY724" fmla="*/ 2177952 h 4305008"/>
              <a:gd name="connsiteX725" fmla="*/ 1459020 w 5593163"/>
              <a:gd name="connsiteY725" fmla="*/ 2177461 h 4305008"/>
              <a:gd name="connsiteX726" fmla="*/ 1458521 w 5593163"/>
              <a:gd name="connsiteY726" fmla="*/ 2177494 h 4305008"/>
              <a:gd name="connsiteX727" fmla="*/ 1457928 w 5593163"/>
              <a:gd name="connsiteY727" fmla="*/ 2166144 h 4305008"/>
              <a:gd name="connsiteX728" fmla="*/ 1457928 w 5593163"/>
              <a:gd name="connsiteY728" fmla="*/ 3862969 h 4305008"/>
              <a:gd name="connsiteX729" fmla="*/ 1459298 w 5593163"/>
              <a:gd name="connsiteY729" fmla="*/ 3846121 h 4305008"/>
              <a:gd name="connsiteX730" fmla="*/ 1466762 w 5593163"/>
              <a:gd name="connsiteY730" fmla="*/ 3754390 h 4305008"/>
              <a:gd name="connsiteX731" fmla="*/ 1467303 w 5593163"/>
              <a:gd name="connsiteY731" fmla="*/ 3747753 h 4305008"/>
              <a:gd name="connsiteX732" fmla="*/ 1467808 w 5593163"/>
              <a:gd name="connsiteY732" fmla="*/ 3747690 h 4305008"/>
              <a:gd name="connsiteX733" fmla="*/ 2157974 w 5593163"/>
              <a:gd name="connsiteY733" fmla="*/ 3060092 h 4305008"/>
              <a:gd name="connsiteX734" fmla="*/ 2158091 w 5593163"/>
              <a:gd name="connsiteY734" fmla="*/ 3058953 h 4305008"/>
              <a:gd name="connsiteX735" fmla="*/ 2174304 w 5593163"/>
              <a:gd name="connsiteY735" fmla="*/ 3057426 h 4305008"/>
              <a:gd name="connsiteX736" fmla="*/ 2269765 w 5593163"/>
              <a:gd name="connsiteY736" fmla="*/ 3048432 h 4305008"/>
              <a:gd name="connsiteX737" fmla="*/ 2286853 w 5593163"/>
              <a:gd name="connsiteY737" fmla="*/ 3046822 h 4305008"/>
              <a:gd name="connsiteX738" fmla="*/ 2286879 w 5593163"/>
              <a:gd name="connsiteY738" fmla="*/ 3047312 h 4305008"/>
              <a:gd name="connsiteX739" fmla="*/ 2287377 w 5593163"/>
              <a:gd name="connsiteY739" fmla="*/ 3047280 h 4305008"/>
              <a:gd name="connsiteX740" fmla="*/ 2287971 w 5593163"/>
              <a:gd name="connsiteY740" fmla="*/ 3058630 h 4305008"/>
              <a:gd name="connsiteX741" fmla="*/ 2286600 w 5593163"/>
              <a:gd name="connsiteY741" fmla="*/ 3075472 h 4305008"/>
              <a:gd name="connsiteX742" fmla="*/ 2279133 w 5593163"/>
              <a:gd name="connsiteY742" fmla="*/ 3167222 h 4305008"/>
              <a:gd name="connsiteX743" fmla="*/ 2278595 w 5593163"/>
              <a:gd name="connsiteY743" fmla="*/ 3173846 h 4305008"/>
              <a:gd name="connsiteX744" fmla="*/ 2278089 w 5593163"/>
              <a:gd name="connsiteY744" fmla="*/ 3173908 h 4305008"/>
              <a:gd name="connsiteX745" fmla="*/ 1587923 w 5593163"/>
              <a:gd name="connsiteY745" fmla="*/ 3861506 h 4305008"/>
              <a:gd name="connsiteX746" fmla="*/ 1587807 w 5593163"/>
              <a:gd name="connsiteY746" fmla="*/ 3862645 h 4305008"/>
              <a:gd name="connsiteX747" fmla="*/ 1571591 w 5593163"/>
              <a:gd name="connsiteY747" fmla="*/ 3864173 h 4305008"/>
              <a:gd name="connsiteX748" fmla="*/ 1476164 w 5593163"/>
              <a:gd name="connsiteY748" fmla="*/ 3873164 h 4305008"/>
              <a:gd name="connsiteX749" fmla="*/ 1459046 w 5593163"/>
              <a:gd name="connsiteY749" fmla="*/ 3874777 h 4305008"/>
              <a:gd name="connsiteX750" fmla="*/ 1459020 w 5593163"/>
              <a:gd name="connsiteY750" fmla="*/ 3874286 h 4305008"/>
              <a:gd name="connsiteX751" fmla="*/ 1458521 w 5593163"/>
              <a:gd name="connsiteY751" fmla="*/ 3874319 h 4305008"/>
              <a:gd name="connsiteX752" fmla="*/ 1457928 w 5593163"/>
              <a:gd name="connsiteY752" fmla="*/ 3862969 h 4305008"/>
              <a:gd name="connsiteX753" fmla="*/ 750739 w 5593163"/>
              <a:gd name="connsiteY753" fmla="*/ 1181049 h 4305008"/>
              <a:gd name="connsiteX754" fmla="*/ 1294048 w 5593163"/>
              <a:gd name="connsiteY754" fmla="*/ 636203 h 4305008"/>
              <a:gd name="connsiteX755" fmla="*/ 750739 w 5593163"/>
              <a:gd name="connsiteY755" fmla="*/ 1181049 h 4305008"/>
              <a:gd name="connsiteX756" fmla="*/ 750739 w 5593163"/>
              <a:gd name="connsiteY756" fmla="*/ 1493690 h 4305008"/>
              <a:gd name="connsiteX757" fmla="*/ 1294048 w 5593163"/>
              <a:gd name="connsiteY757" fmla="*/ 2034258 h 4305008"/>
              <a:gd name="connsiteX758" fmla="*/ 750739 w 5593163"/>
              <a:gd name="connsiteY758" fmla="*/ 1493690 h 4305008"/>
              <a:gd name="connsiteX759" fmla="*/ 750739 w 5593163"/>
              <a:gd name="connsiteY759" fmla="*/ 2877874 h 4305008"/>
              <a:gd name="connsiteX760" fmla="*/ 1294048 w 5593163"/>
              <a:gd name="connsiteY760" fmla="*/ 2333028 h 4305008"/>
              <a:gd name="connsiteX761" fmla="*/ 750739 w 5593163"/>
              <a:gd name="connsiteY761" fmla="*/ 2877874 h 4305008"/>
              <a:gd name="connsiteX762" fmla="*/ 750739 w 5593163"/>
              <a:gd name="connsiteY762" fmla="*/ 3190516 h 4305008"/>
              <a:gd name="connsiteX763" fmla="*/ 1294048 w 5593163"/>
              <a:gd name="connsiteY763" fmla="*/ 3731083 h 4305008"/>
              <a:gd name="connsiteX764" fmla="*/ 750739 w 5593163"/>
              <a:gd name="connsiteY764" fmla="*/ 3190516 h 4305008"/>
              <a:gd name="connsiteX765" fmla="*/ 718720 w 5593163"/>
              <a:gd name="connsiteY765" fmla="*/ 4305008 h 4305008"/>
              <a:gd name="connsiteX766" fmla="*/ 747165 w 5593163"/>
              <a:gd name="connsiteY766" fmla="*/ 4255797 h 4305008"/>
              <a:gd name="connsiteX767" fmla="*/ 1307418 w 5593163"/>
              <a:gd name="connsiteY767" fmla="*/ 3898397 h 4305008"/>
              <a:gd name="connsiteX768" fmla="*/ 1307535 w 5593163"/>
              <a:gd name="connsiteY768" fmla="*/ 3897249 h 4305008"/>
              <a:gd name="connsiteX769" fmla="*/ 1323748 w 5593163"/>
              <a:gd name="connsiteY769" fmla="*/ 3895710 h 4305008"/>
              <a:gd name="connsiteX770" fmla="*/ 1419209 w 5593163"/>
              <a:gd name="connsiteY770" fmla="*/ 3886645 h 4305008"/>
              <a:gd name="connsiteX771" fmla="*/ 1436297 w 5593163"/>
              <a:gd name="connsiteY771" fmla="*/ 3885022 h 4305008"/>
              <a:gd name="connsiteX772" fmla="*/ 1436323 w 5593163"/>
              <a:gd name="connsiteY772" fmla="*/ 3885516 h 4305008"/>
              <a:gd name="connsiteX773" fmla="*/ 1436821 w 5593163"/>
              <a:gd name="connsiteY773" fmla="*/ 3885483 h 4305008"/>
              <a:gd name="connsiteX774" fmla="*/ 1437415 w 5593163"/>
              <a:gd name="connsiteY774" fmla="*/ 3896923 h 4305008"/>
              <a:gd name="connsiteX775" fmla="*/ 1436044 w 5593163"/>
              <a:gd name="connsiteY775" fmla="*/ 3913899 h 4305008"/>
              <a:gd name="connsiteX776" fmla="*/ 1428577 w 5593163"/>
              <a:gd name="connsiteY776" fmla="*/ 4006375 h 4305008"/>
              <a:gd name="connsiteX777" fmla="*/ 1428039 w 5593163"/>
              <a:gd name="connsiteY777" fmla="*/ 4013051 h 4305008"/>
              <a:gd name="connsiteX778" fmla="*/ 1427533 w 5593163"/>
              <a:gd name="connsiteY778" fmla="*/ 4013114 h 4305008"/>
              <a:gd name="connsiteX779" fmla="*/ 1352416 w 5593163"/>
              <a:gd name="connsiteY779" fmla="*/ 4254710 h 4305008"/>
              <a:gd name="connsiteX780" fmla="*/ 1322295 w 5593163"/>
              <a:gd name="connsiteY780" fmla="*/ 4305008 h 4305008"/>
              <a:gd name="connsiteX781" fmla="*/ 1168185 w 5593163"/>
              <a:gd name="connsiteY781" fmla="*/ 4305008 h 4305008"/>
              <a:gd name="connsiteX782" fmla="*/ 1194867 w 5593163"/>
              <a:gd name="connsiteY782" fmla="*/ 4271827 h 4305008"/>
              <a:gd name="connsiteX783" fmla="*/ 1294048 w 5593163"/>
              <a:gd name="connsiteY783" fmla="*/ 4029853 h 4305008"/>
              <a:gd name="connsiteX784" fmla="*/ 921894 w 5593163"/>
              <a:gd name="connsiteY784" fmla="*/ 4241205 h 4305008"/>
              <a:gd name="connsiteX785" fmla="*/ 869771 w 5593163"/>
              <a:gd name="connsiteY785" fmla="*/ 4305008 h 4305008"/>
              <a:gd name="connsiteX786" fmla="*/ 684209 w 5593163"/>
              <a:gd name="connsiteY786" fmla="*/ 0 h 4305008"/>
              <a:gd name="connsiteX787" fmla="*/ 832847 w 5593163"/>
              <a:gd name="connsiteY787" fmla="*/ 0 h 4305008"/>
              <a:gd name="connsiteX788" fmla="*/ 855075 w 5593163"/>
              <a:gd name="connsiteY788" fmla="*/ 44350 h 4305008"/>
              <a:gd name="connsiteX789" fmla="*/ 1294048 w 5593163"/>
              <a:gd name="connsiteY789" fmla="*/ 337433 h 4305008"/>
              <a:gd name="connsiteX790" fmla="*/ 1180541 w 5593163"/>
              <a:gd name="connsiteY790" fmla="*/ 76659 h 4305008"/>
              <a:gd name="connsiteX791" fmla="*/ 1112313 w 5593163"/>
              <a:gd name="connsiteY791" fmla="*/ 0 h 4305008"/>
              <a:gd name="connsiteX792" fmla="*/ 1280688 w 5593163"/>
              <a:gd name="connsiteY792" fmla="*/ 0 h 4305008"/>
              <a:gd name="connsiteX793" fmla="*/ 1343322 w 5593163"/>
              <a:gd name="connsiteY793" fmla="*/ 96778 h 4305008"/>
              <a:gd name="connsiteX794" fmla="*/ 1427534 w 5593163"/>
              <a:gd name="connsiteY794" fmla="*/ 354040 h 4305008"/>
              <a:gd name="connsiteX795" fmla="*/ 1428040 w 5593163"/>
              <a:gd name="connsiteY795" fmla="*/ 354102 h 4305008"/>
              <a:gd name="connsiteX796" fmla="*/ 1428580 w 5593163"/>
              <a:gd name="connsiteY796" fmla="*/ 360740 h 4305008"/>
              <a:gd name="connsiteX797" fmla="*/ 1436044 w 5593163"/>
              <a:gd name="connsiteY797" fmla="*/ 452471 h 4305008"/>
              <a:gd name="connsiteX798" fmla="*/ 1437415 w 5593163"/>
              <a:gd name="connsiteY798" fmla="*/ 469318 h 4305008"/>
              <a:gd name="connsiteX799" fmla="*/ 1436822 w 5593163"/>
              <a:gd name="connsiteY799" fmla="*/ 480669 h 4305008"/>
              <a:gd name="connsiteX800" fmla="*/ 1436323 w 5593163"/>
              <a:gd name="connsiteY800" fmla="*/ 480636 h 4305008"/>
              <a:gd name="connsiteX801" fmla="*/ 1436297 w 5593163"/>
              <a:gd name="connsiteY801" fmla="*/ 481127 h 4305008"/>
              <a:gd name="connsiteX802" fmla="*/ 1419178 w 5593163"/>
              <a:gd name="connsiteY802" fmla="*/ 479514 h 4305008"/>
              <a:gd name="connsiteX803" fmla="*/ 1323752 w 5593163"/>
              <a:gd name="connsiteY803" fmla="*/ 470523 h 4305008"/>
              <a:gd name="connsiteX804" fmla="*/ 1307535 w 5593163"/>
              <a:gd name="connsiteY804" fmla="*/ 468995 h 4305008"/>
              <a:gd name="connsiteX805" fmla="*/ 1307419 w 5593163"/>
              <a:gd name="connsiteY805" fmla="*/ 467856 h 4305008"/>
              <a:gd name="connsiteX806" fmla="*/ 736048 w 5593163"/>
              <a:gd name="connsiteY806" fmla="*/ 95636 h 4305008"/>
              <a:gd name="connsiteX807" fmla="*/ 607372 w 5593163"/>
              <a:gd name="connsiteY807" fmla="*/ 1313979 h 4305008"/>
              <a:gd name="connsiteX808" fmla="*/ 608742 w 5593163"/>
              <a:gd name="connsiteY808" fmla="*/ 1296998 h 4305008"/>
              <a:gd name="connsiteX809" fmla="*/ 616206 w 5593163"/>
              <a:gd name="connsiteY809" fmla="*/ 1204541 h 4305008"/>
              <a:gd name="connsiteX810" fmla="*/ 616747 w 5593163"/>
              <a:gd name="connsiteY810" fmla="*/ 1197851 h 4305008"/>
              <a:gd name="connsiteX811" fmla="*/ 617252 w 5593163"/>
              <a:gd name="connsiteY811" fmla="*/ 1197788 h 4305008"/>
              <a:gd name="connsiteX812" fmla="*/ 1307418 w 5593163"/>
              <a:gd name="connsiteY812" fmla="*/ 504747 h 4305008"/>
              <a:gd name="connsiteX813" fmla="*/ 1307535 w 5593163"/>
              <a:gd name="connsiteY813" fmla="*/ 503599 h 4305008"/>
              <a:gd name="connsiteX814" fmla="*/ 1323748 w 5593163"/>
              <a:gd name="connsiteY814" fmla="*/ 502060 h 4305008"/>
              <a:gd name="connsiteX815" fmla="*/ 1419209 w 5593163"/>
              <a:gd name="connsiteY815" fmla="*/ 492995 h 4305008"/>
              <a:gd name="connsiteX816" fmla="*/ 1436297 w 5593163"/>
              <a:gd name="connsiteY816" fmla="*/ 491372 h 4305008"/>
              <a:gd name="connsiteX817" fmla="*/ 1436323 w 5593163"/>
              <a:gd name="connsiteY817" fmla="*/ 491866 h 4305008"/>
              <a:gd name="connsiteX818" fmla="*/ 1436821 w 5593163"/>
              <a:gd name="connsiteY818" fmla="*/ 491833 h 4305008"/>
              <a:gd name="connsiteX819" fmla="*/ 1437415 w 5593163"/>
              <a:gd name="connsiteY819" fmla="*/ 503273 h 4305008"/>
              <a:gd name="connsiteX820" fmla="*/ 1436044 w 5593163"/>
              <a:gd name="connsiteY820" fmla="*/ 520249 h 4305008"/>
              <a:gd name="connsiteX821" fmla="*/ 1428577 w 5593163"/>
              <a:gd name="connsiteY821" fmla="*/ 612725 h 4305008"/>
              <a:gd name="connsiteX822" fmla="*/ 1428039 w 5593163"/>
              <a:gd name="connsiteY822" fmla="*/ 619401 h 4305008"/>
              <a:gd name="connsiteX823" fmla="*/ 1427533 w 5593163"/>
              <a:gd name="connsiteY823" fmla="*/ 619464 h 4305008"/>
              <a:gd name="connsiteX824" fmla="*/ 737367 w 5593163"/>
              <a:gd name="connsiteY824" fmla="*/ 1312505 h 4305008"/>
              <a:gd name="connsiteX825" fmla="*/ 737251 w 5593163"/>
              <a:gd name="connsiteY825" fmla="*/ 1313653 h 4305008"/>
              <a:gd name="connsiteX826" fmla="*/ 721035 w 5593163"/>
              <a:gd name="connsiteY826" fmla="*/ 1315193 h 4305008"/>
              <a:gd name="connsiteX827" fmla="*/ 625608 w 5593163"/>
              <a:gd name="connsiteY827" fmla="*/ 1324255 h 4305008"/>
              <a:gd name="connsiteX828" fmla="*/ 608490 w 5593163"/>
              <a:gd name="connsiteY828" fmla="*/ 1325881 h 4305008"/>
              <a:gd name="connsiteX829" fmla="*/ 608464 w 5593163"/>
              <a:gd name="connsiteY829" fmla="*/ 1325386 h 4305008"/>
              <a:gd name="connsiteX830" fmla="*/ 607965 w 5593163"/>
              <a:gd name="connsiteY830" fmla="*/ 1325419 h 4305008"/>
              <a:gd name="connsiteX831" fmla="*/ 607372 w 5593163"/>
              <a:gd name="connsiteY831" fmla="*/ 1313979 h 4305008"/>
              <a:gd name="connsiteX832" fmla="*/ 607372 w 5593163"/>
              <a:gd name="connsiteY832" fmla="*/ 1361805 h 4305008"/>
              <a:gd name="connsiteX833" fmla="*/ 607966 w 5593163"/>
              <a:gd name="connsiteY833" fmla="*/ 1350455 h 4305008"/>
              <a:gd name="connsiteX834" fmla="*/ 608464 w 5593163"/>
              <a:gd name="connsiteY834" fmla="*/ 1350487 h 4305008"/>
              <a:gd name="connsiteX835" fmla="*/ 608490 w 5593163"/>
              <a:gd name="connsiteY835" fmla="*/ 1349997 h 4305008"/>
              <a:gd name="connsiteX836" fmla="*/ 625577 w 5593163"/>
              <a:gd name="connsiteY836" fmla="*/ 1351607 h 4305008"/>
              <a:gd name="connsiteX837" fmla="*/ 721039 w 5593163"/>
              <a:gd name="connsiteY837" fmla="*/ 1360601 h 4305008"/>
              <a:gd name="connsiteX838" fmla="*/ 737251 w 5593163"/>
              <a:gd name="connsiteY838" fmla="*/ 1362128 h 4305008"/>
              <a:gd name="connsiteX839" fmla="*/ 737368 w 5593163"/>
              <a:gd name="connsiteY839" fmla="*/ 1363267 h 4305008"/>
              <a:gd name="connsiteX840" fmla="*/ 1427534 w 5593163"/>
              <a:gd name="connsiteY840" fmla="*/ 2050865 h 4305008"/>
              <a:gd name="connsiteX841" fmla="*/ 1428040 w 5593163"/>
              <a:gd name="connsiteY841" fmla="*/ 2050928 h 4305008"/>
              <a:gd name="connsiteX842" fmla="*/ 1428580 w 5593163"/>
              <a:gd name="connsiteY842" fmla="*/ 2057565 h 4305008"/>
              <a:gd name="connsiteX843" fmla="*/ 1436044 w 5593163"/>
              <a:gd name="connsiteY843" fmla="*/ 2149296 h 4305008"/>
              <a:gd name="connsiteX844" fmla="*/ 1437415 w 5593163"/>
              <a:gd name="connsiteY844" fmla="*/ 2166144 h 4305008"/>
              <a:gd name="connsiteX845" fmla="*/ 1436822 w 5593163"/>
              <a:gd name="connsiteY845" fmla="*/ 2177494 h 4305008"/>
              <a:gd name="connsiteX846" fmla="*/ 1436323 w 5593163"/>
              <a:gd name="connsiteY846" fmla="*/ 2177461 h 4305008"/>
              <a:gd name="connsiteX847" fmla="*/ 1436297 w 5593163"/>
              <a:gd name="connsiteY847" fmla="*/ 2177952 h 4305008"/>
              <a:gd name="connsiteX848" fmla="*/ 1419178 w 5593163"/>
              <a:gd name="connsiteY848" fmla="*/ 2176339 h 4305008"/>
              <a:gd name="connsiteX849" fmla="*/ 1323752 w 5593163"/>
              <a:gd name="connsiteY849" fmla="*/ 2167348 h 4305008"/>
              <a:gd name="connsiteX850" fmla="*/ 1307535 w 5593163"/>
              <a:gd name="connsiteY850" fmla="*/ 2165820 h 4305008"/>
              <a:gd name="connsiteX851" fmla="*/ 1307419 w 5593163"/>
              <a:gd name="connsiteY851" fmla="*/ 2164681 h 4305008"/>
              <a:gd name="connsiteX852" fmla="*/ 617253 w 5593163"/>
              <a:gd name="connsiteY852" fmla="*/ 1477083 h 4305008"/>
              <a:gd name="connsiteX853" fmla="*/ 616748 w 5593163"/>
              <a:gd name="connsiteY853" fmla="*/ 1477021 h 4305008"/>
              <a:gd name="connsiteX854" fmla="*/ 616209 w 5593163"/>
              <a:gd name="connsiteY854" fmla="*/ 1470397 h 4305008"/>
              <a:gd name="connsiteX855" fmla="*/ 608742 w 5593163"/>
              <a:gd name="connsiteY855" fmla="*/ 1378647 h 4305008"/>
              <a:gd name="connsiteX856" fmla="*/ 607372 w 5593163"/>
              <a:gd name="connsiteY856" fmla="*/ 1361805 h 4305008"/>
              <a:gd name="connsiteX857" fmla="*/ 607372 w 5593163"/>
              <a:gd name="connsiteY857" fmla="*/ 3010804 h 4305008"/>
              <a:gd name="connsiteX858" fmla="*/ 608742 w 5593163"/>
              <a:gd name="connsiteY858" fmla="*/ 2993823 h 4305008"/>
              <a:gd name="connsiteX859" fmla="*/ 616206 w 5593163"/>
              <a:gd name="connsiteY859" fmla="*/ 2901366 h 4305008"/>
              <a:gd name="connsiteX860" fmla="*/ 616747 w 5593163"/>
              <a:gd name="connsiteY860" fmla="*/ 2894676 h 4305008"/>
              <a:gd name="connsiteX861" fmla="*/ 617252 w 5593163"/>
              <a:gd name="connsiteY861" fmla="*/ 2894613 h 4305008"/>
              <a:gd name="connsiteX862" fmla="*/ 1307418 w 5593163"/>
              <a:gd name="connsiteY862" fmla="*/ 2201572 h 4305008"/>
              <a:gd name="connsiteX863" fmla="*/ 1307535 w 5593163"/>
              <a:gd name="connsiteY863" fmla="*/ 2200424 h 4305008"/>
              <a:gd name="connsiteX864" fmla="*/ 1323748 w 5593163"/>
              <a:gd name="connsiteY864" fmla="*/ 2198885 h 4305008"/>
              <a:gd name="connsiteX865" fmla="*/ 1419209 w 5593163"/>
              <a:gd name="connsiteY865" fmla="*/ 2189820 h 4305008"/>
              <a:gd name="connsiteX866" fmla="*/ 1436297 w 5593163"/>
              <a:gd name="connsiteY866" fmla="*/ 2188197 h 4305008"/>
              <a:gd name="connsiteX867" fmla="*/ 1436323 w 5593163"/>
              <a:gd name="connsiteY867" fmla="*/ 2188691 h 4305008"/>
              <a:gd name="connsiteX868" fmla="*/ 1436821 w 5593163"/>
              <a:gd name="connsiteY868" fmla="*/ 2188658 h 4305008"/>
              <a:gd name="connsiteX869" fmla="*/ 1437415 w 5593163"/>
              <a:gd name="connsiteY869" fmla="*/ 2200098 h 4305008"/>
              <a:gd name="connsiteX870" fmla="*/ 1436044 w 5593163"/>
              <a:gd name="connsiteY870" fmla="*/ 2217074 h 4305008"/>
              <a:gd name="connsiteX871" fmla="*/ 1428577 w 5593163"/>
              <a:gd name="connsiteY871" fmla="*/ 2309550 h 4305008"/>
              <a:gd name="connsiteX872" fmla="*/ 1428039 w 5593163"/>
              <a:gd name="connsiteY872" fmla="*/ 2316226 h 4305008"/>
              <a:gd name="connsiteX873" fmla="*/ 1427533 w 5593163"/>
              <a:gd name="connsiteY873" fmla="*/ 2316289 h 4305008"/>
              <a:gd name="connsiteX874" fmla="*/ 737367 w 5593163"/>
              <a:gd name="connsiteY874" fmla="*/ 3009330 h 4305008"/>
              <a:gd name="connsiteX875" fmla="*/ 737251 w 5593163"/>
              <a:gd name="connsiteY875" fmla="*/ 3010478 h 4305008"/>
              <a:gd name="connsiteX876" fmla="*/ 721035 w 5593163"/>
              <a:gd name="connsiteY876" fmla="*/ 3012018 h 4305008"/>
              <a:gd name="connsiteX877" fmla="*/ 625608 w 5593163"/>
              <a:gd name="connsiteY877" fmla="*/ 3021080 h 4305008"/>
              <a:gd name="connsiteX878" fmla="*/ 608490 w 5593163"/>
              <a:gd name="connsiteY878" fmla="*/ 3022706 h 4305008"/>
              <a:gd name="connsiteX879" fmla="*/ 608464 w 5593163"/>
              <a:gd name="connsiteY879" fmla="*/ 3022211 h 4305008"/>
              <a:gd name="connsiteX880" fmla="*/ 607965 w 5593163"/>
              <a:gd name="connsiteY880" fmla="*/ 3022244 h 4305008"/>
              <a:gd name="connsiteX881" fmla="*/ 607372 w 5593163"/>
              <a:gd name="connsiteY881" fmla="*/ 3010804 h 4305008"/>
              <a:gd name="connsiteX882" fmla="*/ 607372 w 5593163"/>
              <a:gd name="connsiteY882" fmla="*/ 3058630 h 4305008"/>
              <a:gd name="connsiteX883" fmla="*/ 607966 w 5593163"/>
              <a:gd name="connsiteY883" fmla="*/ 3047280 h 4305008"/>
              <a:gd name="connsiteX884" fmla="*/ 608464 w 5593163"/>
              <a:gd name="connsiteY884" fmla="*/ 3047312 h 4305008"/>
              <a:gd name="connsiteX885" fmla="*/ 608490 w 5593163"/>
              <a:gd name="connsiteY885" fmla="*/ 3046822 h 4305008"/>
              <a:gd name="connsiteX886" fmla="*/ 625577 w 5593163"/>
              <a:gd name="connsiteY886" fmla="*/ 3048432 h 4305008"/>
              <a:gd name="connsiteX887" fmla="*/ 721039 w 5593163"/>
              <a:gd name="connsiteY887" fmla="*/ 3057426 h 4305008"/>
              <a:gd name="connsiteX888" fmla="*/ 737251 w 5593163"/>
              <a:gd name="connsiteY888" fmla="*/ 3058953 h 4305008"/>
              <a:gd name="connsiteX889" fmla="*/ 737368 w 5593163"/>
              <a:gd name="connsiteY889" fmla="*/ 3060092 h 4305008"/>
              <a:gd name="connsiteX890" fmla="*/ 1427534 w 5593163"/>
              <a:gd name="connsiteY890" fmla="*/ 3747690 h 4305008"/>
              <a:gd name="connsiteX891" fmla="*/ 1428040 w 5593163"/>
              <a:gd name="connsiteY891" fmla="*/ 3747753 h 4305008"/>
              <a:gd name="connsiteX892" fmla="*/ 1428580 w 5593163"/>
              <a:gd name="connsiteY892" fmla="*/ 3754390 h 4305008"/>
              <a:gd name="connsiteX893" fmla="*/ 1436044 w 5593163"/>
              <a:gd name="connsiteY893" fmla="*/ 3846121 h 4305008"/>
              <a:gd name="connsiteX894" fmla="*/ 1437415 w 5593163"/>
              <a:gd name="connsiteY894" fmla="*/ 3862969 h 4305008"/>
              <a:gd name="connsiteX895" fmla="*/ 1436822 w 5593163"/>
              <a:gd name="connsiteY895" fmla="*/ 3874319 h 4305008"/>
              <a:gd name="connsiteX896" fmla="*/ 1436323 w 5593163"/>
              <a:gd name="connsiteY896" fmla="*/ 3874286 h 4305008"/>
              <a:gd name="connsiteX897" fmla="*/ 1436297 w 5593163"/>
              <a:gd name="connsiteY897" fmla="*/ 3874777 h 4305008"/>
              <a:gd name="connsiteX898" fmla="*/ 1419178 w 5593163"/>
              <a:gd name="connsiteY898" fmla="*/ 3873164 h 4305008"/>
              <a:gd name="connsiteX899" fmla="*/ 1323752 w 5593163"/>
              <a:gd name="connsiteY899" fmla="*/ 3864173 h 4305008"/>
              <a:gd name="connsiteX900" fmla="*/ 1307535 w 5593163"/>
              <a:gd name="connsiteY900" fmla="*/ 3862645 h 4305008"/>
              <a:gd name="connsiteX901" fmla="*/ 1307419 w 5593163"/>
              <a:gd name="connsiteY901" fmla="*/ 3861506 h 4305008"/>
              <a:gd name="connsiteX902" fmla="*/ 617253 w 5593163"/>
              <a:gd name="connsiteY902" fmla="*/ 3173908 h 4305008"/>
              <a:gd name="connsiteX903" fmla="*/ 616748 w 5593163"/>
              <a:gd name="connsiteY903" fmla="*/ 3173846 h 4305008"/>
              <a:gd name="connsiteX904" fmla="*/ 616209 w 5593163"/>
              <a:gd name="connsiteY904" fmla="*/ 3167222 h 4305008"/>
              <a:gd name="connsiteX905" fmla="*/ 608742 w 5593163"/>
              <a:gd name="connsiteY905" fmla="*/ 3075472 h 4305008"/>
              <a:gd name="connsiteX906" fmla="*/ 607372 w 5593163"/>
              <a:gd name="connsiteY906" fmla="*/ 3058630 h 4305008"/>
              <a:gd name="connsiteX907" fmla="*/ 0 w 5593163"/>
              <a:gd name="connsiteY907" fmla="*/ 116373 h 4305008"/>
              <a:gd name="connsiteX908" fmla="*/ 0 w 5593163"/>
              <a:gd name="connsiteY908" fmla="*/ 0 h 4305008"/>
              <a:gd name="connsiteX909" fmla="*/ 90880 w 5593163"/>
              <a:gd name="connsiteY909" fmla="*/ 0 h 4305008"/>
              <a:gd name="connsiteX910" fmla="*/ 22652 w 5593163"/>
              <a:gd name="connsiteY910" fmla="*/ 76659 h 4305008"/>
              <a:gd name="connsiteX911" fmla="*/ 0 w 5593163"/>
              <a:gd name="connsiteY911" fmla="*/ 443121 h 4305008"/>
              <a:gd name="connsiteX912" fmla="*/ 0 w 5593163"/>
              <a:gd name="connsiteY912" fmla="*/ 311637 h 4305008"/>
              <a:gd name="connsiteX913" fmla="*/ 82171 w 5593163"/>
              <a:gd name="connsiteY913" fmla="*/ 276703 h 4305008"/>
              <a:gd name="connsiteX914" fmla="*/ 348118 w 5593163"/>
              <a:gd name="connsiteY914" fmla="*/ 44350 h 4305008"/>
              <a:gd name="connsiteX915" fmla="*/ 370347 w 5593163"/>
              <a:gd name="connsiteY915" fmla="*/ 0 h 4305008"/>
              <a:gd name="connsiteX916" fmla="*/ 518984 w 5593163"/>
              <a:gd name="connsiteY916" fmla="*/ 0 h 4305008"/>
              <a:gd name="connsiteX917" fmla="*/ 467145 w 5593163"/>
              <a:gd name="connsiteY917" fmla="*/ 95636 h 4305008"/>
              <a:gd name="connsiteX918" fmla="*/ 13323 w 5593163"/>
              <a:gd name="connsiteY918" fmla="*/ 439959 h 4305008"/>
              <a:gd name="connsiteX919" fmla="*/ 0 w 5593163"/>
              <a:gd name="connsiteY919" fmla="*/ 1070142 h 4305008"/>
              <a:gd name="connsiteX920" fmla="*/ 0 w 5593163"/>
              <a:gd name="connsiteY920" fmla="*/ 862064 h 4305008"/>
              <a:gd name="connsiteX921" fmla="*/ 31905 w 5593163"/>
              <a:gd name="connsiteY921" fmla="*/ 912052 h 4305008"/>
              <a:gd name="connsiteX922" fmla="*/ 452455 w 5593163"/>
              <a:gd name="connsiteY922" fmla="*/ 1181049 h 4305008"/>
              <a:gd name="connsiteX923" fmla="*/ 9316 w 5593163"/>
              <a:gd name="connsiteY923" fmla="*/ 665484 h 4305008"/>
              <a:gd name="connsiteX924" fmla="*/ 0 w 5593163"/>
              <a:gd name="connsiteY924" fmla="*/ 662760 h 4305008"/>
              <a:gd name="connsiteX925" fmla="*/ 0 w 5593163"/>
              <a:gd name="connsiteY925" fmla="*/ 530567 h 4305008"/>
              <a:gd name="connsiteX926" fmla="*/ 26399 w 5593163"/>
              <a:gd name="connsiteY926" fmla="*/ 537107 h 4305008"/>
              <a:gd name="connsiteX927" fmla="*/ 585941 w 5593163"/>
              <a:gd name="connsiteY927" fmla="*/ 1197788 h 4305008"/>
              <a:gd name="connsiteX928" fmla="*/ 586447 w 5593163"/>
              <a:gd name="connsiteY928" fmla="*/ 1197851 h 4305008"/>
              <a:gd name="connsiteX929" fmla="*/ 586987 w 5593163"/>
              <a:gd name="connsiteY929" fmla="*/ 1204541 h 4305008"/>
              <a:gd name="connsiteX930" fmla="*/ 594451 w 5593163"/>
              <a:gd name="connsiteY930" fmla="*/ 1296998 h 4305008"/>
              <a:gd name="connsiteX931" fmla="*/ 595822 w 5593163"/>
              <a:gd name="connsiteY931" fmla="*/ 1313979 h 4305008"/>
              <a:gd name="connsiteX932" fmla="*/ 595229 w 5593163"/>
              <a:gd name="connsiteY932" fmla="*/ 1325419 h 4305008"/>
              <a:gd name="connsiteX933" fmla="*/ 594730 w 5593163"/>
              <a:gd name="connsiteY933" fmla="*/ 1325386 h 4305008"/>
              <a:gd name="connsiteX934" fmla="*/ 594704 w 5593163"/>
              <a:gd name="connsiteY934" fmla="*/ 1325881 h 4305008"/>
              <a:gd name="connsiteX935" fmla="*/ 577585 w 5593163"/>
              <a:gd name="connsiteY935" fmla="*/ 1324255 h 4305008"/>
              <a:gd name="connsiteX936" fmla="*/ 482159 w 5593163"/>
              <a:gd name="connsiteY936" fmla="*/ 1315193 h 4305008"/>
              <a:gd name="connsiteX937" fmla="*/ 465942 w 5593163"/>
              <a:gd name="connsiteY937" fmla="*/ 1313653 h 4305008"/>
              <a:gd name="connsiteX938" fmla="*/ 465826 w 5593163"/>
              <a:gd name="connsiteY938" fmla="*/ 1312505 h 4305008"/>
              <a:gd name="connsiteX939" fmla="*/ 5028 w 5593163"/>
              <a:gd name="connsiteY939" fmla="*/ 1076034 h 4305008"/>
              <a:gd name="connsiteX940" fmla="*/ 0 w 5593163"/>
              <a:gd name="connsiteY940" fmla="*/ 2139063 h 4305008"/>
              <a:gd name="connsiteX941" fmla="*/ 0 w 5593163"/>
              <a:gd name="connsiteY941" fmla="*/ 2007909 h 4305008"/>
              <a:gd name="connsiteX942" fmla="*/ 9314 w 5593163"/>
              <a:gd name="connsiteY942" fmla="*/ 2005207 h 4305008"/>
              <a:gd name="connsiteX943" fmla="*/ 452453 w 5593163"/>
              <a:gd name="connsiteY943" fmla="*/ 1493690 h 4305008"/>
              <a:gd name="connsiteX944" fmla="*/ 31903 w 5593163"/>
              <a:gd name="connsiteY944" fmla="*/ 1760575 h 4305008"/>
              <a:gd name="connsiteX945" fmla="*/ 0 w 5593163"/>
              <a:gd name="connsiteY945" fmla="*/ 1810167 h 4305008"/>
              <a:gd name="connsiteX946" fmla="*/ 0 w 5593163"/>
              <a:gd name="connsiteY946" fmla="*/ 1603724 h 4305008"/>
              <a:gd name="connsiteX947" fmla="*/ 5025 w 5593163"/>
              <a:gd name="connsiteY947" fmla="*/ 1597880 h 4305008"/>
              <a:gd name="connsiteX948" fmla="*/ 465823 w 5593163"/>
              <a:gd name="connsiteY948" fmla="*/ 1363267 h 4305008"/>
              <a:gd name="connsiteX949" fmla="*/ 465940 w 5593163"/>
              <a:gd name="connsiteY949" fmla="*/ 1362128 h 4305008"/>
              <a:gd name="connsiteX950" fmla="*/ 482153 w 5593163"/>
              <a:gd name="connsiteY950" fmla="*/ 1360601 h 4305008"/>
              <a:gd name="connsiteX951" fmla="*/ 577614 w 5593163"/>
              <a:gd name="connsiteY951" fmla="*/ 1351607 h 4305008"/>
              <a:gd name="connsiteX952" fmla="*/ 594702 w 5593163"/>
              <a:gd name="connsiteY952" fmla="*/ 1349997 h 4305008"/>
              <a:gd name="connsiteX953" fmla="*/ 594728 w 5593163"/>
              <a:gd name="connsiteY953" fmla="*/ 1350487 h 4305008"/>
              <a:gd name="connsiteX954" fmla="*/ 595226 w 5593163"/>
              <a:gd name="connsiteY954" fmla="*/ 1350455 h 4305008"/>
              <a:gd name="connsiteX955" fmla="*/ 595820 w 5593163"/>
              <a:gd name="connsiteY955" fmla="*/ 1361805 h 4305008"/>
              <a:gd name="connsiteX956" fmla="*/ 594449 w 5593163"/>
              <a:gd name="connsiteY956" fmla="*/ 1378647 h 4305008"/>
              <a:gd name="connsiteX957" fmla="*/ 586982 w 5593163"/>
              <a:gd name="connsiteY957" fmla="*/ 1470397 h 4305008"/>
              <a:gd name="connsiteX958" fmla="*/ 586444 w 5593163"/>
              <a:gd name="connsiteY958" fmla="*/ 1477021 h 4305008"/>
              <a:gd name="connsiteX959" fmla="*/ 585938 w 5593163"/>
              <a:gd name="connsiteY959" fmla="*/ 1477083 h 4305008"/>
              <a:gd name="connsiteX960" fmla="*/ 26396 w 5593163"/>
              <a:gd name="connsiteY960" fmla="*/ 2132575 h 4305008"/>
              <a:gd name="connsiteX961" fmla="*/ 0 w 5593163"/>
              <a:gd name="connsiteY961" fmla="*/ 2766967 h 4305008"/>
              <a:gd name="connsiteX962" fmla="*/ 0 w 5593163"/>
              <a:gd name="connsiteY962" fmla="*/ 2558889 h 4305008"/>
              <a:gd name="connsiteX963" fmla="*/ 31905 w 5593163"/>
              <a:gd name="connsiteY963" fmla="*/ 2608877 h 4305008"/>
              <a:gd name="connsiteX964" fmla="*/ 452455 w 5593163"/>
              <a:gd name="connsiteY964" fmla="*/ 2877874 h 4305008"/>
              <a:gd name="connsiteX965" fmla="*/ 9316 w 5593163"/>
              <a:gd name="connsiteY965" fmla="*/ 2362309 h 4305008"/>
              <a:gd name="connsiteX966" fmla="*/ 0 w 5593163"/>
              <a:gd name="connsiteY966" fmla="*/ 2359585 h 4305008"/>
              <a:gd name="connsiteX967" fmla="*/ 0 w 5593163"/>
              <a:gd name="connsiteY967" fmla="*/ 2227392 h 4305008"/>
              <a:gd name="connsiteX968" fmla="*/ 26399 w 5593163"/>
              <a:gd name="connsiteY968" fmla="*/ 2233932 h 4305008"/>
              <a:gd name="connsiteX969" fmla="*/ 585941 w 5593163"/>
              <a:gd name="connsiteY969" fmla="*/ 2894613 h 4305008"/>
              <a:gd name="connsiteX970" fmla="*/ 586447 w 5593163"/>
              <a:gd name="connsiteY970" fmla="*/ 2894676 h 4305008"/>
              <a:gd name="connsiteX971" fmla="*/ 586987 w 5593163"/>
              <a:gd name="connsiteY971" fmla="*/ 2901366 h 4305008"/>
              <a:gd name="connsiteX972" fmla="*/ 594451 w 5593163"/>
              <a:gd name="connsiteY972" fmla="*/ 2993823 h 4305008"/>
              <a:gd name="connsiteX973" fmla="*/ 595822 w 5593163"/>
              <a:gd name="connsiteY973" fmla="*/ 3010804 h 4305008"/>
              <a:gd name="connsiteX974" fmla="*/ 595229 w 5593163"/>
              <a:gd name="connsiteY974" fmla="*/ 3022244 h 4305008"/>
              <a:gd name="connsiteX975" fmla="*/ 594730 w 5593163"/>
              <a:gd name="connsiteY975" fmla="*/ 3022211 h 4305008"/>
              <a:gd name="connsiteX976" fmla="*/ 594704 w 5593163"/>
              <a:gd name="connsiteY976" fmla="*/ 3022706 h 4305008"/>
              <a:gd name="connsiteX977" fmla="*/ 577585 w 5593163"/>
              <a:gd name="connsiteY977" fmla="*/ 3021080 h 4305008"/>
              <a:gd name="connsiteX978" fmla="*/ 482159 w 5593163"/>
              <a:gd name="connsiteY978" fmla="*/ 3012018 h 4305008"/>
              <a:gd name="connsiteX979" fmla="*/ 465942 w 5593163"/>
              <a:gd name="connsiteY979" fmla="*/ 3010478 h 4305008"/>
              <a:gd name="connsiteX980" fmla="*/ 465826 w 5593163"/>
              <a:gd name="connsiteY980" fmla="*/ 3009330 h 4305008"/>
              <a:gd name="connsiteX981" fmla="*/ 5028 w 5593163"/>
              <a:gd name="connsiteY981" fmla="*/ 2772859 h 4305008"/>
              <a:gd name="connsiteX982" fmla="*/ 0 w 5593163"/>
              <a:gd name="connsiteY982" fmla="*/ 3835888 h 4305008"/>
              <a:gd name="connsiteX983" fmla="*/ 0 w 5593163"/>
              <a:gd name="connsiteY983" fmla="*/ 3704734 h 4305008"/>
              <a:gd name="connsiteX984" fmla="*/ 9314 w 5593163"/>
              <a:gd name="connsiteY984" fmla="*/ 3702032 h 4305008"/>
              <a:gd name="connsiteX985" fmla="*/ 452453 w 5593163"/>
              <a:gd name="connsiteY985" fmla="*/ 3190516 h 4305008"/>
              <a:gd name="connsiteX986" fmla="*/ 31903 w 5593163"/>
              <a:gd name="connsiteY986" fmla="*/ 3457400 h 4305008"/>
              <a:gd name="connsiteX987" fmla="*/ 0 w 5593163"/>
              <a:gd name="connsiteY987" fmla="*/ 3506992 h 4305008"/>
              <a:gd name="connsiteX988" fmla="*/ 0 w 5593163"/>
              <a:gd name="connsiteY988" fmla="*/ 3300549 h 4305008"/>
              <a:gd name="connsiteX989" fmla="*/ 5025 w 5593163"/>
              <a:gd name="connsiteY989" fmla="*/ 3294705 h 4305008"/>
              <a:gd name="connsiteX990" fmla="*/ 465823 w 5593163"/>
              <a:gd name="connsiteY990" fmla="*/ 3060092 h 4305008"/>
              <a:gd name="connsiteX991" fmla="*/ 465940 w 5593163"/>
              <a:gd name="connsiteY991" fmla="*/ 3058953 h 4305008"/>
              <a:gd name="connsiteX992" fmla="*/ 482153 w 5593163"/>
              <a:gd name="connsiteY992" fmla="*/ 3057426 h 4305008"/>
              <a:gd name="connsiteX993" fmla="*/ 577614 w 5593163"/>
              <a:gd name="connsiteY993" fmla="*/ 3048432 h 4305008"/>
              <a:gd name="connsiteX994" fmla="*/ 594702 w 5593163"/>
              <a:gd name="connsiteY994" fmla="*/ 3046822 h 4305008"/>
              <a:gd name="connsiteX995" fmla="*/ 594728 w 5593163"/>
              <a:gd name="connsiteY995" fmla="*/ 3047312 h 4305008"/>
              <a:gd name="connsiteX996" fmla="*/ 595226 w 5593163"/>
              <a:gd name="connsiteY996" fmla="*/ 3047280 h 4305008"/>
              <a:gd name="connsiteX997" fmla="*/ 595820 w 5593163"/>
              <a:gd name="connsiteY997" fmla="*/ 3058630 h 4305008"/>
              <a:gd name="connsiteX998" fmla="*/ 594449 w 5593163"/>
              <a:gd name="connsiteY998" fmla="*/ 3075472 h 4305008"/>
              <a:gd name="connsiteX999" fmla="*/ 586982 w 5593163"/>
              <a:gd name="connsiteY999" fmla="*/ 3167222 h 4305008"/>
              <a:gd name="connsiteX1000" fmla="*/ 586444 w 5593163"/>
              <a:gd name="connsiteY1000" fmla="*/ 3173846 h 4305008"/>
              <a:gd name="connsiteX1001" fmla="*/ 585938 w 5593163"/>
              <a:gd name="connsiteY1001" fmla="*/ 3173908 h 4305008"/>
              <a:gd name="connsiteX1002" fmla="*/ 26396 w 5593163"/>
              <a:gd name="connsiteY1002" fmla="*/ 3829400 h 4305008"/>
              <a:gd name="connsiteX1003" fmla="*/ 0 w 5593163"/>
              <a:gd name="connsiteY1003" fmla="*/ 4056079 h 4305008"/>
              <a:gd name="connsiteX1004" fmla="*/ 0 w 5593163"/>
              <a:gd name="connsiteY1004" fmla="*/ 3923091 h 4305008"/>
              <a:gd name="connsiteX1005" fmla="*/ 9850 w 5593163"/>
              <a:gd name="connsiteY1005" fmla="*/ 3925425 h 4305008"/>
              <a:gd name="connsiteX1006" fmla="*/ 456028 w 5593163"/>
              <a:gd name="connsiteY1006" fmla="*/ 4255797 h 4305008"/>
              <a:gd name="connsiteX1007" fmla="*/ 484473 w 5593163"/>
              <a:gd name="connsiteY1007" fmla="*/ 4305008 h 4305008"/>
              <a:gd name="connsiteX1008" fmla="*/ 333423 w 5593163"/>
              <a:gd name="connsiteY1008" fmla="*/ 4305008 h 4305008"/>
              <a:gd name="connsiteX1009" fmla="*/ 281300 w 5593163"/>
              <a:gd name="connsiteY1009" fmla="*/ 4241205 h 4305008"/>
              <a:gd name="connsiteX1010" fmla="*/ 75476 w 5593163"/>
              <a:gd name="connsiteY1010" fmla="*/ 4087725 h 4305008"/>
              <a:gd name="connsiteX1011" fmla="*/ 0 w 5593163"/>
              <a:gd name="connsiteY1011" fmla="*/ 4305008 h 4305008"/>
              <a:gd name="connsiteX1012" fmla="*/ 0 w 5593163"/>
              <a:gd name="connsiteY1012" fmla="*/ 4256099 h 4305008"/>
              <a:gd name="connsiteX1013" fmla="*/ 8327 w 5593163"/>
              <a:gd name="connsiteY1013" fmla="*/ 4271827 h 4305008"/>
              <a:gd name="connsiteX1014" fmla="*/ 35009 w 5593163"/>
              <a:gd name="connsiteY1014" fmla="*/ 4305008 h 4305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Lst>
            <a:rect l="l" t="t" r="r" b="b"/>
            <a:pathLst>
              <a:path w="5593163" h="4305008">
                <a:moveTo>
                  <a:pt x="4985599" y="636203"/>
                </a:moveTo>
                <a:cubicBezTo>
                  <a:pt x="5038875" y="907109"/>
                  <a:pt x="5253718" y="1121906"/>
                  <a:pt x="5528908" y="1181049"/>
                </a:cubicBezTo>
                <a:cubicBezTo>
                  <a:pt x="5475633" y="910143"/>
                  <a:pt x="5260789" y="695346"/>
                  <a:pt x="4985599" y="636203"/>
                </a:cubicBezTo>
                <a:close/>
                <a:moveTo>
                  <a:pt x="4985599" y="2333028"/>
                </a:moveTo>
                <a:cubicBezTo>
                  <a:pt x="5038875" y="2603934"/>
                  <a:pt x="5253718" y="2818731"/>
                  <a:pt x="5528908" y="2877874"/>
                </a:cubicBezTo>
                <a:cubicBezTo>
                  <a:pt x="5475633" y="2606968"/>
                  <a:pt x="5260789" y="2392171"/>
                  <a:pt x="4985599" y="2333028"/>
                </a:cubicBezTo>
                <a:close/>
                <a:moveTo>
                  <a:pt x="4985597" y="2034258"/>
                </a:moveTo>
                <a:cubicBezTo>
                  <a:pt x="5260787" y="1975579"/>
                  <a:pt x="5475630" y="1762469"/>
                  <a:pt x="5528906" y="1493690"/>
                </a:cubicBezTo>
                <a:cubicBezTo>
                  <a:pt x="5253716" y="1552369"/>
                  <a:pt x="5038872" y="1765479"/>
                  <a:pt x="4985597" y="2034258"/>
                </a:cubicBezTo>
                <a:close/>
                <a:moveTo>
                  <a:pt x="4985597" y="3731083"/>
                </a:moveTo>
                <a:cubicBezTo>
                  <a:pt x="5260787" y="3672404"/>
                  <a:pt x="5475630" y="3459294"/>
                  <a:pt x="5528906" y="3190516"/>
                </a:cubicBezTo>
                <a:cubicBezTo>
                  <a:pt x="5253716" y="3249194"/>
                  <a:pt x="5038872" y="3462304"/>
                  <a:pt x="4985597" y="3731083"/>
                </a:cubicBezTo>
                <a:close/>
                <a:moveTo>
                  <a:pt x="4842232" y="503273"/>
                </a:moveTo>
                <a:lnTo>
                  <a:pt x="4842826" y="491833"/>
                </a:lnTo>
                <a:lnTo>
                  <a:pt x="4843324" y="491866"/>
                </a:lnTo>
                <a:lnTo>
                  <a:pt x="4843350" y="491372"/>
                </a:lnTo>
                <a:lnTo>
                  <a:pt x="4860437" y="492995"/>
                </a:lnTo>
                <a:cubicBezTo>
                  <a:pt x="4892823" y="493522"/>
                  <a:pt x="4924716" y="496503"/>
                  <a:pt x="4955899" y="502060"/>
                </a:cubicBezTo>
                <a:cubicBezTo>
                  <a:pt x="4961475" y="501641"/>
                  <a:pt x="4966803" y="502589"/>
                  <a:pt x="4972112" y="503599"/>
                </a:cubicBezTo>
                <a:lnTo>
                  <a:pt x="4972229" y="504747"/>
                </a:lnTo>
                <a:cubicBezTo>
                  <a:pt x="5241367" y="549296"/>
                  <a:pt x="5466735" y="718370"/>
                  <a:pt x="5583809" y="948988"/>
                </a:cubicBezTo>
                <a:lnTo>
                  <a:pt x="5593163" y="971822"/>
                </a:lnTo>
                <a:lnTo>
                  <a:pt x="5593163" y="1318474"/>
                </a:lnTo>
                <a:lnTo>
                  <a:pt x="5558612" y="1315193"/>
                </a:lnTo>
                <a:cubicBezTo>
                  <a:pt x="5553035" y="1315612"/>
                  <a:pt x="5547706" y="1314664"/>
                  <a:pt x="5542395" y="1313653"/>
                </a:cubicBezTo>
                <a:lnTo>
                  <a:pt x="5542279" y="1312505"/>
                </a:lnTo>
                <a:cubicBezTo>
                  <a:pt x="5183428" y="1253106"/>
                  <a:pt x="4902389" y="972329"/>
                  <a:pt x="4852114" y="619464"/>
                </a:cubicBezTo>
                <a:cubicBezTo>
                  <a:pt x="4851946" y="619411"/>
                  <a:pt x="4851778" y="619406"/>
                  <a:pt x="4851608" y="619401"/>
                </a:cubicBezTo>
                <a:lnTo>
                  <a:pt x="4851070" y="612725"/>
                </a:lnTo>
                <a:cubicBezTo>
                  <a:pt x="4846011" y="582475"/>
                  <a:pt x="4843560" y="551584"/>
                  <a:pt x="4843603" y="520249"/>
                </a:cubicBezTo>
                <a:cubicBezTo>
                  <a:pt x="4842291" y="514621"/>
                  <a:pt x="4842232" y="508954"/>
                  <a:pt x="4842232" y="503273"/>
                </a:cubicBezTo>
                <a:close/>
                <a:moveTo>
                  <a:pt x="4842232" y="2200098"/>
                </a:moveTo>
                <a:lnTo>
                  <a:pt x="4842826" y="2188658"/>
                </a:lnTo>
                <a:lnTo>
                  <a:pt x="4843324" y="2188691"/>
                </a:lnTo>
                <a:lnTo>
                  <a:pt x="4843350" y="2188197"/>
                </a:lnTo>
                <a:lnTo>
                  <a:pt x="4860437" y="2189820"/>
                </a:lnTo>
                <a:cubicBezTo>
                  <a:pt x="4892823" y="2190347"/>
                  <a:pt x="4924716" y="2193328"/>
                  <a:pt x="4955899" y="2198885"/>
                </a:cubicBezTo>
                <a:cubicBezTo>
                  <a:pt x="4961475" y="2198466"/>
                  <a:pt x="4966803" y="2199414"/>
                  <a:pt x="4972112" y="2200424"/>
                </a:cubicBezTo>
                <a:lnTo>
                  <a:pt x="4972229" y="2201572"/>
                </a:lnTo>
                <a:cubicBezTo>
                  <a:pt x="5241367" y="2246121"/>
                  <a:pt x="5466735" y="2415195"/>
                  <a:pt x="5583809" y="2645813"/>
                </a:cubicBezTo>
                <a:lnTo>
                  <a:pt x="5593163" y="2668647"/>
                </a:lnTo>
                <a:lnTo>
                  <a:pt x="5593163" y="3015299"/>
                </a:lnTo>
                <a:lnTo>
                  <a:pt x="5558612" y="3012018"/>
                </a:lnTo>
                <a:cubicBezTo>
                  <a:pt x="5553035" y="3012437"/>
                  <a:pt x="5547706" y="3011489"/>
                  <a:pt x="5542395" y="3010478"/>
                </a:cubicBezTo>
                <a:lnTo>
                  <a:pt x="5542279" y="3009330"/>
                </a:lnTo>
                <a:cubicBezTo>
                  <a:pt x="5183428" y="2949931"/>
                  <a:pt x="4902389" y="2669154"/>
                  <a:pt x="4852114" y="2316289"/>
                </a:cubicBezTo>
                <a:cubicBezTo>
                  <a:pt x="4851946" y="2316236"/>
                  <a:pt x="4851778" y="2316231"/>
                  <a:pt x="4851608" y="2316226"/>
                </a:cubicBezTo>
                <a:lnTo>
                  <a:pt x="4851070" y="2309550"/>
                </a:lnTo>
                <a:cubicBezTo>
                  <a:pt x="4846011" y="2279300"/>
                  <a:pt x="4843560" y="2248409"/>
                  <a:pt x="4843603" y="2217074"/>
                </a:cubicBezTo>
                <a:cubicBezTo>
                  <a:pt x="4842291" y="2211446"/>
                  <a:pt x="4842232" y="2205779"/>
                  <a:pt x="4842232" y="2200098"/>
                </a:cubicBezTo>
                <a:close/>
                <a:moveTo>
                  <a:pt x="4842232" y="3896923"/>
                </a:moveTo>
                <a:lnTo>
                  <a:pt x="4842826" y="3885483"/>
                </a:lnTo>
                <a:lnTo>
                  <a:pt x="4843324" y="3885516"/>
                </a:lnTo>
                <a:lnTo>
                  <a:pt x="4843350" y="3885022"/>
                </a:lnTo>
                <a:lnTo>
                  <a:pt x="4860437" y="3886645"/>
                </a:lnTo>
                <a:cubicBezTo>
                  <a:pt x="4892823" y="3887172"/>
                  <a:pt x="4924716" y="3890153"/>
                  <a:pt x="4955899" y="3895710"/>
                </a:cubicBezTo>
                <a:cubicBezTo>
                  <a:pt x="4961475" y="3895291"/>
                  <a:pt x="4966803" y="3896239"/>
                  <a:pt x="4972112" y="3897249"/>
                </a:cubicBezTo>
                <a:lnTo>
                  <a:pt x="4972229" y="3898397"/>
                </a:lnTo>
                <a:cubicBezTo>
                  <a:pt x="5206288" y="3937139"/>
                  <a:pt x="5407245" y="4070062"/>
                  <a:pt x="5532481" y="4255797"/>
                </a:cubicBezTo>
                <a:lnTo>
                  <a:pt x="5560926" y="4305008"/>
                </a:lnTo>
                <a:lnTo>
                  <a:pt x="5409877" y="4305008"/>
                </a:lnTo>
                <a:lnTo>
                  <a:pt x="5357754" y="4241205"/>
                </a:lnTo>
                <a:cubicBezTo>
                  <a:pt x="5261058" y="4136681"/>
                  <a:pt x="5131850" y="4061285"/>
                  <a:pt x="4985599" y="4029853"/>
                </a:cubicBezTo>
                <a:cubicBezTo>
                  <a:pt x="5002846" y="4117553"/>
                  <a:pt x="5037026" y="4199373"/>
                  <a:pt x="5084780" y="4271827"/>
                </a:cubicBezTo>
                <a:lnTo>
                  <a:pt x="5111462" y="4305008"/>
                </a:lnTo>
                <a:lnTo>
                  <a:pt x="4957353" y="4305008"/>
                </a:lnTo>
                <a:lnTo>
                  <a:pt x="4927231" y="4254710"/>
                </a:lnTo>
                <a:cubicBezTo>
                  <a:pt x="4890029" y="4179889"/>
                  <a:pt x="4864297" y="4098618"/>
                  <a:pt x="4852114" y="4013114"/>
                </a:cubicBezTo>
                <a:cubicBezTo>
                  <a:pt x="4851946" y="4013061"/>
                  <a:pt x="4851778" y="4013056"/>
                  <a:pt x="4851608" y="4013051"/>
                </a:cubicBezTo>
                <a:lnTo>
                  <a:pt x="4851070" y="4006375"/>
                </a:lnTo>
                <a:cubicBezTo>
                  <a:pt x="4846011" y="3976125"/>
                  <a:pt x="4843560" y="3945234"/>
                  <a:pt x="4843603" y="3913899"/>
                </a:cubicBezTo>
                <a:cubicBezTo>
                  <a:pt x="4842291" y="3908271"/>
                  <a:pt x="4842232" y="3902604"/>
                  <a:pt x="4842232" y="3896923"/>
                </a:cubicBezTo>
                <a:close/>
                <a:moveTo>
                  <a:pt x="4842230" y="469318"/>
                </a:moveTo>
                <a:cubicBezTo>
                  <a:pt x="4842230" y="463681"/>
                  <a:pt x="4842289" y="458057"/>
                  <a:pt x="4843601" y="452471"/>
                </a:cubicBezTo>
                <a:cubicBezTo>
                  <a:pt x="4843558" y="421389"/>
                  <a:pt x="4846008" y="390746"/>
                  <a:pt x="4851065" y="360740"/>
                </a:cubicBezTo>
                <a:lnTo>
                  <a:pt x="4851605" y="354103"/>
                </a:lnTo>
                <a:cubicBezTo>
                  <a:pt x="4851774" y="354098"/>
                  <a:pt x="4851943" y="354093"/>
                  <a:pt x="4852110" y="354040"/>
                </a:cubicBezTo>
                <a:cubicBezTo>
                  <a:pt x="4865262" y="262463"/>
                  <a:pt x="4894203" y="175780"/>
                  <a:pt x="4936323" y="96778"/>
                </a:cubicBezTo>
                <a:lnTo>
                  <a:pt x="4998957" y="0"/>
                </a:lnTo>
                <a:lnTo>
                  <a:pt x="5167333" y="0"/>
                </a:lnTo>
                <a:lnTo>
                  <a:pt x="5099105" y="76659"/>
                </a:lnTo>
                <a:cubicBezTo>
                  <a:pt x="5043838" y="153496"/>
                  <a:pt x="5004523" y="241952"/>
                  <a:pt x="4985597" y="337433"/>
                </a:cubicBezTo>
                <a:cubicBezTo>
                  <a:pt x="5168636" y="298404"/>
                  <a:pt x="5324978" y="191052"/>
                  <a:pt x="5424571" y="44350"/>
                </a:cubicBezTo>
                <a:lnTo>
                  <a:pt x="5446799" y="0"/>
                </a:lnTo>
                <a:lnTo>
                  <a:pt x="5593163" y="0"/>
                </a:lnTo>
                <a:lnTo>
                  <a:pt x="5593163" y="4197"/>
                </a:lnTo>
                <a:lnTo>
                  <a:pt x="5543598" y="95636"/>
                </a:lnTo>
                <a:cubicBezTo>
                  <a:pt x="5419825" y="289169"/>
                  <a:pt x="5213633" y="428211"/>
                  <a:pt x="4972226" y="467856"/>
                </a:cubicBezTo>
                <a:lnTo>
                  <a:pt x="4972110" y="468995"/>
                </a:lnTo>
                <a:cubicBezTo>
                  <a:pt x="4966799" y="469998"/>
                  <a:pt x="4961470" y="470939"/>
                  <a:pt x="4955893" y="470523"/>
                </a:cubicBezTo>
                <a:cubicBezTo>
                  <a:pt x="4924721" y="476033"/>
                  <a:pt x="4892841" y="478991"/>
                  <a:pt x="4860466" y="479514"/>
                </a:cubicBezTo>
                <a:lnTo>
                  <a:pt x="4843348" y="481127"/>
                </a:lnTo>
                <a:lnTo>
                  <a:pt x="4843322" y="480636"/>
                </a:lnTo>
                <a:lnTo>
                  <a:pt x="4842823" y="480669"/>
                </a:lnTo>
                <a:cubicBezTo>
                  <a:pt x="4842257" y="476896"/>
                  <a:pt x="4842230" y="473110"/>
                  <a:pt x="4842230" y="469318"/>
                </a:cubicBezTo>
                <a:close/>
                <a:moveTo>
                  <a:pt x="4842230" y="2166144"/>
                </a:moveTo>
                <a:cubicBezTo>
                  <a:pt x="4842230" y="2160506"/>
                  <a:pt x="4842289" y="2154882"/>
                  <a:pt x="4843601" y="2149296"/>
                </a:cubicBezTo>
                <a:cubicBezTo>
                  <a:pt x="4843558" y="2118214"/>
                  <a:pt x="4846008" y="2087572"/>
                  <a:pt x="4851065" y="2057565"/>
                </a:cubicBezTo>
                <a:lnTo>
                  <a:pt x="4851605" y="2050928"/>
                </a:lnTo>
                <a:cubicBezTo>
                  <a:pt x="4851774" y="2050923"/>
                  <a:pt x="4851943" y="2050918"/>
                  <a:pt x="4852110" y="2050865"/>
                </a:cubicBezTo>
                <a:cubicBezTo>
                  <a:pt x="4902387" y="1700770"/>
                  <a:pt x="5183426" y="1422199"/>
                  <a:pt x="5542276" y="1363267"/>
                </a:cubicBezTo>
                <a:lnTo>
                  <a:pt x="5542393" y="1362128"/>
                </a:lnTo>
                <a:cubicBezTo>
                  <a:pt x="5547702" y="1361126"/>
                  <a:pt x="5553030" y="1360185"/>
                  <a:pt x="5558606" y="1360601"/>
                </a:cubicBezTo>
                <a:lnTo>
                  <a:pt x="5593163" y="1357345"/>
                </a:lnTo>
                <a:lnTo>
                  <a:pt x="5593163" y="1701268"/>
                </a:lnTo>
                <a:lnTo>
                  <a:pt x="5583807" y="1723929"/>
                </a:lnTo>
                <a:cubicBezTo>
                  <a:pt x="5466733" y="1952736"/>
                  <a:pt x="5241364" y="2120482"/>
                  <a:pt x="4972226" y="2164681"/>
                </a:cubicBezTo>
                <a:lnTo>
                  <a:pt x="4972110" y="2165820"/>
                </a:lnTo>
                <a:cubicBezTo>
                  <a:pt x="4966799" y="2166823"/>
                  <a:pt x="4961470" y="2167764"/>
                  <a:pt x="4955893" y="2167348"/>
                </a:cubicBezTo>
                <a:cubicBezTo>
                  <a:pt x="4924721" y="2172858"/>
                  <a:pt x="4892841" y="2175816"/>
                  <a:pt x="4860466" y="2176339"/>
                </a:cubicBezTo>
                <a:lnTo>
                  <a:pt x="4843348" y="2177952"/>
                </a:lnTo>
                <a:lnTo>
                  <a:pt x="4843322" y="2177461"/>
                </a:lnTo>
                <a:lnTo>
                  <a:pt x="4842823" y="2177494"/>
                </a:lnTo>
                <a:cubicBezTo>
                  <a:pt x="4842257" y="2173722"/>
                  <a:pt x="4842230" y="2169936"/>
                  <a:pt x="4842230" y="2166144"/>
                </a:cubicBezTo>
                <a:close/>
                <a:moveTo>
                  <a:pt x="4842230" y="3862969"/>
                </a:moveTo>
                <a:cubicBezTo>
                  <a:pt x="4842230" y="3857331"/>
                  <a:pt x="4842289" y="3851707"/>
                  <a:pt x="4843601" y="3846121"/>
                </a:cubicBezTo>
                <a:cubicBezTo>
                  <a:pt x="4843558" y="3815039"/>
                  <a:pt x="4846008" y="3784397"/>
                  <a:pt x="4851065" y="3754390"/>
                </a:cubicBezTo>
                <a:lnTo>
                  <a:pt x="4851605" y="3747753"/>
                </a:lnTo>
                <a:cubicBezTo>
                  <a:pt x="4851774" y="3747748"/>
                  <a:pt x="4851943" y="3747743"/>
                  <a:pt x="4852110" y="3747690"/>
                </a:cubicBezTo>
                <a:cubicBezTo>
                  <a:pt x="4902387" y="3397595"/>
                  <a:pt x="5183426" y="3119024"/>
                  <a:pt x="5542276" y="3060092"/>
                </a:cubicBezTo>
                <a:lnTo>
                  <a:pt x="5542393" y="3058953"/>
                </a:lnTo>
                <a:cubicBezTo>
                  <a:pt x="5547702" y="3057951"/>
                  <a:pt x="5553030" y="3057010"/>
                  <a:pt x="5558606" y="3057426"/>
                </a:cubicBezTo>
                <a:lnTo>
                  <a:pt x="5593163" y="3054170"/>
                </a:lnTo>
                <a:lnTo>
                  <a:pt x="5593163" y="3398093"/>
                </a:lnTo>
                <a:lnTo>
                  <a:pt x="5583807" y="3420754"/>
                </a:lnTo>
                <a:cubicBezTo>
                  <a:pt x="5466733" y="3649560"/>
                  <a:pt x="5241364" y="3817307"/>
                  <a:pt x="4972226" y="3861506"/>
                </a:cubicBezTo>
                <a:lnTo>
                  <a:pt x="4972110" y="3862645"/>
                </a:lnTo>
                <a:cubicBezTo>
                  <a:pt x="4966799" y="3863648"/>
                  <a:pt x="4961470" y="3864589"/>
                  <a:pt x="4955893" y="3864173"/>
                </a:cubicBezTo>
                <a:cubicBezTo>
                  <a:pt x="4924721" y="3869683"/>
                  <a:pt x="4892841" y="3872641"/>
                  <a:pt x="4860466" y="3873164"/>
                </a:cubicBezTo>
                <a:lnTo>
                  <a:pt x="4843348" y="3874777"/>
                </a:lnTo>
                <a:lnTo>
                  <a:pt x="4843322" y="3874286"/>
                </a:lnTo>
                <a:lnTo>
                  <a:pt x="4842823" y="3874319"/>
                </a:lnTo>
                <a:cubicBezTo>
                  <a:pt x="4842257" y="3870547"/>
                  <a:pt x="4842230" y="3866761"/>
                  <a:pt x="4842230" y="3862969"/>
                </a:cubicBezTo>
                <a:close/>
                <a:moveTo>
                  <a:pt x="4135041" y="1181049"/>
                </a:moveTo>
                <a:cubicBezTo>
                  <a:pt x="4410231" y="1121906"/>
                  <a:pt x="4625074" y="907109"/>
                  <a:pt x="4678350" y="636203"/>
                </a:cubicBezTo>
                <a:cubicBezTo>
                  <a:pt x="4403160" y="695346"/>
                  <a:pt x="4188316" y="910143"/>
                  <a:pt x="4135041" y="1181049"/>
                </a:cubicBezTo>
                <a:close/>
                <a:moveTo>
                  <a:pt x="4135041" y="1493690"/>
                </a:moveTo>
                <a:cubicBezTo>
                  <a:pt x="4188317" y="1762469"/>
                  <a:pt x="4403160" y="1975579"/>
                  <a:pt x="4678350" y="2034258"/>
                </a:cubicBezTo>
                <a:cubicBezTo>
                  <a:pt x="4625075" y="1765479"/>
                  <a:pt x="4410231" y="1552369"/>
                  <a:pt x="4135041" y="1493690"/>
                </a:cubicBezTo>
                <a:close/>
                <a:moveTo>
                  <a:pt x="4135041" y="2877874"/>
                </a:moveTo>
                <a:cubicBezTo>
                  <a:pt x="4410231" y="2818731"/>
                  <a:pt x="4625074" y="2603934"/>
                  <a:pt x="4678350" y="2333028"/>
                </a:cubicBezTo>
                <a:cubicBezTo>
                  <a:pt x="4403160" y="2392171"/>
                  <a:pt x="4188316" y="2606968"/>
                  <a:pt x="4135041" y="2877874"/>
                </a:cubicBezTo>
                <a:close/>
                <a:moveTo>
                  <a:pt x="4135041" y="3190516"/>
                </a:moveTo>
                <a:cubicBezTo>
                  <a:pt x="4188317" y="3459294"/>
                  <a:pt x="4403160" y="3672404"/>
                  <a:pt x="4678350" y="3731083"/>
                </a:cubicBezTo>
                <a:cubicBezTo>
                  <a:pt x="4625075" y="3462304"/>
                  <a:pt x="4410231" y="3249194"/>
                  <a:pt x="4135041" y="3190516"/>
                </a:cubicBezTo>
                <a:close/>
                <a:moveTo>
                  <a:pt x="4103022" y="4305008"/>
                </a:moveTo>
                <a:lnTo>
                  <a:pt x="4131467" y="4255797"/>
                </a:lnTo>
                <a:cubicBezTo>
                  <a:pt x="4256704" y="4070062"/>
                  <a:pt x="4457661" y="3937139"/>
                  <a:pt x="4691720" y="3898397"/>
                </a:cubicBezTo>
                <a:lnTo>
                  <a:pt x="4691837" y="3897249"/>
                </a:lnTo>
                <a:cubicBezTo>
                  <a:pt x="4697146" y="3896239"/>
                  <a:pt x="4702474" y="3895291"/>
                  <a:pt x="4708050" y="3895710"/>
                </a:cubicBezTo>
                <a:cubicBezTo>
                  <a:pt x="4739233" y="3890153"/>
                  <a:pt x="4771126" y="3887172"/>
                  <a:pt x="4803512" y="3886645"/>
                </a:cubicBezTo>
                <a:lnTo>
                  <a:pt x="4820599" y="3885022"/>
                </a:lnTo>
                <a:lnTo>
                  <a:pt x="4820625" y="3885516"/>
                </a:lnTo>
                <a:lnTo>
                  <a:pt x="4821123" y="3885483"/>
                </a:lnTo>
                <a:lnTo>
                  <a:pt x="4821717" y="3896923"/>
                </a:lnTo>
                <a:cubicBezTo>
                  <a:pt x="4821717" y="3902604"/>
                  <a:pt x="4821658" y="3908271"/>
                  <a:pt x="4820346" y="3913899"/>
                </a:cubicBezTo>
                <a:cubicBezTo>
                  <a:pt x="4820389" y="3945234"/>
                  <a:pt x="4817938" y="3976125"/>
                  <a:pt x="4812879" y="4006375"/>
                </a:cubicBezTo>
                <a:lnTo>
                  <a:pt x="4812341" y="4013051"/>
                </a:lnTo>
                <a:cubicBezTo>
                  <a:pt x="4812171" y="4013056"/>
                  <a:pt x="4812003" y="4013061"/>
                  <a:pt x="4811835" y="4013114"/>
                </a:cubicBezTo>
                <a:cubicBezTo>
                  <a:pt x="4799653" y="4098618"/>
                  <a:pt x="4773921" y="4179889"/>
                  <a:pt x="4736718" y="4254710"/>
                </a:cubicBezTo>
                <a:lnTo>
                  <a:pt x="4706597" y="4305008"/>
                </a:lnTo>
                <a:lnTo>
                  <a:pt x="4552487" y="4305008"/>
                </a:lnTo>
                <a:lnTo>
                  <a:pt x="4579169" y="4271827"/>
                </a:lnTo>
                <a:cubicBezTo>
                  <a:pt x="4626924" y="4199373"/>
                  <a:pt x="4661103" y="4117553"/>
                  <a:pt x="4678350" y="4029853"/>
                </a:cubicBezTo>
                <a:cubicBezTo>
                  <a:pt x="4532099" y="4061285"/>
                  <a:pt x="4402892" y="4136681"/>
                  <a:pt x="4306196" y="4241205"/>
                </a:cubicBezTo>
                <a:lnTo>
                  <a:pt x="4254073" y="4305008"/>
                </a:lnTo>
                <a:close/>
                <a:moveTo>
                  <a:pt x="4068511" y="0"/>
                </a:moveTo>
                <a:lnTo>
                  <a:pt x="4217148" y="0"/>
                </a:lnTo>
                <a:lnTo>
                  <a:pt x="4239376" y="44350"/>
                </a:lnTo>
                <a:cubicBezTo>
                  <a:pt x="4338970" y="191052"/>
                  <a:pt x="4495311" y="298404"/>
                  <a:pt x="4678350" y="337433"/>
                </a:cubicBezTo>
                <a:cubicBezTo>
                  <a:pt x="4659425" y="241952"/>
                  <a:pt x="4620110" y="153496"/>
                  <a:pt x="4564842" y="76659"/>
                </a:cubicBezTo>
                <a:lnTo>
                  <a:pt x="4496615" y="0"/>
                </a:lnTo>
                <a:lnTo>
                  <a:pt x="4664989" y="0"/>
                </a:lnTo>
                <a:lnTo>
                  <a:pt x="4727623" y="96778"/>
                </a:lnTo>
                <a:cubicBezTo>
                  <a:pt x="4769744" y="175780"/>
                  <a:pt x="4798685" y="262463"/>
                  <a:pt x="4811836" y="354040"/>
                </a:cubicBezTo>
                <a:cubicBezTo>
                  <a:pt x="4812004" y="354093"/>
                  <a:pt x="4812173" y="354098"/>
                  <a:pt x="4812342" y="354103"/>
                </a:cubicBezTo>
                <a:lnTo>
                  <a:pt x="4812882" y="360740"/>
                </a:lnTo>
                <a:cubicBezTo>
                  <a:pt x="4817939" y="390746"/>
                  <a:pt x="4820389" y="421389"/>
                  <a:pt x="4820346" y="452471"/>
                </a:cubicBezTo>
                <a:cubicBezTo>
                  <a:pt x="4821658" y="458057"/>
                  <a:pt x="4821717" y="463681"/>
                  <a:pt x="4821717" y="469318"/>
                </a:cubicBezTo>
                <a:cubicBezTo>
                  <a:pt x="4821717" y="473110"/>
                  <a:pt x="4821690" y="476896"/>
                  <a:pt x="4821124" y="480669"/>
                </a:cubicBezTo>
                <a:lnTo>
                  <a:pt x="4820625" y="480636"/>
                </a:lnTo>
                <a:lnTo>
                  <a:pt x="4820599" y="481127"/>
                </a:lnTo>
                <a:lnTo>
                  <a:pt x="4803481" y="479514"/>
                </a:lnTo>
                <a:cubicBezTo>
                  <a:pt x="4771106" y="478991"/>
                  <a:pt x="4739226" y="476033"/>
                  <a:pt x="4708054" y="470523"/>
                </a:cubicBezTo>
                <a:cubicBezTo>
                  <a:pt x="4702477" y="470939"/>
                  <a:pt x="4697148" y="469998"/>
                  <a:pt x="4691837" y="468995"/>
                </a:cubicBezTo>
                <a:lnTo>
                  <a:pt x="4691721" y="467856"/>
                </a:lnTo>
                <a:cubicBezTo>
                  <a:pt x="4450315" y="428211"/>
                  <a:pt x="4244123" y="289169"/>
                  <a:pt x="4120350" y="95636"/>
                </a:cubicBezTo>
                <a:close/>
                <a:moveTo>
                  <a:pt x="3991674" y="1313979"/>
                </a:moveTo>
                <a:cubicBezTo>
                  <a:pt x="3991674" y="1308297"/>
                  <a:pt x="3991733" y="1302628"/>
                  <a:pt x="3993045" y="1296998"/>
                </a:cubicBezTo>
                <a:cubicBezTo>
                  <a:pt x="3993003" y="1265670"/>
                  <a:pt x="3995452" y="1234785"/>
                  <a:pt x="4000509" y="1204541"/>
                </a:cubicBezTo>
                <a:lnTo>
                  <a:pt x="4001049" y="1197851"/>
                </a:lnTo>
                <a:cubicBezTo>
                  <a:pt x="4001218" y="1197846"/>
                  <a:pt x="4001387" y="1197841"/>
                  <a:pt x="4001555" y="1197788"/>
                </a:cubicBezTo>
                <a:cubicBezTo>
                  <a:pt x="4051831" y="844922"/>
                  <a:pt x="4332870" y="564145"/>
                  <a:pt x="4691720" y="504747"/>
                </a:cubicBezTo>
                <a:lnTo>
                  <a:pt x="4691837" y="503599"/>
                </a:lnTo>
                <a:cubicBezTo>
                  <a:pt x="4697146" y="502589"/>
                  <a:pt x="4702474" y="501641"/>
                  <a:pt x="4708050" y="502060"/>
                </a:cubicBezTo>
                <a:cubicBezTo>
                  <a:pt x="4739233" y="496503"/>
                  <a:pt x="4771126" y="493522"/>
                  <a:pt x="4803512" y="492995"/>
                </a:cubicBezTo>
                <a:lnTo>
                  <a:pt x="4820599" y="491372"/>
                </a:lnTo>
                <a:lnTo>
                  <a:pt x="4820625" y="491866"/>
                </a:lnTo>
                <a:lnTo>
                  <a:pt x="4821123" y="491833"/>
                </a:lnTo>
                <a:lnTo>
                  <a:pt x="4821717" y="503273"/>
                </a:lnTo>
                <a:cubicBezTo>
                  <a:pt x="4821717" y="508954"/>
                  <a:pt x="4821658" y="514621"/>
                  <a:pt x="4820346" y="520249"/>
                </a:cubicBezTo>
                <a:cubicBezTo>
                  <a:pt x="4820389" y="551584"/>
                  <a:pt x="4817938" y="582475"/>
                  <a:pt x="4812879" y="612725"/>
                </a:cubicBezTo>
                <a:lnTo>
                  <a:pt x="4812341" y="619401"/>
                </a:lnTo>
                <a:cubicBezTo>
                  <a:pt x="4812171" y="619406"/>
                  <a:pt x="4812003" y="619411"/>
                  <a:pt x="4811835" y="619464"/>
                </a:cubicBezTo>
                <a:cubicBezTo>
                  <a:pt x="4761560" y="972329"/>
                  <a:pt x="4480521" y="1253106"/>
                  <a:pt x="4121670" y="1312505"/>
                </a:cubicBezTo>
                <a:lnTo>
                  <a:pt x="4121554" y="1313653"/>
                </a:lnTo>
                <a:cubicBezTo>
                  <a:pt x="4116243" y="1314664"/>
                  <a:pt x="4110914" y="1315612"/>
                  <a:pt x="4105337" y="1315193"/>
                </a:cubicBezTo>
                <a:cubicBezTo>
                  <a:pt x="4074165" y="1320747"/>
                  <a:pt x="4042285" y="1323728"/>
                  <a:pt x="4009911" y="1324255"/>
                </a:cubicBezTo>
                <a:lnTo>
                  <a:pt x="3992792" y="1325881"/>
                </a:lnTo>
                <a:lnTo>
                  <a:pt x="3992766" y="1325386"/>
                </a:lnTo>
                <a:lnTo>
                  <a:pt x="3992267" y="1325419"/>
                </a:lnTo>
                <a:cubicBezTo>
                  <a:pt x="3991701" y="1321617"/>
                  <a:pt x="3991674" y="1317801"/>
                  <a:pt x="3991674" y="1313979"/>
                </a:cubicBezTo>
                <a:close/>
                <a:moveTo>
                  <a:pt x="3991674" y="1361805"/>
                </a:moveTo>
                <a:lnTo>
                  <a:pt x="3992268" y="1350455"/>
                </a:lnTo>
                <a:lnTo>
                  <a:pt x="3992766" y="1350487"/>
                </a:lnTo>
                <a:lnTo>
                  <a:pt x="3992792" y="1349997"/>
                </a:lnTo>
                <a:lnTo>
                  <a:pt x="4009880" y="1351607"/>
                </a:lnTo>
                <a:cubicBezTo>
                  <a:pt x="4042265" y="1352130"/>
                  <a:pt x="4074158" y="1355088"/>
                  <a:pt x="4105341" y="1360601"/>
                </a:cubicBezTo>
                <a:cubicBezTo>
                  <a:pt x="4110917" y="1360185"/>
                  <a:pt x="4116245" y="1361126"/>
                  <a:pt x="4121554" y="1362128"/>
                </a:cubicBezTo>
                <a:lnTo>
                  <a:pt x="4121671" y="1363267"/>
                </a:lnTo>
                <a:cubicBezTo>
                  <a:pt x="4480521" y="1422199"/>
                  <a:pt x="4761560" y="1700770"/>
                  <a:pt x="4811836" y="2050865"/>
                </a:cubicBezTo>
                <a:cubicBezTo>
                  <a:pt x="4812004" y="2050918"/>
                  <a:pt x="4812173" y="2050923"/>
                  <a:pt x="4812342" y="2050928"/>
                </a:cubicBezTo>
                <a:lnTo>
                  <a:pt x="4812882" y="2057565"/>
                </a:lnTo>
                <a:cubicBezTo>
                  <a:pt x="4817939" y="2087572"/>
                  <a:pt x="4820389" y="2118214"/>
                  <a:pt x="4820346" y="2149296"/>
                </a:cubicBezTo>
                <a:cubicBezTo>
                  <a:pt x="4821658" y="2154882"/>
                  <a:pt x="4821717" y="2160506"/>
                  <a:pt x="4821717" y="2166144"/>
                </a:cubicBezTo>
                <a:cubicBezTo>
                  <a:pt x="4821717" y="2169936"/>
                  <a:pt x="4821690" y="2173722"/>
                  <a:pt x="4821124" y="2177494"/>
                </a:cubicBezTo>
                <a:lnTo>
                  <a:pt x="4820625" y="2177461"/>
                </a:lnTo>
                <a:lnTo>
                  <a:pt x="4820599" y="2177952"/>
                </a:lnTo>
                <a:lnTo>
                  <a:pt x="4803481" y="2176339"/>
                </a:lnTo>
                <a:cubicBezTo>
                  <a:pt x="4771106" y="2175816"/>
                  <a:pt x="4739226" y="2172858"/>
                  <a:pt x="4708054" y="2167348"/>
                </a:cubicBezTo>
                <a:cubicBezTo>
                  <a:pt x="4702477" y="2167764"/>
                  <a:pt x="4697148" y="2166823"/>
                  <a:pt x="4691837" y="2165820"/>
                </a:cubicBezTo>
                <a:lnTo>
                  <a:pt x="4691721" y="2164681"/>
                </a:lnTo>
                <a:cubicBezTo>
                  <a:pt x="4332870" y="2105749"/>
                  <a:pt x="4051831" y="1827177"/>
                  <a:pt x="4001556" y="1477083"/>
                </a:cubicBezTo>
                <a:cubicBezTo>
                  <a:pt x="4001388" y="1477030"/>
                  <a:pt x="4001220" y="1477026"/>
                  <a:pt x="4001050" y="1477021"/>
                </a:cubicBezTo>
                <a:lnTo>
                  <a:pt x="4000512" y="1470397"/>
                </a:lnTo>
                <a:cubicBezTo>
                  <a:pt x="3995453" y="1440385"/>
                  <a:pt x="3993003" y="1409736"/>
                  <a:pt x="3993045" y="1378647"/>
                </a:cubicBezTo>
                <a:cubicBezTo>
                  <a:pt x="3991733" y="1373063"/>
                  <a:pt x="3991674" y="1367441"/>
                  <a:pt x="3991674" y="1361805"/>
                </a:cubicBezTo>
                <a:close/>
                <a:moveTo>
                  <a:pt x="3991674" y="3010804"/>
                </a:moveTo>
                <a:cubicBezTo>
                  <a:pt x="3991674" y="3005122"/>
                  <a:pt x="3991733" y="2999453"/>
                  <a:pt x="3993045" y="2993823"/>
                </a:cubicBezTo>
                <a:cubicBezTo>
                  <a:pt x="3993003" y="2962495"/>
                  <a:pt x="3995452" y="2931610"/>
                  <a:pt x="4000509" y="2901366"/>
                </a:cubicBezTo>
                <a:lnTo>
                  <a:pt x="4001049" y="2894676"/>
                </a:lnTo>
                <a:cubicBezTo>
                  <a:pt x="4001218" y="2894671"/>
                  <a:pt x="4001387" y="2894666"/>
                  <a:pt x="4001555" y="2894613"/>
                </a:cubicBezTo>
                <a:cubicBezTo>
                  <a:pt x="4051831" y="2541747"/>
                  <a:pt x="4332870" y="2260970"/>
                  <a:pt x="4691720" y="2201572"/>
                </a:cubicBezTo>
                <a:lnTo>
                  <a:pt x="4691837" y="2200424"/>
                </a:lnTo>
                <a:cubicBezTo>
                  <a:pt x="4697146" y="2199414"/>
                  <a:pt x="4702474" y="2198466"/>
                  <a:pt x="4708050" y="2198885"/>
                </a:cubicBezTo>
                <a:cubicBezTo>
                  <a:pt x="4739233" y="2193328"/>
                  <a:pt x="4771126" y="2190347"/>
                  <a:pt x="4803512" y="2189820"/>
                </a:cubicBezTo>
                <a:lnTo>
                  <a:pt x="4820599" y="2188197"/>
                </a:lnTo>
                <a:lnTo>
                  <a:pt x="4820625" y="2188691"/>
                </a:lnTo>
                <a:lnTo>
                  <a:pt x="4821123" y="2188658"/>
                </a:lnTo>
                <a:lnTo>
                  <a:pt x="4821717" y="2200098"/>
                </a:lnTo>
                <a:cubicBezTo>
                  <a:pt x="4821717" y="2205779"/>
                  <a:pt x="4821658" y="2211446"/>
                  <a:pt x="4820346" y="2217074"/>
                </a:cubicBezTo>
                <a:cubicBezTo>
                  <a:pt x="4820389" y="2248409"/>
                  <a:pt x="4817938" y="2279300"/>
                  <a:pt x="4812879" y="2309550"/>
                </a:cubicBezTo>
                <a:lnTo>
                  <a:pt x="4812341" y="2316226"/>
                </a:lnTo>
                <a:cubicBezTo>
                  <a:pt x="4812171" y="2316231"/>
                  <a:pt x="4812003" y="2316236"/>
                  <a:pt x="4811835" y="2316289"/>
                </a:cubicBezTo>
                <a:cubicBezTo>
                  <a:pt x="4761560" y="2669154"/>
                  <a:pt x="4480521" y="2949931"/>
                  <a:pt x="4121670" y="3009330"/>
                </a:cubicBezTo>
                <a:lnTo>
                  <a:pt x="4121554" y="3010478"/>
                </a:lnTo>
                <a:cubicBezTo>
                  <a:pt x="4116243" y="3011489"/>
                  <a:pt x="4110914" y="3012437"/>
                  <a:pt x="4105337" y="3012018"/>
                </a:cubicBezTo>
                <a:cubicBezTo>
                  <a:pt x="4074165" y="3017572"/>
                  <a:pt x="4042285" y="3020553"/>
                  <a:pt x="4009911" y="3021080"/>
                </a:cubicBezTo>
                <a:lnTo>
                  <a:pt x="3992792" y="3022706"/>
                </a:lnTo>
                <a:lnTo>
                  <a:pt x="3992766" y="3022211"/>
                </a:lnTo>
                <a:lnTo>
                  <a:pt x="3992267" y="3022244"/>
                </a:lnTo>
                <a:cubicBezTo>
                  <a:pt x="3991701" y="3018442"/>
                  <a:pt x="3991674" y="3014626"/>
                  <a:pt x="3991674" y="3010804"/>
                </a:cubicBezTo>
                <a:close/>
                <a:moveTo>
                  <a:pt x="3991674" y="3058630"/>
                </a:moveTo>
                <a:lnTo>
                  <a:pt x="3992268" y="3047280"/>
                </a:lnTo>
                <a:lnTo>
                  <a:pt x="3992766" y="3047312"/>
                </a:lnTo>
                <a:lnTo>
                  <a:pt x="3992792" y="3046822"/>
                </a:lnTo>
                <a:lnTo>
                  <a:pt x="4009880" y="3048432"/>
                </a:lnTo>
                <a:cubicBezTo>
                  <a:pt x="4042265" y="3048955"/>
                  <a:pt x="4074158" y="3051913"/>
                  <a:pt x="4105341" y="3057426"/>
                </a:cubicBezTo>
                <a:cubicBezTo>
                  <a:pt x="4110917" y="3057010"/>
                  <a:pt x="4116245" y="3057951"/>
                  <a:pt x="4121554" y="3058953"/>
                </a:cubicBezTo>
                <a:lnTo>
                  <a:pt x="4121671" y="3060092"/>
                </a:lnTo>
                <a:cubicBezTo>
                  <a:pt x="4480521" y="3119024"/>
                  <a:pt x="4761560" y="3397595"/>
                  <a:pt x="4811836" y="3747690"/>
                </a:cubicBezTo>
                <a:cubicBezTo>
                  <a:pt x="4812004" y="3747743"/>
                  <a:pt x="4812173" y="3747748"/>
                  <a:pt x="4812342" y="3747753"/>
                </a:cubicBezTo>
                <a:lnTo>
                  <a:pt x="4812882" y="3754390"/>
                </a:lnTo>
                <a:cubicBezTo>
                  <a:pt x="4817939" y="3784397"/>
                  <a:pt x="4820389" y="3815039"/>
                  <a:pt x="4820346" y="3846121"/>
                </a:cubicBezTo>
                <a:cubicBezTo>
                  <a:pt x="4821658" y="3851707"/>
                  <a:pt x="4821717" y="3857331"/>
                  <a:pt x="4821717" y="3862969"/>
                </a:cubicBezTo>
                <a:cubicBezTo>
                  <a:pt x="4821717" y="3866761"/>
                  <a:pt x="4821690" y="3870547"/>
                  <a:pt x="4821124" y="3874319"/>
                </a:cubicBezTo>
                <a:lnTo>
                  <a:pt x="4820625" y="3874286"/>
                </a:lnTo>
                <a:lnTo>
                  <a:pt x="4820599" y="3874777"/>
                </a:lnTo>
                <a:lnTo>
                  <a:pt x="4803481" y="3873164"/>
                </a:lnTo>
                <a:cubicBezTo>
                  <a:pt x="4771106" y="3872641"/>
                  <a:pt x="4739226" y="3869683"/>
                  <a:pt x="4708054" y="3864173"/>
                </a:cubicBezTo>
                <a:cubicBezTo>
                  <a:pt x="4702477" y="3864589"/>
                  <a:pt x="4697148" y="3863648"/>
                  <a:pt x="4691837" y="3862645"/>
                </a:cubicBezTo>
                <a:lnTo>
                  <a:pt x="4691721" y="3861506"/>
                </a:lnTo>
                <a:cubicBezTo>
                  <a:pt x="4332870" y="3802574"/>
                  <a:pt x="4051831" y="3524002"/>
                  <a:pt x="4001556" y="3173908"/>
                </a:cubicBezTo>
                <a:cubicBezTo>
                  <a:pt x="4001388" y="3173856"/>
                  <a:pt x="4001220" y="3173851"/>
                  <a:pt x="4001050" y="3173846"/>
                </a:cubicBezTo>
                <a:lnTo>
                  <a:pt x="4000512" y="3167222"/>
                </a:lnTo>
                <a:cubicBezTo>
                  <a:pt x="3995453" y="3137210"/>
                  <a:pt x="3993003" y="3106561"/>
                  <a:pt x="3993045" y="3075472"/>
                </a:cubicBezTo>
                <a:cubicBezTo>
                  <a:pt x="3991733" y="3069889"/>
                  <a:pt x="3991674" y="3064266"/>
                  <a:pt x="3991674" y="3058630"/>
                </a:cubicBezTo>
                <a:close/>
                <a:moveTo>
                  <a:pt x="3293448" y="636203"/>
                </a:moveTo>
                <a:cubicBezTo>
                  <a:pt x="3346724" y="907109"/>
                  <a:pt x="3561567" y="1121906"/>
                  <a:pt x="3836757" y="1181049"/>
                </a:cubicBezTo>
                <a:cubicBezTo>
                  <a:pt x="3783482" y="910143"/>
                  <a:pt x="3568638" y="695346"/>
                  <a:pt x="3293448" y="636203"/>
                </a:cubicBezTo>
                <a:close/>
                <a:moveTo>
                  <a:pt x="3293448" y="2333028"/>
                </a:moveTo>
                <a:cubicBezTo>
                  <a:pt x="3346724" y="2603934"/>
                  <a:pt x="3561567" y="2818731"/>
                  <a:pt x="3836757" y="2877874"/>
                </a:cubicBezTo>
                <a:cubicBezTo>
                  <a:pt x="3783482" y="2606968"/>
                  <a:pt x="3568638" y="2392171"/>
                  <a:pt x="3293448" y="2333028"/>
                </a:cubicBezTo>
                <a:close/>
                <a:moveTo>
                  <a:pt x="3293446" y="2034258"/>
                </a:moveTo>
                <a:cubicBezTo>
                  <a:pt x="3568636" y="1975579"/>
                  <a:pt x="3783479" y="1762469"/>
                  <a:pt x="3836755" y="1493690"/>
                </a:cubicBezTo>
                <a:cubicBezTo>
                  <a:pt x="3561565" y="1552369"/>
                  <a:pt x="3346721" y="1765479"/>
                  <a:pt x="3293446" y="2034258"/>
                </a:cubicBezTo>
                <a:close/>
                <a:moveTo>
                  <a:pt x="3293446" y="3731083"/>
                </a:moveTo>
                <a:cubicBezTo>
                  <a:pt x="3568636" y="3672404"/>
                  <a:pt x="3783479" y="3459294"/>
                  <a:pt x="3836755" y="3190516"/>
                </a:cubicBezTo>
                <a:cubicBezTo>
                  <a:pt x="3561565" y="3249194"/>
                  <a:pt x="3346721" y="3462304"/>
                  <a:pt x="3293446" y="3731083"/>
                </a:cubicBezTo>
                <a:close/>
                <a:moveTo>
                  <a:pt x="3150081" y="503273"/>
                </a:moveTo>
                <a:lnTo>
                  <a:pt x="3150675" y="491833"/>
                </a:lnTo>
                <a:lnTo>
                  <a:pt x="3151173" y="491866"/>
                </a:lnTo>
                <a:lnTo>
                  <a:pt x="3151199" y="491372"/>
                </a:lnTo>
                <a:lnTo>
                  <a:pt x="3168287" y="492995"/>
                </a:lnTo>
                <a:cubicBezTo>
                  <a:pt x="3200672" y="493522"/>
                  <a:pt x="3232565" y="496503"/>
                  <a:pt x="3263748" y="502060"/>
                </a:cubicBezTo>
                <a:cubicBezTo>
                  <a:pt x="3269324" y="501641"/>
                  <a:pt x="3274652" y="502589"/>
                  <a:pt x="3279961" y="503599"/>
                </a:cubicBezTo>
                <a:lnTo>
                  <a:pt x="3280078" y="504747"/>
                </a:lnTo>
                <a:cubicBezTo>
                  <a:pt x="3638928" y="564145"/>
                  <a:pt x="3919967" y="844922"/>
                  <a:pt x="3970244" y="1197788"/>
                </a:cubicBezTo>
                <a:cubicBezTo>
                  <a:pt x="3970411" y="1197841"/>
                  <a:pt x="3970581" y="1197846"/>
                  <a:pt x="3970749" y="1197851"/>
                </a:cubicBezTo>
                <a:lnTo>
                  <a:pt x="3971290" y="1204541"/>
                </a:lnTo>
                <a:cubicBezTo>
                  <a:pt x="3976346" y="1234785"/>
                  <a:pt x="3978796" y="1265670"/>
                  <a:pt x="3978754" y="1296998"/>
                </a:cubicBezTo>
                <a:cubicBezTo>
                  <a:pt x="3980066" y="1302628"/>
                  <a:pt x="3980124" y="1308297"/>
                  <a:pt x="3980124" y="1313979"/>
                </a:cubicBezTo>
                <a:cubicBezTo>
                  <a:pt x="3980124" y="1317801"/>
                  <a:pt x="3980097" y="1321617"/>
                  <a:pt x="3979531" y="1325419"/>
                </a:cubicBezTo>
                <a:lnTo>
                  <a:pt x="3979032" y="1325386"/>
                </a:lnTo>
                <a:lnTo>
                  <a:pt x="3979006" y="1325881"/>
                </a:lnTo>
                <a:lnTo>
                  <a:pt x="3961888" y="1324255"/>
                </a:lnTo>
                <a:cubicBezTo>
                  <a:pt x="3929514" y="1323728"/>
                  <a:pt x="3897633" y="1320747"/>
                  <a:pt x="3866461" y="1315193"/>
                </a:cubicBezTo>
                <a:cubicBezTo>
                  <a:pt x="3860884" y="1315612"/>
                  <a:pt x="3855555" y="1314664"/>
                  <a:pt x="3850245" y="1313653"/>
                </a:cubicBezTo>
                <a:lnTo>
                  <a:pt x="3850129" y="1312505"/>
                </a:lnTo>
                <a:cubicBezTo>
                  <a:pt x="3491277" y="1253106"/>
                  <a:pt x="3210238" y="972329"/>
                  <a:pt x="3159963" y="619464"/>
                </a:cubicBezTo>
                <a:cubicBezTo>
                  <a:pt x="3159795" y="619411"/>
                  <a:pt x="3159627" y="619406"/>
                  <a:pt x="3159457" y="619401"/>
                </a:cubicBezTo>
                <a:lnTo>
                  <a:pt x="3158919" y="612725"/>
                </a:lnTo>
                <a:cubicBezTo>
                  <a:pt x="3153860" y="582475"/>
                  <a:pt x="3151410" y="551584"/>
                  <a:pt x="3151452" y="520249"/>
                </a:cubicBezTo>
                <a:cubicBezTo>
                  <a:pt x="3150140" y="514621"/>
                  <a:pt x="3150081" y="508954"/>
                  <a:pt x="3150081" y="503273"/>
                </a:cubicBezTo>
                <a:close/>
                <a:moveTo>
                  <a:pt x="3150081" y="2200098"/>
                </a:moveTo>
                <a:lnTo>
                  <a:pt x="3150675" y="2188658"/>
                </a:lnTo>
                <a:lnTo>
                  <a:pt x="3151173" y="2188691"/>
                </a:lnTo>
                <a:lnTo>
                  <a:pt x="3151199" y="2188197"/>
                </a:lnTo>
                <a:lnTo>
                  <a:pt x="3168287" y="2189820"/>
                </a:lnTo>
                <a:cubicBezTo>
                  <a:pt x="3200672" y="2190347"/>
                  <a:pt x="3232565" y="2193328"/>
                  <a:pt x="3263748" y="2198885"/>
                </a:cubicBezTo>
                <a:cubicBezTo>
                  <a:pt x="3269324" y="2198466"/>
                  <a:pt x="3274652" y="2199414"/>
                  <a:pt x="3279961" y="2200424"/>
                </a:cubicBezTo>
                <a:lnTo>
                  <a:pt x="3280078" y="2201572"/>
                </a:lnTo>
                <a:cubicBezTo>
                  <a:pt x="3638928" y="2260970"/>
                  <a:pt x="3919967" y="2541747"/>
                  <a:pt x="3970244" y="2894613"/>
                </a:cubicBezTo>
                <a:cubicBezTo>
                  <a:pt x="3970411" y="2894666"/>
                  <a:pt x="3970581" y="2894671"/>
                  <a:pt x="3970749" y="2894676"/>
                </a:cubicBezTo>
                <a:lnTo>
                  <a:pt x="3971290" y="2901366"/>
                </a:lnTo>
                <a:cubicBezTo>
                  <a:pt x="3976346" y="2931610"/>
                  <a:pt x="3978796" y="2962495"/>
                  <a:pt x="3978754" y="2993823"/>
                </a:cubicBezTo>
                <a:cubicBezTo>
                  <a:pt x="3980066" y="2999453"/>
                  <a:pt x="3980124" y="3005122"/>
                  <a:pt x="3980124" y="3010804"/>
                </a:cubicBezTo>
                <a:cubicBezTo>
                  <a:pt x="3980124" y="3014626"/>
                  <a:pt x="3980097" y="3018442"/>
                  <a:pt x="3979531" y="3022244"/>
                </a:cubicBezTo>
                <a:lnTo>
                  <a:pt x="3979032" y="3022211"/>
                </a:lnTo>
                <a:lnTo>
                  <a:pt x="3979006" y="3022706"/>
                </a:lnTo>
                <a:lnTo>
                  <a:pt x="3961888" y="3021080"/>
                </a:lnTo>
                <a:cubicBezTo>
                  <a:pt x="3929514" y="3020553"/>
                  <a:pt x="3897633" y="3017572"/>
                  <a:pt x="3866461" y="3012018"/>
                </a:cubicBezTo>
                <a:cubicBezTo>
                  <a:pt x="3860884" y="3012437"/>
                  <a:pt x="3855555" y="3011489"/>
                  <a:pt x="3850245" y="3010478"/>
                </a:cubicBezTo>
                <a:lnTo>
                  <a:pt x="3850129" y="3009330"/>
                </a:lnTo>
                <a:cubicBezTo>
                  <a:pt x="3491277" y="2949931"/>
                  <a:pt x="3210238" y="2669154"/>
                  <a:pt x="3159963" y="2316289"/>
                </a:cubicBezTo>
                <a:cubicBezTo>
                  <a:pt x="3159795" y="2316236"/>
                  <a:pt x="3159627" y="2316231"/>
                  <a:pt x="3159457" y="2316226"/>
                </a:cubicBezTo>
                <a:lnTo>
                  <a:pt x="3158919" y="2309550"/>
                </a:lnTo>
                <a:cubicBezTo>
                  <a:pt x="3153860" y="2279300"/>
                  <a:pt x="3151410" y="2248409"/>
                  <a:pt x="3151452" y="2217074"/>
                </a:cubicBezTo>
                <a:cubicBezTo>
                  <a:pt x="3150140" y="2211446"/>
                  <a:pt x="3150081" y="2205779"/>
                  <a:pt x="3150081" y="2200098"/>
                </a:cubicBezTo>
                <a:close/>
                <a:moveTo>
                  <a:pt x="3150081" y="3896923"/>
                </a:moveTo>
                <a:lnTo>
                  <a:pt x="3150675" y="3885483"/>
                </a:lnTo>
                <a:lnTo>
                  <a:pt x="3151173" y="3885516"/>
                </a:lnTo>
                <a:lnTo>
                  <a:pt x="3151199" y="3885022"/>
                </a:lnTo>
                <a:lnTo>
                  <a:pt x="3168287" y="3886645"/>
                </a:lnTo>
                <a:cubicBezTo>
                  <a:pt x="3200672" y="3887172"/>
                  <a:pt x="3232565" y="3890153"/>
                  <a:pt x="3263748" y="3895710"/>
                </a:cubicBezTo>
                <a:cubicBezTo>
                  <a:pt x="3269324" y="3895291"/>
                  <a:pt x="3274652" y="3896239"/>
                  <a:pt x="3279961" y="3897249"/>
                </a:cubicBezTo>
                <a:lnTo>
                  <a:pt x="3280078" y="3898397"/>
                </a:lnTo>
                <a:cubicBezTo>
                  <a:pt x="3514137" y="3937139"/>
                  <a:pt x="3715094" y="4070062"/>
                  <a:pt x="3840331" y="4255797"/>
                </a:cubicBezTo>
                <a:lnTo>
                  <a:pt x="3868775" y="4305008"/>
                </a:lnTo>
                <a:lnTo>
                  <a:pt x="3717725" y="4305008"/>
                </a:lnTo>
                <a:lnTo>
                  <a:pt x="3665602" y="4241205"/>
                </a:lnTo>
                <a:cubicBezTo>
                  <a:pt x="3568906" y="4136681"/>
                  <a:pt x="3439699" y="4061285"/>
                  <a:pt x="3293448" y="4029853"/>
                </a:cubicBezTo>
                <a:cubicBezTo>
                  <a:pt x="3310695" y="4117553"/>
                  <a:pt x="3344874" y="4199373"/>
                  <a:pt x="3392629" y="4271827"/>
                </a:cubicBezTo>
                <a:lnTo>
                  <a:pt x="3419311" y="4305008"/>
                </a:lnTo>
                <a:lnTo>
                  <a:pt x="3265201" y="4305008"/>
                </a:lnTo>
                <a:lnTo>
                  <a:pt x="3235080" y="4254710"/>
                </a:lnTo>
                <a:cubicBezTo>
                  <a:pt x="3197877" y="4179889"/>
                  <a:pt x="3172145" y="4098618"/>
                  <a:pt x="3159963" y="4013114"/>
                </a:cubicBezTo>
                <a:cubicBezTo>
                  <a:pt x="3159795" y="4013061"/>
                  <a:pt x="3159627" y="4013056"/>
                  <a:pt x="3159457" y="4013051"/>
                </a:cubicBezTo>
                <a:lnTo>
                  <a:pt x="3158919" y="4006375"/>
                </a:lnTo>
                <a:cubicBezTo>
                  <a:pt x="3153860" y="3976125"/>
                  <a:pt x="3151410" y="3945234"/>
                  <a:pt x="3151452" y="3913899"/>
                </a:cubicBezTo>
                <a:cubicBezTo>
                  <a:pt x="3150140" y="3908271"/>
                  <a:pt x="3150081" y="3902604"/>
                  <a:pt x="3150081" y="3896923"/>
                </a:cubicBezTo>
                <a:close/>
                <a:moveTo>
                  <a:pt x="3150079" y="469318"/>
                </a:moveTo>
                <a:cubicBezTo>
                  <a:pt x="3150079" y="463681"/>
                  <a:pt x="3150138" y="458057"/>
                  <a:pt x="3151450" y="452471"/>
                </a:cubicBezTo>
                <a:cubicBezTo>
                  <a:pt x="3151408" y="421389"/>
                  <a:pt x="3153857" y="390746"/>
                  <a:pt x="3158914" y="360740"/>
                </a:cubicBezTo>
                <a:lnTo>
                  <a:pt x="3159454" y="354103"/>
                </a:lnTo>
                <a:cubicBezTo>
                  <a:pt x="3159623" y="354098"/>
                  <a:pt x="3159792" y="354093"/>
                  <a:pt x="3159960" y="354040"/>
                </a:cubicBezTo>
                <a:cubicBezTo>
                  <a:pt x="3173111" y="262463"/>
                  <a:pt x="3202052" y="175780"/>
                  <a:pt x="3244173" y="96778"/>
                </a:cubicBezTo>
                <a:lnTo>
                  <a:pt x="3306807" y="0"/>
                </a:lnTo>
                <a:lnTo>
                  <a:pt x="3475182" y="0"/>
                </a:lnTo>
                <a:lnTo>
                  <a:pt x="3406954" y="76659"/>
                </a:lnTo>
                <a:cubicBezTo>
                  <a:pt x="3351687" y="153496"/>
                  <a:pt x="3312372" y="241952"/>
                  <a:pt x="3293446" y="337433"/>
                </a:cubicBezTo>
                <a:cubicBezTo>
                  <a:pt x="3476486" y="298404"/>
                  <a:pt x="3632827" y="191052"/>
                  <a:pt x="3732420" y="44350"/>
                </a:cubicBezTo>
                <a:lnTo>
                  <a:pt x="3754649" y="0"/>
                </a:lnTo>
                <a:lnTo>
                  <a:pt x="3903287" y="0"/>
                </a:lnTo>
                <a:lnTo>
                  <a:pt x="3851448" y="95636"/>
                </a:lnTo>
                <a:cubicBezTo>
                  <a:pt x="3727674" y="289169"/>
                  <a:pt x="3521481" y="428211"/>
                  <a:pt x="3280075" y="467856"/>
                </a:cubicBezTo>
                <a:lnTo>
                  <a:pt x="3279959" y="468995"/>
                </a:lnTo>
                <a:cubicBezTo>
                  <a:pt x="3274648" y="469998"/>
                  <a:pt x="3269319" y="470939"/>
                  <a:pt x="3263742" y="470523"/>
                </a:cubicBezTo>
                <a:cubicBezTo>
                  <a:pt x="3232570" y="476033"/>
                  <a:pt x="3200690" y="478991"/>
                  <a:pt x="3168316" y="479514"/>
                </a:cubicBezTo>
                <a:lnTo>
                  <a:pt x="3151197" y="481127"/>
                </a:lnTo>
                <a:lnTo>
                  <a:pt x="3151171" y="480636"/>
                </a:lnTo>
                <a:lnTo>
                  <a:pt x="3150672" y="480669"/>
                </a:lnTo>
                <a:cubicBezTo>
                  <a:pt x="3150106" y="476896"/>
                  <a:pt x="3150079" y="473110"/>
                  <a:pt x="3150079" y="469318"/>
                </a:cubicBezTo>
                <a:close/>
                <a:moveTo>
                  <a:pt x="3150079" y="2166144"/>
                </a:moveTo>
                <a:cubicBezTo>
                  <a:pt x="3150079" y="2160506"/>
                  <a:pt x="3150138" y="2154882"/>
                  <a:pt x="3151450" y="2149296"/>
                </a:cubicBezTo>
                <a:cubicBezTo>
                  <a:pt x="3151408" y="2118214"/>
                  <a:pt x="3153857" y="2087572"/>
                  <a:pt x="3158914" y="2057565"/>
                </a:cubicBezTo>
                <a:lnTo>
                  <a:pt x="3159454" y="2050928"/>
                </a:lnTo>
                <a:cubicBezTo>
                  <a:pt x="3159623" y="2050923"/>
                  <a:pt x="3159792" y="2050918"/>
                  <a:pt x="3159960" y="2050865"/>
                </a:cubicBezTo>
                <a:cubicBezTo>
                  <a:pt x="3210236" y="1700770"/>
                  <a:pt x="3491275" y="1422199"/>
                  <a:pt x="3850126" y="1363267"/>
                </a:cubicBezTo>
                <a:lnTo>
                  <a:pt x="3850243" y="1362128"/>
                </a:lnTo>
                <a:cubicBezTo>
                  <a:pt x="3855551" y="1361126"/>
                  <a:pt x="3860879" y="1360185"/>
                  <a:pt x="3866455" y="1360601"/>
                </a:cubicBezTo>
                <a:cubicBezTo>
                  <a:pt x="3897639" y="1355088"/>
                  <a:pt x="3929531" y="1352130"/>
                  <a:pt x="3961917" y="1351607"/>
                </a:cubicBezTo>
                <a:lnTo>
                  <a:pt x="3979004" y="1349997"/>
                </a:lnTo>
                <a:lnTo>
                  <a:pt x="3979030" y="1350487"/>
                </a:lnTo>
                <a:lnTo>
                  <a:pt x="3979528" y="1350455"/>
                </a:lnTo>
                <a:lnTo>
                  <a:pt x="3980122" y="1361805"/>
                </a:lnTo>
                <a:cubicBezTo>
                  <a:pt x="3980122" y="1367441"/>
                  <a:pt x="3980064" y="1373063"/>
                  <a:pt x="3978752" y="1378647"/>
                </a:cubicBezTo>
                <a:cubicBezTo>
                  <a:pt x="3978794" y="1409736"/>
                  <a:pt x="3976343" y="1440385"/>
                  <a:pt x="3971285" y="1470397"/>
                </a:cubicBezTo>
                <a:lnTo>
                  <a:pt x="3970746" y="1477021"/>
                </a:lnTo>
                <a:cubicBezTo>
                  <a:pt x="3970577" y="1477026"/>
                  <a:pt x="3970408" y="1477030"/>
                  <a:pt x="3970241" y="1477083"/>
                </a:cubicBezTo>
                <a:cubicBezTo>
                  <a:pt x="3919965" y="1827177"/>
                  <a:pt x="3638926" y="2105749"/>
                  <a:pt x="3280075" y="2164681"/>
                </a:cubicBezTo>
                <a:lnTo>
                  <a:pt x="3279959" y="2165820"/>
                </a:lnTo>
                <a:cubicBezTo>
                  <a:pt x="3274648" y="2166823"/>
                  <a:pt x="3269319" y="2167764"/>
                  <a:pt x="3263742" y="2167348"/>
                </a:cubicBezTo>
                <a:cubicBezTo>
                  <a:pt x="3232570" y="2172858"/>
                  <a:pt x="3200690" y="2175816"/>
                  <a:pt x="3168316" y="2176339"/>
                </a:cubicBezTo>
                <a:lnTo>
                  <a:pt x="3151197" y="2177952"/>
                </a:lnTo>
                <a:lnTo>
                  <a:pt x="3151171" y="2177461"/>
                </a:lnTo>
                <a:lnTo>
                  <a:pt x="3150672" y="2177494"/>
                </a:lnTo>
                <a:cubicBezTo>
                  <a:pt x="3150106" y="2173722"/>
                  <a:pt x="3150079" y="2169936"/>
                  <a:pt x="3150079" y="2166144"/>
                </a:cubicBezTo>
                <a:close/>
                <a:moveTo>
                  <a:pt x="3150079" y="3862969"/>
                </a:moveTo>
                <a:cubicBezTo>
                  <a:pt x="3150079" y="3857331"/>
                  <a:pt x="3150138" y="3851707"/>
                  <a:pt x="3151450" y="3846121"/>
                </a:cubicBezTo>
                <a:cubicBezTo>
                  <a:pt x="3151408" y="3815039"/>
                  <a:pt x="3153857" y="3784397"/>
                  <a:pt x="3158914" y="3754390"/>
                </a:cubicBezTo>
                <a:lnTo>
                  <a:pt x="3159454" y="3747753"/>
                </a:lnTo>
                <a:cubicBezTo>
                  <a:pt x="3159623" y="3747748"/>
                  <a:pt x="3159792" y="3747743"/>
                  <a:pt x="3159960" y="3747690"/>
                </a:cubicBezTo>
                <a:cubicBezTo>
                  <a:pt x="3210236" y="3397595"/>
                  <a:pt x="3491275" y="3119024"/>
                  <a:pt x="3850126" y="3060092"/>
                </a:cubicBezTo>
                <a:lnTo>
                  <a:pt x="3850243" y="3058953"/>
                </a:lnTo>
                <a:cubicBezTo>
                  <a:pt x="3855551" y="3057951"/>
                  <a:pt x="3860879" y="3057010"/>
                  <a:pt x="3866455" y="3057426"/>
                </a:cubicBezTo>
                <a:cubicBezTo>
                  <a:pt x="3897639" y="3051913"/>
                  <a:pt x="3929531" y="3048955"/>
                  <a:pt x="3961917" y="3048432"/>
                </a:cubicBezTo>
                <a:lnTo>
                  <a:pt x="3979004" y="3046822"/>
                </a:lnTo>
                <a:lnTo>
                  <a:pt x="3979030" y="3047312"/>
                </a:lnTo>
                <a:lnTo>
                  <a:pt x="3979528" y="3047280"/>
                </a:lnTo>
                <a:lnTo>
                  <a:pt x="3980122" y="3058630"/>
                </a:lnTo>
                <a:cubicBezTo>
                  <a:pt x="3980122" y="3064266"/>
                  <a:pt x="3980064" y="3069889"/>
                  <a:pt x="3978752" y="3075472"/>
                </a:cubicBezTo>
                <a:cubicBezTo>
                  <a:pt x="3978794" y="3106561"/>
                  <a:pt x="3976343" y="3137210"/>
                  <a:pt x="3971285" y="3167222"/>
                </a:cubicBezTo>
                <a:lnTo>
                  <a:pt x="3970746" y="3173846"/>
                </a:lnTo>
                <a:cubicBezTo>
                  <a:pt x="3970577" y="3173851"/>
                  <a:pt x="3970408" y="3173856"/>
                  <a:pt x="3970241" y="3173908"/>
                </a:cubicBezTo>
                <a:cubicBezTo>
                  <a:pt x="3919965" y="3524002"/>
                  <a:pt x="3638926" y="3802574"/>
                  <a:pt x="3280075" y="3861506"/>
                </a:cubicBezTo>
                <a:lnTo>
                  <a:pt x="3279959" y="3862645"/>
                </a:lnTo>
                <a:cubicBezTo>
                  <a:pt x="3274648" y="3863648"/>
                  <a:pt x="3269319" y="3864589"/>
                  <a:pt x="3263742" y="3864173"/>
                </a:cubicBezTo>
                <a:cubicBezTo>
                  <a:pt x="3232570" y="3869683"/>
                  <a:pt x="3200690" y="3872641"/>
                  <a:pt x="3168316" y="3873164"/>
                </a:cubicBezTo>
                <a:lnTo>
                  <a:pt x="3151197" y="3874777"/>
                </a:lnTo>
                <a:lnTo>
                  <a:pt x="3151171" y="3874286"/>
                </a:lnTo>
                <a:lnTo>
                  <a:pt x="3150672" y="3874319"/>
                </a:lnTo>
                <a:cubicBezTo>
                  <a:pt x="3150106" y="3870547"/>
                  <a:pt x="3150079" y="3866761"/>
                  <a:pt x="3150079" y="3862969"/>
                </a:cubicBezTo>
                <a:close/>
                <a:moveTo>
                  <a:pt x="2442890" y="1181049"/>
                </a:moveTo>
                <a:cubicBezTo>
                  <a:pt x="2718080" y="1121906"/>
                  <a:pt x="2932923" y="907109"/>
                  <a:pt x="2986199" y="636203"/>
                </a:cubicBezTo>
                <a:cubicBezTo>
                  <a:pt x="2711009" y="695346"/>
                  <a:pt x="2496165" y="910143"/>
                  <a:pt x="2442890" y="1181049"/>
                </a:cubicBezTo>
                <a:close/>
                <a:moveTo>
                  <a:pt x="2442890" y="1493690"/>
                </a:moveTo>
                <a:cubicBezTo>
                  <a:pt x="2496166" y="1762469"/>
                  <a:pt x="2711009" y="1975579"/>
                  <a:pt x="2986199" y="2034258"/>
                </a:cubicBezTo>
                <a:cubicBezTo>
                  <a:pt x="2932924" y="1765479"/>
                  <a:pt x="2718080" y="1552369"/>
                  <a:pt x="2442890" y="1493690"/>
                </a:cubicBezTo>
                <a:close/>
                <a:moveTo>
                  <a:pt x="2442890" y="2877874"/>
                </a:moveTo>
                <a:cubicBezTo>
                  <a:pt x="2718080" y="2818731"/>
                  <a:pt x="2932923" y="2603934"/>
                  <a:pt x="2986199" y="2333028"/>
                </a:cubicBezTo>
                <a:cubicBezTo>
                  <a:pt x="2711009" y="2392171"/>
                  <a:pt x="2496165" y="2606968"/>
                  <a:pt x="2442890" y="2877874"/>
                </a:cubicBezTo>
                <a:close/>
                <a:moveTo>
                  <a:pt x="2442890" y="3190516"/>
                </a:moveTo>
                <a:cubicBezTo>
                  <a:pt x="2496166" y="3459294"/>
                  <a:pt x="2711009" y="3672404"/>
                  <a:pt x="2986199" y="3731083"/>
                </a:cubicBezTo>
                <a:cubicBezTo>
                  <a:pt x="2932924" y="3462304"/>
                  <a:pt x="2718080" y="3249194"/>
                  <a:pt x="2442890" y="3190516"/>
                </a:cubicBezTo>
                <a:close/>
                <a:moveTo>
                  <a:pt x="2410871" y="4305008"/>
                </a:moveTo>
                <a:lnTo>
                  <a:pt x="2439316" y="4255797"/>
                </a:lnTo>
                <a:cubicBezTo>
                  <a:pt x="2564553" y="4070062"/>
                  <a:pt x="2765510" y="3937139"/>
                  <a:pt x="2999569" y="3898397"/>
                </a:cubicBezTo>
                <a:lnTo>
                  <a:pt x="2999686" y="3897249"/>
                </a:lnTo>
                <a:cubicBezTo>
                  <a:pt x="3004995" y="3896239"/>
                  <a:pt x="3010323" y="3895291"/>
                  <a:pt x="3015899" y="3895710"/>
                </a:cubicBezTo>
                <a:cubicBezTo>
                  <a:pt x="3047082" y="3890153"/>
                  <a:pt x="3078975" y="3887172"/>
                  <a:pt x="3111360" y="3886645"/>
                </a:cubicBezTo>
                <a:lnTo>
                  <a:pt x="3128448" y="3885022"/>
                </a:lnTo>
                <a:lnTo>
                  <a:pt x="3128474" y="3885516"/>
                </a:lnTo>
                <a:lnTo>
                  <a:pt x="3128972" y="3885483"/>
                </a:lnTo>
                <a:lnTo>
                  <a:pt x="3129566" y="3896923"/>
                </a:lnTo>
                <a:cubicBezTo>
                  <a:pt x="3129566" y="3902604"/>
                  <a:pt x="3129507" y="3908271"/>
                  <a:pt x="3128195" y="3913899"/>
                </a:cubicBezTo>
                <a:cubicBezTo>
                  <a:pt x="3128237" y="3945234"/>
                  <a:pt x="3125787" y="3976125"/>
                  <a:pt x="3120728" y="4006375"/>
                </a:cubicBezTo>
                <a:lnTo>
                  <a:pt x="3120190" y="4013051"/>
                </a:lnTo>
                <a:cubicBezTo>
                  <a:pt x="3120020" y="4013056"/>
                  <a:pt x="3119852" y="4013061"/>
                  <a:pt x="3119684" y="4013114"/>
                </a:cubicBezTo>
                <a:cubicBezTo>
                  <a:pt x="3107502" y="4098618"/>
                  <a:pt x="3081770" y="4179889"/>
                  <a:pt x="3044567" y="4254710"/>
                </a:cubicBezTo>
                <a:lnTo>
                  <a:pt x="3014445" y="4305008"/>
                </a:lnTo>
                <a:lnTo>
                  <a:pt x="2860336" y="4305008"/>
                </a:lnTo>
                <a:lnTo>
                  <a:pt x="2887018" y="4271827"/>
                </a:lnTo>
                <a:cubicBezTo>
                  <a:pt x="2934773" y="4199373"/>
                  <a:pt x="2968952" y="4117553"/>
                  <a:pt x="2986199" y="4029853"/>
                </a:cubicBezTo>
                <a:cubicBezTo>
                  <a:pt x="2839947" y="4061285"/>
                  <a:pt x="2710740" y="4136681"/>
                  <a:pt x="2614045" y="4241205"/>
                </a:cubicBezTo>
                <a:lnTo>
                  <a:pt x="2561922" y="4305008"/>
                </a:lnTo>
                <a:close/>
                <a:moveTo>
                  <a:pt x="2376360" y="0"/>
                </a:moveTo>
                <a:lnTo>
                  <a:pt x="2524998" y="0"/>
                </a:lnTo>
                <a:lnTo>
                  <a:pt x="2547226" y="44350"/>
                </a:lnTo>
                <a:cubicBezTo>
                  <a:pt x="2646819" y="191052"/>
                  <a:pt x="2803160" y="298404"/>
                  <a:pt x="2986199" y="337433"/>
                </a:cubicBezTo>
                <a:cubicBezTo>
                  <a:pt x="2967274" y="241952"/>
                  <a:pt x="2927959" y="153496"/>
                  <a:pt x="2872691" y="76659"/>
                </a:cubicBezTo>
                <a:lnTo>
                  <a:pt x="2804464" y="0"/>
                </a:lnTo>
                <a:lnTo>
                  <a:pt x="2972839" y="0"/>
                </a:lnTo>
                <a:lnTo>
                  <a:pt x="3035473" y="96778"/>
                </a:lnTo>
                <a:cubicBezTo>
                  <a:pt x="3077594" y="175780"/>
                  <a:pt x="3106535" y="262463"/>
                  <a:pt x="3119686" y="354040"/>
                </a:cubicBezTo>
                <a:cubicBezTo>
                  <a:pt x="3119853" y="354093"/>
                  <a:pt x="3120023" y="354098"/>
                  <a:pt x="3120191" y="354103"/>
                </a:cubicBezTo>
                <a:lnTo>
                  <a:pt x="3120732" y="360740"/>
                </a:lnTo>
                <a:cubicBezTo>
                  <a:pt x="3125788" y="390746"/>
                  <a:pt x="3128238" y="421389"/>
                  <a:pt x="3128196" y="452471"/>
                </a:cubicBezTo>
                <a:cubicBezTo>
                  <a:pt x="3129508" y="458057"/>
                  <a:pt x="3129566" y="463681"/>
                  <a:pt x="3129566" y="469318"/>
                </a:cubicBezTo>
                <a:cubicBezTo>
                  <a:pt x="3129566" y="473110"/>
                  <a:pt x="3129539" y="476896"/>
                  <a:pt x="3128973" y="480669"/>
                </a:cubicBezTo>
                <a:lnTo>
                  <a:pt x="3128474" y="480636"/>
                </a:lnTo>
                <a:lnTo>
                  <a:pt x="3128448" y="481127"/>
                </a:lnTo>
                <a:lnTo>
                  <a:pt x="3111330" y="479514"/>
                </a:lnTo>
                <a:cubicBezTo>
                  <a:pt x="3078956" y="478991"/>
                  <a:pt x="3047075" y="476033"/>
                  <a:pt x="3015903" y="470523"/>
                </a:cubicBezTo>
                <a:cubicBezTo>
                  <a:pt x="3010326" y="470939"/>
                  <a:pt x="3004997" y="469998"/>
                  <a:pt x="2999687" y="468995"/>
                </a:cubicBezTo>
                <a:lnTo>
                  <a:pt x="2999571" y="467856"/>
                </a:lnTo>
                <a:cubicBezTo>
                  <a:pt x="2758165" y="428211"/>
                  <a:pt x="2551973" y="289169"/>
                  <a:pt x="2428199" y="95636"/>
                </a:cubicBezTo>
                <a:close/>
                <a:moveTo>
                  <a:pt x="2299523" y="1313979"/>
                </a:moveTo>
                <a:cubicBezTo>
                  <a:pt x="2299523" y="1308297"/>
                  <a:pt x="2299582" y="1302628"/>
                  <a:pt x="2300894" y="1296998"/>
                </a:cubicBezTo>
                <a:cubicBezTo>
                  <a:pt x="2300852" y="1265670"/>
                  <a:pt x="2303301" y="1234785"/>
                  <a:pt x="2308358" y="1204541"/>
                </a:cubicBezTo>
                <a:lnTo>
                  <a:pt x="2308898" y="1197851"/>
                </a:lnTo>
                <a:cubicBezTo>
                  <a:pt x="2309067" y="1197846"/>
                  <a:pt x="2309236" y="1197841"/>
                  <a:pt x="2309404" y="1197788"/>
                </a:cubicBezTo>
                <a:cubicBezTo>
                  <a:pt x="2359680" y="844922"/>
                  <a:pt x="2640719" y="564145"/>
                  <a:pt x="2999570" y="504747"/>
                </a:cubicBezTo>
                <a:lnTo>
                  <a:pt x="2999687" y="503599"/>
                </a:lnTo>
                <a:cubicBezTo>
                  <a:pt x="3004995" y="502589"/>
                  <a:pt x="3010323" y="501641"/>
                  <a:pt x="3015899" y="502060"/>
                </a:cubicBezTo>
                <a:cubicBezTo>
                  <a:pt x="3047083" y="496503"/>
                  <a:pt x="3078975" y="493522"/>
                  <a:pt x="3111361" y="492995"/>
                </a:cubicBezTo>
                <a:lnTo>
                  <a:pt x="3128448" y="491372"/>
                </a:lnTo>
                <a:lnTo>
                  <a:pt x="3128474" y="491866"/>
                </a:lnTo>
                <a:lnTo>
                  <a:pt x="3128972" y="491833"/>
                </a:lnTo>
                <a:lnTo>
                  <a:pt x="3129566" y="503273"/>
                </a:lnTo>
                <a:cubicBezTo>
                  <a:pt x="3129566" y="508954"/>
                  <a:pt x="3129508" y="514621"/>
                  <a:pt x="3128196" y="520249"/>
                </a:cubicBezTo>
                <a:cubicBezTo>
                  <a:pt x="3128238" y="551584"/>
                  <a:pt x="3125787" y="582475"/>
                  <a:pt x="3120729" y="612725"/>
                </a:cubicBezTo>
                <a:lnTo>
                  <a:pt x="3120190" y="619401"/>
                </a:lnTo>
                <a:cubicBezTo>
                  <a:pt x="3120021" y="619406"/>
                  <a:pt x="3119852" y="619411"/>
                  <a:pt x="3119685" y="619464"/>
                </a:cubicBezTo>
                <a:cubicBezTo>
                  <a:pt x="3069409" y="972329"/>
                  <a:pt x="2788370" y="1253106"/>
                  <a:pt x="2429519" y="1312505"/>
                </a:cubicBezTo>
                <a:lnTo>
                  <a:pt x="2429403" y="1313653"/>
                </a:lnTo>
                <a:cubicBezTo>
                  <a:pt x="2424092" y="1314664"/>
                  <a:pt x="2418763" y="1315612"/>
                  <a:pt x="2413186" y="1315193"/>
                </a:cubicBezTo>
                <a:cubicBezTo>
                  <a:pt x="2382014" y="1320747"/>
                  <a:pt x="2350134" y="1323728"/>
                  <a:pt x="2317760" y="1324255"/>
                </a:cubicBezTo>
                <a:lnTo>
                  <a:pt x="2300641" y="1325881"/>
                </a:lnTo>
                <a:lnTo>
                  <a:pt x="2300615" y="1325386"/>
                </a:lnTo>
                <a:lnTo>
                  <a:pt x="2300116" y="1325419"/>
                </a:lnTo>
                <a:cubicBezTo>
                  <a:pt x="2299550" y="1321617"/>
                  <a:pt x="2299523" y="1317801"/>
                  <a:pt x="2299523" y="1313979"/>
                </a:cubicBezTo>
                <a:close/>
                <a:moveTo>
                  <a:pt x="2299523" y="1361805"/>
                </a:moveTo>
                <a:lnTo>
                  <a:pt x="2300117" y="1350455"/>
                </a:lnTo>
                <a:lnTo>
                  <a:pt x="2300615" y="1350487"/>
                </a:lnTo>
                <a:lnTo>
                  <a:pt x="2300641" y="1349997"/>
                </a:lnTo>
                <a:lnTo>
                  <a:pt x="2317729" y="1351607"/>
                </a:lnTo>
                <a:cubicBezTo>
                  <a:pt x="2350114" y="1352130"/>
                  <a:pt x="2382007" y="1355088"/>
                  <a:pt x="2413190" y="1360601"/>
                </a:cubicBezTo>
                <a:cubicBezTo>
                  <a:pt x="2418766" y="1360185"/>
                  <a:pt x="2424094" y="1361126"/>
                  <a:pt x="2429403" y="1362128"/>
                </a:cubicBezTo>
                <a:lnTo>
                  <a:pt x="2429520" y="1363267"/>
                </a:lnTo>
                <a:cubicBezTo>
                  <a:pt x="2788370" y="1422199"/>
                  <a:pt x="3069409" y="1700770"/>
                  <a:pt x="3119686" y="2050865"/>
                </a:cubicBezTo>
                <a:cubicBezTo>
                  <a:pt x="3119853" y="2050918"/>
                  <a:pt x="3120023" y="2050923"/>
                  <a:pt x="3120191" y="2050928"/>
                </a:cubicBezTo>
                <a:lnTo>
                  <a:pt x="3120732" y="2057565"/>
                </a:lnTo>
                <a:cubicBezTo>
                  <a:pt x="3125788" y="2087572"/>
                  <a:pt x="3128238" y="2118214"/>
                  <a:pt x="3128196" y="2149296"/>
                </a:cubicBezTo>
                <a:cubicBezTo>
                  <a:pt x="3129508" y="2154882"/>
                  <a:pt x="3129566" y="2160506"/>
                  <a:pt x="3129566" y="2166144"/>
                </a:cubicBezTo>
                <a:cubicBezTo>
                  <a:pt x="3129566" y="2169936"/>
                  <a:pt x="3129539" y="2173722"/>
                  <a:pt x="3128973" y="2177494"/>
                </a:cubicBezTo>
                <a:lnTo>
                  <a:pt x="3128474" y="2177461"/>
                </a:lnTo>
                <a:lnTo>
                  <a:pt x="3128448" y="2177952"/>
                </a:lnTo>
                <a:lnTo>
                  <a:pt x="3111330" y="2176339"/>
                </a:lnTo>
                <a:cubicBezTo>
                  <a:pt x="3078956" y="2175816"/>
                  <a:pt x="3047075" y="2172858"/>
                  <a:pt x="3015903" y="2167348"/>
                </a:cubicBezTo>
                <a:cubicBezTo>
                  <a:pt x="3010326" y="2167764"/>
                  <a:pt x="3004997" y="2166823"/>
                  <a:pt x="2999687" y="2165820"/>
                </a:cubicBezTo>
                <a:lnTo>
                  <a:pt x="2999571" y="2164681"/>
                </a:lnTo>
                <a:cubicBezTo>
                  <a:pt x="2640719" y="2105749"/>
                  <a:pt x="2359680" y="1827177"/>
                  <a:pt x="2309405" y="1477083"/>
                </a:cubicBezTo>
                <a:cubicBezTo>
                  <a:pt x="2309237" y="1477030"/>
                  <a:pt x="2309069" y="1477026"/>
                  <a:pt x="2308899" y="1477021"/>
                </a:cubicBezTo>
                <a:lnTo>
                  <a:pt x="2308361" y="1470397"/>
                </a:lnTo>
                <a:cubicBezTo>
                  <a:pt x="2303302" y="1440385"/>
                  <a:pt x="2300852" y="1409736"/>
                  <a:pt x="2300894" y="1378647"/>
                </a:cubicBezTo>
                <a:cubicBezTo>
                  <a:pt x="2299582" y="1373063"/>
                  <a:pt x="2299523" y="1367441"/>
                  <a:pt x="2299523" y="1361805"/>
                </a:cubicBezTo>
                <a:close/>
                <a:moveTo>
                  <a:pt x="2299523" y="3010804"/>
                </a:moveTo>
                <a:cubicBezTo>
                  <a:pt x="2299523" y="3005122"/>
                  <a:pt x="2299582" y="2999453"/>
                  <a:pt x="2300894" y="2993823"/>
                </a:cubicBezTo>
                <a:cubicBezTo>
                  <a:pt x="2300852" y="2962495"/>
                  <a:pt x="2303301" y="2931610"/>
                  <a:pt x="2308358" y="2901366"/>
                </a:cubicBezTo>
                <a:lnTo>
                  <a:pt x="2308898" y="2894676"/>
                </a:lnTo>
                <a:cubicBezTo>
                  <a:pt x="2309067" y="2894671"/>
                  <a:pt x="2309236" y="2894666"/>
                  <a:pt x="2309404" y="2894613"/>
                </a:cubicBezTo>
                <a:cubicBezTo>
                  <a:pt x="2359680" y="2541747"/>
                  <a:pt x="2640719" y="2260970"/>
                  <a:pt x="2999570" y="2201572"/>
                </a:cubicBezTo>
                <a:lnTo>
                  <a:pt x="2999687" y="2200424"/>
                </a:lnTo>
                <a:cubicBezTo>
                  <a:pt x="3004995" y="2199414"/>
                  <a:pt x="3010323" y="2198466"/>
                  <a:pt x="3015899" y="2198885"/>
                </a:cubicBezTo>
                <a:cubicBezTo>
                  <a:pt x="3047083" y="2193328"/>
                  <a:pt x="3078975" y="2190347"/>
                  <a:pt x="3111361" y="2189820"/>
                </a:cubicBezTo>
                <a:lnTo>
                  <a:pt x="3128448" y="2188197"/>
                </a:lnTo>
                <a:lnTo>
                  <a:pt x="3128474" y="2188691"/>
                </a:lnTo>
                <a:lnTo>
                  <a:pt x="3128972" y="2188658"/>
                </a:lnTo>
                <a:lnTo>
                  <a:pt x="3129566" y="2200098"/>
                </a:lnTo>
                <a:cubicBezTo>
                  <a:pt x="3129566" y="2205779"/>
                  <a:pt x="3129508" y="2211446"/>
                  <a:pt x="3128196" y="2217074"/>
                </a:cubicBezTo>
                <a:cubicBezTo>
                  <a:pt x="3128238" y="2248409"/>
                  <a:pt x="3125787" y="2279300"/>
                  <a:pt x="3120729" y="2309550"/>
                </a:cubicBezTo>
                <a:lnTo>
                  <a:pt x="3120190" y="2316226"/>
                </a:lnTo>
                <a:cubicBezTo>
                  <a:pt x="3120021" y="2316231"/>
                  <a:pt x="3119852" y="2316236"/>
                  <a:pt x="3119685" y="2316289"/>
                </a:cubicBezTo>
                <a:cubicBezTo>
                  <a:pt x="3069409" y="2669154"/>
                  <a:pt x="2788370" y="2949931"/>
                  <a:pt x="2429519" y="3009330"/>
                </a:cubicBezTo>
                <a:lnTo>
                  <a:pt x="2429403" y="3010478"/>
                </a:lnTo>
                <a:cubicBezTo>
                  <a:pt x="2424092" y="3011489"/>
                  <a:pt x="2418763" y="3012437"/>
                  <a:pt x="2413186" y="3012018"/>
                </a:cubicBezTo>
                <a:cubicBezTo>
                  <a:pt x="2382014" y="3017572"/>
                  <a:pt x="2350134" y="3020553"/>
                  <a:pt x="2317760" y="3021080"/>
                </a:cubicBezTo>
                <a:lnTo>
                  <a:pt x="2300641" y="3022706"/>
                </a:lnTo>
                <a:lnTo>
                  <a:pt x="2300615" y="3022211"/>
                </a:lnTo>
                <a:lnTo>
                  <a:pt x="2300116" y="3022244"/>
                </a:lnTo>
                <a:cubicBezTo>
                  <a:pt x="2299550" y="3018442"/>
                  <a:pt x="2299523" y="3014626"/>
                  <a:pt x="2299523" y="3010804"/>
                </a:cubicBezTo>
                <a:close/>
                <a:moveTo>
                  <a:pt x="2299523" y="3058630"/>
                </a:moveTo>
                <a:lnTo>
                  <a:pt x="2300117" y="3047280"/>
                </a:lnTo>
                <a:lnTo>
                  <a:pt x="2300615" y="3047312"/>
                </a:lnTo>
                <a:lnTo>
                  <a:pt x="2300641" y="3046822"/>
                </a:lnTo>
                <a:lnTo>
                  <a:pt x="2317729" y="3048432"/>
                </a:lnTo>
                <a:cubicBezTo>
                  <a:pt x="2350114" y="3048955"/>
                  <a:pt x="2382007" y="3051913"/>
                  <a:pt x="2413190" y="3057426"/>
                </a:cubicBezTo>
                <a:cubicBezTo>
                  <a:pt x="2418766" y="3057010"/>
                  <a:pt x="2424094" y="3057951"/>
                  <a:pt x="2429403" y="3058953"/>
                </a:cubicBezTo>
                <a:lnTo>
                  <a:pt x="2429520" y="3060092"/>
                </a:lnTo>
                <a:cubicBezTo>
                  <a:pt x="2788370" y="3119024"/>
                  <a:pt x="3069409" y="3397595"/>
                  <a:pt x="3119686" y="3747690"/>
                </a:cubicBezTo>
                <a:cubicBezTo>
                  <a:pt x="3119853" y="3747743"/>
                  <a:pt x="3120023" y="3747748"/>
                  <a:pt x="3120191" y="3747753"/>
                </a:cubicBezTo>
                <a:lnTo>
                  <a:pt x="3120732" y="3754390"/>
                </a:lnTo>
                <a:cubicBezTo>
                  <a:pt x="3125788" y="3784397"/>
                  <a:pt x="3128238" y="3815039"/>
                  <a:pt x="3128196" y="3846121"/>
                </a:cubicBezTo>
                <a:cubicBezTo>
                  <a:pt x="3129508" y="3851707"/>
                  <a:pt x="3129566" y="3857331"/>
                  <a:pt x="3129566" y="3862969"/>
                </a:cubicBezTo>
                <a:cubicBezTo>
                  <a:pt x="3129566" y="3866761"/>
                  <a:pt x="3129539" y="3870547"/>
                  <a:pt x="3128973" y="3874319"/>
                </a:cubicBezTo>
                <a:lnTo>
                  <a:pt x="3128474" y="3874286"/>
                </a:lnTo>
                <a:lnTo>
                  <a:pt x="3128448" y="3874777"/>
                </a:lnTo>
                <a:lnTo>
                  <a:pt x="3111330" y="3873164"/>
                </a:lnTo>
                <a:cubicBezTo>
                  <a:pt x="3078956" y="3872641"/>
                  <a:pt x="3047075" y="3869683"/>
                  <a:pt x="3015903" y="3864173"/>
                </a:cubicBezTo>
                <a:cubicBezTo>
                  <a:pt x="3010326" y="3864589"/>
                  <a:pt x="3004997" y="3863648"/>
                  <a:pt x="2999687" y="3862645"/>
                </a:cubicBezTo>
                <a:lnTo>
                  <a:pt x="2999571" y="3861506"/>
                </a:lnTo>
                <a:cubicBezTo>
                  <a:pt x="2640719" y="3802574"/>
                  <a:pt x="2359680" y="3524002"/>
                  <a:pt x="2309405" y="3173908"/>
                </a:cubicBezTo>
                <a:cubicBezTo>
                  <a:pt x="2309237" y="3173856"/>
                  <a:pt x="2309069" y="3173851"/>
                  <a:pt x="2308899" y="3173846"/>
                </a:cubicBezTo>
                <a:lnTo>
                  <a:pt x="2308361" y="3167222"/>
                </a:lnTo>
                <a:cubicBezTo>
                  <a:pt x="2303302" y="3137210"/>
                  <a:pt x="2300852" y="3106561"/>
                  <a:pt x="2300894" y="3075472"/>
                </a:cubicBezTo>
                <a:cubicBezTo>
                  <a:pt x="2299582" y="3069889"/>
                  <a:pt x="2299523" y="3064266"/>
                  <a:pt x="2299523" y="3058630"/>
                </a:cubicBezTo>
                <a:close/>
                <a:moveTo>
                  <a:pt x="1601297" y="636203"/>
                </a:moveTo>
                <a:cubicBezTo>
                  <a:pt x="1654573" y="907109"/>
                  <a:pt x="1869416" y="1121906"/>
                  <a:pt x="2144606" y="1181049"/>
                </a:cubicBezTo>
                <a:cubicBezTo>
                  <a:pt x="2091331" y="910143"/>
                  <a:pt x="1876487" y="695346"/>
                  <a:pt x="1601297" y="636203"/>
                </a:cubicBezTo>
                <a:close/>
                <a:moveTo>
                  <a:pt x="1601297" y="2333028"/>
                </a:moveTo>
                <a:cubicBezTo>
                  <a:pt x="1654573" y="2603934"/>
                  <a:pt x="1869416" y="2818731"/>
                  <a:pt x="2144606" y="2877874"/>
                </a:cubicBezTo>
                <a:cubicBezTo>
                  <a:pt x="2091331" y="2606968"/>
                  <a:pt x="1876487" y="2392171"/>
                  <a:pt x="1601297" y="2333028"/>
                </a:cubicBezTo>
                <a:close/>
                <a:moveTo>
                  <a:pt x="1601295" y="2034258"/>
                </a:moveTo>
                <a:cubicBezTo>
                  <a:pt x="1876485" y="1975579"/>
                  <a:pt x="2091328" y="1762469"/>
                  <a:pt x="2144604" y="1493690"/>
                </a:cubicBezTo>
                <a:cubicBezTo>
                  <a:pt x="1869414" y="1552369"/>
                  <a:pt x="1654570" y="1765479"/>
                  <a:pt x="1601295" y="2034258"/>
                </a:cubicBezTo>
                <a:close/>
                <a:moveTo>
                  <a:pt x="1601295" y="3731083"/>
                </a:moveTo>
                <a:cubicBezTo>
                  <a:pt x="1876485" y="3672404"/>
                  <a:pt x="2091328" y="3459294"/>
                  <a:pt x="2144604" y="3190516"/>
                </a:cubicBezTo>
                <a:cubicBezTo>
                  <a:pt x="1869414" y="3249194"/>
                  <a:pt x="1654570" y="3462304"/>
                  <a:pt x="1601295" y="3731083"/>
                </a:cubicBezTo>
                <a:close/>
                <a:moveTo>
                  <a:pt x="1457930" y="503273"/>
                </a:moveTo>
                <a:lnTo>
                  <a:pt x="1458524" y="491833"/>
                </a:lnTo>
                <a:lnTo>
                  <a:pt x="1459022" y="491866"/>
                </a:lnTo>
                <a:lnTo>
                  <a:pt x="1459048" y="491372"/>
                </a:lnTo>
                <a:lnTo>
                  <a:pt x="1476135" y="492995"/>
                </a:lnTo>
                <a:cubicBezTo>
                  <a:pt x="1508521" y="493522"/>
                  <a:pt x="1540413" y="496503"/>
                  <a:pt x="1571597" y="502060"/>
                </a:cubicBezTo>
                <a:cubicBezTo>
                  <a:pt x="1577173" y="501641"/>
                  <a:pt x="1582501" y="502589"/>
                  <a:pt x="1587809" y="503599"/>
                </a:cubicBezTo>
                <a:lnTo>
                  <a:pt x="1587926" y="504747"/>
                </a:lnTo>
                <a:cubicBezTo>
                  <a:pt x="1946777" y="564145"/>
                  <a:pt x="2227816" y="844922"/>
                  <a:pt x="2278092" y="1197788"/>
                </a:cubicBezTo>
                <a:cubicBezTo>
                  <a:pt x="2278260" y="1197841"/>
                  <a:pt x="2278429" y="1197846"/>
                  <a:pt x="2278598" y="1197851"/>
                </a:cubicBezTo>
                <a:lnTo>
                  <a:pt x="2279138" y="1204541"/>
                </a:lnTo>
                <a:cubicBezTo>
                  <a:pt x="2284195" y="1234785"/>
                  <a:pt x="2286644" y="1265670"/>
                  <a:pt x="2286602" y="1296998"/>
                </a:cubicBezTo>
                <a:cubicBezTo>
                  <a:pt x="2287914" y="1302628"/>
                  <a:pt x="2287973" y="1308297"/>
                  <a:pt x="2287973" y="1313979"/>
                </a:cubicBezTo>
                <a:cubicBezTo>
                  <a:pt x="2287973" y="1317801"/>
                  <a:pt x="2287946" y="1321617"/>
                  <a:pt x="2287380" y="1325419"/>
                </a:cubicBezTo>
                <a:lnTo>
                  <a:pt x="2286881" y="1325386"/>
                </a:lnTo>
                <a:lnTo>
                  <a:pt x="2286855" y="1325881"/>
                </a:lnTo>
                <a:lnTo>
                  <a:pt x="2269736" y="1324255"/>
                </a:lnTo>
                <a:cubicBezTo>
                  <a:pt x="2237362" y="1323728"/>
                  <a:pt x="2205482" y="1320747"/>
                  <a:pt x="2174310" y="1315193"/>
                </a:cubicBezTo>
                <a:cubicBezTo>
                  <a:pt x="2168733" y="1315612"/>
                  <a:pt x="2163404" y="1314664"/>
                  <a:pt x="2158093" y="1313653"/>
                </a:cubicBezTo>
                <a:lnTo>
                  <a:pt x="2157977" y="1312505"/>
                </a:lnTo>
                <a:cubicBezTo>
                  <a:pt x="1799126" y="1253106"/>
                  <a:pt x="1518087" y="972329"/>
                  <a:pt x="1467811" y="619464"/>
                </a:cubicBezTo>
                <a:cubicBezTo>
                  <a:pt x="1467644" y="619411"/>
                  <a:pt x="1467475" y="619406"/>
                  <a:pt x="1467306" y="619401"/>
                </a:cubicBezTo>
                <a:lnTo>
                  <a:pt x="1466767" y="612725"/>
                </a:lnTo>
                <a:cubicBezTo>
                  <a:pt x="1461709" y="582475"/>
                  <a:pt x="1459258" y="551584"/>
                  <a:pt x="1459300" y="520249"/>
                </a:cubicBezTo>
                <a:cubicBezTo>
                  <a:pt x="1457988" y="514621"/>
                  <a:pt x="1457930" y="508954"/>
                  <a:pt x="1457930" y="503273"/>
                </a:cubicBezTo>
                <a:close/>
                <a:moveTo>
                  <a:pt x="1457930" y="2200098"/>
                </a:moveTo>
                <a:lnTo>
                  <a:pt x="1458524" y="2188658"/>
                </a:lnTo>
                <a:lnTo>
                  <a:pt x="1459022" y="2188691"/>
                </a:lnTo>
                <a:lnTo>
                  <a:pt x="1459048" y="2188197"/>
                </a:lnTo>
                <a:lnTo>
                  <a:pt x="1476135" y="2189820"/>
                </a:lnTo>
                <a:cubicBezTo>
                  <a:pt x="1508521" y="2190347"/>
                  <a:pt x="1540413" y="2193328"/>
                  <a:pt x="1571597" y="2198885"/>
                </a:cubicBezTo>
                <a:cubicBezTo>
                  <a:pt x="1577173" y="2198466"/>
                  <a:pt x="1582501" y="2199414"/>
                  <a:pt x="1587809" y="2200424"/>
                </a:cubicBezTo>
                <a:lnTo>
                  <a:pt x="1587926" y="2201572"/>
                </a:lnTo>
                <a:cubicBezTo>
                  <a:pt x="1946777" y="2260970"/>
                  <a:pt x="2227816" y="2541747"/>
                  <a:pt x="2278092" y="2894613"/>
                </a:cubicBezTo>
                <a:cubicBezTo>
                  <a:pt x="2278260" y="2894666"/>
                  <a:pt x="2278429" y="2894671"/>
                  <a:pt x="2278598" y="2894676"/>
                </a:cubicBezTo>
                <a:lnTo>
                  <a:pt x="2279138" y="2901366"/>
                </a:lnTo>
                <a:cubicBezTo>
                  <a:pt x="2284195" y="2931610"/>
                  <a:pt x="2286644" y="2962495"/>
                  <a:pt x="2286602" y="2993823"/>
                </a:cubicBezTo>
                <a:cubicBezTo>
                  <a:pt x="2287914" y="2999453"/>
                  <a:pt x="2287973" y="3005122"/>
                  <a:pt x="2287973" y="3010804"/>
                </a:cubicBezTo>
                <a:cubicBezTo>
                  <a:pt x="2287973" y="3014626"/>
                  <a:pt x="2287946" y="3018442"/>
                  <a:pt x="2287380" y="3022244"/>
                </a:cubicBezTo>
                <a:lnTo>
                  <a:pt x="2286881" y="3022211"/>
                </a:lnTo>
                <a:lnTo>
                  <a:pt x="2286855" y="3022706"/>
                </a:lnTo>
                <a:lnTo>
                  <a:pt x="2269736" y="3021080"/>
                </a:lnTo>
                <a:cubicBezTo>
                  <a:pt x="2237362" y="3020553"/>
                  <a:pt x="2205482" y="3017572"/>
                  <a:pt x="2174310" y="3012018"/>
                </a:cubicBezTo>
                <a:cubicBezTo>
                  <a:pt x="2168733" y="3012437"/>
                  <a:pt x="2163404" y="3011489"/>
                  <a:pt x="2158093" y="3010478"/>
                </a:cubicBezTo>
                <a:lnTo>
                  <a:pt x="2157977" y="3009330"/>
                </a:lnTo>
                <a:cubicBezTo>
                  <a:pt x="1799126" y="2949931"/>
                  <a:pt x="1518087" y="2669154"/>
                  <a:pt x="1467811" y="2316289"/>
                </a:cubicBezTo>
                <a:cubicBezTo>
                  <a:pt x="1467644" y="2316236"/>
                  <a:pt x="1467475" y="2316231"/>
                  <a:pt x="1467306" y="2316226"/>
                </a:cubicBezTo>
                <a:lnTo>
                  <a:pt x="1466767" y="2309550"/>
                </a:lnTo>
                <a:cubicBezTo>
                  <a:pt x="1461709" y="2279300"/>
                  <a:pt x="1459258" y="2248409"/>
                  <a:pt x="1459300" y="2217074"/>
                </a:cubicBezTo>
                <a:cubicBezTo>
                  <a:pt x="1457988" y="2211446"/>
                  <a:pt x="1457930" y="2205779"/>
                  <a:pt x="1457930" y="2200098"/>
                </a:cubicBezTo>
                <a:close/>
                <a:moveTo>
                  <a:pt x="1457930" y="3896923"/>
                </a:moveTo>
                <a:lnTo>
                  <a:pt x="1458524" y="3885483"/>
                </a:lnTo>
                <a:lnTo>
                  <a:pt x="1459022" y="3885516"/>
                </a:lnTo>
                <a:lnTo>
                  <a:pt x="1459048" y="3885022"/>
                </a:lnTo>
                <a:lnTo>
                  <a:pt x="1476135" y="3886645"/>
                </a:lnTo>
                <a:cubicBezTo>
                  <a:pt x="1508521" y="3887172"/>
                  <a:pt x="1540413" y="3890153"/>
                  <a:pt x="1571597" y="3895710"/>
                </a:cubicBezTo>
                <a:cubicBezTo>
                  <a:pt x="1577173" y="3895291"/>
                  <a:pt x="1582501" y="3896239"/>
                  <a:pt x="1587809" y="3897249"/>
                </a:cubicBezTo>
                <a:lnTo>
                  <a:pt x="1587926" y="3898397"/>
                </a:lnTo>
                <a:cubicBezTo>
                  <a:pt x="1821986" y="3937139"/>
                  <a:pt x="2022942" y="4070062"/>
                  <a:pt x="2148179" y="4255797"/>
                </a:cubicBezTo>
                <a:lnTo>
                  <a:pt x="2176624" y="4305008"/>
                </a:lnTo>
                <a:lnTo>
                  <a:pt x="2025574" y="4305008"/>
                </a:lnTo>
                <a:lnTo>
                  <a:pt x="1973451" y="4241205"/>
                </a:lnTo>
                <a:cubicBezTo>
                  <a:pt x="1876755" y="4136681"/>
                  <a:pt x="1747549" y="4061285"/>
                  <a:pt x="1601297" y="4029853"/>
                </a:cubicBezTo>
                <a:cubicBezTo>
                  <a:pt x="1618544" y="4117553"/>
                  <a:pt x="1652724" y="4199373"/>
                  <a:pt x="1700478" y="4271827"/>
                </a:cubicBezTo>
                <a:lnTo>
                  <a:pt x="1727160" y="4305008"/>
                </a:lnTo>
                <a:lnTo>
                  <a:pt x="1573050" y="4305008"/>
                </a:lnTo>
                <a:lnTo>
                  <a:pt x="1542929" y="4254710"/>
                </a:lnTo>
                <a:cubicBezTo>
                  <a:pt x="1505726" y="4179889"/>
                  <a:pt x="1479994" y="4098618"/>
                  <a:pt x="1467811" y="4013114"/>
                </a:cubicBezTo>
                <a:cubicBezTo>
                  <a:pt x="1467644" y="4013061"/>
                  <a:pt x="1467475" y="4013056"/>
                  <a:pt x="1467306" y="4013051"/>
                </a:cubicBezTo>
                <a:lnTo>
                  <a:pt x="1466767" y="4006375"/>
                </a:lnTo>
                <a:cubicBezTo>
                  <a:pt x="1461709" y="3976125"/>
                  <a:pt x="1459258" y="3945234"/>
                  <a:pt x="1459300" y="3913899"/>
                </a:cubicBezTo>
                <a:cubicBezTo>
                  <a:pt x="1457988" y="3908271"/>
                  <a:pt x="1457930" y="3902604"/>
                  <a:pt x="1457930" y="3896923"/>
                </a:cubicBezTo>
                <a:close/>
                <a:moveTo>
                  <a:pt x="1457928" y="469318"/>
                </a:moveTo>
                <a:cubicBezTo>
                  <a:pt x="1457928" y="463681"/>
                  <a:pt x="1457986" y="458057"/>
                  <a:pt x="1459298" y="452471"/>
                </a:cubicBezTo>
                <a:cubicBezTo>
                  <a:pt x="1459256" y="421389"/>
                  <a:pt x="1461706" y="390746"/>
                  <a:pt x="1466762" y="360740"/>
                </a:cubicBezTo>
                <a:lnTo>
                  <a:pt x="1467303" y="354103"/>
                </a:lnTo>
                <a:cubicBezTo>
                  <a:pt x="1467471" y="354098"/>
                  <a:pt x="1467641" y="354093"/>
                  <a:pt x="1467808" y="354040"/>
                </a:cubicBezTo>
                <a:cubicBezTo>
                  <a:pt x="1480960" y="262463"/>
                  <a:pt x="1509901" y="175780"/>
                  <a:pt x="1552022" y="96778"/>
                </a:cubicBezTo>
                <a:lnTo>
                  <a:pt x="1614656" y="0"/>
                </a:lnTo>
                <a:lnTo>
                  <a:pt x="1783031" y="0"/>
                </a:lnTo>
                <a:lnTo>
                  <a:pt x="1714803" y="76659"/>
                </a:lnTo>
                <a:cubicBezTo>
                  <a:pt x="1659536" y="153496"/>
                  <a:pt x="1620221" y="241952"/>
                  <a:pt x="1601295" y="337433"/>
                </a:cubicBezTo>
                <a:cubicBezTo>
                  <a:pt x="1784335" y="298404"/>
                  <a:pt x="1940676" y="191052"/>
                  <a:pt x="2040269" y="44350"/>
                </a:cubicBezTo>
                <a:lnTo>
                  <a:pt x="2062497" y="0"/>
                </a:lnTo>
                <a:lnTo>
                  <a:pt x="2211135" y="0"/>
                </a:lnTo>
                <a:lnTo>
                  <a:pt x="2159296" y="95636"/>
                </a:lnTo>
                <a:cubicBezTo>
                  <a:pt x="2035522" y="289169"/>
                  <a:pt x="1829330" y="428211"/>
                  <a:pt x="1587923" y="467856"/>
                </a:cubicBezTo>
                <a:lnTo>
                  <a:pt x="1587807" y="468995"/>
                </a:lnTo>
                <a:cubicBezTo>
                  <a:pt x="1582497" y="469998"/>
                  <a:pt x="1577168" y="470939"/>
                  <a:pt x="1571591" y="470523"/>
                </a:cubicBezTo>
                <a:cubicBezTo>
                  <a:pt x="1540419" y="476033"/>
                  <a:pt x="1508538" y="478991"/>
                  <a:pt x="1476164" y="479514"/>
                </a:cubicBezTo>
                <a:lnTo>
                  <a:pt x="1459046" y="481127"/>
                </a:lnTo>
                <a:lnTo>
                  <a:pt x="1459020" y="480636"/>
                </a:lnTo>
                <a:lnTo>
                  <a:pt x="1458521" y="480669"/>
                </a:lnTo>
                <a:cubicBezTo>
                  <a:pt x="1457955" y="476896"/>
                  <a:pt x="1457928" y="473110"/>
                  <a:pt x="1457928" y="469318"/>
                </a:cubicBezTo>
                <a:close/>
                <a:moveTo>
                  <a:pt x="1457928" y="2166144"/>
                </a:moveTo>
                <a:cubicBezTo>
                  <a:pt x="1457928" y="2160506"/>
                  <a:pt x="1457986" y="2154882"/>
                  <a:pt x="1459298" y="2149296"/>
                </a:cubicBezTo>
                <a:cubicBezTo>
                  <a:pt x="1459256" y="2118214"/>
                  <a:pt x="1461706" y="2087572"/>
                  <a:pt x="1466762" y="2057565"/>
                </a:cubicBezTo>
                <a:lnTo>
                  <a:pt x="1467303" y="2050928"/>
                </a:lnTo>
                <a:cubicBezTo>
                  <a:pt x="1467471" y="2050923"/>
                  <a:pt x="1467641" y="2050918"/>
                  <a:pt x="1467808" y="2050865"/>
                </a:cubicBezTo>
                <a:cubicBezTo>
                  <a:pt x="1518085" y="1700770"/>
                  <a:pt x="1799124" y="1422199"/>
                  <a:pt x="2157974" y="1363267"/>
                </a:cubicBezTo>
                <a:lnTo>
                  <a:pt x="2158091" y="1362128"/>
                </a:lnTo>
                <a:cubicBezTo>
                  <a:pt x="2163400" y="1361126"/>
                  <a:pt x="2168728" y="1360185"/>
                  <a:pt x="2174304" y="1360601"/>
                </a:cubicBezTo>
                <a:cubicBezTo>
                  <a:pt x="2205487" y="1355088"/>
                  <a:pt x="2237380" y="1352130"/>
                  <a:pt x="2269765" y="1351607"/>
                </a:cubicBezTo>
                <a:lnTo>
                  <a:pt x="2286853" y="1349997"/>
                </a:lnTo>
                <a:lnTo>
                  <a:pt x="2286879" y="1350487"/>
                </a:lnTo>
                <a:lnTo>
                  <a:pt x="2287377" y="1350455"/>
                </a:lnTo>
                <a:lnTo>
                  <a:pt x="2287971" y="1361805"/>
                </a:lnTo>
                <a:cubicBezTo>
                  <a:pt x="2287971" y="1367441"/>
                  <a:pt x="2287912" y="1373063"/>
                  <a:pt x="2286600" y="1378647"/>
                </a:cubicBezTo>
                <a:cubicBezTo>
                  <a:pt x="2286642" y="1409736"/>
                  <a:pt x="2284192" y="1440385"/>
                  <a:pt x="2279133" y="1470397"/>
                </a:cubicBezTo>
                <a:lnTo>
                  <a:pt x="2278595" y="1477021"/>
                </a:lnTo>
                <a:cubicBezTo>
                  <a:pt x="2278425" y="1477026"/>
                  <a:pt x="2278257" y="1477030"/>
                  <a:pt x="2278089" y="1477083"/>
                </a:cubicBezTo>
                <a:cubicBezTo>
                  <a:pt x="2227814" y="1827177"/>
                  <a:pt x="1946775" y="2105749"/>
                  <a:pt x="1587923" y="2164681"/>
                </a:cubicBezTo>
                <a:lnTo>
                  <a:pt x="1587807" y="2165820"/>
                </a:lnTo>
                <a:cubicBezTo>
                  <a:pt x="1582497" y="2166823"/>
                  <a:pt x="1577168" y="2167764"/>
                  <a:pt x="1571591" y="2167348"/>
                </a:cubicBezTo>
                <a:cubicBezTo>
                  <a:pt x="1540419" y="2172858"/>
                  <a:pt x="1508538" y="2175816"/>
                  <a:pt x="1476164" y="2176339"/>
                </a:cubicBezTo>
                <a:lnTo>
                  <a:pt x="1459046" y="2177952"/>
                </a:lnTo>
                <a:lnTo>
                  <a:pt x="1459020" y="2177461"/>
                </a:lnTo>
                <a:lnTo>
                  <a:pt x="1458521" y="2177494"/>
                </a:lnTo>
                <a:cubicBezTo>
                  <a:pt x="1457955" y="2173722"/>
                  <a:pt x="1457928" y="2169936"/>
                  <a:pt x="1457928" y="2166144"/>
                </a:cubicBezTo>
                <a:close/>
                <a:moveTo>
                  <a:pt x="1457928" y="3862969"/>
                </a:moveTo>
                <a:cubicBezTo>
                  <a:pt x="1457928" y="3857331"/>
                  <a:pt x="1457986" y="3851707"/>
                  <a:pt x="1459298" y="3846121"/>
                </a:cubicBezTo>
                <a:cubicBezTo>
                  <a:pt x="1459256" y="3815039"/>
                  <a:pt x="1461706" y="3784397"/>
                  <a:pt x="1466762" y="3754390"/>
                </a:cubicBezTo>
                <a:lnTo>
                  <a:pt x="1467303" y="3747753"/>
                </a:lnTo>
                <a:cubicBezTo>
                  <a:pt x="1467471" y="3747748"/>
                  <a:pt x="1467641" y="3747743"/>
                  <a:pt x="1467808" y="3747690"/>
                </a:cubicBezTo>
                <a:cubicBezTo>
                  <a:pt x="1518085" y="3397595"/>
                  <a:pt x="1799124" y="3119024"/>
                  <a:pt x="2157974" y="3060092"/>
                </a:cubicBezTo>
                <a:lnTo>
                  <a:pt x="2158091" y="3058953"/>
                </a:lnTo>
                <a:cubicBezTo>
                  <a:pt x="2163400" y="3057951"/>
                  <a:pt x="2168728" y="3057010"/>
                  <a:pt x="2174304" y="3057426"/>
                </a:cubicBezTo>
                <a:cubicBezTo>
                  <a:pt x="2205487" y="3051913"/>
                  <a:pt x="2237380" y="3048955"/>
                  <a:pt x="2269765" y="3048432"/>
                </a:cubicBezTo>
                <a:lnTo>
                  <a:pt x="2286853" y="3046822"/>
                </a:lnTo>
                <a:lnTo>
                  <a:pt x="2286879" y="3047312"/>
                </a:lnTo>
                <a:lnTo>
                  <a:pt x="2287377" y="3047280"/>
                </a:lnTo>
                <a:lnTo>
                  <a:pt x="2287971" y="3058630"/>
                </a:lnTo>
                <a:cubicBezTo>
                  <a:pt x="2287971" y="3064266"/>
                  <a:pt x="2287912" y="3069889"/>
                  <a:pt x="2286600" y="3075472"/>
                </a:cubicBezTo>
                <a:cubicBezTo>
                  <a:pt x="2286642" y="3106561"/>
                  <a:pt x="2284192" y="3137210"/>
                  <a:pt x="2279133" y="3167222"/>
                </a:cubicBezTo>
                <a:lnTo>
                  <a:pt x="2278595" y="3173846"/>
                </a:lnTo>
                <a:cubicBezTo>
                  <a:pt x="2278425" y="3173851"/>
                  <a:pt x="2278257" y="3173856"/>
                  <a:pt x="2278089" y="3173908"/>
                </a:cubicBezTo>
                <a:cubicBezTo>
                  <a:pt x="2227814" y="3524002"/>
                  <a:pt x="1946775" y="3802574"/>
                  <a:pt x="1587923" y="3861506"/>
                </a:cubicBezTo>
                <a:lnTo>
                  <a:pt x="1587807" y="3862645"/>
                </a:lnTo>
                <a:cubicBezTo>
                  <a:pt x="1582497" y="3863648"/>
                  <a:pt x="1577168" y="3864589"/>
                  <a:pt x="1571591" y="3864173"/>
                </a:cubicBezTo>
                <a:cubicBezTo>
                  <a:pt x="1540419" y="3869683"/>
                  <a:pt x="1508538" y="3872641"/>
                  <a:pt x="1476164" y="3873164"/>
                </a:cubicBezTo>
                <a:lnTo>
                  <a:pt x="1459046" y="3874777"/>
                </a:lnTo>
                <a:lnTo>
                  <a:pt x="1459020" y="3874286"/>
                </a:lnTo>
                <a:lnTo>
                  <a:pt x="1458521" y="3874319"/>
                </a:lnTo>
                <a:cubicBezTo>
                  <a:pt x="1457955" y="3870547"/>
                  <a:pt x="1457928" y="3866761"/>
                  <a:pt x="1457928" y="3862969"/>
                </a:cubicBezTo>
                <a:close/>
                <a:moveTo>
                  <a:pt x="750739" y="1181049"/>
                </a:moveTo>
                <a:cubicBezTo>
                  <a:pt x="1025929" y="1121906"/>
                  <a:pt x="1240772" y="907109"/>
                  <a:pt x="1294048" y="636203"/>
                </a:cubicBezTo>
                <a:cubicBezTo>
                  <a:pt x="1018858" y="695346"/>
                  <a:pt x="804014" y="910143"/>
                  <a:pt x="750739" y="1181049"/>
                </a:cubicBezTo>
                <a:close/>
                <a:moveTo>
                  <a:pt x="750739" y="1493690"/>
                </a:moveTo>
                <a:cubicBezTo>
                  <a:pt x="804015" y="1762469"/>
                  <a:pt x="1018858" y="1975579"/>
                  <a:pt x="1294048" y="2034258"/>
                </a:cubicBezTo>
                <a:cubicBezTo>
                  <a:pt x="1240773" y="1765479"/>
                  <a:pt x="1025929" y="1552369"/>
                  <a:pt x="750739" y="1493690"/>
                </a:cubicBezTo>
                <a:close/>
                <a:moveTo>
                  <a:pt x="750739" y="2877874"/>
                </a:moveTo>
                <a:cubicBezTo>
                  <a:pt x="1025929" y="2818731"/>
                  <a:pt x="1240772" y="2603934"/>
                  <a:pt x="1294048" y="2333028"/>
                </a:cubicBezTo>
                <a:cubicBezTo>
                  <a:pt x="1018858" y="2392171"/>
                  <a:pt x="804014" y="2606968"/>
                  <a:pt x="750739" y="2877874"/>
                </a:cubicBezTo>
                <a:close/>
                <a:moveTo>
                  <a:pt x="750739" y="3190516"/>
                </a:moveTo>
                <a:cubicBezTo>
                  <a:pt x="804015" y="3459294"/>
                  <a:pt x="1018858" y="3672404"/>
                  <a:pt x="1294048" y="3731083"/>
                </a:cubicBezTo>
                <a:cubicBezTo>
                  <a:pt x="1240773" y="3462304"/>
                  <a:pt x="1025929" y="3249194"/>
                  <a:pt x="750739" y="3190516"/>
                </a:cubicBezTo>
                <a:close/>
                <a:moveTo>
                  <a:pt x="718720" y="4305008"/>
                </a:moveTo>
                <a:lnTo>
                  <a:pt x="747165" y="4255797"/>
                </a:lnTo>
                <a:cubicBezTo>
                  <a:pt x="872402" y="4070062"/>
                  <a:pt x="1073359" y="3937139"/>
                  <a:pt x="1307418" y="3898397"/>
                </a:cubicBezTo>
                <a:lnTo>
                  <a:pt x="1307535" y="3897249"/>
                </a:lnTo>
                <a:cubicBezTo>
                  <a:pt x="1312844" y="3896239"/>
                  <a:pt x="1318172" y="3895291"/>
                  <a:pt x="1323748" y="3895710"/>
                </a:cubicBezTo>
                <a:cubicBezTo>
                  <a:pt x="1354931" y="3890153"/>
                  <a:pt x="1386824" y="3887172"/>
                  <a:pt x="1419209" y="3886645"/>
                </a:cubicBezTo>
                <a:lnTo>
                  <a:pt x="1436297" y="3885022"/>
                </a:lnTo>
                <a:lnTo>
                  <a:pt x="1436323" y="3885516"/>
                </a:lnTo>
                <a:lnTo>
                  <a:pt x="1436821" y="3885483"/>
                </a:lnTo>
                <a:lnTo>
                  <a:pt x="1437415" y="3896923"/>
                </a:lnTo>
                <a:cubicBezTo>
                  <a:pt x="1437415" y="3902604"/>
                  <a:pt x="1437356" y="3908271"/>
                  <a:pt x="1436044" y="3913899"/>
                </a:cubicBezTo>
                <a:cubicBezTo>
                  <a:pt x="1436086" y="3945234"/>
                  <a:pt x="1433636" y="3976125"/>
                  <a:pt x="1428577" y="4006375"/>
                </a:cubicBezTo>
                <a:lnTo>
                  <a:pt x="1428039" y="4013051"/>
                </a:lnTo>
                <a:cubicBezTo>
                  <a:pt x="1427869" y="4013056"/>
                  <a:pt x="1427701" y="4013061"/>
                  <a:pt x="1427533" y="4013114"/>
                </a:cubicBezTo>
                <a:cubicBezTo>
                  <a:pt x="1415351" y="4098618"/>
                  <a:pt x="1389619" y="4179889"/>
                  <a:pt x="1352416" y="4254710"/>
                </a:cubicBezTo>
                <a:lnTo>
                  <a:pt x="1322295" y="4305008"/>
                </a:lnTo>
                <a:lnTo>
                  <a:pt x="1168185" y="4305008"/>
                </a:lnTo>
                <a:lnTo>
                  <a:pt x="1194867" y="4271827"/>
                </a:lnTo>
                <a:cubicBezTo>
                  <a:pt x="1242622" y="4199373"/>
                  <a:pt x="1276801" y="4117553"/>
                  <a:pt x="1294048" y="4029853"/>
                </a:cubicBezTo>
                <a:cubicBezTo>
                  <a:pt x="1147796" y="4061285"/>
                  <a:pt x="1018589" y="4136681"/>
                  <a:pt x="921894" y="4241205"/>
                </a:cubicBezTo>
                <a:lnTo>
                  <a:pt x="869771" y="4305008"/>
                </a:lnTo>
                <a:close/>
                <a:moveTo>
                  <a:pt x="684209" y="0"/>
                </a:moveTo>
                <a:lnTo>
                  <a:pt x="832847" y="0"/>
                </a:lnTo>
                <a:lnTo>
                  <a:pt x="855075" y="44350"/>
                </a:lnTo>
                <a:cubicBezTo>
                  <a:pt x="954668" y="191053"/>
                  <a:pt x="1111009" y="298404"/>
                  <a:pt x="1294048" y="337433"/>
                </a:cubicBezTo>
                <a:cubicBezTo>
                  <a:pt x="1275123" y="241952"/>
                  <a:pt x="1235808" y="153496"/>
                  <a:pt x="1180541" y="76659"/>
                </a:cubicBezTo>
                <a:lnTo>
                  <a:pt x="1112313" y="0"/>
                </a:lnTo>
                <a:lnTo>
                  <a:pt x="1280688" y="0"/>
                </a:lnTo>
                <a:lnTo>
                  <a:pt x="1343322" y="96778"/>
                </a:lnTo>
                <a:cubicBezTo>
                  <a:pt x="1385443" y="175780"/>
                  <a:pt x="1414383" y="262463"/>
                  <a:pt x="1427534" y="354040"/>
                </a:cubicBezTo>
                <a:cubicBezTo>
                  <a:pt x="1427702" y="354093"/>
                  <a:pt x="1427871" y="354098"/>
                  <a:pt x="1428040" y="354102"/>
                </a:cubicBezTo>
                <a:lnTo>
                  <a:pt x="1428580" y="360740"/>
                </a:lnTo>
                <a:cubicBezTo>
                  <a:pt x="1433637" y="390746"/>
                  <a:pt x="1436086" y="421389"/>
                  <a:pt x="1436044" y="452471"/>
                </a:cubicBezTo>
                <a:cubicBezTo>
                  <a:pt x="1437356" y="458057"/>
                  <a:pt x="1437415" y="463681"/>
                  <a:pt x="1437415" y="469318"/>
                </a:cubicBezTo>
                <a:cubicBezTo>
                  <a:pt x="1437415" y="473111"/>
                  <a:pt x="1437388" y="476896"/>
                  <a:pt x="1436822" y="480669"/>
                </a:cubicBezTo>
                <a:lnTo>
                  <a:pt x="1436323" y="480636"/>
                </a:lnTo>
                <a:lnTo>
                  <a:pt x="1436297" y="481127"/>
                </a:lnTo>
                <a:lnTo>
                  <a:pt x="1419178" y="479514"/>
                </a:lnTo>
                <a:cubicBezTo>
                  <a:pt x="1386804" y="478991"/>
                  <a:pt x="1354924" y="476033"/>
                  <a:pt x="1323752" y="470523"/>
                </a:cubicBezTo>
                <a:cubicBezTo>
                  <a:pt x="1318175" y="470939"/>
                  <a:pt x="1312846" y="469998"/>
                  <a:pt x="1307535" y="468995"/>
                </a:cubicBezTo>
                <a:lnTo>
                  <a:pt x="1307419" y="467856"/>
                </a:lnTo>
                <a:cubicBezTo>
                  <a:pt x="1066014" y="428211"/>
                  <a:pt x="859822" y="289169"/>
                  <a:pt x="736048" y="95636"/>
                </a:cubicBezTo>
                <a:close/>
                <a:moveTo>
                  <a:pt x="607372" y="1313979"/>
                </a:moveTo>
                <a:cubicBezTo>
                  <a:pt x="607372" y="1308297"/>
                  <a:pt x="607430" y="1302628"/>
                  <a:pt x="608742" y="1296998"/>
                </a:cubicBezTo>
                <a:cubicBezTo>
                  <a:pt x="608700" y="1265670"/>
                  <a:pt x="611150" y="1234785"/>
                  <a:pt x="616206" y="1204541"/>
                </a:cubicBezTo>
                <a:lnTo>
                  <a:pt x="616747" y="1197851"/>
                </a:lnTo>
                <a:cubicBezTo>
                  <a:pt x="616915" y="1197846"/>
                  <a:pt x="617085" y="1197841"/>
                  <a:pt x="617252" y="1197788"/>
                </a:cubicBezTo>
                <a:cubicBezTo>
                  <a:pt x="667529" y="844922"/>
                  <a:pt x="948568" y="564145"/>
                  <a:pt x="1307418" y="504747"/>
                </a:cubicBezTo>
                <a:lnTo>
                  <a:pt x="1307535" y="503599"/>
                </a:lnTo>
                <a:cubicBezTo>
                  <a:pt x="1312844" y="502589"/>
                  <a:pt x="1318172" y="501641"/>
                  <a:pt x="1323748" y="502060"/>
                </a:cubicBezTo>
                <a:cubicBezTo>
                  <a:pt x="1354931" y="496503"/>
                  <a:pt x="1386824" y="493522"/>
                  <a:pt x="1419209" y="492995"/>
                </a:cubicBezTo>
                <a:lnTo>
                  <a:pt x="1436297" y="491372"/>
                </a:lnTo>
                <a:lnTo>
                  <a:pt x="1436323" y="491866"/>
                </a:lnTo>
                <a:lnTo>
                  <a:pt x="1436821" y="491833"/>
                </a:lnTo>
                <a:lnTo>
                  <a:pt x="1437415" y="503273"/>
                </a:lnTo>
                <a:cubicBezTo>
                  <a:pt x="1437415" y="508954"/>
                  <a:pt x="1437356" y="514621"/>
                  <a:pt x="1436044" y="520249"/>
                </a:cubicBezTo>
                <a:cubicBezTo>
                  <a:pt x="1436086" y="551584"/>
                  <a:pt x="1433636" y="582475"/>
                  <a:pt x="1428577" y="612725"/>
                </a:cubicBezTo>
                <a:lnTo>
                  <a:pt x="1428039" y="619401"/>
                </a:lnTo>
                <a:cubicBezTo>
                  <a:pt x="1427869" y="619406"/>
                  <a:pt x="1427701" y="619411"/>
                  <a:pt x="1427533" y="619464"/>
                </a:cubicBezTo>
                <a:cubicBezTo>
                  <a:pt x="1377258" y="972329"/>
                  <a:pt x="1096219" y="1253106"/>
                  <a:pt x="737367" y="1312505"/>
                </a:cubicBezTo>
                <a:lnTo>
                  <a:pt x="737251" y="1313653"/>
                </a:lnTo>
                <a:cubicBezTo>
                  <a:pt x="731941" y="1314664"/>
                  <a:pt x="726612" y="1315612"/>
                  <a:pt x="721035" y="1315193"/>
                </a:cubicBezTo>
                <a:cubicBezTo>
                  <a:pt x="689863" y="1320747"/>
                  <a:pt x="657982" y="1323728"/>
                  <a:pt x="625608" y="1324255"/>
                </a:cubicBezTo>
                <a:lnTo>
                  <a:pt x="608490" y="1325881"/>
                </a:lnTo>
                <a:lnTo>
                  <a:pt x="608464" y="1325386"/>
                </a:lnTo>
                <a:lnTo>
                  <a:pt x="607965" y="1325419"/>
                </a:lnTo>
                <a:cubicBezTo>
                  <a:pt x="607399" y="1321617"/>
                  <a:pt x="607372" y="1317801"/>
                  <a:pt x="607372" y="1313979"/>
                </a:cubicBezTo>
                <a:close/>
                <a:moveTo>
                  <a:pt x="607372" y="1361805"/>
                </a:moveTo>
                <a:lnTo>
                  <a:pt x="607966" y="1350455"/>
                </a:lnTo>
                <a:lnTo>
                  <a:pt x="608464" y="1350487"/>
                </a:lnTo>
                <a:lnTo>
                  <a:pt x="608490" y="1349997"/>
                </a:lnTo>
                <a:lnTo>
                  <a:pt x="625577" y="1351607"/>
                </a:lnTo>
                <a:cubicBezTo>
                  <a:pt x="657963" y="1352130"/>
                  <a:pt x="689855" y="1355088"/>
                  <a:pt x="721039" y="1360601"/>
                </a:cubicBezTo>
                <a:cubicBezTo>
                  <a:pt x="726615" y="1360185"/>
                  <a:pt x="731943" y="1361126"/>
                  <a:pt x="737251" y="1362128"/>
                </a:cubicBezTo>
                <a:lnTo>
                  <a:pt x="737368" y="1363267"/>
                </a:lnTo>
                <a:cubicBezTo>
                  <a:pt x="1096219" y="1422199"/>
                  <a:pt x="1377258" y="1700770"/>
                  <a:pt x="1427534" y="2050865"/>
                </a:cubicBezTo>
                <a:cubicBezTo>
                  <a:pt x="1427702" y="2050918"/>
                  <a:pt x="1427871" y="2050923"/>
                  <a:pt x="1428040" y="2050928"/>
                </a:cubicBezTo>
                <a:lnTo>
                  <a:pt x="1428580" y="2057565"/>
                </a:lnTo>
                <a:cubicBezTo>
                  <a:pt x="1433637" y="2087572"/>
                  <a:pt x="1436086" y="2118214"/>
                  <a:pt x="1436044" y="2149296"/>
                </a:cubicBezTo>
                <a:cubicBezTo>
                  <a:pt x="1437356" y="2154882"/>
                  <a:pt x="1437415" y="2160506"/>
                  <a:pt x="1437415" y="2166144"/>
                </a:cubicBezTo>
                <a:cubicBezTo>
                  <a:pt x="1437415" y="2169936"/>
                  <a:pt x="1437388" y="2173722"/>
                  <a:pt x="1436822" y="2177494"/>
                </a:cubicBezTo>
                <a:lnTo>
                  <a:pt x="1436323" y="2177461"/>
                </a:lnTo>
                <a:lnTo>
                  <a:pt x="1436297" y="2177952"/>
                </a:lnTo>
                <a:lnTo>
                  <a:pt x="1419178" y="2176339"/>
                </a:lnTo>
                <a:cubicBezTo>
                  <a:pt x="1386804" y="2175816"/>
                  <a:pt x="1354924" y="2172858"/>
                  <a:pt x="1323752" y="2167348"/>
                </a:cubicBezTo>
                <a:cubicBezTo>
                  <a:pt x="1318175" y="2167764"/>
                  <a:pt x="1312846" y="2166823"/>
                  <a:pt x="1307535" y="2165820"/>
                </a:cubicBezTo>
                <a:lnTo>
                  <a:pt x="1307419" y="2164681"/>
                </a:lnTo>
                <a:cubicBezTo>
                  <a:pt x="948568" y="2105749"/>
                  <a:pt x="667529" y="1827177"/>
                  <a:pt x="617253" y="1477083"/>
                </a:cubicBezTo>
                <a:cubicBezTo>
                  <a:pt x="617086" y="1477030"/>
                  <a:pt x="616917" y="1477026"/>
                  <a:pt x="616748" y="1477021"/>
                </a:cubicBezTo>
                <a:lnTo>
                  <a:pt x="616209" y="1470397"/>
                </a:lnTo>
                <a:cubicBezTo>
                  <a:pt x="611151" y="1440385"/>
                  <a:pt x="608700" y="1409736"/>
                  <a:pt x="608742" y="1378647"/>
                </a:cubicBezTo>
                <a:cubicBezTo>
                  <a:pt x="607430" y="1373063"/>
                  <a:pt x="607372" y="1367441"/>
                  <a:pt x="607372" y="1361805"/>
                </a:cubicBezTo>
                <a:close/>
                <a:moveTo>
                  <a:pt x="607372" y="3010804"/>
                </a:moveTo>
                <a:cubicBezTo>
                  <a:pt x="607372" y="3005122"/>
                  <a:pt x="607430" y="2999453"/>
                  <a:pt x="608742" y="2993823"/>
                </a:cubicBezTo>
                <a:cubicBezTo>
                  <a:pt x="608700" y="2962495"/>
                  <a:pt x="611150" y="2931610"/>
                  <a:pt x="616206" y="2901366"/>
                </a:cubicBezTo>
                <a:lnTo>
                  <a:pt x="616747" y="2894676"/>
                </a:lnTo>
                <a:cubicBezTo>
                  <a:pt x="616915" y="2894671"/>
                  <a:pt x="617085" y="2894666"/>
                  <a:pt x="617252" y="2894613"/>
                </a:cubicBezTo>
                <a:cubicBezTo>
                  <a:pt x="667529" y="2541747"/>
                  <a:pt x="948568" y="2260970"/>
                  <a:pt x="1307418" y="2201572"/>
                </a:cubicBezTo>
                <a:lnTo>
                  <a:pt x="1307535" y="2200424"/>
                </a:lnTo>
                <a:cubicBezTo>
                  <a:pt x="1312844" y="2199414"/>
                  <a:pt x="1318172" y="2198466"/>
                  <a:pt x="1323748" y="2198885"/>
                </a:cubicBezTo>
                <a:cubicBezTo>
                  <a:pt x="1354931" y="2193328"/>
                  <a:pt x="1386824" y="2190347"/>
                  <a:pt x="1419209" y="2189820"/>
                </a:cubicBezTo>
                <a:lnTo>
                  <a:pt x="1436297" y="2188197"/>
                </a:lnTo>
                <a:lnTo>
                  <a:pt x="1436323" y="2188691"/>
                </a:lnTo>
                <a:lnTo>
                  <a:pt x="1436821" y="2188658"/>
                </a:lnTo>
                <a:lnTo>
                  <a:pt x="1437415" y="2200098"/>
                </a:lnTo>
                <a:cubicBezTo>
                  <a:pt x="1437415" y="2205779"/>
                  <a:pt x="1437356" y="2211446"/>
                  <a:pt x="1436044" y="2217074"/>
                </a:cubicBezTo>
                <a:cubicBezTo>
                  <a:pt x="1436086" y="2248409"/>
                  <a:pt x="1433636" y="2279300"/>
                  <a:pt x="1428577" y="2309550"/>
                </a:cubicBezTo>
                <a:lnTo>
                  <a:pt x="1428039" y="2316226"/>
                </a:lnTo>
                <a:cubicBezTo>
                  <a:pt x="1427869" y="2316231"/>
                  <a:pt x="1427701" y="2316236"/>
                  <a:pt x="1427533" y="2316289"/>
                </a:cubicBezTo>
                <a:cubicBezTo>
                  <a:pt x="1377258" y="2669154"/>
                  <a:pt x="1096219" y="2949931"/>
                  <a:pt x="737367" y="3009330"/>
                </a:cubicBezTo>
                <a:lnTo>
                  <a:pt x="737251" y="3010478"/>
                </a:lnTo>
                <a:cubicBezTo>
                  <a:pt x="731941" y="3011489"/>
                  <a:pt x="726612" y="3012437"/>
                  <a:pt x="721035" y="3012018"/>
                </a:cubicBezTo>
                <a:cubicBezTo>
                  <a:pt x="689863" y="3017572"/>
                  <a:pt x="657982" y="3020553"/>
                  <a:pt x="625608" y="3021080"/>
                </a:cubicBezTo>
                <a:lnTo>
                  <a:pt x="608490" y="3022706"/>
                </a:lnTo>
                <a:lnTo>
                  <a:pt x="608464" y="3022211"/>
                </a:lnTo>
                <a:lnTo>
                  <a:pt x="607965" y="3022244"/>
                </a:lnTo>
                <a:cubicBezTo>
                  <a:pt x="607399" y="3018442"/>
                  <a:pt x="607372" y="3014626"/>
                  <a:pt x="607372" y="3010804"/>
                </a:cubicBezTo>
                <a:close/>
                <a:moveTo>
                  <a:pt x="607372" y="3058630"/>
                </a:moveTo>
                <a:lnTo>
                  <a:pt x="607966" y="3047280"/>
                </a:lnTo>
                <a:lnTo>
                  <a:pt x="608464" y="3047312"/>
                </a:lnTo>
                <a:lnTo>
                  <a:pt x="608490" y="3046822"/>
                </a:lnTo>
                <a:lnTo>
                  <a:pt x="625577" y="3048432"/>
                </a:lnTo>
                <a:cubicBezTo>
                  <a:pt x="657963" y="3048955"/>
                  <a:pt x="689855" y="3051913"/>
                  <a:pt x="721039" y="3057426"/>
                </a:cubicBezTo>
                <a:cubicBezTo>
                  <a:pt x="726615" y="3057010"/>
                  <a:pt x="731943" y="3057951"/>
                  <a:pt x="737251" y="3058953"/>
                </a:cubicBezTo>
                <a:lnTo>
                  <a:pt x="737368" y="3060092"/>
                </a:lnTo>
                <a:cubicBezTo>
                  <a:pt x="1096219" y="3119024"/>
                  <a:pt x="1377258" y="3397595"/>
                  <a:pt x="1427534" y="3747690"/>
                </a:cubicBezTo>
                <a:cubicBezTo>
                  <a:pt x="1427702" y="3747743"/>
                  <a:pt x="1427871" y="3747748"/>
                  <a:pt x="1428040" y="3747753"/>
                </a:cubicBezTo>
                <a:lnTo>
                  <a:pt x="1428580" y="3754390"/>
                </a:lnTo>
                <a:cubicBezTo>
                  <a:pt x="1433637" y="3784397"/>
                  <a:pt x="1436086" y="3815039"/>
                  <a:pt x="1436044" y="3846121"/>
                </a:cubicBezTo>
                <a:cubicBezTo>
                  <a:pt x="1437356" y="3851707"/>
                  <a:pt x="1437415" y="3857331"/>
                  <a:pt x="1437415" y="3862969"/>
                </a:cubicBezTo>
                <a:cubicBezTo>
                  <a:pt x="1437415" y="3866761"/>
                  <a:pt x="1437388" y="3870547"/>
                  <a:pt x="1436822" y="3874319"/>
                </a:cubicBezTo>
                <a:lnTo>
                  <a:pt x="1436323" y="3874286"/>
                </a:lnTo>
                <a:lnTo>
                  <a:pt x="1436297" y="3874777"/>
                </a:lnTo>
                <a:lnTo>
                  <a:pt x="1419178" y="3873164"/>
                </a:lnTo>
                <a:cubicBezTo>
                  <a:pt x="1386804" y="3872641"/>
                  <a:pt x="1354924" y="3869683"/>
                  <a:pt x="1323752" y="3864173"/>
                </a:cubicBezTo>
                <a:cubicBezTo>
                  <a:pt x="1318175" y="3864589"/>
                  <a:pt x="1312846" y="3863648"/>
                  <a:pt x="1307535" y="3862645"/>
                </a:cubicBezTo>
                <a:lnTo>
                  <a:pt x="1307419" y="3861506"/>
                </a:lnTo>
                <a:cubicBezTo>
                  <a:pt x="948568" y="3802574"/>
                  <a:pt x="667529" y="3524002"/>
                  <a:pt x="617253" y="3173908"/>
                </a:cubicBezTo>
                <a:cubicBezTo>
                  <a:pt x="617086" y="3173856"/>
                  <a:pt x="616917" y="3173851"/>
                  <a:pt x="616748" y="3173846"/>
                </a:cubicBezTo>
                <a:lnTo>
                  <a:pt x="616209" y="3167222"/>
                </a:lnTo>
                <a:cubicBezTo>
                  <a:pt x="611151" y="3137210"/>
                  <a:pt x="608700" y="3106561"/>
                  <a:pt x="608742" y="3075472"/>
                </a:cubicBezTo>
                <a:cubicBezTo>
                  <a:pt x="607430" y="3069889"/>
                  <a:pt x="607372" y="3064266"/>
                  <a:pt x="607372" y="3058630"/>
                </a:cubicBezTo>
                <a:close/>
                <a:moveTo>
                  <a:pt x="0" y="116373"/>
                </a:moveTo>
                <a:lnTo>
                  <a:pt x="0" y="0"/>
                </a:lnTo>
                <a:lnTo>
                  <a:pt x="90880" y="0"/>
                </a:lnTo>
                <a:lnTo>
                  <a:pt x="22652" y="76659"/>
                </a:lnTo>
                <a:close/>
                <a:moveTo>
                  <a:pt x="0" y="443121"/>
                </a:moveTo>
                <a:lnTo>
                  <a:pt x="0" y="311637"/>
                </a:lnTo>
                <a:lnTo>
                  <a:pt x="82171" y="276703"/>
                </a:lnTo>
                <a:cubicBezTo>
                  <a:pt x="190106" y="222464"/>
                  <a:pt x="281723" y="142152"/>
                  <a:pt x="348118" y="44350"/>
                </a:cubicBezTo>
                <a:lnTo>
                  <a:pt x="370347" y="0"/>
                </a:lnTo>
                <a:lnTo>
                  <a:pt x="518984" y="0"/>
                </a:lnTo>
                <a:lnTo>
                  <a:pt x="467145" y="95636"/>
                </a:lnTo>
                <a:cubicBezTo>
                  <a:pt x="364000" y="256913"/>
                  <a:pt x="203621" y="380350"/>
                  <a:pt x="13323" y="439959"/>
                </a:cubicBezTo>
                <a:close/>
                <a:moveTo>
                  <a:pt x="0" y="1070142"/>
                </a:moveTo>
                <a:lnTo>
                  <a:pt x="0" y="862064"/>
                </a:lnTo>
                <a:lnTo>
                  <a:pt x="31905" y="912052"/>
                </a:lnTo>
                <a:cubicBezTo>
                  <a:pt x="132041" y="1046318"/>
                  <a:pt x="280461" y="1144085"/>
                  <a:pt x="452455" y="1181049"/>
                </a:cubicBezTo>
                <a:cubicBezTo>
                  <a:pt x="405840" y="944006"/>
                  <a:pt x="235523" y="749922"/>
                  <a:pt x="9316" y="665484"/>
                </a:cubicBezTo>
                <a:lnTo>
                  <a:pt x="0" y="662760"/>
                </a:lnTo>
                <a:lnTo>
                  <a:pt x="0" y="530567"/>
                </a:lnTo>
                <a:lnTo>
                  <a:pt x="26399" y="537107"/>
                </a:lnTo>
                <a:cubicBezTo>
                  <a:pt x="321280" y="635466"/>
                  <a:pt x="541950" y="889030"/>
                  <a:pt x="585941" y="1197788"/>
                </a:cubicBezTo>
                <a:cubicBezTo>
                  <a:pt x="586109" y="1197841"/>
                  <a:pt x="586278" y="1197846"/>
                  <a:pt x="586447" y="1197851"/>
                </a:cubicBezTo>
                <a:lnTo>
                  <a:pt x="586987" y="1204541"/>
                </a:lnTo>
                <a:cubicBezTo>
                  <a:pt x="592044" y="1234785"/>
                  <a:pt x="594493" y="1265670"/>
                  <a:pt x="594451" y="1296998"/>
                </a:cubicBezTo>
                <a:cubicBezTo>
                  <a:pt x="595763" y="1302628"/>
                  <a:pt x="595822" y="1308297"/>
                  <a:pt x="595822" y="1313979"/>
                </a:cubicBezTo>
                <a:cubicBezTo>
                  <a:pt x="595822" y="1317801"/>
                  <a:pt x="595795" y="1321617"/>
                  <a:pt x="595229" y="1325419"/>
                </a:cubicBezTo>
                <a:lnTo>
                  <a:pt x="594730" y="1325386"/>
                </a:lnTo>
                <a:lnTo>
                  <a:pt x="594704" y="1325881"/>
                </a:lnTo>
                <a:lnTo>
                  <a:pt x="577585" y="1324255"/>
                </a:lnTo>
                <a:cubicBezTo>
                  <a:pt x="545211" y="1323728"/>
                  <a:pt x="513331" y="1320747"/>
                  <a:pt x="482159" y="1315193"/>
                </a:cubicBezTo>
                <a:cubicBezTo>
                  <a:pt x="476582" y="1315612"/>
                  <a:pt x="471253" y="1314664"/>
                  <a:pt x="465942" y="1313653"/>
                </a:cubicBezTo>
                <a:lnTo>
                  <a:pt x="465826" y="1312505"/>
                </a:lnTo>
                <a:cubicBezTo>
                  <a:pt x="286401" y="1282806"/>
                  <a:pt x="126428" y="1197762"/>
                  <a:pt x="5028" y="1076034"/>
                </a:cubicBezTo>
                <a:close/>
                <a:moveTo>
                  <a:pt x="0" y="2139063"/>
                </a:moveTo>
                <a:lnTo>
                  <a:pt x="0" y="2007909"/>
                </a:lnTo>
                <a:lnTo>
                  <a:pt x="9314" y="2005207"/>
                </a:lnTo>
                <a:cubicBezTo>
                  <a:pt x="235521" y="1921432"/>
                  <a:pt x="405837" y="1728872"/>
                  <a:pt x="452453" y="1493690"/>
                </a:cubicBezTo>
                <a:cubicBezTo>
                  <a:pt x="280459" y="1530364"/>
                  <a:pt x="132038" y="1627363"/>
                  <a:pt x="31903" y="1760575"/>
                </a:cubicBezTo>
                <a:lnTo>
                  <a:pt x="0" y="1810167"/>
                </a:lnTo>
                <a:lnTo>
                  <a:pt x="0" y="1603724"/>
                </a:lnTo>
                <a:lnTo>
                  <a:pt x="5025" y="1597880"/>
                </a:lnTo>
                <a:cubicBezTo>
                  <a:pt x="126426" y="1477109"/>
                  <a:pt x="286398" y="1392733"/>
                  <a:pt x="465823" y="1363267"/>
                </a:cubicBezTo>
                <a:lnTo>
                  <a:pt x="465940" y="1362128"/>
                </a:lnTo>
                <a:cubicBezTo>
                  <a:pt x="471249" y="1361126"/>
                  <a:pt x="476577" y="1360185"/>
                  <a:pt x="482153" y="1360601"/>
                </a:cubicBezTo>
                <a:cubicBezTo>
                  <a:pt x="513336" y="1355088"/>
                  <a:pt x="545229" y="1352130"/>
                  <a:pt x="577614" y="1351607"/>
                </a:cubicBezTo>
                <a:lnTo>
                  <a:pt x="594702" y="1349997"/>
                </a:lnTo>
                <a:lnTo>
                  <a:pt x="594728" y="1350487"/>
                </a:lnTo>
                <a:lnTo>
                  <a:pt x="595226" y="1350455"/>
                </a:lnTo>
                <a:lnTo>
                  <a:pt x="595820" y="1361805"/>
                </a:lnTo>
                <a:cubicBezTo>
                  <a:pt x="595820" y="1367441"/>
                  <a:pt x="595761" y="1373063"/>
                  <a:pt x="594449" y="1378647"/>
                </a:cubicBezTo>
                <a:cubicBezTo>
                  <a:pt x="594491" y="1409736"/>
                  <a:pt x="592041" y="1440385"/>
                  <a:pt x="586982" y="1470397"/>
                </a:cubicBezTo>
                <a:lnTo>
                  <a:pt x="586444" y="1477021"/>
                </a:lnTo>
                <a:cubicBezTo>
                  <a:pt x="586274" y="1477026"/>
                  <a:pt x="586106" y="1477030"/>
                  <a:pt x="585938" y="1477083"/>
                </a:cubicBezTo>
                <a:cubicBezTo>
                  <a:pt x="541948" y="1783415"/>
                  <a:pt x="321278" y="2034989"/>
                  <a:pt x="26396" y="2132575"/>
                </a:cubicBezTo>
                <a:close/>
                <a:moveTo>
                  <a:pt x="0" y="2766967"/>
                </a:moveTo>
                <a:lnTo>
                  <a:pt x="0" y="2558889"/>
                </a:lnTo>
                <a:lnTo>
                  <a:pt x="31905" y="2608877"/>
                </a:lnTo>
                <a:cubicBezTo>
                  <a:pt x="132041" y="2743143"/>
                  <a:pt x="280461" y="2840910"/>
                  <a:pt x="452455" y="2877874"/>
                </a:cubicBezTo>
                <a:cubicBezTo>
                  <a:pt x="405840" y="2640831"/>
                  <a:pt x="235523" y="2446747"/>
                  <a:pt x="9316" y="2362309"/>
                </a:cubicBezTo>
                <a:lnTo>
                  <a:pt x="0" y="2359585"/>
                </a:lnTo>
                <a:lnTo>
                  <a:pt x="0" y="2227392"/>
                </a:lnTo>
                <a:lnTo>
                  <a:pt x="26399" y="2233932"/>
                </a:lnTo>
                <a:cubicBezTo>
                  <a:pt x="321280" y="2332291"/>
                  <a:pt x="541950" y="2585855"/>
                  <a:pt x="585941" y="2894613"/>
                </a:cubicBezTo>
                <a:cubicBezTo>
                  <a:pt x="586109" y="2894666"/>
                  <a:pt x="586278" y="2894671"/>
                  <a:pt x="586447" y="2894676"/>
                </a:cubicBezTo>
                <a:lnTo>
                  <a:pt x="586987" y="2901366"/>
                </a:lnTo>
                <a:cubicBezTo>
                  <a:pt x="592044" y="2931610"/>
                  <a:pt x="594493" y="2962495"/>
                  <a:pt x="594451" y="2993823"/>
                </a:cubicBezTo>
                <a:cubicBezTo>
                  <a:pt x="595763" y="2999453"/>
                  <a:pt x="595822" y="3005122"/>
                  <a:pt x="595822" y="3010804"/>
                </a:cubicBezTo>
                <a:cubicBezTo>
                  <a:pt x="595822" y="3014626"/>
                  <a:pt x="595795" y="3018442"/>
                  <a:pt x="595229" y="3022244"/>
                </a:cubicBezTo>
                <a:lnTo>
                  <a:pt x="594730" y="3022211"/>
                </a:lnTo>
                <a:lnTo>
                  <a:pt x="594704" y="3022706"/>
                </a:lnTo>
                <a:lnTo>
                  <a:pt x="577585" y="3021080"/>
                </a:lnTo>
                <a:cubicBezTo>
                  <a:pt x="545211" y="3020553"/>
                  <a:pt x="513331" y="3017572"/>
                  <a:pt x="482159" y="3012018"/>
                </a:cubicBezTo>
                <a:cubicBezTo>
                  <a:pt x="476582" y="3012437"/>
                  <a:pt x="471253" y="3011489"/>
                  <a:pt x="465942" y="3010478"/>
                </a:cubicBezTo>
                <a:lnTo>
                  <a:pt x="465826" y="3009330"/>
                </a:lnTo>
                <a:cubicBezTo>
                  <a:pt x="286401" y="2979630"/>
                  <a:pt x="126428" y="2894586"/>
                  <a:pt x="5028" y="2772859"/>
                </a:cubicBezTo>
                <a:close/>
                <a:moveTo>
                  <a:pt x="0" y="3835888"/>
                </a:moveTo>
                <a:lnTo>
                  <a:pt x="0" y="3704734"/>
                </a:lnTo>
                <a:lnTo>
                  <a:pt x="9314" y="3702032"/>
                </a:lnTo>
                <a:cubicBezTo>
                  <a:pt x="235521" y="3618257"/>
                  <a:pt x="405837" y="3425697"/>
                  <a:pt x="452453" y="3190516"/>
                </a:cubicBezTo>
                <a:cubicBezTo>
                  <a:pt x="280459" y="3227190"/>
                  <a:pt x="132038" y="3324188"/>
                  <a:pt x="31903" y="3457400"/>
                </a:cubicBezTo>
                <a:lnTo>
                  <a:pt x="0" y="3506992"/>
                </a:lnTo>
                <a:lnTo>
                  <a:pt x="0" y="3300549"/>
                </a:lnTo>
                <a:lnTo>
                  <a:pt x="5025" y="3294705"/>
                </a:lnTo>
                <a:cubicBezTo>
                  <a:pt x="126426" y="3173934"/>
                  <a:pt x="286398" y="3089558"/>
                  <a:pt x="465823" y="3060092"/>
                </a:cubicBezTo>
                <a:lnTo>
                  <a:pt x="465940" y="3058953"/>
                </a:lnTo>
                <a:cubicBezTo>
                  <a:pt x="471249" y="3057951"/>
                  <a:pt x="476577" y="3057010"/>
                  <a:pt x="482153" y="3057426"/>
                </a:cubicBezTo>
                <a:cubicBezTo>
                  <a:pt x="513336" y="3051913"/>
                  <a:pt x="545229" y="3048955"/>
                  <a:pt x="577614" y="3048432"/>
                </a:cubicBezTo>
                <a:lnTo>
                  <a:pt x="594702" y="3046822"/>
                </a:lnTo>
                <a:lnTo>
                  <a:pt x="594728" y="3047312"/>
                </a:lnTo>
                <a:lnTo>
                  <a:pt x="595226" y="3047280"/>
                </a:lnTo>
                <a:lnTo>
                  <a:pt x="595820" y="3058630"/>
                </a:lnTo>
                <a:cubicBezTo>
                  <a:pt x="595820" y="3064266"/>
                  <a:pt x="595761" y="3069889"/>
                  <a:pt x="594449" y="3075472"/>
                </a:cubicBezTo>
                <a:cubicBezTo>
                  <a:pt x="594491" y="3106561"/>
                  <a:pt x="592041" y="3137210"/>
                  <a:pt x="586982" y="3167222"/>
                </a:cubicBezTo>
                <a:lnTo>
                  <a:pt x="586444" y="3173846"/>
                </a:lnTo>
                <a:cubicBezTo>
                  <a:pt x="586274" y="3173851"/>
                  <a:pt x="586106" y="3173856"/>
                  <a:pt x="585938" y="3173908"/>
                </a:cubicBezTo>
                <a:cubicBezTo>
                  <a:pt x="541948" y="3480240"/>
                  <a:pt x="321278" y="3731813"/>
                  <a:pt x="26396" y="3829400"/>
                </a:cubicBezTo>
                <a:close/>
                <a:moveTo>
                  <a:pt x="0" y="4056079"/>
                </a:moveTo>
                <a:lnTo>
                  <a:pt x="0" y="3923091"/>
                </a:lnTo>
                <a:lnTo>
                  <a:pt x="9850" y="3925425"/>
                </a:lnTo>
                <a:cubicBezTo>
                  <a:pt x="194718" y="3982914"/>
                  <a:pt x="351664" y="4101018"/>
                  <a:pt x="456028" y="4255797"/>
                </a:cubicBezTo>
                <a:lnTo>
                  <a:pt x="484473" y="4305008"/>
                </a:lnTo>
                <a:lnTo>
                  <a:pt x="333423" y="4305008"/>
                </a:lnTo>
                <a:lnTo>
                  <a:pt x="281300" y="4241205"/>
                </a:lnTo>
                <a:cubicBezTo>
                  <a:pt x="223282" y="4178491"/>
                  <a:pt x="153561" y="4126262"/>
                  <a:pt x="75476" y="4087725"/>
                </a:cubicBezTo>
                <a:close/>
                <a:moveTo>
                  <a:pt x="0" y="4305008"/>
                </a:moveTo>
                <a:lnTo>
                  <a:pt x="0" y="4256099"/>
                </a:lnTo>
                <a:lnTo>
                  <a:pt x="8327" y="4271827"/>
                </a:lnTo>
                <a:lnTo>
                  <a:pt x="35009" y="430500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7" name="Rectangle 6">
            <a:extLst>
              <a:ext uri="{FF2B5EF4-FFF2-40B4-BE49-F238E27FC236}">
                <a16:creationId xmlns:a16="http://schemas.microsoft.com/office/drawing/2014/main" id="{1B26E892-1320-40AA-9CA1-246721C187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28592" y="620720"/>
            <a:ext cx="7323231" cy="55931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1B4B0F-6D44-C786-2C70-27602FB34984}"/>
              </a:ext>
            </a:extLst>
          </p:cNvPr>
          <p:cNvSpPr>
            <a:spLocks noGrp="1"/>
          </p:cNvSpPr>
          <p:nvPr>
            <p:ph type="ctrTitle"/>
          </p:nvPr>
        </p:nvSpPr>
        <p:spPr>
          <a:xfrm>
            <a:off x="4713224" y="1105351"/>
            <a:ext cx="6353967" cy="3023981"/>
          </a:xfrm>
        </p:spPr>
        <p:txBody>
          <a:bodyPr anchor="b">
            <a:normAutofit/>
          </a:bodyPr>
          <a:lstStyle/>
          <a:p>
            <a:pPr algn="l"/>
            <a:r>
              <a:rPr lang="en-US" sz="4800" dirty="0">
                <a:solidFill>
                  <a:srgbClr val="FFFFFF"/>
                </a:solidFill>
              </a:rPr>
              <a:t>Let’s try it</a:t>
            </a:r>
          </a:p>
        </p:txBody>
      </p:sp>
      <p:sp>
        <p:nvSpPr>
          <p:cNvPr id="3" name="Subtitle 2">
            <a:extLst>
              <a:ext uri="{FF2B5EF4-FFF2-40B4-BE49-F238E27FC236}">
                <a16:creationId xmlns:a16="http://schemas.microsoft.com/office/drawing/2014/main" id="{30C2824A-E1E5-C4E9-3C4E-52A240A1A2F0}"/>
              </a:ext>
            </a:extLst>
          </p:cNvPr>
          <p:cNvSpPr>
            <a:spLocks noGrp="1"/>
          </p:cNvSpPr>
          <p:nvPr>
            <p:ph type="subTitle" idx="1"/>
          </p:nvPr>
        </p:nvSpPr>
        <p:spPr>
          <a:xfrm>
            <a:off x="4713224" y="4297556"/>
            <a:ext cx="6353968" cy="1433391"/>
          </a:xfrm>
        </p:spPr>
        <p:txBody>
          <a:bodyPr anchor="t">
            <a:normAutofit/>
          </a:bodyPr>
          <a:lstStyle/>
          <a:p>
            <a:endParaRPr lang="en-US">
              <a:solidFill>
                <a:srgbClr val="FFFFFF"/>
              </a:solidFill>
            </a:endParaRPr>
          </a:p>
        </p:txBody>
      </p:sp>
      <p:cxnSp>
        <p:nvCxnSpPr>
          <p:cNvPr id="9" name="Straight Connector 8">
            <a:extLst>
              <a:ext uri="{FF2B5EF4-FFF2-40B4-BE49-F238E27FC236}">
                <a16:creationId xmlns:a16="http://schemas.microsoft.com/office/drawing/2014/main" id="{C9A1F79C-E4D1-4AAE-BA11-3A09005252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42932" y="4214336"/>
            <a:ext cx="5120640"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useBgFill="1">
        <p:nvSpPr>
          <p:cNvPr id="11" name="Rectangle 10">
            <a:extLst>
              <a:ext uri="{FF2B5EF4-FFF2-40B4-BE49-F238E27FC236}">
                <a16:creationId xmlns:a16="http://schemas.microsoft.com/office/drawing/2014/main" id="{C170DF7D-4686-4BD5-A9CD-C896492846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4000" y="-2"/>
            <a:ext cx="164592"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111653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normAutofit/>
          </a:bodyPr>
          <a:lstStyle/>
          <a:p>
            <a:r>
              <a:rPr lang="en-US" dirty="0"/>
              <a:t>Pattern recognition</a:t>
            </a:r>
          </a:p>
        </p:txBody>
      </p:sp>
      <p:sp>
        <p:nvSpPr>
          <p:cNvPr id="12" name="TextBox 12"/>
          <p:cNvSpPr txBox="1"/>
          <p:nvPr/>
        </p:nvSpPr>
        <p:spPr>
          <a:xfrm>
            <a:off x="8778240" y="109728"/>
            <a:ext cx="3017520" cy="566928"/>
          </a:xfrm>
          <a:prstGeom prst="rect">
            <a:avLst/>
          </a:prstGeom>
          <a:noFill/>
        </p:spPr>
        <p:txBody>
          <a:bodyPr wrap="square" lIns="0" tIns="0" rIns="0" bIns="0" rtlCol="0" anchor="t"/>
          <a:lstStyle/>
          <a:p>
            <a:pPr algn="r"/>
            <a:r>
              <a:rPr lang="en-US" sz="3600" b="1" dirty="0">
                <a:solidFill>
                  <a:srgbClr val="1CADE4"/>
                </a:solidFill>
              </a:rPr>
              <a:t>Exercise</a:t>
            </a:r>
          </a:p>
        </p:txBody>
      </p:sp>
      <p:sp>
        <p:nvSpPr>
          <p:cNvPr id="13" name="TextBox 13"/>
          <p:cNvSpPr txBox="1"/>
          <p:nvPr/>
        </p:nvSpPr>
        <p:spPr>
          <a:xfrm>
            <a:off x="1024128" y="1965960"/>
            <a:ext cx="9692640" cy="384048"/>
          </a:xfrm>
          <a:prstGeom prst="rect">
            <a:avLst/>
          </a:prstGeom>
          <a:noFill/>
        </p:spPr>
        <p:txBody>
          <a:bodyPr wrap="square" lIns="0" tIns="0" rIns="0" bIns="0" rtlCol="0" anchor="t"/>
          <a:lstStyle/>
          <a:p>
            <a:r>
              <a:rPr lang="en-US" sz="2000" b="1" dirty="0">
                <a:solidFill>
                  <a:srgbClr val="1B7FA6"/>
                </a:solidFill>
              </a:rPr>
              <a:t>Objective 2: Use patterns to generalize a solution</a:t>
            </a:r>
          </a:p>
        </p:txBody>
      </p:sp>
      <p:sp>
        <p:nvSpPr>
          <p:cNvPr id="14" name="TextBox 14"/>
          <p:cNvSpPr txBox="1"/>
          <p:nvPr/>
        </p:nvSpPr>
        <p:spPr>
          <a:xfrm>
            <a:off x="1024128" y="2423160"/>
            <a:ext cx="5394960" cy="3474720"/>
          </a:xfrm>
          <a:prstGeom prst="rect">
            <a:avLst/>
          </a:prstGeom>
          <a:noFill/>
        </p:spPr>
        <p:txBody>
          <a:bodyPr wrap="square" lIns="91440" tIns="91440" rIns="91440" bIns="91440" rtlCol="0" anchor="t">
            <a:normAutofit/>
          </a:bodyPr>
          <a:lstStyle/>
          <a:p>
            <a:pPr marL="457200" lvl="0" indent="-457200">
              <a:spcAft>
                <a:spcPts val="600"/>
              </a:spcAft>
              <a:buFont typeface="+mj-lt"/>
              <a:buAutoNum type="arabicPeriod"/>
            </a:pPr>
            <a:r>
              <a:rPr lang="en-US" dirty="0"/>
              <a:t>Run the starter code in Exercise 2. It works for glucose in ICU patients only. But you want this for all patient types and selected tests.</a:t>
            </a:r>
          </a:p>
          <a:p>
            <a:pPr marL="457200" lvl="0" indent="-457200">
              <a:spcAft>
                <a:spcPts val="200"/>
              </a:spcAft>
              <a:buFont typeface="+mj-lt"/>
              <a:buAutoNum type="arabicPeriod"/>
            </a:pPr>
            <a:r>
              <a:rPr lang="en-US" dirty="0"/>
              <a:t>Paste the starter code into Claude. Ask it to generalize:</a:t>
            </a:r>
          </a:p>
          <a:p>
            <a:pPr marL="800100" lvl="2">
              <a:spcAft>
                <a:spcPts val="200"/>
              </a:spcAft>
            </a:pPr>
            <a:r>
              <a:rPr lang="en-US" dirty="0"/>
              <a:t>A) every patient type, glucose only</a:t>
            </a:r>
          </a:p>
          <a:p>
            <a:pPr marL="800100" lvl="2">
              <a:spcAft>
                <a:spcPts val="600"/>
              </a:spcAft>
            </a:pPr>
            <a:r>
              <a:rPr lang="en-US" dirty="0"/>
              <a:t>B) every test you kept, every patient type</a:t>
            </a:r>
          </a:p>
          <a:p>
            <a:pPr marL="457200" lvl="0" indent="-457200">
              <a:spcAft>
                <a:spcPts val="600"/>
              </a:spcAft>
              <a:buFont typeface="+mj-lt"/>
              <a:buAutoNum type="arabicPeriod"/>
            </a:pPr>
            <a:r>
              <a:rPr lang="en-US" dirty="0"/>
              <a:t>Run each version. How many rows? Compare the medians.</a:t>
            </a:r>
          </a:p>
          <a:p>
            <a:pPr marL="457200" lvl="0" indent="-457200">
              <a:spcAft>
                <a:spcPts val="600"/>
              </a:spcAft>
              <a:buFont typeface="+mj-lt"/>
              <a:buAutoNum type="arabicPeriod"/>
            </a:pPr>
            <a:r>
              <a:rPr lang="en-US" dirty="0"/>
              <a:t>Which words in the code did the generalizing?</a:t>
            </a:r>
          </a:p>
        </p:txBody>
      </p:sp>
      <p:sp>
        <p:nvSpPr>
          <p:cNvPr id="15" name="TextBox 15"/>
          <p:cNvSpPr txBox="1"/>
          <p:nvPr/>
        </p:nvSpPr>
        <p:spPr>
          <a:xfrm>
            <a:off x="7205472" y="2423160"/>
            <a:ext cx="3962400" cy="1925321"/>
          </a:xfrm>
          <a:prstGeom prst="rect">
            <a:avLst/>
          </a:prstGeom>
          <a:solidFill>
            <a:srgbClr val="EEF3F6"/>
          </a:solidFill>
        </p:spPr>
        <p:txBody>
          <a:bodyPr wrap="square" lIns="137160" tIns="137160" rIns="137160" bIns="137160" rtlCol="0" anchor="t">
            <a:normAutofit/>
          </a:bodyPr>
          <a:lstStyle/>
          <a:p>
            <a:pPr marL="0" indent="0">
              <a:buNone/>
            </a:pPr>
            <a:r>
              <a:rPr lang="en-US" sz="1400" dirty="0">
                <a:solidFill>
                  <a:srgbClr val="1F2A30"/>
                </a:solidFill>
                <a:latin typeface="Courier New"/>
                <a:cs typeface="Courier New"/>
              </a:rPr>
              <a:t># starter code is the pattern</a:t>
            </a:r>
          </a:p>
          <a:p>
            <a:pPr marL="0" indent="0">
              <a:buNone/>
            </a:pPr>
            <a:r>
              <a:rPr lang="en-US" sz="1400" dirty="0">
                <a:solidFill>
                  <a:srgbClr val="1F2A30"/>
                </a:solidFill>
                <a:latin typeface="Courier New"/>
                <a:cs typeface="Courier New"/>
              </a:rPr>
              <a:t>chem |&gt;</a:t>
            </a:r>
          </a:p>
          <a:p>
            <a:pPr marL="0" indent="0">
              <a:buNone/>
            </a:pPr>
            <a:r>
              <a:rPr lang="en-US" sz="1400" dirty="0">
                <a:solidFill>
                  <a:srgbClr val="1F2A30"/>
                </a:solidFill>
                <a:latin typeface="Courier New"/>
                <a:cs typeface="Courier New"/>
              </a:rPr>
              <a:t>  filter(test == "glucose",</a:t>
            </a:r>
          </a:p>
          <a:p>
            <a:pPr marL="0" indent="0">
              <a:buNone/>
            </a:pPr>
            <a:r>
              <a:rPr lang="en-US" sz="1400" dirty="0">
                <a:solidFill>
                  <a:srgbClr val="1F2A30"/>
                </a:solidFill>
                <a:latin typeface="Courier New"/>
                <a:cs typeface="Courier New"/>
              </a:rPr>
              <a:t>         pat_type == "icu") |&gt;</a:t>
            </a:r>
          </a:p>
          <a:p>
            <a:pPr marL="0" indent="0">
              <a:buNone/>
            </a:pPr>
            <a:r>
              <a:rPr lang="en-US" sz="1400" dirty="0">
                <a:solidFill>
                  <a:srgbClr val="1F2A30"/>
                </a:solidFill>
                <a:latin typeface="Courier New"/>
                <a:cs typeface="Courier New"/>
              </a:rPr>
              <a:t>  summarize(</a:t>
            </a:r>
          </a:p>
          <a:p>
            <a:pPr marL="0" indent="0">
              <a:buNone/>
            </a:pPr>
            <a:r>
              <a:rPr lang="en-US" sz="1400" dirty="0">
                <a:solidFill>
                  <a:srgbClr val="1F2A30"/>
                </a:solidFill>
                <a:latin typeface="Courier New"/>
                <a:cs typeface="Courier New"/>
              </a:rPr>
              <a:t>    n_results = n(),</a:t>
            </a:r>
          </a:p>
          <a:p>
            <a:pPr marL="0" indent="0">
              <a:buNone/>
            </a:pPr>
            <a:r>
              <a:rPr lang="en-US" sz="1400" dirty="0">
                <a:solidFill>
                  <a:srgbClr val="1F2A30"/>
                </a:solidFill>
                <a:latin typeface="Courier New"/>
                <a:cs typeface="Courier New"/>
              </a:rPr>
              <a:t>    median_value = median(value))</a:t>
            </a:r>
          </a:p>
        </p:txBody>
      </p:sp>
      <p:sp>
        <p:nvSpPr>
          <p:cNvPr id="2" name="Bent Arrow 1">
            <a:extLst>
              <a:ext uri="{FF2B5EF4-FFF2-40B4-BE49-F238E27FC236}">
                <a16:creationId xmlns:a16="http://schemas.microsoft.com/office/drawing/2014/main" id="{1303F4AA-47A7-2B79-3EBE-5579CEDC233D}"/>
              </a:ext>
            </a:extLst>
          </p:cNvPr>
          <p:cNvSpPr/>
          <p:nvPr/>
        </p:nvSpPr>
        <p:spPr>
          <a:xfrm rot="10800000">
            <a:off x="9697513" y="4231294"/>
            <a:ext cx="1019255" cy="851665"/>
          </a:xfrm>
          <a:prstGeom prst="bentArrow">
            <a:avLst/>
          </a:prstGeom>
          <a:ln>
            <a:solidFill>
              <a:schemeClr val="tx1">
                <a:lumMod val="50000"/>
                <a:lumOff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solidFill>
                <a:schemeClr val="tx1"/>
              </a:solidFill>
            </a:endParaRPr>
          </a:p>
        </p:txBody>
      </p:sp>
      <p:sp>
        <p:nvSpPr>
          <p:cNvPr id="3" name="TextBox 2">
            <a:extLst>
              <a:ext uri="{FF2B5EF4-FFF2-40B4-BE49-F238E27FC236}">
                <a16:creationId xmlns:a16="http://schemas.microsoft.com/office/drawing/2014/main" id="{FA0280D6-598D-25CC-C9F8-06EA075F0C0F}"/>
              </a:ext>
            </a:extLst>
          </p:cNvPr>
          <p:cNvSpPr txBox="1"/>
          <p:nvPr/>
        </p:nvSpPr>
        <p:spPr>
          <a:xfrm>
            <a:off x="7205472" y="4483870"/>
            <a:ext cx="2816860" cy="1323439"/>
          </a:xfrm>
          <a:prstGeom prst="rect">
            <a:avLst/>
          </a:prstGeom>
          <a:noFill/>
        </p:spPr>
        <p:txBody>
          <a:bodyPr wrap="square" rtlCol="0">
            <a:spAutoFit/>
          </a:bodyPr>
          <a:lstStyle/>
          <a:p>
            <a:r>
              <a:rPr lang="en-US" sz="2000" dirty="0"/>
              <a:t>Apply this pattern to generate the same summary for every test kept and all patient types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2"/>
          <p:cNvSpPr txBox="1"/>
          <p:nvPr/>
        </p:nvSpPr>
        <p:spPr>
          <a:xfrm>
            <a:off x="4305427" y="2400680"/>
            <a:ext cx="3530092" cy="1791211"/>
          </a:xfrm>
          <a:prstGeom prst="rect">
            <a:avLst/>
          </a:prstGeom>
          <a:solidFill>
            <a:srgbClr val="EEF3F6"/>
          </a:solidFill>
        </p:spPr>
        <p:txBody>
          <a:bodyPr wrap="square" lIns="137160" tIns="137160" rIns="137160" bIns="137160" rtlCol="0" anchor="t">
            <a:noAutofit/>
          </a:bodyPr>
          <a:lstStyle/>
          <a:p>
            <a:pPr marL="0" indent="0">
              <a:buNone/>
            </a:pPr>
            <a:r>
              <a:rPr lang="en-US" sz="1400" dirty="0">
                <a:solidFill>
                  <a:srgbClr val="1F2A30"/>
                </a:solidFill>
                <a:latin typeface="Courier New"/>
                <a:cs typeface="Courier New"/>
              </a:rPr>
              <a:t>chem |&gt;</a:t>
            </a:r>
          </a:p>
          <a:p>
            <a:pPr marL="0" indent="0">
              <a:buNone/>
            </a:pPr>
            <a:r>
              <a:rPr lang="en-US" sz="1400" dirty="0">
                <a:solidFill>
                  <a:srgbClr val="1F2A30"/>
                </a:solidFill>
                <a:latin typeface="Courier New"/>
                <a:cs typeface="Courier New"/>
              </a:rPr>
              <a:t>  filter(test == "glucose") |&gt;</a:t>
            </a:r>
          </a:p>
          <a:p>
            <a:pPr marL="0" indent="0">
              <a:buNone/>
            </a:pPr>
            <a:r>
              <a:rPr lang="en-US" sz="1400" dirty="0">
                <a:solidFill>
                  <a:srgbClr val="1F2A30"/>
                </a:solidFill>
                <a:latin typeface="Courier New"/>
                <a:cs typeface="Courier New"/>
              </a:rPr>
              <a:t>  group_by(pat_type) |&gt;</a:t>
            </a:r>
          </a:p>
          <a:p>
            <a:pPr marL="0" indent="0">
              <a:buNone/>
            </a:pPr>
            <a:r>
              <a:rPr lang="en-US" sz="1400" dirty="0">
                <a:solidFill>
                  <a:srgbClr val="1F2A30"/>
                </a:solidFill>
                <a:latin typeface="Courier New"/>
                <a:cs typeface="Courier New"/>
              </a:rPr>
              <a:t>  summarize(</a:t>
            </a:r>
            <a:r>
              <a:rPr lang="en-US" sz="1400" dirty="0" err="1">
                <a:solidFill>
                  <a:srgbClr val="1F2A30"/>
                </a:solidFill>
                <a:latin typeface="Courier New"/>
                <a:cs typeface="Courier New"/>
              </a:rPr>
              <a:t>n_results</a:t>
            </a:r>
            <a:r>
              <a:rPr lang="en-US" sz="1400" dirty="0">
                <a:solidFill>
                  <a:srgbClr val="1F2A30"/>
                </a:solidFill>
                <a:latin typeface="Courier New"/>
                <a:cs typeface="Courier New"/>
              </a:rPr>
              <a:t> = n(),</a:t>
            </a:r>
          </a:p>
          <a:p>
            <a:pPr marL="0" indent="0">
              <a:buNone/>
            </a:pPr>
            <a:r>
              <a:rPr lang="en-US" sz="1400" dirty="0">
                <a:solidFill>
                  <a:srgbClr val="1F2A30"/>
                </a:solidFill>
                <a:latin typeface="Courier New"/>
                <a:cs typeface="Courier New"/>
              </a:rPr>
              <a:t>            median_value = </a:t>
            </a:r>
          </a:p>
          <a:p>
            <a:pPr marL="0" indent="0">
              <a:buNone/>
            </a:pPr>
            <a:r>
              <a:rPr lang="en-US" sz="1400" dirty="0">
                <a:solidFill>
                  <a:srgbClr val="1F2A30"/>
                </a:solidFill>
                <a:latin typeface="Courier New"/>
                <a:cs typeface="Courier New"/>
              </a:rPr>
              <a:t>			median(value))</a:t>
            </a:r>
          </a:p>
        </p:txBody>
      </p:sp>
      <p:sp>
        <p:nvSpPr>
          <p:cNvPr id="13" name="TextBox 13"/>
          <p:cNvSpPr txBox="1"/>
          <p:nvPr/>
        </p:nvSpPr>
        <p:spPr>
          <a:xfrm>
            <a:off x="4305427" y="1292737"/>
            <a:ext cx="3530093" cy="1099819"/>
          </a:xfrm>
          <a:prstGeom prst="rect">
            <a:avLst/>
          </a:prstGeom>
          <a:noFill/>
        </p:spPr>
        <p:txBody>
          <a:bodyPr wrap="square" lIns="91440" tIns="91440" rIns="91440" bIns="91440" rtlCol="0" anchor="t">
            <a:normAutofit/>
          </a:bodyPr>
          <a:lstStyle/>
          <a:p>
            <a:pPr lvl="0">
              <a:spcAft>
                <a:spcPts val="600"/>
              </a:spcAft>
            </a:pPr>
            <a:r>
              <a:rPr lang="en-US" sz="1700" dirty="0"/>
              <a:t>One </a:t>
            </a:r>
            <a:r>
              <a:rPr lang="en-US" sz="1700" dirty="0">
                <a:latin typeface="Courier New"/>
                <a:cs typeface="Courier New"/>
              </a:rPr>
              <a:t>filter()</a:t>
            </a:r>
            <a:r>
              <a:rPr lang="en-US" sz="1700" dirty="0"/>
              <a:t> condition became one </a:t>
            </a:r>
            <a:r>
              <a:rPr lang="en-US" sz="1700" dirty="0">
                <a:latin typeface="Courier New"/>
                <a:cs typeface="Courier New"/>
              </a:rPr>
              <a:t>group_by()</a:t>
            </a:r>
            <a:r>
              <a:rPr lang="en-US" sz="1700" dirty="0"/>
              <a:t>. Generalizes to every </a:t>
            </a:r>
            <a:r>
              <a:rPr lang="en-US" sz="1700" dirty="0" err="1"/>
              <a:t>pat_type</a:t>
            </a:r>
            <a:r>
              <a:rPr lang="en-US" sz="1700" dirty="0"/>
              <a:t> for glucose.</a:t>
            </a:r>
          </a:p>
        </p:txBody>
      </p:sp>
      <p:sp>
        <p:nvSpPr>
          <p:cNvPr id="3" name="TextBox 15">
            <a:extLst>
              <a:ext uri="{FF2B5EF4-FFF2-40B4-BE49-F238E27FC236}">
                <a16:creationId xmlns:a16="http://schemas.microsoft.com/office/drawing/2014/main" id="{35B964B6-FE0B-A2FC-D70C-2E936B22E415}"/>
              </a:ext>
            </a:extLst>
          </p:cNvPr>
          <p:cNvSpPr txBox="1"/>
          <p:nvPr/>
        </p:nvSpPr>
        <p:spPr>
          <a:xfrm>
            <a:off x="492760" y="2392557"/>
            <a:ext cx="3530092" cy="1799335"/>
          </a:xfrm>
          <a:prstGeom prst="rect">
            <a:avLst/>
          </a:prstGeom>
          <a:solidFill>
            <a:srgbClr val="EEF3F6"/>
          </a:solidFill>
        </p:spPr>
        <p:txBody>
          <a:bodyPr wrap="square" lIns="137160" tIns="137160" rIns="137160" bIns="137160" rtlCol="0" anchor="t">
            <a:noAutofit/>
          </a:bodyPr>
          <a:lstStyle/>
          <a:p>
            <a:pPr marL="0" indent="0">
              <a:buNone/>
            </a:pPr>
            <a:r>
              <a:rPr lang="en-US" sz="1400" dirty="0">
                <a:solidFill>
                  <a:srgbClr val="1F2A30"/>
                </a:solidFill>
                <a:latin typeface="Courier New"/>
                <a:cs typeface="Courier New"/>
              </a:rPr>
              <a:t>chem |&gt;</a:t>
            </a:r>
          </a:p>
          <a:p>
            <a:pPr marL="0" indent="0">
              <a:buNone/>
            </a:pPr>
            <a:r>
              <a:rPr lang="en-US" sz="1400" dirty="0">
                <a:solidFill>
                  <a:srgbClr val="1F2A30"/>
                </a:solidFill>
                <a:latin typeface="Courier New"/>
                <a:cs typeface="Courier New"/>
              </a:rPr>
              <a:t>  filter(test == "glucose",</a:t>
            </a:r>
          </a:p>
          <a:p>
            <a:pPr marL="0" indent="0">
              <a:buNone/>
            </a:pPr>
            <a:r>
              <a:rPr lang="en-US" sz="1400" dirty="0">
                <a:solidFill>
                  <a:srgbClr val="1F2A30"/>
                </a:solidFill>
                <a:latin typeface="Courier New"/>
                <a:cs typeface="Courier New"/>
              </a:rPr>
              <a:t>         pat_type == "icu") |&gt;</a:t>
            </a:r>
          </a:p>
          <a:p>
            <a:pPr marL="0" indent="0">
              <a:buNone/>
            </a:pPr>
            <a:r>
              <a:rPr lang="en-US" sz="1400" dirty="0">
                <a:solidFill>
                  <a:srgbClr val="1F2A30"/>
                </a:solidFill>
                <a:latin typeface="Courier New"/>
                <a:cs typeface="Courier New"/>
              </a:rPr>
              <a:t>  summarize(</a:t>
            </a:r>
          </a:p>
          <a:p>
            <a:pPr marL="0" indent="0">
              <a:buNone/>
            </a:pPr>
            <a:r>
              <a:rPr lang="en-US" sz="1400" dirty="0">
                <a:solidFill>
                  <a:srgbClr val="1F2A30"/>
                </a:solidFill>
                <a:latin typeface="Courier New"/>
                <a:cs typeface="Courier New"/>
              </a:rPr>
              <a:t>    n_results = n(),</a:t>
            </a:r>
          </a:p>
          <a:p>
            <a:pPr marL="0" indent="0">
              <a:buNone/>
            </a:pPr>
            <a:r>
              <a:rPr lang="en-US" sz="1400" dirty="0">
                <a:solidFill>
                  <a:srgbClr val="1F2A30"/>
                </a:solidFill>
                <a:latin typeface="Courier New"/>
                <a:cs typeface="Courier New"/>
              </a:rPr>
              <a:t>    median_value = 			</a:t>
            </a:r>
          </a:p>
          <a:p>
            <a:pPr marL="0" indent="0">
              <a:buNone/>
            </a:pPr>
            <a:r>
              <a:rPr lang="en-US" sz="1400" dirty="0">
                <a:solidFill>
                  <a:srgbClr val="1F2A30"/>
                </a:solidFill>
                <a:latin typeface="Courier New"/>
                <a:cs typeface="Courier New"/>
              </a:rPr>
              <a:t>	median(value))</a:t>
            </a:r>
          </a:p>
        </p:txBody>
      </p:sp>
      <p:sp>
        <p:nvSpPr>
          <p:cNvPr id="4" name="TextBox 12">
            <a:extLst>
              <a:ext uri="{FF2B5EF4-FFF2-40B4-BE49-F238E27FC236}">
                <a16:creationId xmlns:a16="http://schemas.microsoft.com/office/drawing/2014/main" id="{C0A2CC82-334E-773D-B52E-DE77D10ED94F}"/>
              </a:ext>
            </a:extLst>
          </p:cNvPr>
          <p:cNvSpPr txBox="1"/>
          <p:nvPr/>
        </p:nvSpPr>
        <p:spPr>
          <a:xfrm>
            <a:off x="8143240" y="2400682"/>
            <a:ext cx="3530092" cy="1791210"/>
          </a:xfrm>
          <a:prstGeom prst="rect">
            <a:avLst/>
          </a:prstGeom>
          <a:solidFill>
            <a:srgbClr val="EEF3F6"/>
          </a:solidFill>
        </p:spPr>
        <p:txBody>
          <a:bodyPr wrap="square" lIns="137160" tIns="137160" rIns="137160" bIns="137160" rtlCol="0" anchor="t">
            <a:normAutofit/>
          </a:bodyPr>
          <a:lstStyle/>
          <a:p>
            <a:pPr marL="0" indent="0">
              <a:buNone/>
            </a:pPr>
            <a:r>
              <a:rPr lang="en-US" sz="1400" dirty="0">
                <a:solidFill>
                  <a:srgbClr val="1F2A30"/>
                </a:solidFill>
                <a:latin typeface="Courier New"/>
                <a:cs typeface="Courier New"/>
              </a:rPr>
              <a:t>chem |&gt;</a:t>
            </a:r>
          </a:p>
          <a:p>
            <a:pPr marL="0" indent="0">
              <a:buNone/>
            </a:pPr>
            <a:r>
              <a:rPr lang="en-US" sz="1400" dirty="0">
                <a:solidFill>
                  <a:srgbClr val="1F2A30"/>
                </a:solidFill>
                <a:latin typeface="Courier New"/>
                <a:cs typeface="Courier New"/>
              </a:rPr>
              <a:t>  </a:t>
            </a:r>
            <a:r>
              <a:rPr lang="en-US" sz="1400" dirty="0" err="1">
                <a:solidFill>
                  <a:srgbClr val="1F2A30"/>
                </a:solidFill>
                <a:latin typeface="Courier New"/>
                <a:cs typeface="Courier New"/>
              </a:rPr>
              <a:t>group_by</a:t>
            </a:r>
            <a:r>
              <a:rPr lang="en-US" sz="1400" dirty="0">
                <a:solidFill>
                  <a:srgbClr val="1F2A30"/>
                </a:solidFill>
                <a:latin typeface="Courier New"/>
                <a:cs typeface="Courier New"/>
              </a:rPr>
              <a:t>(test, </a:t>
            </a:r>
            <a:r>
              <a:rPr lang="en-US" sz="1400" dirty="0" err="1">
                <a:solidFill>
                  <a:srgbClr val="1F2A30"/>
                </a:solidFill>
                <a:latin typeface="Courier New"/>
                <a:cs typeface="Courier New"/>
              </a:rPr>
              <a:t>pat_type</a:t>
            </a:r>
            <a:r>
              <a:rPr lang="en-US" sz="1400" dirty="0">
                <a:solidFill>
                  <a:srgbClr val="1F2A30"/>
                </a:solidFill>
                <a:latin typeface="Courier New"/>
                <a:cs typeface="Courier New"/>
              </a:rPr>
              <a:t>) |&gt;</a:t>
            </a:r>
          </a:p>
          <a:p>
            <a:pPr marL="0" indent="0">
              <a:buNone/>
            </a:pPr>
            <a:r>
              <a:rPr lang="en-US" sz="1400" dirty="0">
                <a:solidFill>
                  <a:srgbClr val="1F2A30"/>
                </a:solidFill>
                <a:latin typeface="Courier New"/>
                <a:cs typeface="Courier New"/>
              </a:rPr>
              <a:t>  summarize(n_results = n(),</a:t>
            </a:r>
          </a:p>
          <a:p>
            <a:pPr marL="0" indent="0">
              <a:buNone/>
            </a:pPr>
            <a:r>
              <a:rPr lang="en-US" sz="1400" dirty="0">
                <a:solidFill>
                  <a:srgbClr val="1F2A30"/>
                </a:solidFill>
                <a:latin typeface="Courier New"/>
                <a:cs typeface="Courier New"/>
              </a:rPr>
              <a:t>            median_value = </a:t>
            </a:r>
          </a:p>
          <a:p>
            <a:pPr marL="0" indent="0">
              <a:buNone/>
            </a:pPr>
            <a:r>
              <a:rPr lang="en-US" sz="1400" dirty="0">
                <a:solidFill>
                  <a:srgbClr val="1F2A30"/>
                </a:solidFill>
                <a:latin typeface="Courier New"/>
                <a:cs typeface="Courier New"/>
              </a:rPr>
              <a:t>			median(value))</a:t>
            </a:r>
          </a:p>
        </p:txBody>
      </p:sp>
      <p:sp>
        <p:nvSpPr>
          <p:cNvPr id="5" name="TextBox 12">
            <a:extLst>
              <a:ext uri="{FF2B5EF4-FFF2-40B4-BE49-F238E27FC236}">
                <a16:creationId xmlns:a16="http://schemas.microsoft.com/office/drawing/2014/main" id="{C270D2FD-CC8C-1DD1-F40A-7CB28AE49EEA}"/>
              </a:ext>
            </a:extLst>
          </p:cNvPr>
          <p:cNvSpPr txBox="1"/>
          <p:nvPr/>
        </p:nvSpPr>
        <p:spPr>
          <a:xfrm>
            <a:off x="4305427" y="4527048"/>
            <a:ext cx="3581146" cy="1659638"/>
          </a:xfrm>
          <a:prstGeom prst="rect">
            <a:avLst/>
          </a:prstGeom>
          <a:noFill/>
        </p:spPr>
        <p:txBody>
          <a:bodyPr wrap="square" lIns="137160" tIns="137160" rIns="137160" bIns="137160" rtlCol="0" anchor="t">
            <a:normAutofit fontScale="92500"/>
          </a:bodyPr>
          <a:lstStyle/>
          <a:p>
            <a:pPr marL="0" indent="0">
              <a:buNone/>
            </a:pPr>
            <a:r>
              <a:rPr lang="en-US" sz="1200" dirty="0">
                <a:solidFill>
                  <a:srgbClr val="1F2A30"/>
                </a:solidFill>
                <a:latin typeface="Courier New"/>
                <a:cs typeface="Courier New"/>
              </a:rPr>
              <a:t>  </a:t>
            </a:r>
            <a:r>
              <a:rPr lang="en-US" sz="1200" dirty="0" err="1">
                <a:solidFill>
                  <a:srgbClr val="1F2A30"/>
                </a:solidFill>
                <a:latin typeface="Courier New"/>
                <a:cs typeface="Courier New"/>
              </a:rPr>
              <a:t>pat_type</a:t>
            </a:r>
            <a:r>
              <a:rPr lang="en-US" sz="1200" dirty="0">
                <a:solidFill>
                  <a:srgbClr val="1F2A30"/>
                </a:solidFill>
                <a:latin typeface="Courier New"/>
                <a:cs typeface="Courier New"/>
              </a:rPr>
              <a:t>      n_results median_value</a:t>
            </a:r>
          </a:p>
          <a:p>
            <a:pPr marL="0" indent="0">
              <a:buNone/>
            </a:pPr>
            <a:r>
              <a:rPr lang="en-US" sz="1200" dirty="0">
                <a:solidFill>
                  <a:srgbClr val="1F2A30"/>
                </a:solidFill>
                <a:latin typeface="Courier New"/>
                <a:cs typeface="Courier New"/>
              </a:rPr>
              <a:t>1 cancer center      1059           92</a:t>
            </a:r>
          </a:p>
          <a:p>
            <a:pPr marL="0" indent="0">
              <a:buNone/>
            </a:pPr>
            <a:r>
              <a:rPr lang="en-US" sz="1200" dirty="0">
                <a:solidFill>
                  <a:srgbClr val="1F2A30"/>
                </a:solidFill>
                <a:latin typeface="Courier New"/>
                <a:cs typeface="Courier New"/>
              </a:rPr>
              <a:t>2 client             1092           92</a:t>
            </a:r>
          </a:p>
          <a:p>
            <a:pPr marL="0" indent="0">
              <a:buNone/>
            </a:pPr>
            <a:r>
              <a:rPr lang="en-US" sz="1200" dirty="0">
                <a:solidFill>
                  <a:srgbClr val="1F2A30"/>
                </a:solidFill>
                <a:latin typeface="Courier New"/>
                <a:cs typeface="Courier New"/>
              </a:rPr>
              <a:t>3 </a:t>
            </a:r>
            <a:r>
              <a:rPr lang="en-US" sz="1200" dirty="0">
                <a:solidFill>
                  <a:srgbClr val="1F2A30"/>
                </a:solidFill>
                <a:highlight>
                  <a:srgbClr val="FFFF00"/>
                </a:highlight>
                <a:latin typeface="Courier New"/>
                <a:cs typeface="Courier New"/>
              </a:rPr>
              <a:t>icu                1103           92</a:t>
            </a:r>
          </a:p>
          <a:p>
            <a:pPr marL="0" indent="0">
              <a:buNone/>
            </a:pPr>
            <a:r>
              <a:rPr lang="en-US" sz="1200" dirty="0">
                <a:solidFill>
                  <a:srgbClr val="1F2A30"/>
                </a:solidFill>
                <a:latin typeface="Courier New"/>
                <a:cs typeface="Courier New"/>
              </a:rPr>
              <a:t>4 inpatient          1067           92</a:t>
            </a:r>
          </a:p>
          <a:p>
            <a:pPr marL="0" indent="0">
              <a:buNone/>
            </a:pPr>
            <a:r>
              <a:rPr lang="en-US" sz="1200" dirty="0">
                <a:solidFill>
                  <a:srgbClr val="1F2A30"/>
                </a:solidFill>
                <a:latin typeface="Courier New"/>
                <a:cs typeface="Courier New"/>
              </a:rPr>
              <a:t>5 outpatient         1072           92</a:t>
            </a:r>
          </a:p>
          <a:p>
            <a:pPr marL="0" indent="0">
              <a:buNone/>
            </a:pPr>
            <a:r>
              <a:rPr lang="en-US" sz="1200" dirty="0">
                <a:solidFill>
                  <a:srgbClr val="1F2A30"/>
                </a:solidFill>
                <a:latin typeface="Courier New"/>
                <a:cs typeface="Courier New"/>
              </a:rPr>
              <a:t>6 NA                 1088           92</a:t>
            </a:r>
          </a:p>
        </p:txBody>
      </p:sp>
      <p:sp>
        <p:nvSpPr>
          <p:cNvPr id="6" name="TextBox 12">
            <a:extLst>
              <a:ext uri="{FF2B5EF4-FFF2-40B4-BE49-F238E27FC236}">
                <a16:creationId xmlns:a16="http://schemas.microsoft.com/office/drawing/2014/main" id="{CEC27711-F554-3739-E3C0-FC6E48D3450D}"/>
              </a:ext>
            </a:extLst>
          </p:cNvPr>
          <p:cNvSpPr txBox="1"/>
          <p:nvPr/>
        </p:nvSpPr>
        <p:spPr>
          <a:xfrm>
            <a:off x="8139176" y="4527049"/>
            <a:ext cx="3581146" cy="2231138"/>
          </a:xfrm>
          <a:prstGeom prst="rect">
            <a:avLst/>
          </a:prstGeom>
          <a:noFill/>
        </p:spPr>
        <p:txBody>
          <a:bodyPr wrap="square" lIns="137160" tIns="137160" rIns="137160" bIns="137160" rtlCol="0" anchor="t">
            <a:normAutofit fontScale="70000" lnSpcReduction="20000"/>
          </a:bodyPr>
          <a:lstStyle/>
          <a:p>
            <a:pPr marL="0" indent="0">
              <a:buNone/>
            </a:pPr>
            <a:r>
              <a:rPr lang="en-US" sz="1200" dirty="0">
                <a:solidFill>
                  <a:srgbClr val="1F2A30"/>
                </a:solidFill>
                <a:latin typeface="Courier New"/>
                <a:cs typeface="Courier New"/>
              </a:rPr>
              <a:t>   test       </a:t>
            </a:r>
            <a:r>
              <a:rPr lang="en-US" sz="1200" dirty="0" err="1">
                <a:solidFill>
                  <a:srgbClr val="1F2A30"/>
                </a:solidFill>
                <a:latin typeface="Courier New"/>
                <a:cs typeface="Courier New"/>
              </a:rPr>
              <a:t>pat_type</a:t>
            </a:r>
            <a:r>
              <a:rPr lang="en-US" sz="1200" dirty="0">
                <a:solidFill>
                  <a:srgbClr val="1F2A30"/>
                </a:solidFill>
                <a:latin typeface="Courier New"/>
                <a:cs typeface="Courier New"/>
              </a:rPr>
              <a:t>      </a:t>
            </a:r>
            <a:r>
              <a:rPr lang="en-US" sz="1200" dirty="0" err="1">
                <a:solidFill>
                  <a:srgbClr val="1F2A30"/>
                </a:solidFill>
                <a:latin typeface="Courier New"/>
                <a:cs typeface="Courier New"/>
              </a:rPr>
              <a:t>n_results</a:t>
            </a:r>
            <a:r>
              <a:rPr lang="en-US" sz="1200" dirty="0">
                <a:solidFill>
                  <a:srgbClr val="1F2A30"/>
                </a:solidFill>
                <a:latin typeface="Courier New"/>
                <a:cs typeface="Courier New"/>
              </a:rPr>
              <a:t> </a:t>
            </a:r>
            <a:r>
              <a:rPr lang="en-US" sz="1200" dirty="0" err="1">
                <a:solidFill>
                  <a:srgbClr val="1F2A30"/>
                </a:solidFill>
                <a:latin typeface="Courier New"/>
                <a:cs typeface="Courier New"/>
              </a:rPr>
              <a:t>median_value</a:t>
            </a:r>
            <a:endParaRPr lang="en-US" sz="1200" dirty="0">
              <a:solidFill>
                <a:srgbClr val="1F2A30"/>
              </a:solidFill>
              <a:latin typeface="Courier New"/>
              <a:cs typeface="Courier New"/>
            </a:endParaRPr>
          </a:p>
          <a:p>
            <a:pPr marL="0" indent="0">
              <a:buNone/>
            </a:pPr>
            <a:r>
              <a:rPr lang="en-US" sz="1200" dirty="0">
                <a:solidFill>
                  <a:srgbClr val="1F2A30"/>
                </a:solidFill>
                <a:latin typeface="Courier New"/>
                <a:cs typeface="Courier New"/>
              </a:rPr>
              <a:t> 1 creatinine cancer center      1059         0.82</a:t>
            </a:r>
          </a:p>
          <a:p>
            <a:pPr marL="0" indent="0">
              <a:buNone/>
            </a:pPr>
            <a:r>
              <a:rPr lang="en-US" sz="1200" dirty="0">
                <a:solidFill>
                  <a:srgbClr val="1F2A30"/>
                </a:solidFill>
                <a:latin typeface="Courier New"/>
                <a:cs typeface="Courier New"/>
              </a:rPr>
              <a:t> 2 creatinine client             1092         0.82</a:t>
            </a:r>
          </a:p>
          <a:p>
            <a:pPr marL="0" indent="0">
              <a:buNone/>
            </a:pPr>
            <a:r>
              <a:rPr lang="en-US" sz="1200" dirty="0">
                <a:solidFill>
                  <a:srgbClr val="1F2A30"/>
                </a:solidFill>
                <a:latin typeface="Courier New"/>
                <a:cs typeface="Courier New"/>
              </a:rPr>
              <a:t> 3 creatinine </a:t>
            </a:r>
            <a:r>
              <a:rPr lang="en-US" sz="1200" dirty="0" err="1">
                <a:solidFill>
                  <a:srgbClr val="1F2A30"/>
                </a:solidFill>
                <a:latin typeface="Courier New"/>
                <a:cs typeface="Courier New"/>
              </a:rPr>
              <a:t>icu</a:t>
            </a:r>
            <a:r>
              <a:rPr lang="en-US" sz="1200" dirty="0">
                <a:solidFill>
                  <a:srgbClr val="1F2A30"/>
                </a:solidFill>
                <a:latin typeface="Courier New"/>
                <a:cs typeface="Courier New"/>
              </a:rPr>
              <a:t>                1103         0.81</a:t>
            </a:r>
          </a:p>
          <a:p>
            <a:pPr marL="0" indent="0">
              <a:buNone/>
            </a:pPr>
            <a:r>
              <a:rPr lang="en-US" sz="1200" dirty="0">
                <a:solidFill>
                  <a:srgbClr val="1F2A30"/>
                </a:solidFill>
                <a:latin typeface="Courier New"/>
                <a:cs typeface="Courier New"/>
              </a:rPr>
              <a:t> 4 creatinine inpatient          1067         0.81</a:t>
            </a:r>
          </a:p>
          <a:p>
            <a:pPr marL="0" indent="0">
              <a:buNone/>
            </a:pPr>
            <a:r>
              <a:rPr lang="en-US" sz="1200" dirty="0">
                <a:solidFill>
                  <a:srgbClr val="1F2A30"/>
                </a:solidFill>
                <a:latin typeface="Courier New"/>
                <a:cs typeface="Courier New"/>
              </a:rPr>
              <a:t> 5 creatinine outpatient         1072         0.83</a:t>
            </a:r>
          </a:p>
          <a:p>
            <a:pPr marL="0" indent="0">
              <a:buNone/>
            </a:pPr>
            <a:r>
              <a:rPr lang="en-US" sz="1200" dirty="0">
                <a:solidFill>
                  <a:srgbClr val="1F2A30"/>
                </a:solidFill>
                <a:latin typeface="Courier New"/>
                <a:cs typeface="Courier New"/>
              </a:rPr>
              <a:t> 6 creatinine NA                 1088         0.81</a:t>
            </a:r>
          </a:p>
          <a:p>
            <a:pPr marL="0" indent="0">
              <a:buNone/>
            </a:pPr>
            <a:r>
              <a:rPr lang="en-US" sz="1200" dirty="0">
                <a:solidFill>
                  <a:srgbClr val="1F2A30"/>
                </a:solidFill>
                <a:latin typeface="Courier New"/>
                <a:cs typeface="Courier New"/>
              </a:rPr>
              <a:t> 7 glucose    cancer center      1059        	 92   </a:t>
            </a:r>
          </a:p>
          <a:p>
            <a:pPr marL="0" indent="0">
              <a:buNone/>
            </a:pPr>
            <a:r>
              <a:rPr lang="en-US" sz="1200" dirty="0">
                <a:solidFill>
                  <a:srgbClr val="1F2A30"/>
                </a:solidFill>
                <a:latin typeface="Courier New"/>
                <a:cs typeface="Courier New"/>
              </a:rPr>
              <a:t> 8 glucose    client             1092        	 92   </a:t>
            </a:r>
          </a:p>
          <a:p>
            <a:pPr marL="0" indent="0">
              <a:buNone/>
            </a:pPr>
            <a:r>
              <a:rPr lang="en-US" sz="1200" dirty="0">
                <a:solidFill>
                  <a:srgbClr val="1F2A30"/>
                </a:solidFill>
                <a:latin typeface="Courier New"/>
                <a:cs typeface="Courier New"/>
              </a:rPr>
              <a:t> 9 </a:t>
            </a:r>
            <a:r>
              <a:rPr lang="en-US" sz="1200" dirty="0">
                <a:solidFill>
                  <a:srgbClr val="1F2A30"/>
                </a:solidFill>
                <a:highlight>
                  <a:srgbClr val="FFFF00"/>
                </a:highlight>
                <a:latin typeface="Courier New"/>
                <a:cs typeface="Courier New"/>
              </a:rPr>
              <a:t>glucose    </a:t>
            </a:r>
            <a:r>
              <a:rPr lang="en-US" sz="1200" dirty="0" err="1">
                <a:solidFill>
                  <a:srgbClr val="1F2A30"/>
                </a:solidFill>
                <a:highlight>
                  <a:srgbClr val="FFFF00"/>
                </a:highlight>
                <a:latin typeface="Courier New"/>
                <a:cs typeface="Courier New"/>
              </a:rPr>
              <a:t>icu</a:t>
            </a:r>
            <a:r>
              <a:rPr lang="en-US" sz="1200" dirty="0">
                <a:solidFill>
                  <a:srgbClr val="1F2A30"/>
                </a:solidFill>
                <a:highlight>
                  <a:srgbClr val="FFFF00"/>
                </a:highlight>
                <a:latin typeface="Courier New"/>
                <a:cs typeface="Courier New"/>
              </a:rPr>
              <a:t>                1103       	 92   </a:t>
            </a:r>
          </a:p>
          <a:p>
            <a:pPr marL="0" indent="0">
              <a:buNone/>
            </a:pPr>
            <a:r>
              <a:rPr lang="en-US" sz="1200" dirty="0">
                <a:solidFill>
                  <a:srgbClr val="1F2A30"/>
                </a:solidFill>
                <a:latin typeface="Courier New"/>
                <a:cs typeface="Courier New"/>
              </a:rPr>
              <a:t>10 glucose    inpatient          1067        	 92   </a:t>
            </a:r>
          </a:p>
          <a:p>
            <a:pPr marL="0" indent="0">
              <a:buNone/>
            </a:pPr>
            <a:r>
              <a:rPr lang="en-US" sz="1200" dirty="0">
                <a:solidFill>
                  <a:srgbClr val="1F2A30"/>
                </a:solidFill>
                <a:latin typeface="Courier New"/>
                <a:cs typeface="Courier New"/>
              </a:rPr>
              <a:t>11 glucose    outpatient         1072        	 92   </a:t>
            </a:r>
          </a:p>
          <a:p>
            <a:pPr marL="0" indent="0">
              <a:buNone/>
            </a:pPr>
            <a:r>
              <a:rPr lang="en-US" sz="1200" dirty="0">
                <a:solidFill>
                  <a:srgbClr val="1F2A30"/>
                </a:solidFill>
                <a:latin typeface="Courier New"/>
                <a:cs typeface="Courier New"/>
              </a:rPr>
              <a:t>12 glucose    NA                 1088        	 92   </a:t>
            </a:r>
          </a:p>
          <a:p>
            <a:pPr marL="0" indent="0">
              <a:buNone/>
            </a:pPr>
            <a:r>
              <a:rPr lang="en-US" sz="1200" dirty="0">
                <a:solidFill>
                  <a:srgbClr val="1F2A30"/>
                </a:solidFill>
                <a:latin typeface="Courier New"/>
                <a:cs typeface="Courier New"/>
              </a:rPr>
              <a:t>13 potassium  cancer center      1059         4.1 </a:t>
            </a:r>
          </a:p>
          <a:p>
            <a:pPr marL="0" indent="0">
              <a:buNone/>
            </a:pPr>
            <a:r>
              <a:rPr lang="en-US" sz="1200" dirty="0">
                <a:solidFill>
                  <a:srgbClr val="1F2A30"/>
                </a:solidFill>
                <a:latin typeface="Courier New"/>
                <a:cs typeface="Courier New"/>
              </a:rPr>
              <a:t>14 potassium  client             1092         4.1 </a:t>
            </a:r>
          </a:p>
          <a:p>
            <a:pPr marL="0" indent="0">
              <a:buNone/>
            </a:pPr>
            <a:r>
              <a:rPr lang="en-US" sz="1200" dirty="0">
                <a:solidFill>
                  <a:srgbClr val="1F2A30"/>
                </a:solidFill>
                <a:latin typeface="Courier New"/>
                <a:cs typeface="Courier New"/>
              </a:rPr>
              <a:t>15 potassium  </a:t>
            </a:r>
            <a:r>
              <a:rPr lang="en-US" sz="1200" dirty="0" err="1">
                <a:solidFill>
                  <a:srgbClr val="1F2A30"/>
                </a:solidFill>
                <a:latin typeface="Courier New"/>
                <a:cs typeface="Courier New"/>
              </a:rPr>
              <a:t>icu</a:t>
            </a:r>
            <a:r>
              <a:rPr lang="en-US" sz="1200" dirty="0">
                <a:solidFill>
                  <a:srgbClr val="1F2A30"/>
                </a:solidFill>
                <a:latin typeface="Courier New"/>
                <a:cs typeface="Courier New"/>
              </a:rPr>
              <a:t>                1103         4.1 </a:t>
            </a:r>
          </a:p>
          <a:p>
            <a:pPr marL="0" indent="0">
              <a:buNone/>
            </a:pPr>
            <a:r>
              <a:rPr lang="en-US" sz="1200" dirty="0">
                <a:solidFill>
                  <a:srgbClr val="1F2A30"/>
                </a:solidFill>
                <a:latin typeface="Courier New"/>
                <a:cs typeface="Courier New"/>
              </a:rPr>
              <a:t>16 potassium  inpatient          1067         4.1 </a:t>
            </a:r>
          </a:p>
          <a:p>
            <a:pPr marL="0" indent="0">
              <a:buNone/>
            </a:pPr>
            <a:r>
              <a:rPr lang="en-US" sz="1200" dirty="0">
                <a:solidFill>
                  <a:srgbClr val="1F2A30"/>
                </a:solidFill>
                <a:latin typeface="Courier New"/>
                <a:cs typeface="Courier New"/>
              </a:rPr>
              <a:t>17 potassium  outpatient         1072         4.1 </a:t>
            </a:r>
          </a:p>
          <a:p>
            <a:pPr marL="0" indent="0">
              <a:buNone/>
            </a:pPr>
            <a:r>
              <a:rPr lang="en-US" sz="1200" dirty="0">
                <a:solidFill>
                  <a:srgbClr val="1F2A30"/>
                </a:solidFill>
                <a:latin typeface="Courier New"/>
                <a:cs typeface="Courier New"/>
              </a:rPr>
              <a:t>18 potassium  NA                 1088         4.1 </a:t>
            </a:r>
          </a:p>
        </p:txBody>
      </p:sp>
      <p:sp>
        <p:nvSpPr>
          <p:cNvPr id="7" name="TextBox 13">
            <a:extLst>
              <a:ext uri="{FF2B5EF4-FFF2-40B4-BE49-F238E27FC236}">
                <a16:creationId xmlns:a16="http://schemas.microsoft.com/office/drawing/2014/main" id="{D4DFF50B-D2C1-F98A-B468-CDBBD1DD79F3}"/>
              </a:ext>
            </a:extLst>
          </p:cNvPr>
          <p:cNvSpPr txBox="1"/>
          <p:nvPr/>
        </p:nvSpPr>
        <p:spPr>
          <a:xfrm>
            <a:off x="8118347" y="1300862"/>
            <a:ext cx="3530093" cy="1099819"/>
          </a:xfrm>
          <a:prstGeom prst="rect">
            <a:avLst/>
          </a:prstGeom>
          <a:noFill/>
        </p:spPr>
        <p:txBody>
          <a:bodyPr wrap="square" lIns="91440" tIns="91440" rIns="91440" bIns="91440" rtlCol="0" anchor="t">
            <a:normAutofit/>
          </a:bodyPr>
          <a:lstStyle/>
          <a:p>
            <a:pPr lvl="0">
              <a:spcAft>
                <a:spcPts val="600"/>
              </a:spcAft>
            </a:pPr>
            <a:r>
              <a:rPr lang="en-US" sz="1700" dirty="0"/>
              <a:t>Drop both </a:t>
            </a:r>
            <a:r>
              <a:rPr lang="en-US" sz="1700" dirty="0">
                <a:latin typeface="Courier New"/>
                <a:cs typeface="Courier New"/>
              </a:rPr>
              <a:t>filter()</a:t>
            </a:r>
            <a:r>
              <a:rPr lang="en-US" sz="1700" dirty="0"/>
              <a:t> conditions and </a:t>
            </a:r>
            <a:r>
              <a:rPr lang="en-US" sz="1700" dirty="0" err="1">
                <a:latin typeface="Courier New"/>
                <a:cs typeface="Courier New"/>
              </a:rPr>
              <a:t>group_by</a:t>
            </a:r>
            <a:r>
              <a:rPr lang="en-US" sz="1700" dirty="0">
                <a:latin typeface="Courier New"/>
                <a:cs typeface="Courier New"/>
              </a:rPr>
              <a:t>()</a:t>
            </a:r>
            <a:r>
              <a:rPr lang="en-US" sz="1700" dirty="0">
                <a:cs typeface="Courier New"/>
              </a:rPr>
              <a:t>both columns to analyze all test and </a:t>
            </a:r>
            <a:r>
              <a:rPr lang="en-US" sz="1700" dirty="0" err="1">
                <a:cs typeface="Courier New"/>
              </a:rPr>
              <a:t>pat_type</a:t>
            </a:r>
            <a:r>
              <a:rPr lang="en-US" sz="1700" dirty="0">
                <a:cs typeface="Courier New"/>
              </a:rPr>
              <a:t> combos.</a:t>
            </a:r>
            <a:endParaRPr lang="en-US" sz="1700" dirty="0"/>
          </a:p>
        </p:txBody>
      </p:sp>
      <p:sp>
        <p:nvSpPr>
          <p:cNvPr id="8" name="TextBox 7">
            <a:extLst>
              <a:ext uri="{FF2B5EF4-FFF2-40B4-BE49-F238E27FC236}">
                <a16:creationId xmlns:a16="http://schemas.microsoft.com/office/drawing/2014/main" id="{EC03ADFF-E80A-9147-0A41-15D67F08AE59}"/>
              </a:ext>
            </a:extLst>
          </p:cNvPr>
          <p:cNvSpPr txBox="1"/>
          <p:nvPr/>
        </p:nvSpPr>
        <p:spPr>
          <a:xfrm>
            <a:off x="596900" y="4635683"/>
            <a:ext cx="2637260" cy="430887"/>
          </a:xfrm>
          <a:prstGeom prst="rect">
            <a:avLst/>
          </a:prstGeom>
          <a:noFill/>
        </p:spPr>
        <p:txBody>
          <a:bodyPr wrap="none" rtlCol="0">
            <a:spAutoFit/>
          </a:bodyPr>
          <a:lstStyle/>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n_results</a:t>
            </a:r>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median_value</a:t>
            </a:r>
            <a:endParaRPr lang="en-US" sz="1100" dirty="0">
              <a:latin typeface="Courier New" panose="02070309020205020404" pitchFamily="49" charset="0"/>
              <a:cs typeface="Courier New" panose="02070309020205020404" pitchFamily="49" charset="0"/>
            </a:endParaRPr>
          </a:p>
          <a:p>
            <a:r>
              <a:rPr lang="en-US" sz="1100" dirty="0">
                <a:latin typeface="Courier New" panose="02070309020205020404" pitchFamily="49" charset="0"/>
                <a:cs typeface="Courier New" panose="02070309020205020404" pitchFamily="49" charset="0"/>
              </a:rPr>
              <a:t>1      	 </a:t>
            </a:r>
            <a:r>
              <a:rPr lang="en-US" sz="1100" dirty="0">
                <a:highlight>
                  <a:srgbClr val="FFFF00"/>
                </a:highlight>
                <a:latin typeface="Courier New" panose="02070309020205020404" pitchFamily="49" charset="0"/>
                <a:cs typeface="Courier New" panose="02070309020205020404" pitchFamily="49" charset="0"/>
              </a:rPr>
              <a:t>1103           92</a:t>
            </a:r>
          </a:p>
        </p:txBody>
      </p:sp>
      <p:sp>
        <p:nvSpPr>
          <p:cNvPr id="9" name="TextBox 13">
            <a:extLst>
              <a:ext uri="{FF2B5EF4-FFF2-40B4-BE49-F238E27FC236}">
                <a16:creationId xmlns:a16="http://schemas.microsoft.com/office/drawing/2014/main" id="{15438F7B-E272-3B51-84F0-80099F62301E}"/>
              </a:ext>
            </a:extLst>
          </p:cNvPr>
          <p:cNvSpPr txBox="1"/>
          <p:nvPr/>
        </p:nvSpPr>
        <p:spPr>
          <a:xfrm>
            <a:off x="492759" y="1292737"/>
            <a:ext cx="3530093" cy="1099819"/>
          </a:xfrm>
          <a:prstGeom prst="rect">
            <a:avLst/>
          </a:prstGeom>
          <a:noFill/>
        </p:spPr>
        <p:txBody>
          <a:bodyPr wrap="square" lIns="91440" tIns="91440" rIns="91440" bIns="91440" rtlCol="0" anchor="t">
            <a:normAutofit/>
          </a:bodyPr>
          <a:lstStyle/>
          <a:p>
            <a:pPr lvl="0">
              <a:spcAft>
                <a:spcPts val="600"/>
              </a:spcAft>
            </a:pPr>
            <a:r>
              <a:rPr lang="en-US" sz="1700" dirty="0"/>
              <a:t>Use two </a:t>
            </a:r>
            <a:r>
              <a:rPr lang="en-US" sz="1700" dirty="0">
                <a:latin typeface="Courier New"/>
                <a:cs typeface="Courier New"/>
              </a:rPr>
              <a:t>filter()</a:t>
            </a:r>
            <a:r>
              <a:rPr lang="en-US" sz="1700" dirty="0"/>
              <a:t> conditions to select single test and single patient type. </a:t>
            </a:r>
          </a:p>
        </p:txBody>
      </p:sp>
      <p:sp>
        <p:nvSpPr>
          <p:cNvPr id="10" name="Title">
            <a:extLst>
              <a:ext uri="{FF2B5EF4-FFF2-40B4-BE49-F238E27FC236}">
                <a16:creationId xmlns:a16="http://schemas.microsoft.com/office/drawing/2014/main" id="{03BB8CDB-6415-A7E3-02D6-1A206E336C66}"/>
              </a:ext>
            </a:extLst>
          </p:cNvPr>
          <p:cNvSpPr txBox="1">
            <a:spLocks/>
          </p:cNvSpPr>
          <p:nvPr/>
        </p:nvSpPr>
        <p:spPr>
          <a:xfrm>
            <a:off x="492759" y="351156"/>
            <a:ext cx="9720072" cy="1499616"/>
          </a:xfrm>
          <a:prstGeom prst="rect">
            <a:avLst/>
          </a:prstGeom>
        </p:spPr>
        <p:txBody>
          <a:bodyPr>
            <a:normAutofit/>
          </a:bodyPr>
          <a:lst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a:lstStyle>
          <a:p>
            <a:r>
              <a:rPr lang="en-US" dirty="0"/>
              <a:t>Applying a pattern to generalize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p:bldP spid="4" grpId="0" animBg="1"/>
      <p:bldP spid="5" grpId="0"/>
      <p:bldP spid="6" grpId="0"/>
      <p:bldP spid="7" grpId="0"/>
      <p:bldP spid="8"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096A1-4349-1191-10E2-1B84F33732A4}"/>
              </a:ext>
            </a:extLst>
          </p:cNvPr>
          <p:cNvSpPr>
            <a:spLocks noGrp="1"/>
          </p:cNvSpPr>
          <p:nvPr>
            <p:ph type="title"/>
          </p:nvPr>
        </p:nvSpPr>
        <p:spPr/>
        <p:txBody>
          <a:bodyPr/>
          <a:lstStyle/>
          <a:p>
            <a:r>
              <a:rPr lang="en-US" dirty="0"/>
              <a:t>How does this help us?</a:t>
            </a:r>
          </a:p>
        </p:txBody>
      </p:sp>
      <p:sp>
        <p:nvSpPr>
          <p:cNvPr id="3" name="Content Placeholder 2">
            <a:extLst>
              <a:ext uri="{FF2B5EF4-FFF2-40B4-BE49-F238E27FC236}">
                <a16:creationId xmlns:a16="http://schemas.microsoft.com/office/drawing/2014/main" id="{22D56438-18FE-116C-43B0-75F76C02ED07}"/>
              </a:ext>
            </a:extLst>
          </p:cNvPr>
          <p:cNvSpPr>
            <a:spLocks noGrp="1"/>
          </p:cNvSpPr>
          <p:nvPr>
            <p:ph idx="1"/>
          </p:nvPr>
        </p:nvSpPr>
        <p:spPr/>
        <p:txBody>
          <a:bodyPr>
            <a:normAutofit fontScale="92500" lnSpcReduction="20000"/>
          </a:bodyPr>
          <a:lstStyle/>
          <a:p>
            <a:pPr marL="241300" indent="-241300"/>
            <a:r>
              <a:rPr lang="en-US" dirty="0"/>
              <a:t>Identifying similarities or trends can inform solution that may be generalized to solve classes of problems vs single</a:t>
            </a:r>
          </a:p>
          <a:p>
            <a:pPr marL="241300" indent="-241300"/>
            <a:r>
              <a:rPr lang="en-US" dirty="0"/>
              <a:t>Addressing patterns with a shared solution ensures consistency and scalability</a:t>
            </a:r>
          </a:p>
          <a:p>
            <a:pPr marL="241300" indent="-241300"/>
            <a:r>
              <a:rPr lang="en-US" dirty="0"/>
              <a:t>Improve persistence and efficiency when faced with solving new problems</a:t>
            </a:r>
          </a:p>
          <a:p>
            <a:pPr marL="241300" indent="-241300"/>
            <a:endParaRPr lang="en-US" dirty="0"/>
          </a:p>
          <a:p>
            <a:pPr marL="241300" indent="-241300"/>
            <a:r>
              <a:rPr lang="en-US" b="1" dirty="0"/>
              <a:t>Computational examples: </a:t>
            </a:r>
            <a:r>
              <a:rPr lang="en-US" dirty="0"/>
              <a:t>applying loops to iterate over items, structuring prompts</a:t>
            </a:r>
          </a:p>
        </p:txBody>
      </p:sp>
    </p:spTree>
    <p:extLst>
      <p:ext uri="{BB962C8B-B14F-4D97-AF65-F5344CB8AC3E}">
        <p14:creationId xmlns:p14="http://schemas.microsoft.com/office/powerpoint/2010/main" val="22179964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F11A0-8B11-7806-D9D6-9D7E2BE7CE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A9C44C-0831-E9B5-8983-B4DF29ADDCE1}"/>
              </a:ext>
            </a:extLst>
          </p:cNvPr>
          <p:cNvSpPr>
            <a:spLocks noGrp="1"/>
          </p:cNvSpPr>
          <p:nvPr>
            <p:ph type="title"/>
          </p:nvPr>
        </p:nvSpPr>
        <p:spPr/>
        <p:txBody>
          <a:bodyPr/>
          <a:lstStyle/>
          <a:p>
            <a:r>
              <a:rPr lang="en-US" dirty="0"/>
              <a:t>computational thinking skills</a:t>
            </a:r>
          </a:p>
        </p:txBody>
      </p:sp>
      <p:graphicFrame>
        <p:nvGraphicFramePr>
          <p:cNvPr id="6" name="Diagram 5">
            <a:extLst>
              <a:ext uri="{FF2B5EF4-FFF2-40B4-BE49-F238E27FC236}">
                <a16:creationId xmlns:a16="http://schemas.microsoft.com/office/drawing/2014/main" id="{B75450CC-C2EC-32CF-BAAE-84F844EC0563}"/>
              </a:ext>
            </a:extLst>
          </p:cNvPr>
          <p:cNvGraphicFramePr/>
          <p:nvPr/>
        </p:nvGraphicFramePr>
        <p:xfrm>
          <a:off x="2815771" y="2002391"/>
          <a:ext cx="6342743" cy="42284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Rectangle 2">
            <a:extLst>
              <a:ext uri="{FF2B5EF4-FFF2-40B4-BE49-F238E27FC236}">
                <a16:creationId xmlns:a16="http://schemas.microsoft.com/office/drawing/2014/main" id="{74A252BD-6C0C-EDF7-64BD-99D951498D4B}"/>
              </a:ext>
            </a:extLst>
          </p:cNvPr>
          <p:cNvSpPr/>
          <p:nvPr/>
        </p:nvSpPr>
        <p:spPr>
          <a:xfrm>
            <a:off x="2718148" y="1853852"/>
            <a:ext cx="6538586" cy="1803748"/>
          </a:xfrm>
          <a:prstGeom prst="rect">
            <a:avLst/>
          </a:prstGeom>
          <a:solidFill>
            <a:schemeClr val="bg1">
              <a:alpha val="70329"/>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325C9213-D5F0-8BE9-8D15-F39A3CE5DE97}"/>
              </a:ext>
            </a:extLst>
          </p:cNvPr>
          <p:cNvSpPr/>
          <p:nvPr/>
        </p:nvSpPr>
        <p:spPr>
          <a:xfrm>
            <a:off x="2718148" y="4572000"/>
            <a:ext cx="6538586" cy="1684455"/>
          </a:xfrm>
          <a:prstGeom prst="rect">
            <a:avLst/>
          </a:prstGeom>
          <a:solidFill>
            <a:schemeClr val="bg1">
              <a:alpha val="70329"/>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551912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C6257-E23B-B275-5ADC-3A4E01E5C554}"/>
              </a:ext>
            </a:extLst>
          </p:cNvPr>
          <p:cNvSpPr>
            <a:spLocks noGrp="1"/>
          </p:cNvSpPr>
          <p:nvPr>
            <p:ph type="title"/>
          </p:nvPr>
        </p:nvSpPr>
        <p:spPr/>
        <p:txBody>
          <a:bodyPr/>
          <a:lstStyle/>
          <a:p>
            <a:r>
              <a:rPr lang="en-US" dirty="0"/>
              <a:t>abstraction</a:t>
            </a:r>
          </a:p>
        </p:txBody>
      </p:sp>
      <p:sp>
        <p:nvSpPr>
          <p:cNvPr id="3" name="Content Placeholder 2">
            <a:extLst>
              <a:ext uri="{FF2B5EF4-FFF2-40B4-BE49-F238E27FC236}">
                <a16:creationId xmlns:a16="http://schemas.microsoft.com/office/drawing/2014/main" id="{1EE056A3-FE4D-EF87-666B-9B309864B4DB}"/>
              </a:ext>
            </a:extLst>
          </p:cNvPr>
          <p:cNvSpPr>
            <a:spLocks noGrp="1"/>
          </p:cNvSpPr>
          <p:nvPr>
            <p:ph idx="1"/>
          </p:nvPr>
        </p:nvSpPr>
        <p:spPr>
          <a:xfrm>
            <a:off x="1024128" y="2286000"/>
            <a:ext cx="10101072" cy="4023360"/>
          </a:xfrm>
        </p:spPr>
        <p:txBody>
          <a:bodyPr>
            <a:normAutofit/>
          </a:bodyPr>
          <a:lstStyle/>
          <a:p>
            <a:pPr marL="0" indent="0">
              <a:buNone/>
            </a:pPr>
            <a:r>
              <a:rPr lang="en-US" dirty="0"/>
              <a:t>Focus on the essential details and ignore the irrelevant information to create a generalized understanding of the problem and solution. Utilizes recognized patterns.</a:t>
            </a:r>
          </a:p>
          <a:p>
            <a:endParaRPr lang="en-US" dirty="0"/>
          </a:p>
          <a:p>
            <a:pPr marL="514350" indent="-514350">
              <a:buAutoNum type="arabicPeriod"/>
            </a:pPr>
            <a:r>
              <a:rPr lang="en-US" dirty="0"/>
              <a:t>Identify essential information needed to solve the problem</a:t>
            </a:r>
          </a:p>
          <a:p>
            <a:pPr marL="514350" indent="-514350">
              <a:buAutoNum type="arabicPeriod"/>
            </a:pPr>
            <a:r>
              <a:rPr lang="en-US" dirty="0"/>
              <a:t>Filter unnecessary details</a:t>
            </a:r>
          </a:p>
          <a:p>
            <a:pPr marL="514350" indent="-514350">
              <a:buAutoNum type="arabicPeriod"/>
            </a:pPr>
            <a:r>
              <a:rPr lang="en-US" dirty="0"/>
              <a:t>Form a model that will be used to solve problem</a:t>
            </a:r>
          </a:p>
        </p:txBody>
      </p:sp>
      <p:grpSp>
        <p:nvGrpSpPr>
          <p:cNvPr id="4" name="Group 3">
            <a:extLst>
              <a:ext uri="{FF2B5EF4-FFF2-40B4-BE49-F238E27FC236}">
                <a16:creationId xmlns:a16="http://schemas.microsoft.com/office/drawing/2014/main" id="{8AEF553A-106B-D8F2-8BF4-F59CBF1BCD3B}"/>
              </a:ext>
            </a:extLst>
          </p:cNvPr>
          <p:cNvGrpSpPr/>
          <p:nvPr/>
        </p:nvGrpSpPr>
        <p:grpSpPr>
          <a:xfrm>
            <a:off x="876300" y="886261"/>
            <a:ext cx="6342743" cy="782519"/>
            <a:chOff x="0" y="1721542"/>
            <a:chExt cx="6342743" cy="782519"/>
          </a:xfrm>
        </p:grpSpPr>
        <p:sp>
          <p:nvSpPr>
            <p:cNvPr id="6" name="Rounded Rectangle 5">
              <a:extLst>
                <a:ext uri="{FF2B5EF4-FFF2-40B4-BE49-F238E27FC236}">
                  <a16:creationId xmlns:a16="http://schemas.microsoft.com/office/drawing/2014/main" id="{F92FFA44-B632-D0AD-6C4B-EB4783A03C50}"/>
                </a:ext>
              </a:extLst>
            </p:cNvPr>
            <p:cNvSpPr/>
            <p:nvPr/>
          </p:nvSpPr>
          <p:spPr>
            <a:xfrm>
              <a:off x="0" y="1721542"/>
              <a:ext cx="6342743" cy="782519"/>
            </a:xfrm>
            <a:prstGeom prst="roundRect">
              <a:avLst>
                <a:gd name="adj" fmla="val 10000"/>
              </a:avLst>
            </a:pr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a:lstStyle/>
            <a:p>
              <a:endParaRPr lang="en-US"/>
            </a:p>
          </p:txBody>
        </p:sp>
        <p:sp>
          <p:nvSpPr>
            <p:cNvPr id="7" name="Rounded Rectangle 4">
              <a:extLst>
                <a:ext uri="{FF2B5EF4-FFF2-40B4-BE49-F238E27FC236}">
                  <a16:creationId xmlns:a16="http://schemas.microsoft.com/office/drawing/2014/main" id="{6F359B4F-10C9-595A-0B1B-70B42EE600A1}"/>
                </a:ext>
              </a:extLst>
            </p:cNvPr>
            <p:cNvSpPr txBox="1"/>
            <p:nvPr/>
          </p:nvSpPr>
          <p:spPr>
            <a:xfrm>
              <a:off x="1346800" y="1721542"/>
              <a:ext cx="4995942" cy="7825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Abstraction</a:t>
              </a:r>
            </a:p>
          </p:txBody>
        </p:sp>
      </p:grpSp>
      <p:sp>
        <p:nvSpPr>
          <p:cNvPr id="5" name="Rounded Rectangle 4" descr="Filter with solid fill">
            <a:extLst>
              <a:ext uri="{FF2B5EF4-FFF2-40B4-BE49-F238E27FC236}">
                <a16:creationId xmlns:a16="http://schemas.microsoft.com/office/drawing/2014/main" id="{81CE967B-2E99-7B3B-BF69-E15079AB1A09}"/>
              </a:ext>
            </a:extLst>
          </p:cNvPr>
          <p:cNvSpPr/>
          <p:nvPr/>
        </p:nvSpPr>
        <p:spPr>
          <a:xfrm>
            <a:off x="954551" y="964513"/>
            <a:ext cx="1268548" cy="626015"/>
          </a:xfrm>
          <a:prstGeom prst="roundRect">
            <a:avLst>
              <a:gd name="adj" fmla="val 10000"/>
            </a:avLst>
          </a:prstGeom>
          <a:blipFill>
            <a:blip>
              <a:extLst>
                <a:ext uri="{96DAC541-7B7A-43D3-8B79-37D633B846F1}">
                  <asvg:svgBlip xmlns:asvg="http://schemas.microsoft.com/office/drawing/2016/SVG/main" r:embed="rId3"/>
                </a:ext>
              </a:extLst>
            </a:blip>
            <a:srcRect/>
            <a:stretch>
              <a:fillRect t="-10000" b="-10000"/>
            </a:stretch>
          </a:blipFill>
        </p:spPr>
        <p:style>
          <a:lnRef idx="2">
            <a:schemeClr val="lt1">
              <a:hueOff val="0"/>
              <a:satOff val="0"/>
              <a:lumOff val="0"/>
              <a:alphaOff val="0"/>
            </a:schemeClr>
          </a:lnRef>
          <a:fillRef idx="1">
            <a:scrgbClr r="0" g="0" b="0"/>
          </a:fillRef>
          <a:effectRef idx="0">
            <a:schemeClr val="accent4">
              <a:tint val="50000"/>
              <a:hueOff val="0"/>
              <a:satOff val="0"/>
              <a:lumOff val="0"/>
              <a:alphaOff val="0"/>
            </a:schemeClr>
          </a:effectRef>
          <a:fontRef idx="minor">
            <a:schemeClr val="lt1">
              <a:hueOff val="0"/>
              <a:satOff val="0"/>
              <a:lumOff val="0"/>
              <a:alphaOff val="0"/>
            </a:schemeClr>
          </a:fontRef>
        </p:style>
        <p:txBody>
          <a:bodyPr/>
          <a:lstStyle/>
          <a:p>
            <a:endParaRPr lang="en-US"/>
          </a:p>
        </p:txBody>
      </p:sp>
    </p:spTree>
    <p:extLst>
      <p:ext uri="{BB962C8B-B14F-4D97-AF65-F5344CB8AC3E}">
        <p14:creationId xmlns:p14="http://schemas.microsoft.com/office/powerpoint/2010/main" val="35305891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153B6-3748-0BDF-99C5-9377CB1F7311}"/>
              </a:ext>
            </a:extLst>
          </p:cNvPr>
          <p:cNvSpPr>
            <a:spLocks noGrp="1"/>
          </p:cNvSpPr>
          <p:nvPr>
            <p:ph type="title"/>
          </p:nvPr>
        </p:nvSpPr>
        <p:spPr>
          <a:xfrm>
            <a:off x="1024128" y="585216"/>
            <a:ext cx="10558272" cy="1499616"/>
          </a:xfrm>
        </p:spPr>
        <p:txBody>
          <a:bodyPr/>
          <a:lstStyle/>
          <a:p>
            <a:r>
              <a:rPr lang="en-US" dirty="0"/>
              <a:t>Abstracting the science of baking</a:t>
            </a:r>
          </a:p>
        </p:txBody>
      </p:sp>
      <p:sp>
        <p:nvSpPr>
          <p:cNvPr id="3" name="Content Placeholder 2">
            <a:extLst>
              <a:ext uri="{FF2B5EF4-FFF2-40B4-BE49-F238E27FC236}">
                <a16:creationId xmlns:a16="http://schemas.microsoft.com/office/drawing/2014/main" id="{94B06159-CCAA-95B2-0BFC-13187A7F67FD}"/>
              </a:ext>
            </a:extLst>
          </p:cNvPr>
          <p:cNvSpPr>
            <a:spLocks noGrp="1"/>
          </p:cNvSpPr>
          <p:nvPr>
            <p:ph idx="1"/>
          </p:nvPr>
        </p:nvSpPr>
        <p:spPr/>
        <p:txBody>
          <a:bodyPr/>
          <a:lstStyle/>
          <a:p>
            <a:pPr marL="0" indent="0">
              <a:buNone/>
            </a:pPr>
            <a:endParaRPr lang="en-US" dirty="0"/>
          </a:p>
          <a:p>
            <a:pPr marL="0" indent="0">
              <a:buNone/>
            </a:pPr>
            <a:r>
              <a:rPr lang="en-US" dirty="0"/>
              <a:t>Instead of thinking about the details of the chemistry of cooking or the physics and mechanics of the oven’s operations, we follow the steps of a recipe and operate the oven’s controls</a:t>
            </a:r>
          </a:p>
        </p:txBody>
      </p:sp>
    </p:spTree>
    <p:extLst>
      <p:ext uri="{BB962C8B-B14F-4D97-AF65-F5344CB8AC3E}">
        <p14:creationId xmlns:p14="http://schemas.microsoft.com/office/powerpoint/2010/main" val="29682732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normAutofit/>
          </a:bodyPr>
          <a:lstStyle/>
          <a:p>
            <a:r>
              <a:rPr lang="en-US" dirty="0"/>
              <a:t>Basic recipe: a model for baking</a:t>
            </a:r>
          </a:p>
        </p:txBody>
      </p:sp>
      <p:pic>
        <p:nvPicPr>
          <p:cNvPr id="7" name="Picture 6">
            <a:extLst>
              <a:ext uri="{FF2B5EF4-FFF2-40B4-BE49-F238E27FC236}">
                <a16:creationId xmlns:a16="http://schemas.microsoft.com/office/drawing/2014/main" id="{1FE6765F-2670-3224-5281-C86F8D2D60AC}"/>
              </a:ext>
            </a:extLst>
          </p:cNvPr>
          <p:cNvPicPr>
            <a:picLocks noChangeAspect="1"/>
          </p:cNvPicPr>
          <p:nvPr/>
        </p:nvPicPr>
        <p:blipFill>
          <a:blip r:embed="rId2"/>
          <a:stretch>
            <a:fillRect/>
          </a:stretch>
        </p:blipFill>
        <p:spPr>
          <a:xfrm>
            <a:off x="10611889" y="0"/>
            <a:ext cx="1587731" cy="1828800"/>
          </a:xfrm>
          <a:prstGeom prst="rect">
            <a:avLst/>
          </a:prstGeom>
        </p:spPr>
      </p:pic>
      <p:sp>
        <p:nvSpPr>
          <p:cNvPr id="12" name="TextBox 12"/>
          <p:cNvSpPr txBox="1"/>
          <p:nvPr/>
        </p:nvSpPr>
        <p:spPr>
          <a:xfrm>
            <a:off x="1024128" y="2688336"/>
            <a:ext cx="4572000" cy="2926080"/>
          </a:xfrm>
          <a:prstGeom prst="rect">
            <a:avLst/>
          </a:prstGeom>
          <a:noFill/>
        </p:spPr>
        <p:txBody>
          <a:bodyPr wrap="square" lIns="182880" tIns="182880" rIns="182880" bIns="182880" rtlCol="0" anchor="t">
            <a:normAutofit lnSpcReduction="10000"/>
          </a:bodyPr>
          <a:lstStyle/>
          <a:p>
            <a:pPr marL="0" indent="0">
              <a:spcAft>
                <a:spcPts val="600"/>
              </a:spcAft>
              <a:buNone/>
            </a:pPr>
            <a:r>
              <a:rPr lang="en-US" sz="2400" b="1" dirty="0"/>
              <a:t>Keep fixed: the model</a:t>
            </a:r>
          </a:p>
          <a:p>
            <a:pPr marL="285750" lvl="0" indent="-285750">
              <a:spcAft>
                <a:spcPts val="300"/>
              </a:spcAft>
              <a:buFont typeface="Arial"/>
              <a:buChar char="•"/>
            </a:pPr>
            <a:r>
              <a:rPr lang="en-US" sz="2000" dirty="0"/>
              <a:t>Gather ingredients*</a:t>
            </a:r>
          </a:p>
          <a:p>
            <a:pPr marL="285750" lvl="0" indent="-285750">
              <a:spcAft>
                <a:spcPts val="300"/>
              </a:spcAft>
              <a:buFont typeface="Arial"/>
              <a:buChar char="•"/>
            </a:pPr>
            <a:r>
              <a:rPr lang="en-US" sz="2000" dirty="0"/>
              <a:t>Select the pan*</a:t>
            </a:r>
          </a:p>
          <a:p>
            <a:pPr marL="285750" lvl="0" indent="-285750">
              <a:spcAft>
                <a:spcPts val="300"/>
              </a:spcAft>
              <a:buFont typeface="Arial"/>
              <a:buChar char="•"/>
            </a:pPr>
            <a:r>
              <a:rPr lang="en-US" sz="2000" dirty="0"/>
              <a:t>Set the oven temperature*</a:t>
            </a:r>
          </a:p>
          <a:p>
            <a:pPr marL="285750" lvl="0" indent="-285750">
              <a:spcAft>
                <a:spcPts val="300"/>
              </a:spcAft>
              <a:buFont typeface="Arial"/>
              <a:buChar char="•"/>
            </a:pPr>
            <a:r>
              <a:rPr lang="en-US" sz="2000" dirty="0"/>
              <a:t>Prepare and combine</a:t>
            </a:r>
          </a:p>
          <a:p>
            <a:pPr marL="285750" lvl="0" indent="-285750">
              <a:spcAft>
                <a:spcPts val="300"/>
              </a:spcAft>
              <a:buFont typeface="Arial"/>
              <a:buChar char="•"/>
            </a:pPr>
            <a:r>
              <a:rPr lang="en-US" sz="2000" dirty="0"/>
              <a:t>Bake for required time*</a:t>
            </a:r>
          </a:p>
          <a:p>
            <a:pPr marL="285750" lvl="0" indent="-285750">
              <a:spcAft>
                <a:spcPts val="300"/>
              </a:spcAft>
              <a:buFont typeface="Arial"/>
              <a:buChar char="•"/>
            </a:pPr>
            <a:r>
              <a:rPr lang="en-US" sz="2000" dirty="0"/>
              <a:t>Check for doneness</a:t>
            </a:r>
          </a:p>
          <a:p>
            <a:pPr marL="285750" lvl="0" indent="-285750">
              <a:spcAft>
                <a:spcPts val="0"/>
              </a:spcAft>
              <a:buFont typeface="Arial"/>
              <a:buChar char="•"/>
            </a:pPr>
            <a:r>
              <a:rPr lang="en-US" sz="2000" dirty="0"/>
              <a:t>Prepare for serving*</a:t>
            </a:r>
          </a:p>
        </p:txBody>
      </p:sp>
      <p:sp>
        <p:nvSpPr>
          <p:cNvPr id="13" name="TextBox 13"/>
          <p:cNvSpPr txBox="1"/>
          <p:nvPr/>
        </p:nvSpPr>
        <p:spPr>
          <a:xfrm>
            <a:off x="5943600" y="2688336"/>
            <a:ext cx="5130800" cy="2926080"/>
          </a:xfrm>
          <a:prstGeom prst="rect">
            <a:avLst/>
          </a:prstGeom>
          <a:noFill/>
        </p:spPr>
        <p:txBody>
          <a:bodyPr wrap="square" lIns="182880" tIns="182880" rIns="182880" bIns="182880" rtlCol="0" anchor="t">
            <a:normAutofit/>
          </a:bodyPr>
          <a:lstStyle/>
          <a:p>
            <a:pPr marL="0" indent="0">
              <a:spcAft>
                <a:spcPts val="600"/>
              </a:spcAft>
              <a:buNone/>
            </a:pPr>
            <a:r>
              <a:rPr lang="en-US" sz="2400" b="1" dirty="0"/>
              <a:t>Pull out: what the user chooses</a:t>
            </a:r>
          </a:p>
          <a:p>
            <a:pPr marL="285750" lvl="0" indent="-285750">
              <a:spcAft>
                <a:spcPts val="300"/>
              </a:spcAft>
              <a:buFont typeface="Arial"/>
              <a:buChar char="•"/>
            </a:pPr>
            <a:r>
              <a:rPr lang="en-US" sz="2000" dirty="0"/>
              <a:t>Type of baked good: </a:t>
            </a:r>
          </a:p>
          <a:p>
            <a:pPr lvl="1">
              <a:spcAft>
                <a:spcPts val="300"/>
              </a:spcAft>
            </a:pPr>
            <a:r>
              <a:rPr lang="en-US" sz="2000" dirty="0"/>
              <a:t>cake, cupcake, muffin, …</a:t>
            </a:r>
          </a:p>
          <a:p>
            <a:pPr marL="285750" lvl="0" indent="-285750">
              <a:spcAft>
                <a:spcPts val="300"/>
              </a:spcAft>
              <a:buFont typeface="Arial"/>
              <a:buChar char="•"/>
            </a:pPr>
            <a:r>
              <a:rPr lang="en-US" sz="2000" dirty="0"/>
              <a:t>Flavor</a:t>
            </a:r>
          </a:p>
          <a:p>
            <a:pPr marL="285750" lvl="0" indent="-285750">
              <a:spcAft>
                <a:spcPts val="300"/>
              </a:spcAft>
              <a:buFont typeface="Arial"/>
              <a:buChar char="•"/>
            </a:pPr>
            <a:r>
              <a:rPr lang="en-US" sz="2000" dirty="0"/>
              <a:t>Frosting or decoration</a:t>
            </a:r>
          </a:p>
        </p:txBody>
      </p:sp>
      <p:sp>
        <p:nvSpPr>
          <p:cNvPr id="14" name="TextBox 14"/>
          <p:cNvSpPr txBox="1"/>
          <p:nvPr/>
        </p:nvSpPr>
        <p:spPr>
          <a:xfrm>
            <a:off x="1333500" y="5843016"/>
            <a:ext cx="9509760" cy="374904"/>
          </a:xfrm>
          <a:prstGeom prst="rect">
            <a:avLst/>
          </a:prstGeom>
          <a:noFill/>
        </p:spPr>
        <p:txBody>
          <a:bodyPr wrap="square" lIns="0" tIns="0" rIns="0" bIns="0" rtlCol="0" anchor="t">
            <a:normAutofit/>
          </a:bodyPr>
          <a:lstStyle/>
          <a:p>
            <a:r>
              <a:rPr lang="en-US" dirty="0"/>
              <a:t>* Worked out from the user's choices. The user doesn't decide these directly.</a:t>
            </a:r>
            <a:endParaRPr lang="en-US" sz="1800" i="1" dirty="0"/>
          </a:p>
        </p:txBody>
      </p:sp>
      <p:sp>
        <p:nvSpPr>
          <p:cNvPr id="3" name="TextBox 2">
            <a:extLst>
              <a:ext uri="{FF2B5EF4-FFF2-40B4-BE49-F238E27FC236}">
                <a16:creationId xmlns:a16="http://schemas.microsoft.com/office/drawing/2014/main" id="{BC3A3F50-39D6-B8DC-F537-486B184DF7B0}"/>
              </a:ext>
            </a:extLst>
          </p:cNvPr>
          <p:cNvSpPr txBox="1"/>
          <p:nvPr/>
        </p:nvSpPr>
        <p:spPr>
          <a:xfrm>
            <a:off x="1024128" y="1828800"/>
            <a:ext cx="6867778" cy="646331"/>
          </a:xfrm>
          <a:prstGeom prst="rect">
            <a:avLst/>
          </a:prstGeom>
          <a:noFill/>
        </p:spPr>
        <p:txBody>
          <a:bodyPr wrap="none" rtlCol="0">
            <a:spAutoFit/>
          </a:bodyPr>
          <a:lstStyle/>
          <a:p>
            <a:r>
              <a:rPr lang="en-US" dirty="0"/>
              <a:t>During pattern recognition we observed what was the same vs different. </a:t>
            </a:r>
          </a:p>
          <a:p>
            <a:r>
              <a:rPr lang="en-US" dirty="0"/>
              <a:t>Now we’ll design a model based on those observations.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850E127-232D-1846-639C-7854FB3B0055}"/>
              </a:ext>
            </a:extLst>
          </p:cNvPr>
          <p:cNvSpPr>
            <a:spLocks noGrp="1"/>
          </p:cNvSpPr>
          <p:nvPr>
            <p:ph type="title"/>
          </p:nvPr>
        </p:nvSpPr>
        <p:spPr/>
        <p:txBody>
          <a:bodyPr/>
          <a:lstStyle/>
          <a:p>
            <a:r>
              <a:rPr lang="en-US" dirty="0"/>
              <a:t>Baking as a computational model</a:t>
            </a:r>
          </a:p>
        </p:txBody>
      </p:sp>
      <p:sp>
        <p:nvSpPr>
          <p:cNvPr id="10" name="TextBox 9">
            <a:extLst>
              <a:ext uri="{FF2B5EF4-FFF2-40B4-BE49-F238E27FC236}">
                <a16:creationId xmlns:a16="http://schemas.microsoft.com/office/drawing/2014/main" id="{240AAF78-8167-EFBB-FE1E-FF94A0C8120B}"/>
              </a:ext>
            </a:extLst>
          </p:cNvPr>
          <p:cNvSpPr txBox="1"/>
          <p:nvPr/>
        </p:nvSpPr>
        <p:spPr>
          <a:xfrm>
            <a:off x="1236472" y="2590800"/>
            <a:ext cx="9931400" cy="3970318"/>
          </a:xfrm>
          <a:prstGeom prst="rect">
            <a:avLst/>
          </a:prstGeom>
          <a:noFill/>
        </p:spPr>
        <p:txBody>
          <a:bodyPr wrap="square">
            <a:spAutoFit/>
          </a:bodyPr>
          <a:lstStyle/>
          <a:p>
            <a:r>
              <a:rPr lang="en-US" dirty="0">
                <a:latin typeface="Courier New" panose="02070309020205020404" pitchFamily="49" charset="0"/>
                <a:cs typeface="Courier New" panose="02070309020205020404" pitchFamily="49" charset="0"/>
              </a:rPr>
              <a:t>bake &lt;- </a:t>
            </a:r>
            <a:r>
              <a:rPr lang="en-US" dirty="0">
                <a:solidFill>
                  <a:srgbClr val="7030A0"/>
                </a:solidFill>
                <a:latin typeface="Courier New" panose="02070309020205020404" pitchFamily="49" charset="0"/>
                <a:cs typeface="Courier New" panose="02070309020205020404" pitchFamily="49" charset="0"/>
              </a:rPr>
              <a:t>function</a:t>
            </a:r>
            <a:r>
              <a:rPr lang="en-US" dirty="0">
                <a:latin typeface="Courier New" panose="02070309020205020404" pitchFamily="49" charset="0"/>
                <a:cs typeface="Courier New" panose="02070309020205020404" pitchFamily="49" charset="0"/>
              </a:rPr>
              <a:t>(</a:t>
            </a:r>
            <a:r>
              <a:rPr lang="en-US" dirty="0">
                <a:solidFill>
                  <a:srgbClr val="FF0000"/>
                </a:solidFill>
                <a:latin typeface="Courier New" panose="02070309020205020404" pitchFamily="49" charset="0"/>
                <a:cs typeface="Courier New" panose="02070309020205020404" pitchFamily="49" charset="0"/>
              </a:rPr>
              <a:t>item</a:t>
            </a:r>
            <a:r>
              <a:rPr lang="en-US" dirty="0">
                <a:latin typeface="Courier New" panose="02070309020205020404" pitchFamily="49" charset="0"/>
                <a:cs typeface="Courier New" panose="02070309020205020404" pitchFamily="49" charset="0"/>
              </a:rPr>
              <a:t>,</a:t>
            </a:r>
            <a:r>
              <a:rPr lang="en-US" dirty="0">
                <a:solidFill>
                  <a:srgbClr val="FF0000"/>
                </a:solidFill>
                <a:latin typeface="Courier New" panose="02070309020205020404" pitchFamily="49" charset="0"/>
                <a:cs typeface="Courier New" panose="02070309020205020404" pitchFamily="49" charset="0"/>
              </a:rPr>
              <a:t> flavor</a:t>
            </a:r>
            <a:r>
              <a:rPr lang="en-US" dirty="0">
                <a:latin typeface="Courier New" panose="02070309020205020404" pitchFamily="49" charset="0"/>
                <a:cs typeface="Courier New" panose="02070309020205020404" pitchFamily="49" charset="0"/>
              </a:rPr>
              <a:t>,</a:t>
            </a:r>
            <a:r>
              <a:rPr lang="en-US" dirty="0">
                <a:solidFill>
                  <a:srgbClr val="FF0000"/>
                </a:solidFill>
                <a:latin typeface="Courier New" panose="02070309020205020404" pitchFamily="49" charset="0"/>
                <a:cs typeface="Courier New" panose="02070309020205020404" pitchFamily="49" charset="0"/>
              </a:rPr>
              <a:t> frosted</a:t>
            </a:r>
            <a:r>
              <a:rPr lang="en-US" dirty="0">
                <a:latin typeface="Courier New" panose="02070309020205020404" pitchFamily="49" charset="0"/>
                <a:cs typeface="Courier New" panose="02070309020205020404" pitchFamily="49" charset="0"/>
              </a:rPr>
              <a:t>) {</a:t>
            </a:r>
          </a:p>
          <a:p>
            <a:r>
              <a:rPr lang="en-US" dirty="0">
                <a:latin typeface="Courier New" panose="02070309020205020404" pitchFamily="49" charset="0"/>
                <a:cs typeface="Courier New" panose="02070309020205020404" pitchFamily="49" charset="0"/>
              </a:rPr>
              <a:t>  ingredients &lt;- </a:t>
            </a:r>
            <a:r>
              <a:rPr lang="en-US" dirty="0" err="1">
                <a:solidFill>
                  <a:srgbClr val="0070C0"/>
                </a:solidFill>
                <a:latin typeface="Courier New" panose="02070309020205020404" pitchFamily="49" charset="0"/>
                <a:cs typeface="Courier New" panose="02070309020205020404" pitchFamily="49" charset="0"/>
              </a:rPr>
              <a:t>gather_ingredients</a:t>
            </a:r>
            <a:r>
              <a:rPr lang="en-US" dirty="0">
                <a:latin typeface="Courier New" panose="02070309020205020404" pitchFamily="49" charset="0"/>
                <a:cs typeface="Courier New" panose="02070309020205020404" pitchFamily="49" charset="0"/>
              </a:rPr>
              <a:t>(item, flavor)   </a:t>
            </a:r>
            <a:r>
              <a:rPr lang="en-US" dirty="0">
                <a:solidFill>
                  <a:schemeClr val="bg1">
                    <a:lumMod val="50000"/>
                  </a:schemeClr>
                </a:solidFill>
                <a:latin typeface="Courier New" panose="02070309020205020404" pitchFamily="49" charset="0"/>
                <a:cs typeface="Courier New" panose="02070309020205020404" pitchFamily="49" charset="0"/>
              </a:rPr>
              <a:t># *</a:t>
            </a:r>
          </a:p>
          <a:p>
            <a:r>
              <a:rPr lang="en-US" dirty="0">
                <a:latin typeface="Courier New" panose="02070309020205020404" pitchFamily="49" charset="0"/>
                <a:cs typeface="Courier New" panose="02070309020205020404" pitchFamily="49" charset="0"/>
              </a:rPr>
              <a:t>  pan         &lt;- </a:t>
            </a:r>
            <a:r>
              <a:rPr lang="en-US" dirty="0" err="1">
                <a:solidFill>
                  <a:srgbClr val="0070C0"/>
                </a:solidFill>
                <a:latin typeface="Courier New" panose="02070309020205020404" pitchFamily="49" charset="0"/>
                <a:cs typeface="Courier New" panose="02070309020205020404" pitchFamily="49" charset="0"/>
              </a:rPr>
              <a:t>select_pan</a:t>
            </a:r>
            <a:r>
              <a:rPr lang="en-US" dirty="0">
                <a:latin typeface="Courier New" panose="02070309020205020404" pitchFamily="49" charset="0"/>
                <a:cs typeface="Courier New" panose="02070309020205020404" pitchFamily="49" charset="0"/>
              </a:rPr>
              <a:t>(item)                   </a:t>
            </a:r>
            <a:r>
              <a:rPr lang="en-US" dirty="0">
                <a:solidFill>
                  <a:schemeClr val="bg1">
                    <a:lumMod val="50000"/>
                  </a:schemeClr>
                </a:solidFill>
                <a:latin typeface="Courier New" panose="02070309020205020404" pitchFamily="49" charset="0"/>
                <a:cs typeface="Courier New" panose="02070309020205020404" pitchFamily="49" charset="0"/>
              </a:rPr>
              <a:t># *</a:t>
            </a:r>
          </a:p>
          <a:p>
            <a:r>
              <a:rPr lang="en-US" dirty="0">
                <a:latin typeface="Courier New" panose="02070309020205020404" pitchFamily="49" charset="0"/>
                <a:cs typeface="Courier New" panose="02070309020205020404" pitchFamily="49" charset="0"/>
              </a:rPr>
              <a:t>  oven        &lt;- </a:t>
            </a:r>
            <a:r>
              <a:rPr lang="en-US" dirty="0" err="1">
                <a:solidFill>
                  <a:srgbClr val="0070C0"/>
                </a:solidFill>
                <a:latin typeface="Courier New" panose="02070309020205020404" pitchFamily="49" charset="0"/>
                <a:cs typeface="Courier New" panose="02070309020205020404" pitchFamily="49" charset="0"/>
              </a:rPr>
              <a:t>set_temp_time</a:t>
            </a:r>
            <a:r>
              <a:rPr lang="en-US" dirty="0">
                <a:latin typeface="Courier New" panose="02070309020205020404" pitchFamily="49" charset="0"/>
                <a:cs typeface="Courier New" panose="02070309020205020404" pitchFamily="49" charset="0"/>
              </a:rPr>
              <a:t>(item)                </a:t>
            </a:r>
            <a:r>
              <a:rPr lang="en-US" dirty="0">
                <a:solidFill>
                  <a:schemeClr val="bg1">
                    <a:lumMod val="50000"/>
                  </a:schemeClr>
                </a:solidFill>
                <a:latin typeface="Courier New" panose="02070309020205020404" pitchFamily="49" charset="0"/>
                <a:cs typeface="Courier New" panose="02070309020205020404" pitchFamily="49" charset="0"/>
              </a:rPr>
              <a:t># *</a:t>
            </a:r>
          </a:p>
          <a:p>
            <a:r>
              <a:rPr lang="en-US" dirty="0">
                <a:solidFill>
                  <a:schemeClr val="bg1">
                    <a:lumMod val="50000"/>
                  </a:schemeClr>
                </a:solidFill>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decorate	</a:t>
            </a:r>
            <a:r>
              <a:rPr lang="en-US" dirty="0">
                <a:solidFill>
                  <a:schemeClr val="bg1">
                    <a:lumMod val="50000"/>
                  </a:schemeClr>
                </a:solidFill>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&lt;- </a:t>
            </a:r>
            <a:r>
              <a:rPr lang="en-US" dirty="0">
                <a:solidFill>
                  <a:srgbClr val="0070C0"/>
                </a:solidFill>
                <a:latin typeface="Courier New" panose="02070309020205020404" pitchFamily="49" charset="0"/>
                <a:cs typeface="Courier New" panose="02070309020205020404" pitchFamily="49" charset="0"/>
              </a:rPr>
              <a:t>decorate</a:t>
            </a:r>
            <a:r>
              <a:rPr lang="en-US" dirty="0">
                <a:latin typeface="Courier New" panose="02070309020205020404" pitchFamily="49" charset="0"/>
                <a:cs typeface="Courier New" panose="02070309020205020404" pitchFamily="49" charset="0"/>
              </a:rPr>
              <a:t>(frosted)                  </a:t>
            </a:r>
            <a:r>
              <a:rPr lang="en-US" dirty="0">
                <a:solidFill>
                  <a:schemeClr val="bg1">
                    <a:lumMod val="50000"/>
                  </a:schemeClr>
                </a:solidFill>
                <a:latin typeface="Courier New" panose="02070309020205020404" pitchFamily="49" charset="0"/>
                <a:cs typeface="Courier New" panose="02070309020205020404" pitchFamily="49" charset="0"/>
              </a:rPr>
              <a:t># *                </a:t>
            </a:r>
          </a:p>
          <a:p>
            <a:r>
              <a:rPr lang="en-US" dirty="0">
                <a:latin typeface="Courier New" panose="02070309020205020404" pitchFamily="49" charset="0"/>
                <a:cs typeface="Courier New" panose="02070309020205020404" pitchFamily="49" charset="0"/>
              </a:rPr>
              <a:t>  </a:t>
            </a:r>
            <a:r>
              <a:rPr lang="en-US" dirty="0">
                <a:solidFill>
                  <a:schemeClr val="bg1">
                    <a:lumMod val="50000"/>
                  </a:schemeClr>
                </a:solidFill>
                <a:latin typeface="Courier New" panose="02070309020205020404" pitchFamily="49" charset="0"/>
                <a:cs typeface="Courier New" panose="02070309020205020404" pitchFamily="49" charset="0"/>
              </a:rPr>
              <a:t># prepare and combine</a:t>
            </a:r>
          </a:p>
          <a:p>
            <a:r>
              <a:rPr lang="en-US" dirty="0">
                <a:solidFill>
                  <a:schemeClr val="bg1">
                    <a:lumMod val="50000"/>
                  </a:schemeClr>
                </a:solidFill>
                <a:latin typeface="Courier New" panose="02070309020205020404" pitchFamily="49" charset="0"/>
                <a:cs typeface="Courier New" panose="02070309020205020404" pitchFamily="49" charset="0"/>
              </a:rPr>
              <a:t>  # bake</a:t>
            </a:r>
          </a:p>
          <a:p>
            <a:r>
              <a:rPr lang="en-US" dirty="0">
                <a:solidFill>
                  <a:schemeClr val="bg1">
                    <a:lumMod val="50000"/>
                  </a:schemeClr>
                </a:solidFill>
                <a:latin typeface="Courier New" panose="02070309020205020404" pitchFamily="49" charset="0"/>
                <a:cs typeface="Courier New" panose="02070309020205020404" pitchFamily="49" charset="0"/>
              </a:rPr>
              <a:t>  # check for doneness</a:t>
            </a:r>
          </a:p>
          <a:p>
            <a:r>
              <a:rPr lang="en-US" dirty="0">
                <a:solidFill>
                  <a:schemeClr val="bg1">
                    <a:lumMod val="50000"/>
                  </a:schemeClr>
                </a:solidFill>
                <a:latin typeface="Courier New" panose="02070309020205020404" pitchFamily="49" charset="0"/>
                <a:cs typeface="Courier New" panose="02070309020205020404" pitchFamily="49" charset="0"/>
              </a:rPr>
              <a:t>  # finish and serve</a:t>
            </a:r>
          </a:p>
          <a:p>
            <a:r>
              <a:rPr lang="en-US" dirty="0">
                <a:latin typeface="Courier New" panose="02070309020205020404" pitchFamily="49" charset="0"/>
                <a:cs typeface="Courier New" panose="02070309020205020404" pitchFamily="49" charset="0"/>
              </a:rPr>
              <a:t>}</a:t>
            </a:r>
          </a:p>
          <a:p>
            <a:endParaRPr lang="en-US" dirty="0">
              <a:latin typeface="Courier New" panose="02070309020205020404" pitchFamily="49" charset="0"/>
              <a:cs typeface="Courier New" panose="02070309020205020404" pitchFamily="49" charset="0"/>
            </a:endParaRPr>
          </a:p>
          <a:p>
            <a:r>
              <a:rPr lang="en-US" dirty="0">
                <a:solidFill>
                  <a:srgbClr val="0070C0"/>
                </a:solidFill>
                <a:latin typeface="Courier New" panose="02070309020205020404" pitchFamily="49" charset="0"/>
                <a:cs typeface="Courier New" panose="02070309020205020404" pitchFamily="49" charset="0"/>
              </a:rPr>
              <a:t>bake</a:t>
            </a:r>
            <a:r>
              <a:rPr lang="en-US" dirty="0">
                <a:latin typeface="Courier New" panose="02070309020205020404" pitchFamily="49" charset="0"/>
                <a:cs typeface="Courier New" panose="02070309020205020404" pitchFamily="49" charset="0"/>
              </a:rPr>
              <a:t>(</a:t>
            </a:r>
            <a:r>
              <a:rPr lang="en-US" dirty="0">
                <a:solidFill>
                  <a:schemeClr val="accent5"/>
                </a:solidFill>
                <a:latin typeface="Courier New" panose="02070309020205020404" pitchFamily="49" charset="0"/>
                <a:cs typeface="Courier New" panose="02070309020205020404" pitchFamily="49" charset="0"/>
              </a:rPr>
              <a:t>"cupcake"</a:t>
            </a:r>
            <a:r>
              <a:rPr lang="en-US" dirty="0">
                <a:latin typeface="Courier New" panose="02070309020205020404" pitchFamily="49" charset="0"/>
                <a:cs typeface="Courier New" panose="02070309020205020404" pitchFamily="49" charset="0"/>
              </a:rPr>
              <a:t>, </a:t>
            </a:r>
            <a:r>
              <a:rPr lang="en-US" dirty="0">
                <a:solidFill>
                  <a:schemeClr val="accent5"/>
                </a:solidFill>
                <a:latin typeface="Courier New" panose="02070309020205020404" pitchFamily="49" charset="0"/>
                <a:cs typeface="Courier New" panose="02070309020205020404" pitchFamily="49" charset="0"/>
              </a:rPr>
              <a:t>"chocolate", TRUE</a:t>
            </a:r>
            <a:r>
              <a:rPr lang="en-US" dirty="0">
                <a:latin typeface="Courier New" panose="02070309020205020404" pitchFamily="49" charset="0"/>
                <a:cs typeface="Courier New" panose="02070309020205020404" pitchFamily="49" charset="0"/>
              </a:rPr>
              <a:t>)</a:t>
            </a:r>
          </a:p>
          <a:p>
            <a:r>
              <a:rPr lang="en-US" dirty="0">
                <a:solidFill>
                  <a:srgbClr val="0070C0"/>
                </a:solidFill>
                <a:latin typeface="Courier New" panose="02070309020205020404" pitchFamily="49" charset="0"/>
                <a:cs typeface="Courier New" panose="02070309020205020404" pitchFamily="49" charset="0"/>
              </a:rPr>
              <a:t>bake</a:t>
            </a:r>
            <a:r>
              <a:rPr lang="en-US" dirty="0">
                <a:latin typeface="Courier New" panose="02070309020205020404" pitchFamily="49" charset="0"/>
                <a:cs typeface="Courier New" panose="02070309020205020404" pitchFamily="49" charset="0"/>
              </a:rPr>
              <a:t>(</a:t>
            </a:r>
            <a:r>
              <a:rPr lang="en-US" dirty="0">
                <a:solidFill>
                  <a:schemeClr val="accent5"/>
                </a:solidFill>
                <a:latin typeface="Courier New" panose="02070309020205020404" pitchFamily="49" charset="0"/>
                <a:cs typeface="Courier New" panose="02070309020205020404" pitchFamily="49" charset="0"/>
              </a:rPr>
              <a:t>"cupcake"</a:t>
            </a:r>
            <a:r>
              <a:rPr lang="en-US" dirty="0">
                <a:latin typeface="Courier New" panose="02070309020205020404" pitchFamily="49" charset="0"/>
                <a:cs typeface="Courier New" panose="02070309020205020404" pitchFamily="49" charset="0"/>
              </a:rPr>
              <a:t>, </a:t>
            </a:r>
            <a:r>
              <a:rPr lang="en-US" dirty="0">
                <a:solidFill>
                  <a:schemeClr val="accent5"/>
                </a:solidFill>
                <a:latin typeface="Courier New" panose="02070309020205020404" pitchFamily="49" charset="0"/>
                <a:cs typeface="Courier New" panose="02070309020205020404" pitchFamily="49" charset="0"/>
              </a:rPr>
              <a:t>"vanilla", FALSE</a:t>
            </a:r>
            <a:r>
              <a:rPr lang="en-US" dirty="0">
                <a:latin typeface="Courier New" panose="02070309020205020404" pitchFamily="49" charset="0"/>
                <a:cs typeface="Courier New" panose="02070309020205020404" pitchFamily="49" charset="0"/>
              </a:rPr>
              <a:t>)     </a:t>
            </a:r>
            <a:r>
              <a:rPr lang="en-US" dirty="0">
                <a:solidFill>
                  <a:schemeClr val="bg1">
                    <a:lumMod val="65000"/>
                  </a:schemeClr>
                </a:solidFill>
                <a:latin typeface="Courier New" panose="02070309020205020404" pitchFamily="49" charset="0"/>
                <a:cs typeface="Courier New" panose="02070309020205020404" pitchFamily="49" charset="0"/>
              </a:rPr>
              <a:t># same item, different choices</a:t>
            </a:r>
          </a:p>
          <a:p>
            <a:r>
              <a:rPr lang="en-US" dirty="0">
                <a:solidFill>
                  <a:srgbClr val="0070C0"/>
                </a:solidFill>
                <a:latin typeface="Courier New" panose="02070309020205020404" pitchFamily="49" charset="0"/>
                <a:cs typeface="Courier New" panose="02070309020205020404" pitchFamily="49" charset="0"/>
              </a:rPr>
              <a:t>bake</a:t>
            </a:r>
            <a:r>
              <a:rPr lang="en-US" dirty="0">
                <a:latin typeface="Courier New" panose="02070309020205020404" pitchFamily="49" charset="0"/>
                <a:cs typeface="Courier New" panose="02070309020205020404" pitchFamily="49" charset="0"/>
              </a:rPr>
              <a:t>(</a:t>
            </a:r>
            <a:r>
              <a:rPr lang="en-US" dirty="0">
                <a:solidFill>
                  <a:schemeClr val="accent5"/>
                </a:solidFill>
                <a:latin typeface="Courier New" panose="02070309020205020404" pitchFamily="49" charset="0"/>
                <a:cs typeface="Courier New" panose="02070309020205020404" pitchFamily="49" charset="0"/>
              </a:rPr>
              <a:t>"muffin"</a:t>
            </a:r>
            <a:r>
              <a:rPr lang="en-US" dirty="0">
                <a:latin typeface="Courier New" panose="02070309020205020404" pitchFamily="49" charset="0"/>
                <a:cs typeface="Courier New" panose="02070309020205020404" pitchFamily="49" charset="0"/>
              </a:rPr>
              <a:t>, </a:t>
            </a:r>
            <a:r>
              <a:rPr lang="en-US" dirty="0">
                <a:solidFill>
                  <a:schemeClr val="accent5"/>
                </a:solidFill>
                <a:latin typeface="Courier New" panose="02070309020205020404" pitchFamily="49" charset="0"/>
                <a:cs typeface="Courier New" panose="02070309020205020404" pitchFamily="49" charset="0"/>
              </a:rPr>
              <a:t>"blueberry", FALSE</a:t>
            </a:r>
            <a:r>
              <a:rPr lang="en-US" dirty="0">
                <a:latin typeface="Courier New" panose="02070309020205020404" pitchFamily="49" charset="0"/>
                <a:cs typeface="Courier New" panose="02070309020205020404" pitchFamily="49" charset="0"/>
              </a:rPr>
              <a:t>)</a:t>
            </a:r>
          </a:p>
        </p:txBody>
      </p:sp>
      <p:sp>
        <p:nvSpPr>
          <p:cNvPr id="11" name="TextBox 10">
            <a:extLst>
              <a:ext uri="{FF2B5EF4-FFF2-40B4-BE49-F238E27FC236}">
                <a16:creationId xmlns:a16="http://schemas.microsoft.com/office/drawing/2014/main" id="{82D88A12-AD81-9288-5560-33556E9C870B}"/>
              </a:ext>
            </a:extLst>
          </p:cNvPr>
          <p:cNvSpPr txBox="1"/>
          <p:nvPr/>
        </p:nvSpPr>
        <p:spPr>
          <a:xfrm>
            <a:off x="561287" y="1991739"/>
            <a:ext cx="675185" cy="461665"/>
          </a:xfrm>
          <a:prstGeom prst="rect">
            <a:avLst/>
          </a:prstGeom>
          <a:noFill/>
        </p:spPr>
        <p:txBody>
          <a:bodyPr wrap="none" rtlCol="0">
            <a:spAutoFit/>
          </a:bodyPr>
          <a:lstStyle/>
          <a:p>
            <a:r>
              <a:rPr lang="en-US" sz="2400" dirty="0"/>
              <a:t>task</a:t>
            </a:r>
          </a:p>
        </p:txBody>
      </p:sp>
      <p:cxnSp>
        <p:nvCxnSpPr>
          <p:cNvPr id="12" name="Straight Arrow Connector 11">
            <a:extLst>
              <a:ext uri="{FF2B5EF4-FFF2-40B4-BE49-F238E27FC236}">
                <a16:creationId xmlns:a16="http://schemas.microsoft.com/office/drawing/2014/main" id="{FEA9DE0C-5E46-EDA8-2B56-670FF0E359BD}"/>
              </a:ext>
            </a:extLst>
          </p:cNvPr>
          <p:cNvCxnSpPr>
            <a:cxnSpLocks/>
          </p:cNvCxnSpPr>
          <p:nvPr/>
        </p:nvCxnSpPr>
        <p:spPr>
          <a:xfrm>
            <a:off x="1025904" y="2440295"/>
            <a:ext cx="212344" cy="27479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2495D2B6-BDFD-798E-C568-7AD785DC8069}"/>
              </a:ext>
            </a:extLst>
          </p:cNvPr>
          <p:cNvSpPr txBox="1"/>
          <p:nvPr/>
        </p:nvSpPr>
        <p:spPr>
          <a:xfrm>
            <a:off x="4027366" y="1880438"/>
            <a:ext cx="2983702" cy="461665"/>
          </a:xfrm>
          <a:prstGeom prst="rect">
            <a:avLst/>
          </a:prstGeom>
          <a:noFill/>
        </p:spPr>
        <p:txBody>
          <a:bodyPr wrap="none" rtlCol="0">
            <a:spAutoFit/>
          </a:bodyPr>
          <a:lstStyle/>
          <a:p>
            <a:r>
              <a:rPr lang="en-US" sz="2400" dirty="0"/>
              <a:t>inputs – chosen by user</a:t>
            </a:r>
          </a:p>
        </p:txBody>
      </p:sp>
      <p:cxnSp>
        <p:nvCxnSpPr>
          <p:cNvPr id="14" name="Straight Arrow Connector 13">
            <a:extLst>
              <a:ext uri="{FF2B5EF4-FFF2-40B4-BE49-F238E27FC236}">
                <a16:creationId xmlns:a16="http://schemas.microsoft.com/office/drawing/2014/main" id="{D3037A02-DAF3-3B38-A881-5E98BDAF0197}"/>
              </a:ext>
            </a:extLst>
          </p:cNvPr>
          <p:cNvCxnSpPr>
            <a:cxnSpLocks/>
          </p:cNvCxnSpPr>
          <p:nvPr/>
        </p:nvCxnSpPr>
        <p:spPr>
          <a:xfrm flipH="1">
            <a:off x="4255724" y="2342103"/>
            <a:ext cx="276048" cy="288407"/>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5592F166-CE2F-8BBC-9D5A-B13CBD620E08}"/>
              </a:ext>
            </a:extLst>
          </p:cNvPr>
          <p:cNvSpPr txBox="1"/>
          <p:nvPr/>
        </p:nvSpPr>
        <p:spPr>
          <a:xfrm>
            <a:off x="69495" y="4090615"/>
            <a:ext cx="1388565" cy="461665"/>
          </a:xfrm>
          <a:prstGeom prst="rect">
            <a:avLst/>
          </a:prstGeom>
          <a:noFill/>
        </p:spPr>
        <p:txBody>
          <a:bodyPr wrap="square" rtlCol="0">
            <a:spAutoFit/>
          </a:bodyPr>
          <a:lstStyle/>
          <a:p>
            <a:r>
              <a:rPr lang="en-US" sz="2400" dirty="0"/>
              <a:t>the steps</a:t>
            </a:r>
          </a:p>
        </p:txBody>
      </p:sp>
      <p:cxnSp>
        <p:nvCxnSpPr>
          <p:cNvPr id="16" name="Straight Arrow Connector 15">
            <a:extLst>
              <a:ext uri="{FF2B5EF4-FFF2-40B4-BE49-F238E27FC236}">
                <a16:creationId xmlns:a16="http://schemas.microsoft.com/office/drawing/2014/main" id="{18D92AFA-A17C-CC41-C736-9D89015C36C7}"/>
              </a:ext>
            </a:extLst>
          </p:cNvPr>
          <p:cNvCxnSpPr>
            <a:cxnSpLocks/>
          </p:cNvCxnSpPr>
          <p:nvPr/>
        </p:nvCxnSpPr>
        <p:spPr>
          <a:xfrm flipV="1">
            <a:off x="948589" y="3592210"/>
            <a:ext cx="509471" cy="56154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pic>
        <p:nvPicPr>
          <p:cNvPr id="22" name="Picture 21">
            <a:extLst>
              <a:ext uri="{FF2B5EF4-FFF2-40B4-BE49-F238E27FC236}">
                <a16:creationId xmlns:a16="http://schemas.microsoft.com/office/drawing/2014/main" id="{40BBF619-393E-E58E-0D61-51C171FC2A3D}"/>
              </a:ext>
            </a:extLst>
          </p:cNvPr>
          <p:cNvPicPr>
            <a:picLocks noChangeAspect="1"/>
          </p:cNvPicPr>
          <p:nvPr/>
        </p:nvPicPr>
        <p:blipFill>
          <a:blip r:embed="rId2"/>
          <a:stretch>
            <a:fillRect/>
          </a:stretch>
        </p:blipFill>
        <p:spPr>
          <a:xfrm>
            <a:off x="9721850" y="3210197"/>
            <a:ext cx="2222500" cy="2222500"/>
          </a:xfrm>
          <a:prstGeom prst="rect">
            <a:avLst/>
          </a:prstGeom>
        </p:spPr>
      </p:pic>
    </p:spTree>
    <p:extLst>
      <p:ext uri="{BB962C8B-B14F-4D97-AF65-F5344CB8AC3E}">
        <p14:creationId xmlns:p14="http://schemas.microsoft.com/office/powerpoint/2010/main" val="3475898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5"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AC3FC-5E08-5F9E-1DCE-F76D922287CF}"/>
              </a:ext>
            </a:extLst>
          </p:cNvPr>
          <p:cNvSpPr>
            <a:spLocks noGrp="1"/>
          </p:cNvSpPr>
          <p:nvPr>
            <p:ph type="title"/>
          </p:nvPr>
        </p:nvSpPr>
        <p:spPr/>
        <p:txBody>
          <a:bodyPr/>
          <a:lstStyle/>
          <a:p>
            <a:r>
              <a:rPr lang="en-US" dirty="0"/>
              <a:t>What is a function?</a:t>
            </a:r>
          </a:p>
        </p:txBody>
      </p:sp>
      <p:sp>
        <p:nvSpPr>
          <p:cNvPr id="3" name="Content Placeholder 2">
            <a:extLst>
              <a:ext uri="{FF2B5EF4-FFF2-40B4-BE49-F238E27FC236}">
                <a16:creationId xmlns:a16="http://schemas.microsoft.com/office/drawing/2014/main" id="{89934CEA-F223-6F01-1F4A-AF14234ECDF6}"/>
              </a:ext>
            </a:extLst>
          </p:cNvPr>
          <p:cNvSpPr>
            <a:spLocks noGrp="1"/>
          </p:cNvSpPr>
          <p:nvPr>
            <p:ph idx="1"/>
          </p:nvPr>
        </p:nvSpPr>
        <p:spPr>
          <a:xfrm>
            <a:off x="1024128" y="2286000"/>
            <a:ext cx="10320631" cy="4023360"/>
          </a:xfrm>
        </p:spPr>
        <p:txBody>
          <a:bodyPr>
            <a:normAutofit fontScale="77500" lnSpcReduction="20000"/>
          </a:bodyPr>
          <a:lstStyle/>
          <a:p>
            <a:pPr marL="241300" indent="-228600"/>
            <a:r>
              <a:rPr lang="en-US" dirty="0"/>
              <a:t>Computational method for performing a specified task you will use repeatedly</a:t>
            </a:r>
          </a:p>
          <a:p>
            <a:pPr marL="241300" indent="-228600"/>
            <a:r>
              <a:rPr lang="en-US" dirty="0"/>
              <a:t>Takes inputs (arguments) and generates outputs</a:t>
            </a:r>
          </a:p>
          <a:p>
            <a:pPr marL="241300" indent="-228600"/>
            <a:r>
              <a:rPr lang="en-US" dirty="0"/>
              <a:t>May be custom or pre-built within a tool</a:t>
            </a:r>
          </a:p>
          <a:p>
            <a:pPr marL="241300" indent="-228600"/>
            <a:r>
              <a:rPr lang="en-US" dirty="0"/>
              <a:t>Ensures consistency and efficiency</a:t>
            </a:r>
          </a:p>
          <a:p>
            <a:pPr marL="241300" indent="-228600"/>
            <a:r>
              <a:rPr lang="en-US" dirty="0"/>
              <a:t>Packaged into packages (R) or libraries (python) in coding languages</a:t>
            </a:r>
          </a:p>
          <a:p>
            <a:pPr marL="241300" indent="-228600"/>
            <a:endParaRPr lang="en-US" dirty="0"/>
          </a:p>
          <a:p>
            <a:pPr marL="241300" indent="-228600"/>
            <a:r>
              <a:rPr lang="en-US" dirty="0"/>
              <a:t>Excel formulas: manually enter or use existing (e.g., AVERAGE() )</a:t>
            </a:r>
          </a:p>
          <a:p>
            <a:pPr marL="241300" indent="-228600"/>
            <a:r>
              <a:rPr lang="en-US" dirty="0"/>
              <a:t>R functions: create your own or use from packages (e.g., </a:t>
            </a:r>
            <a:r>
              <a:rPr lang="en-US" dirty="0" err="1"/>
              <a:t>group_by</a:t>
            </a:r>
            <a:r>
              <a:rPr lang="en-US" dirty="0"/>
              <a:t>() and summarize(), </a:t>
            </a:r>
            <a:r>
              <a:rPr lang="en-US" dirty="0" err="1"/>
              <a:t>ggplot</a:t>
            </a:r>
            <a:r>
              <a:rPr lang="en-US" dirty="0"/>
              <a:t>())</a:t>
            </a:r>
          </a:p>
        </p:txBody>
      </p:sp>
    </p:spTree>
    <p:extLst>
      <p:ext uri="{BB962C8B-B14F-4D97-AF65-F5344CB8AC3E}">
        <p14:creationId xmlns:p14="http://schemas.microsoft.com/office/powerpoint/2010/main" val="22927918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1690085B-D309-4FB3-BCB2-06AC1B0CCAFF}"/>
              </a:ext>
            </a:extLst>
          </p:cNvPr>
          <p:cNvPicPr>
            <a:picLocks noChangeAspect="1"/>
          </p:cNvPicPr>
          <p:nvPr/>
        </p:nvPicPr>
        <p:blipFill>
          <a:blip r:embed="rId2"/>
          <a:stretch>
            <a:fillRect/>
          </a:stretch>
        </p:blipFill>
        <p:spPr>
          <a:xfrm>
            <a:off x="1580435" y="2314589"/>
            <a:ext cx="7023100" cy="1435100"/>
          </a:xfrm>
          <a:prstGeom prst="rect">
            <a:avLst/>
          </a:prstGeom>
        </p:spPr>
      </p:pic>
      <p:sp>
        <p:nvSpPr>
          <p:cNvPr id="2" name="Title 1">
            <a:extLst>
              <a:ext uri="{FF2B5EF4-FFF2-40B4-BE49-F238E27FC236}">
                <a16:creationId xmlns:a16="http://schemas.microsoft.com/office/drawing/2014/main" id="{3E414AAD-693E-18CC-DCE3-6264742FD9F4}"/>
              </a:ext>
            </a:extLst>
          </p:cNvPr>
          <p:cNvSpPr>
            <a:spLocks noGrp="1"/>
          </p:cNvSpPr>
          <p:nvPr>
            <p:ph type="title"/>
          </p:nvPr>
        </p:nvSpPr>
        <p:spPr>
          <a:xfrm>
            <a:off x="1024128" y="585216"/>
            <a:ext cx="10436352" cy="1499616"/>
          </a:xfrm>
        </p:spPr>
        <p:txBody>
          <a:bodyPr/>
          <a:lstStyle/>
          <a:p>
            <a:r>
              <a:rPr lang="en-US" dirty="0" err="1"/>
              <a:t>Ggplot</a:t>
            </a:r>
            <a:r>
              <a:rPr lang="en-US" dirty="0"/>
              <a:t> R function creates a new graph object</a:t>
            </a:r>
          </a:p>
        </p:txBody>
      </p:sp>
      <p:sp>
        <p:nvSpPr>
          <p:cNvPr id="6" name="Bent-Up Arrow 5">
            <a:extLst>
              <a:ext uri="{FF2B5EF4-FFF2-40B4-BE49-F238E27FC236}">
                <a16:creationId xmlns:a16="http://schemas.microsoft.com/office/drawing/2014/main" id="{1DA74CFB-E8EF-0FFA-2831-1B8177A93DCF}"/>
              </a:ext>
            </a:extLst>
          </p:cNvPr>
          <p:cNvSpPr/>
          <p:nvPr/>
        </p:nvSpPr>
        <p:spPr>
          <a:xfrm rot="5400000">
            <a:off x="4959635" y="3881323"/>
            <a:ext cx="1238491" cy="1522825"/>
          </a:xfrm>
          <a:prstGeom prst="ben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F29B519D-2C66-0F47-4613-443FCF7EB426}"/>
              </a:ext>
            </a:extLst>
          </p:cNvPr>
          <p:cNvSpPr txBox="1"/>
          <p:nvPr/>
        </p:nvSpPr>
        <p:spPr>
          <a:xfrm>
            <a:off x="601030" y="1968396"/>
            <a:ext cx="1863011" cy="461665"/>
          </a:xfrm>
          <a:prstGeom prst="rect">
            <a:avLst/>
          </a:prstGeom>
          <a:noFill/>
        </p:spPr>
        <p:txBody>
          <a:bodyPr wrap="none" rtlCol="0">
            <a:spAutoFit/>
          </a:bodyPr>
          <a:lstStyle/>
          <a:p>
            <a:r>
              <a:rPr lang="en-US" sz="2400" dirty="0"/>
              <a:t>function name</a:t>
            </a:r>
          </a:p>
        </p:txBody>
      </p:sp>
      <p:sp>
        <p:nvSpPr>
          <p:cNvPr id="8" name="Oval 7">
            <a:extLst>
              <a:ext uri="{FF2B5EF4-FFF2-40B4-BE49-F238E27FC236}">
                <a16:creationId xmlns:a16="http://schemas.microsoft.com/office/drawing/2014/main" id="{A52E2B5E-0A31-29C9-61F3-A7C19DC84D81}"/>
              </a:ext>
            </a:extLst>
          </p:cNvPr>
          <p:cNvSpPr/>
          <p:nvPr/>
        </p:nvSpPr>
        <p:spPr>
          <a:xfrm>
            <a:off x="1630921" y="2669511"/>
            <a:ext cx="652031" cy="300942"/>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19327E23-9033-B20A-040B-EE9FBA0FBF17}"/>
              </a:ext>
            </a:extLst>
          </p:cNvPr>
          <p:cNvCxnSpPr/>
          <p:nvPr/>
        </p:nvCxnSpPr>
        <p:spPr>
          <a:xfrm>
            <a:off x="1434151" y="2403723"/>
            <a:ext cx="196770" cy="25464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7A00C6CF-66D1-EFC5-E2C4-4B0939BCDB9A}"/>
              </a:ext>
            </a:extLst>
          </p:cNvPr>
          <p:cNvSpPr txBox="1"/>
          <p:nvPr/>
        </p:nvSpPr>
        <p:spPr>
          <a:xfrm>
            <a:off x="3440328" y="1809955"/>
            <a:ext cx="6066276" cy="461665"/>
          </a:xfrm>
          <a:prstGeom prst="rect">
            <a:avLst/>
          </a:prstGeom>
          <a:noFill/>
        </p:spPr>
        <p:txBody>
          <a:bodyPr wrap="none" rtlCol="0">
            <a:spAutoFit/>
          </a:bodyPr>
          <a:lstStyle/>
          <a:p>
            <a:r>
              <a:rPr lang="en-US" sz="2400" dirty="0"/>
              <a:t>function inputs (aka arguments) – chosen by user</a:t>
            </a:r>
          </a:p>
        </p:txBody>
      </p:sp>
      <p:sp>
        <p:nvSpPr>
          <p:cNvPr id="12" name="Oval 11">
            <a:extLst>
              <a:ext uri="{FF2B5EF4-FFF2-40B4-BE49-F238E27FC236}">
                <a16:creationId xmlns:a16="http://schemas.microsoft.com/office/drawing/2014/main" id="{29F6E21A-0D86-A24C-3524-301D7E0FA30C}"/>
              </a:ext>
            </a:extLst>
          </p:cNvPr>
          <p:cNvSpPr/>
          <p:nvPr/>
        </p:nvSpPr>
        <p:spPr>
          <a:xfrm>
            <a:off x="2333439" y="2588390"/>
            <a:ext cx="3881434" cy="382064"/>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Arrow Connector 12">
            <a:extLst>
              <a:ext uri="{FF2B5EF4-FFF2-40B4-BE49-F238E27FC236}">
                <a16:creationId xmlns:a16="http://schemas.microsoft.com/office/drawing/2014/main" id="{0686BF15-CA07-F385-65EA-D59E99DFE9C8}"/>
              </a:ext>
            </a:extLst>
          </p:cNvPr>
          <p:cNvCxnSpPr>
            <a:cxnSpLocks/>
          </p:cNvCxnSpPr>
          <p:nvPr/>
        </p:nvCxnSpPr>
        <p:spPr>
          <a:xfrm flipH="1">
            <a:off x="3302304" y="2242637"/>
            <a:ext cx="276048" cy="288407"/>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586290BD-6D9A-55C0-E7AE-3C21AF0F1CDB}"/>
              </a:ext>
            </a:extLst>
          </p:cNvPr>
          <p:cNvSpPr txBox="1"/>
          <p:nvPr/>
        </p:nvSpPr>
        <p:spPr>
          <a:xfrm>
            <a:off x="4322929" y="5239692"/>
            <a:ext cx="1515158" cy="369332"/>
          </a:xfrm>
          <a:prstGeom prst="rect">
            <a:avLst/>
          </a:prstGeom>
          <a:noFill/>
        </p:spPr>
        <p:txBody>
          <a:bodyPr wrap="none" rtlCol="0">
            <a:spAutoFit/>
          </a:bodyPr>
          <a:lstStyle/>
          <a:p>
            <a:r>
              <a:rPr lang="en-US" dirty="0"/>
              <a:t>function output</a:t>
            </a:r>
          </a:p>
        </p:txBody>
      </p:sp>
      <p:pic>
        <p:nvPicPr>
          <p:cNvPr id="22" name="Picture 21">
            <a:extLst>
              <a:ext uri="{FF2B5EF4-FFF2-40B4-BE49-F238E27FC236}">
                <a16:creationId xmlns:a16="http://schemas.microsoft.com/office/drawing/2014/main" id="{A5DB828E-0B86-60DF-AB8B-D2DD38629D7E}"/>
              </a:ext>
            </a:extLst>
          </p:cNvPr>
          <p:cNvPicPr>
            <a:picLocks noChangeAspect="1"/>
          </p:cNvPicPr>
          <p:nvPr/>
        </p:nvPicPr>
        <p:blipFill>
          <a:blip r:embed="rId3"/>
          <a:stretch>
            <a:fillRect/>
          </a:stretch>
        </p:blipFill>
        <p:spPr>
          <a:xfrm>
            <a:off x="6712912" y="4006307"/>
            <a:ext cx="4454960" cy="2752977"/>
          </a:xfrm>
          <a:prstGeom prst="rect">
            <a:avLst/>
          </a:prstGeom>
        </p:spPr>
      </p:pic>
      <p:sp>
        <p:nvSpPr>
          <p:cNvPr id="3" name="TextBox 2">
            <a:extLst>
              <a:ext uri="{FF2B5EF4-FFF2-40B4-BE49-F238E27FC236}">
                <a16:creationId xmlns:a16="http://schemas.microsoft.com/office/drawing/2014/main" id="{1BCD7FFC-30A6-5827-5EF6-77C9E430580D}"/>
              </a:ext>
            </a:extLst>
          </p:cNvPr>
          <p:cNvSpPr txBox="1"/>
          <p:nvPr/>
        </p:nvSpPr>
        <p:spPr>
          <a:xfrm>
            <a:off x="262434" y="3844085"/>
            <a:ext cx="3090911" cy="461665"/>
          </a:xfrm>
          <a:prstGeom prst="rect">
            <a:avLst/>
          </a:prstGeom>
          <a:noFill/>
        </p:spPr>
        <p:txBody>
          <a:bodyPr wrap="none" rtlCol="0">
            <a:spAutoFit/>
          </a:bodyPr>
          <a:lstStyle/>
          <a:p>
            <a:r>
              <a:rPr lang="en-US" sz="2400" dirty="0"/>
              <a:t>the steps or components</a:t>
            </a:r>
          </a:p>
        </p:txBody>
      </p:sp>
      <p:cxnSp>
        <p:nvCxnSpPr>
          <p:cNvPr id="4" name="Straight Arrow Connector 3">
            <a:extLst>
              <a:ext uri="{FF2B5EF4-FFF2-40B4-BE49-F238E27FC236}">
                <a16:creationId xmlns:a16="http://schemas.microsoft.com/office/drawing/2014/main" id="{C8EBDABD-2804-3C0F-5A0B-C747FE95493A}"/>
              </a:ext>
            </a:extLst>
          </p:cNvPr>
          <p:cNvCxnSpPr>
            <a:cxnSpLocks/>
          </p:cNvCxnSpPr>
          <p:nvPr/>
        </p:nvCxnSpPr>
        <p:spPr>
          <a:xfrm flipV="1">
            <a:off x="1244600" y="3357331"/>
            <a:ext cx="509471" cy="56154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F401C055-75FE-FCA4-46D0-49257370F77B}"/>
              </a:ext>
            </a:extLst>
          </p:cNvPr>
          <p:cNvSpPr txBox="1"/>
          <p:nvPr/>
        </p:nvSpPr>
        <p:spPr>
          <a:xfrm>
            <a:off x="349063" y="4199811"/>
            <a:ext cx="2563715" cy="646331"/>
          </a:xfrm>
          <a:prstGeom prst="rect">
            <a:avLst/>
          </a:prstGeom>
          <a:noFill/>
        </p:spPr>
        <p:txBody>
          <a:bodyPr wrap="none" rtlCol="0">
            <a:spAutoFit/>
          </a:bodyPr>
          <a:lstStyle/>
          <a:p>
            <a:pPr marL="285750" indent="-285750">
              <a:buFontTx/>
              <a:buChar char="-"/>
            </a:pPr>
            <a:r>
              <a:rPr lang="en-US" dirty="0"/>
              <a:t>Plot style</a:t>
            </a:r>
          </a:p>
          <a:p>
            <a:pPr marL="285750" indent="-285750">
              <a:buFontTx/>
              <a:buChar char="-"/>
            </a:pPr>
            <a:r>
              <a:rPr lang="en-US" dirty="0"/>
              <a:t>Theme or axes formats</a:t>
            </a:r>
          </a:p>
        </p:txBody>
      </p:sp>
    </p:spTree>
    <p:extLst>
      <p:ext uri="{BB962C8B-B14F-4D97-AF65-F5344CB8AC3E}">
        <p14:creationId xmlns:p14="http://schemas.microsoft.com/office/powerpoint/2010/main" val="2479774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8" grpId="0" animBg="1"/>
      <p:bldP spid="11" grpId="0"/>
      <p:bldP spid="12" grpId="0" animBg="1"/>
      <p:bldP spid="16" grpId="0"/>
      <p:bldP spid="3" grpId="0"/>
    </p:bld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A9F0CCA-FE48-8405-A1A4-F94D735461A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A3420BA-466F-7A33-F411-990C743E64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88726"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0" name="Freeform 16">
            <a:extLst>
              <a:ext uri="{FF2B5EF4-FFF2-40B4-BE49-F238E27FC236}">
                <a16:creationId xmlns:a16="http://schemas.microsoft.com/office/drawing/2014/main" id="{0C988C58-FC6A-50CF-E85A-33A440BCCA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0396" y="1276539"/>
            <a:ext cx="5570417" cy="4304276"/>
          </a:xfrm>
          <a:custGeom>
            <a:avLst/>
            <a:gdLst>
              <a:gd name="connsiteX0" fmla="*/ 4985599 w 5593163"/>
              <a:gd name="connsiteY0" fmla="*/ 636203 h 4305008"/>
              <a:gd name="connsiteX1" fmla="*/ 5528908 w 5593163"/>
              <a:gd name="connsiteY1" fmla="*/ 1181049 h 4305008"/>
              <a:gd name="connsiteX2" fmla="*/ 4985599 w 5593163"/>
              <a:gd name="connsiteY2" fmla="*/ 636203 h 4305008"/>
              <a:gd name="connsiteX3" fmla="*/ 4985599 w 5593163"/>
              <a:gd name="connsiteY3" fmla="*/ 2333028 h 4305008"/>
              <a:gd name="connsiteX4" fmla="*/ 5528908 w 5593163"/>
              <a:gd name="connsiteY4" fmla="*/ 2877874 h 4305008"/>
              <a:gd name="connsiteX5" fmla="*/ 4985599 w 5593163"/>
              <a:gd name="connsiteY5" fmla="*/ 2333028 h 4305008"/>
              <a:gd name="connsiteX6" fmla="*/ 4985597 w 5593163"/>
              <a:gd name="connsiteY6" fmla="*/ 2034258 h 4305008"/>
              <a:gd name="connsiteX7" fmla="*/ 5528906 w 5593163"/>
              <a:gd name="connsiteY7" fmla="*/ 1493690 h 4305008"/>
              <a:gd name="connsiteX8" fmla="*/ 4985597 w 5593163"/>
              <a:gd name="connsiteY8" fmla="*/ 2034258 h 4305008"/>
              <a:gd name="connsiteX9" fmla="*/ 4985597 w 5593163"/>
              <a:gd name="connsiteY9" fmla="*/ 3731083 h 4305008"/>
              <a:gd name="connsiteX10" fmla="*/ 5528906 w 5593163"/>
              <a:gd name="connsiteY10" fmla="*/ 3190516 h 4305008"/>
              <a:gd name="connsiteX11" fmla="*/ 4985597 w 5593163"/>
              <a:gd name="connsiteY11" fmla="*/ 3731083 h 4305008"/>
              <a:gd name="connsiteX12" fmla="*/ 4842232 w 5593163"/>
              <a:gd name="connsiteY12" fmla="*/ 503273 h 4305008"/>
              <a:gd name="connsiteX13" fmla="*/ 4842826 w 5593163"/>
              <a:gd name="connsiteY13" fmla="*/ 491833 h 4305008"/>
              <a:gd name="connsiteX14" fmla="*/ 4843324 w 5593163"/>
              <a:gd name="connsiteY14" fmla="*/ 491866 h 4305008"/>
              <a:gd name="connsiteX15" fmla="*/ 4843350 w 5593163"/>
              <a:gd name="connsiteY15" fmla="*/ 491372 h 4305008"/>
              <a:gd name="connsiteX16" fmla="*/ 4860437 w 5593163"/>
              <a:gd name="connsiteY16" fmla="*/ 492995 h 4305008"/>
              <a:gd name="connsiteX17" fmla="*/ 4955899 w 5593163"/>
              <a:gd name="connsiteY17" fmla="*/ 502060 h 4305008"/>
              <a:gd name="connsiteX18" fmla="*/ 4972112 w 5593163"/>
              <a:gd name="connsiteY18" fmla="*/ 503599 h 4305008"/>
              <a:gd name="connsiteX19" fmla="*/ 4972229 w 5593163"/>
              <a:gd name="connsiteY19" fmla="*/ 504747 h 4305008"/>
              <a:gd name="connsiteX20" fmla="*/ 5583809 w 5593163"/>
              <a:gd name="connsiteY20" fmla="*/ 948988 h 4305008"/>
              <a:gd name="connsiteX21" fmla="*/ 5593163 w 5593163"/>
              <a:gd name="connsiteY21" fmla="*/ 971822 h 4305008"/>
              <a:gd name="connsiteX22" fmla="*/ 5593163 w 5593163"/>
              <a:gd name="connsiteY22" fmla="*/ 1318474 h 4305008"/>
              <a:gd name="connsiteX23" fmla="*/ 5558612 w 5593163"/>
              <a:gd name="connsiteY23" fmla="*/ 1315193 h 4305008"/>
              <a:gd name="connsiteX24" fmla="*/ 5542395 w 5593163"/>
              <a:gd name="connsiteY24" fmla="*/ 1313653 h 4305008"/>
              <a:gd name="connsiteX25" fmla="*/ 5542279 w 5593163"/>
              <a:gd name="connsiteY25" fmla="*/ 1312505 h 4305008"/>
              <a:gd name="connsiteX26" fmla="*/ 4852114 w 5593163"/>
              <a:gd name="connsiteY26" fmla="*/ 619464 h 4305008"/>
              <a:gd name="connsiteX27" fmla="*/ 4851608 w 5593163"/>
              <a:gd name="connsiteY27" fmla="*/ 619401 h 4305008"/>
              <a:gd name="connsiteX28" fmla="*/ 4851070 w 5593163"/>
              <a:gd name="connsiteY28" fmla="*/ 612725 h 4305008"/>
              <a:gd name="connsiteX29" fmla="*/ 4843603 w 5593163"/>
              <a:gd name="connsiteY29" fmla="*/ 520249 h 4305008"/>
              <a:gd name="connsiteX30" fmla="*/ 4842232 w 5593163"/>
              <a:gd name="connsiteY30" fmla="*/ 503273 h 4305008"/>
              <a:gd name="connsiteX31" fmla="*/ 4842232 w 5593163"/>
              <a:gd name="connsiteY31" fmla="*/ 2200098 h 4305008"/>
              <a:gd name="connsiteX32" fmla="*/ 4842826 w 5593163"/>
              <a:gd name="connsiteY32" fmla="*/ 2188658 h 4305008"/>
              <a:gd name="connsiteX33" fmla="*/ 4843324 w 5593163"/>
              <a:gd name="connsiteY33" fmla="*/ 2188691 h 4305008"/>
              <a:gd name="connsiteX34" fmla="*/ 4843350 w 5593163"/>
              <a:gd name="connsiteY34" fmla="*/ 2188197 h 4305008"/>
              <a:gd name="connsiteX35" fmla="*/ 4860437 w 5593163"/>
              <a:gd name="connsiteY35" fmla="*/ 2189820 h 4305008"/>
              <a:gd name="connsiteX36" fmla="*/ 4955899 w 5593163"/>
              <a:gd name="connsiteY36" fmla="*/ 2198885 h 4305008"/>
              <a:gd name="connsiteX37" fmla="*/ 4972112 w 5593163"/>
              <a:gd name="connsiteY37" fmla="*/ 2200424 h 4305008"/>
              <a:gd name="connsiteX38" fmla="*/ 4972229 w 5593163"/>
              <a:gd name="connsiteY38" fmla="*/ 2201572 h 4305008"/>
              <a:gd name="connsiteX39" fmla="*/ 5583809 w 5593163"/>
              <a:gd name="connsiteY39" fmla="*/ 2645813 h 4305008"/>
              <a:gd name="connsiteX40" fmla="*/ 5593163 w 5593163"/>
              <a:gd name="connsiteY40" fmla="*/ 2668647 h 4305008"/>
              <a:gd name="connsiteX41" fmla="*/ 5593163 w 5593163"/>
              <a:gd name="connsiteY41" fmla="*/ 3015299 h 4305008"/>
              <a:gd name="connsiteX42" fmla="*/ 5558612 w 5593163"/>
              <a:gd name="connsiteY42" fmla="*/ 3012018 h 4305008"/>
              <a:gd name="connsiteX43" fmla="*/ 5542395 w 5593163"/>
              <a:gd name="connsiteY43" fmla="*/ 3010478 h 4305008"/>
              <a:gd name="connsiteX44" fmla="*/ 5542279 w 5593163"/>
              <a:gd name="connsiteY44" fmla="*/ 3009330 h 4305008"/>
              <a:gd name="connsiteX45" fmla="*/ 4852114 w 5593163"/>
              <a:gd name="connsiteY45" fmla="*/ 2316289 h 4305008"/>
              <a:gd name="connsiteX46" fmla="*/ 4851608 w 5593163"/>
              <a:gd name="connsiteY46" fmla="*/ 2316226 h 4305008"/>
              <a:gd name="connsiteX47" fmla="*/ 4851070 w 5593163"/>
              <a:gd name="connsiteY47" fmla="*/ 2309550 h 4305008"/>
              <a:gd name="connsiteX48" fmla="*/ 4843603 w 5593163"/>
              <a:gd name="connsiteY48" fmla="*/ 2217074 h 4305008"/>
              <a:gd name="connsiteX49" fmla="*/ 4842232 w 5593163"/>
              <a:gd name="connsiteY49" fmla="*/ 2200098 h 4305008"/>
              <a:gd name="connsiteX50" fmla="*/ 4842232 w 5593163"/>
              <a:gd name="connsiteY50" fmla="*/ 3896923 h 4305008"/>
              <a:gd name="connsiteX51" fmla="*/ 4842826 w 5593163"/>
              <a:gd name="connsiteY51" fmla="*/ 3885483 h 4305008"/>
              <a:gd name="connsiteX52" fmla="*/ 4843324 w 5593163"/>
              <a:gd name="connsiteY52" fmla="*/ 3885516 h 4305008"/>
              <a:gd name="connsiteX53" fmla="*/ 4843350 w 5593163"/>
              <a:gd name="connsiteY53" fmla="*/ 3885022 h 4305008"/>
              <a:gd name="connsiteX54" fmla="*/ 4860437 w 5593163"/>
              <a:gd name="connsiteY54" fmla="*/ 3886645 h 4305008"/>
              <a:gd name="connsiteX55" fmla="*/ 4955899 w 5593163"/>
              <a:gd name="connsiteY55" fmla="*/ 3895710 h 4305008"/>
              <a:gd name="connsiteX56" fmla="*/ 4972112 w 5593163"/>
              <a:gd name="connsiteY56" fmla="*/ 3897249 h 4305008"/>
              <a:gd name="connsiteX57" fmla="*/ 4972229 w 5593163"/>
              <a:gd name="connsiteY57" fmla="*/ 3898397 h 4305008"/>
              <a:gd name="connsiteX58" fmla="*/ 5532481 w 5593163"/>
              <a:gd name="connsiteY58" fmla="*/ 4255797 h 4305008"/>
              <a:gd name="connsiteX59" fmla="*/ 5560926 w 5593163"/>
              <a:gd name="connsiteY59" fmla="*/ 4305008 h 4305008"/>
              <a:gd name="connsiteX60" fmla="*/ 5409877 w 5593163"/>
              <a:gd name="connsiteY60" fmla="*/ 4305008 h 4305008"/>
              <a:gd name="connsiteX61" fmla="*/ 5357754 w 5593163"/>
              <a:gd name="connsiteY61" fmla="*/ 4241205 h 4305008"/>
              <a:gd name="connsiteX62" fmla="*/ 4985599 w 5593163"/>
              <a:gd name="connsiteY62" fmla="*/ 4029853 h 4305008"/>
              <a:gd name="connsiteX63" fmla="*/ 5084780 w 5593163"/>
              <a:gd name="connsiteY63" fmla="*/ 4271827 h 4305008"/>
              <a:gd name="connsiteX64" fmla="*/ 5111462 w 5593163"/>
              <a:gd name="connsiteY64" fmla="*/ 4305008 h 4305008"/>
              <a:gd name="connsiteX65" fmla="*/ 4957353 w 5593163"/>
              <a:gd name="connsiteY65" fmla="*/ 4305008 h 4305008"/>
              <a:gd name="connsiteX66" fmla="*/ 4927231 w 5593163"/>
              <a:gd name="connsiteY66" fmla="*/ 4254710 h 4305008"/>
              <a:gd name="connsiteX67" fmla="*/ 4852114 w 5593163"/>
              <a:gd name="connsiteY67" fmla="*/ 4013114 h 4305008"/>
              <a:gd name="connsiteX68" fmla="*/ 4851608 w 5593163"/>
              <a:gd name="connsiteY68" fmla="*/ 4013051 h 4305008"/>
              <a:gd name="connsiteX69" fmla="*/ 4851070 w 5593163"/>
              <a:gd name="connsiteY69" fmla="*/ 4006375 h 4305008"/>
              <a:gd name="connsiteX70" fmla="*/ 4843603 w 5593163"/>
              <a:gd name="connsiteY70" fmla="*/ 3913899 h 4305008"/>
              <a:gd name="connsiteX71" fmla="*/ 4842232 w 5593163"/>
              <a:gd name="connsiteY71" fmla="*/ 3896923 h 4305008"/>
              <a:gd name="connsiteX72" fmla="*/ 4842230 w 5593163"/>
              <a:gd name="connsiteY72" fmla="*/ 469318 h 4305008"/>
              <a:gd name="connsiteX73" fmla="*/ 4843601 w 5593163"/>
              <a:gd name="connsiteY73" fmla="*/ 452471 h 4305008"/>
              <a:gd name="connsiteX74" fmla="*/ 4851065 w 5593163"/>
              <a:gd name="connsiteY74" fmla="*/ 360740 h 4305008"/>
              <a:gd name="connsiteX75" fmla="*/ 4851605 w 5593163"/>
              <a:gd name="connsiteY75" fmla="*/ 354103 h 4305008"/>
              <a:gd name="connsiteX76" fmla="*/ 4852110 w 5593163"/>
              <a:gd name="connsiteY76" fmla="*/ 354040 h 4305008"/>
              <a:gd name="connsiteX77" fmla="*/ 4936323 w 5593163"/>
              <a:gd name="connsiteY77" fmla="*/ 96778 h 4305008"/>
              <a:gd name="connsiteX78" fmla="*/ 4998957 w 5593163"/>
              <a:gd name="connsiteY78" fmla="*/ 0 h 4305008"/>
              <a:gd name="connsiteX79" fmla="*/ 5167333 w 5593163"/>
              <a:gd name="connsiteY79" fmla="*/ 0 h 4305008"/>
              <a:gd name="connsiteX80" fmla="*/ 5099105 w 5593163"/>
              <a:gd name="connsiteY80" fmla="*/ 76659 h 4305008"/>
              <a:gd name="connsiteX81" fmla="*/ 4985597 w 5593163"/>
              <a:gd name="connsiteY81" fmla="*/ 337433 h 4305008"/>
              <a:gd name="connsiteX82" fmla="*/ 5424571 w 5593163"/>
              <a:gd name="connsiteY82" fmla="*/ 44350 h 4305008"/>
              <a:gd name="connsiteX83" fmla="*/ 5446799 w 5593163"/>
              <a:gd name="connsiteY83" fmla="*/ 0 h 4305008"/>
              <a:gd name="connsiteX84" fmla="*/ 5593163 w 5593163"/>
              <a:gd name="connsiteY84" fmla="*/ 0 h 4305008"/>
              <a:gd name="connsiteX85" fmla="*/ 5593163 w 5593163"/>
              <a:gd name="connsiteY85" fmla="*/ 4197 h 4305008"/>
              <a:gd name="connsiteX86" fmla="*/ 5543598 w 5593163"/>
              <a:gd name="connsiteY86" fmla="*/ 95636 h 4305008"/>
              <a:gd name="connsiteX87" fmla="*/ 4972226 w 5593163"/>
              <a:gd name="connsiteY87" fmla="*/ 467856 h 4305008"/>
              <a:gd name="connsiteX88" fmla="*/ 4972110 w 5593163"/>
              <a:gd name="connsiteY88" fmla="*/ 468995 h 4305008"/>
              <a:gd name="connsiteX89" fmla="*/ 4955893 w 5593163"/>
              <a:gd name="connsiteY89" fmla="*/ 470523 h 4305008"/>
              <a:gd name="connsiteX90" fmla="*/ 4860466 w 5593163"/>
              <a:gd name="connsiteY90" fmla="*/ 479514 h 4305008"/>
              <a:gd name="connsiteX91" fmla="*/ 4843348 w 5593163"/>
              <a:gd name="connsiteY91" fmla="*/ 481127 h 4305008"/>
              <a:gd name="connsiteX92" fmla="*/ 4843322 w 5593163"/>
              <a:gd name="connsiteY92" fmla="*/ 480636 h 4305008"/>
              <a:gd name="connsiteX93" fmla="*/ 4842823 w 5593163"/>
              <a:gd name="connsiteY93" fmla="*/ 480669 h 4305008"/>
              <a:gd name="connsiteX94" fmla="*/ 4842230 w 5593163"/>
              <a:gd name="connsiteY94" fmla="*/ 469318 h 4305008"/>
              <a:gd name="connsiteX95" fmla="*/ 4842230 w 5593163"/>
              <a:gd name="connsiteY95" fmla="*/ 2166144 h 4305008"/>
              <a:gd name="connsiteX96" fmla="*/ 4843601 w 5593163"/>
              <a:gd name="connsiteY96" fmla="*/ 2149296 h 4305008"/>
              <a:gd name="connsiteX97" fmla="*/ 4851065 w 5593163"/>
              <a:gd name="connsiteY97" fmla="*/ 2057565 h 4305008"/>
              <a:gd name="connsiteX98" fmla="*/ 4851605 w 5593163"/>
              <a:gd name="connsiteY98" fmla="*/ 2050928 h 4305008"/>
              <a:gd name="connsiteX99" fmla="*/ 4852110 w 5593163"/>
              <a:gd name="connsiteY99" fmla="*/ 2050865 h 4305008"/>
              <a:gd name="connsiteX100" fmla="*/ 5542276 w 5593163"/>
              <a:gd name="connsiteY100" fmla="*/ 1363267 h 4305008"/>
              <a:gd name="connsiteX101" fmla="*/ 5542393 w 5593163"/>
              <a:gd name="connsiteY101" fmla="*/ 1362128 h 4305008"/>
              <a:gd name="connsiteX102" fmla="*/ 5558606 w 5593163"/>
              <a:gd name="connsiteY102" fmla="*/ 1360601 h 4305008"/>
              <a:gd name="connsiteX103" fmla="*/ 5593163 w 5593163"/>
              <a:gd name="connsiteY103" fmla="*/ 1357345 h 4305008"/>
              <a:gd name="connsiteX104" fmla="*/ 5593163 w 5593163"/>
              <a:gd name="connsiteY104" fmla="*/ 1701268 h 4305008"/>
              <a:gd name="connsiteX105" fmla="*/ 5583807 w 5593163"/>
              <a:gd name="connsiteY105" fmla="*/ 1723929 h 4305008"/>
              <a:gd name="connsiteX106" fmla="*/ 4972226 w 5593163"/>
              <a:gd name="connsiteY106" fmla="*/ 2164681 h 4305008"/>
              <a:gd name="connsiteX107" fmla="*/ 4972110 w 5593163"/>
              <a:gd name="connsiteY107" fmla="*/ 2165820 h 4305008"/>
              <a:gd name="connsiteX108" fmla="*/ 4955893 w 5593163"/>
              <a:gd name="connsiteY108" fmla="*/ 2167348 h 4305008"/>
              <a:gd name="connsiteX109" fmla="*/ 4860466 w 5593163"/>
              <a:gd name="connsiteY109" fmla="*/ 2176339 h 4305008"/>
              <a:gd name="connsiteX110" fmla="*/ 4843348 w 5593163"/>
              <a:gd name="connsiteY110" fmla="*/ 2177952 h 4305008"/>
              <a:gd name="connsiteX111" fmla="*/ 4843322 w 5593163"/>
              <a:gd name="connsiteY111" fmla="*/ 2177461 h 4305008"/>
              <a:gd name="connsiteX112" fmla="*/ 4842823 w 5593163"/>
              <a:gd name="connsiteY112" fmla="*/ 2177494 h 4305008"/>
              <a:gd name="connsiteX113" fmla="*/ 4842230 w 5593163"/>
              <a:gd name="connsiteY113" fmla="*/ 2166144 h 4305008"/>
              <a:gd name="connsiteX114" fmla="*/ 4842230 w 5593163"/>
              <a:gd name="connsiteY114" fmla="*/ 3862969 h 4305008"/>
              <a:gd name="connsiteX115" fmla="*/ 4843601 w 5593163"/>
              <a:gd name="connsiteY115" fmla="*/ 3846121 h 4305008"/>
              <a:gd name="connsiteX116" fmla="*/ 4851065 w 5593163"/>
              <a:gd name="connsiteY116" fmla="*/ 3754390 h 4305008"/>
              <a:gd name="connsiteX117" fmla="*/ 4851605 w 5593163"/>
              <a:gd name="connsiteY117" fmla="*/ 3747753 h 4305008"/>
              <a:gd name="connsiteX118" fmla="*/ 4852110 w 5593163"/>
              <a:gd name="connsiteY118" fmla="*/ 3747690 h 4305008"/>
              <a:gd name="connsiteX119" fmla="*/ 5542276 w 5593163"/>
              <a:gd name="connsiteY119" fmla="*/ 3060092 h 4305008"/>
              <a:gd name="connsiteX120" fmla="*/ 5542393 w 5593163"/>
              <a:gd name="connsiteY120" fmla="*/ 3058953 h 4305008"/>
              <a:gd name="connsiteX121" fmla="*/ 5558606 w 5593163"/>
              <a:gd name="connsiteY121" fmla="*/ 3057426 h 4305008"/>
              <a:gd name="connsiteX122" fmla="*/ 5593163 w 5593163"/>
              <a:gd name="connsiteY122" fmla="*/ 3054170 h 4305008"/>
              <a:gd name="connsiteX123" fmla="*/ 5593163 w 5593163"/>
              <a:gd name="connsiteY123" fmla="*/ 3398093 h 4305008"/>
              <a:gd name="connsiteX124" fmla="*/ 5583807 w 5593163"/>
              <a:gd name="connsiteY124" fmla="*/ 3420754 h 4305008"/>
              <a:gd name="connsiteX125" fmla="*/ 4972226 w 5593163"/>
              <a:gd name="connsiteY125" fmla="*/ 3861506 h 4305008"/>
              <a:gd name="connsiteX126" fmla="*/ 4972110 w 5593163"/>
              <a:gd name="connsiteY126" fmla="*/ 3862645 h 4305008"/>
              <a:gd name="connsiteX127" fmla="*/ 4955893 w 5593163"/>
              <a:gd name="connsiteY127" fmla="*/ 3864173 h 4305008"/>
              <a:gd name="connsiteX128" fmla="*/ 4860466 w 5593163"/>
              <a:gd name="connsiteY128" fmla="*/ 3873164 h 4305008"/>
              <a:gd name="connsiteX129" fmla="*/ 4843348 w 5593163"/>
              <a:gd name="connsiteY129" fmla="*/ 3874777 h 4305008"/>
              <a:gd name="connsiteX130" fmla="*/ 4843322 w 5593163"/>
              <a:gd name="connsiteY130" fmla="*/ 3874286 h 4305008"/>
              <a:gd name="connsiteX131" fmla="*/ 4842823 w 5593163"/>
              <a:gd name="connsiteY131" fmla="*/ 3874319 h 4305008"/>
              <a:gd name="connsiteX132" fmla="*/ 4842230 w 5593163"/>
              <a:gd name="connsiteY132" fmla="*/ 3862969 h 4305008"/>
              <a:gd name="connsiteX133" fmla="*/ 4135041 w 5593163"/>
              <a:gd name="connsiteY133" fmla="*/ 1181049 h 4305008"/>
              <a:gd name="connsiteX134" fmla="*/ 4678350 w 5593163"/>
              <a:gd name="connsiteY134" fmla="*/ 636203 h 4305008"/>
              <a:gd name="connsiteX135" fmla="*/ 4135041 w 5593163"/>
              <a:gd name="connsiteY135" fmla="*/ 1181049 h 4305008"/>
              <a:gd name="connsiteX136" fmla="*/ 4135041 w 5593163"/>
              <a:gd name="connsiteY136" fmla="*/ 1493690 h 4305008"/>
              <a:gd name="connsiteX137" fmla="*/ 4678350 w 5593163"/>
              <a:gd name="connsiteY137" fmla="*/ 2034258 h 4305008"/>
              <a:gd name="connsiteX138" fmla="*/ 4135041 w 5593163"/>
              <a:gd name="connsiteY138" fmla="*/ 1493690 h 4305008"/>
              <a:gd name="connsiteX139" fmla="*/ 4135041 w 5593163"/>
              <a:gd name="connsiteY139" fmla="*/ 2877874 h 4305008"/>
              <a:gd name="connsiteX140" fmla="*/ 4678350 w 5593163"/>
              <a:gd name="connsiteY140" fmla="*/ 2333028 h 4305008"/>
              <a:gd name="connsiteX141" fmla="*/ 4135041 w 5593163"/>
              <a:gd name="connsiteY141" fmla="*/ 2877874 h 4305008"/>
              <a:gd name="connsiteX142" fmla="*/ 4135041 w 5593163"/>
              <a:gd name="connsiteY142" fmla="*/ 3190516 h 4305008"/>
              <a:gd name="connsiteX143" fmla="*/ 4678350 w 5593163"/>
              <a:gd name="connsiteY143" fmla="*/ 3731083 h 4305008"/>
              <a:gd name="connsiteX144" fmla="*/ 4135041 w 5593163"/>
              <a:gd name="connsiteY144" fmla="*/ 3190516 h 4305008"/>
              <a:gd name="connsiteX145" fmla="*/ 4103022 w 5593163"/>
              <a:gd name="connsiteY145" fmla="*/ 4305008 h 4305008"/>
              <a:gd name="connsiteX146" fmla="*/ 4131467 w 5593163"/>
              <a:gd name="connsiteY146" fmla="*/ 4255797 h 4305008"/>
              <a:gd name="connsiteX147" fmla="*/ 4691720 w 5593163"/>
              <a:gd name="connsiteY147" fmla="*/ 3898397 h 4305008"/>
              <a:gd name="connsiteX148" fmla="*/ 4691837 w 5593163"/>
              <a:gd name="connsiteY148" fmla="*/ 3897249 h 4305008"/>
              <a:gd name="connsiteX149" fmla="*/ 4708050 w 5593163"/>
              <a:gd name="connsiteY149" fmla="*/ 3895710 h 4305008"/>
              <a:gd name="connsiteX150" fmla="*/ 4803512 w 5593163"/>
              <a:gd name="connsiteY150" fmla="*/ 3886645 h 4305008"/>
              <a:gd name="connsiteX151" fmla="*/ 4820599 w 5593163"/>
              <a:gd name="connsiteY151" fmla="*/ 3885022 h 4305008"/>
              <a:gd name="connsiteX152" fmla="*/ 4820625 w 5593163"/>
              <a:gd name="connsiteY152" fmla="*/ 3885516 h 4305008"/>
              <a:gd name="connsiteX153" fmla="*/ 4821123 w 5593163"/>
              <a:gd name="connsiteY153" fmla="*/ 3885483 h 4305008"/>
              <a:gd name="connsiteX154" fmla="*/ 4821717 w 5593163"/>
              <a:gd name="connsiteY154" fmla="*/ 3896923 h 4305008"/>
              <a:gd name="connsiteX155" fmla="*/ 4820346 w 5593163"/>
              <a:gd name="connsiteY155" fmla="*/ 3913899 h 4305008"/>
              <a:gd name="connsiteX156" fmla="*/ 4812879 w 5593163"/>
              <a:gd name="connsiteY156" fmla="*/ 4006375 h 4305008"/>
              <a:gd name="connsiteX157" fmla="*/ 4812341 w 5593163"/>
              <a:gd name="connsiteY157" fmla="*/ 4013051 h 4305008"/>
              <a:gd name="connsiteX158" fmla="*/ 4811835 w 5593163"/>
              <a:gd name="connsiteY158" fmla="*/ 4013114 h 4305008"/>
              <a:gd name="connsiteX159" fmla="*/ 4736718 w 5593163"/>
              <a:gd name="connsiteY159" fmla="*/ 4254710 h 4305008"/>
              <a:gd name="connsiteX160" fmla="*/ 4706597 w 5593163"/>
              <a:gd name="connsiteY160" fmla="*/ 4305008 h 4305008"/>
              <a:gd name="connsiteX161" fmla="*/ 4552487 w 5593163"/>
              <a:gd name="connsiteY161" fmla="*/ 4305008 h 4305008"/>
              <a:gd name="connsiteX162" fmla="*/ 4579169 w 5593163"/>
              <a:gd name="connsiteY162" fmla="*/ 4271827 h 4305008"/>
              <a:gd name="connsiteX163" fmla="*/ 4678350 w 5593163"/>
              <a:gd name="connsiteY163" fmla="*/ 4029853 h 4305008"/>
              <a:gd name="connsiteX164" fmla="*/ 4306196 w 5593163"/>
              <a:gd name="connsiteY164" fmla="*/ 4241205 h 4305008"/>
              <a:gd name="connsiteX165" fmla="*/ 4254073 w 5593163"/>
              <a:gd name="connsiteY165" fmla="*/ 4305008 h 4305008"/>
              <a:gd name="connsiteX166" fmla="*/ 4068511 w 5593163"/>
              <a:gd name="connsiteY166" fmla="*/ 0 h 4305008"/>
              <a:gd name="connsiteX167" fmla="*/ 4217148 w 5593163"/>
              <a:gd name="connsiteY167" fmla="*/ 0 h 4305008"/>
              <a:gd name="connsiteX168" fmla="*/ 4239376 w 5593163"/>
              <a:gd name="connsiteY168" fmla="*/ 44350 h 4305008"/>
              <a:gd name="connsiteX169" fmla="*/ 4678350 w 5593163"/>
              <a:gd name="connsiteY169" fmla="*/ 337433 h 4305008"/>
              <a:gd name="connsiteX170" fmla="*/ 4564842 w 5593163"/>
              <a:gd name="connsiteY170" fmla="*/ 76659 h 4305008"/>
              <a:gd name="connsiteX171" fmla="*/ 4496615 w 5593163"/>
              <a:gd name="connsiteY171" fmla="*/ 0 h 4305008"/>
              <a:gd name="connsiteX172" fmla="*/ 4664989 w 5593163"/>
              <a:gd name="connsiteY172" fmla="*/ 0 h 4305008"/>
              <a:gd name="connsiteX173" fmla="*/ 4727623 w 5593163"/>
              <a:gd name="connsiteY173" fmla="*/ 96778 h 4305008"/>
              <a:gd name="connsiteX174" fmla="*/ 4811836 w 5593163"/>
              <a:gd name="connsiteY174" fmla="*/ 354040 h 4305008"/>
              <a:gd name="connsiteX175" fmla="*/ 4812342 w 5593163"/>
              <a:gd name="connsiteY175" fmla="*/ 354103 h 4305008"/>
              <a:gd name="connsiteX176" fmla="*/ 4812882 w 5593163"/>
              <a:gd name="connsiteY176" fmla="*/ 360740 h 4305008"/>
              <a:gd name="connsiteX177" fmla="*/ 4820346 w 5593163"/>
              <a:gd name="connsiteY177" fmla="*/ 452471 h 4305008"/>
              <a:gd name="connsiteX178" fmla="*/ 4821717 w 5593163"/>
              <a:gd name="connsiteY178" fmla="*/ 469318 h 4305008"/>
              <a:gd name="connsiteX179" fmla="*/ 4821124 w 5593163"/>
              <a:gd name="connsiteY179" fmla="*/ 480669 h 4305008"/>
              <a:gd name="connsiteX180" fmla="*/ 4820625 w 5593163"/>
              <a:gd name="connsiteY180" fmla="*/ 480636 h 4305008"/>
              <a:gd name="connsiteX181" fmla="*/ 4820599 w 5593163"/>
              <a:gd name="connsiteY181" fmla="*/ 481127 h 4305008"/>
              <a:gd name="connsiteX182" fmla="*/ 4803481 w 5593163"/>
              <a:gd name="connsiteY182" fmla="*/ 479514 h 4305008"/>
              <a:gd name="connsiteX183" fmla="*/ 4708054 w 5593163"/>
              <a:gd name="connsiteY183" fmla="*/ 470523 h 4305008"/>
              <a:gd name="connsiteX184" fmla="*/ 4691837 w 5593163"/>
              <a:gd name="connsiteY184" fmla="*/ 468995 h 4305008"/>
              <a:gd name="connsiteX185" fmla="*/ 4691721 w 5593163"/>
              <a:gd name="connsiteY185" fmla="*/ 467856 h 4305008"/>
              <a:gd name="connsiteX186" fmla="*/ 4120350 w 5593163"/>
              <a:gd name="connsiteY186" fmla="*/ 95636 h 4305008"/>
              <a:gd name="connsiteX187" fmla="*/ 3991674 w 5593163"/>
              <a:gd name="connsiteY187" fmla="*/ 1313979 h 4305008"/>
              <a:gd name="connsiteX188" fmla="*/ 3993045 w 5593163"/>
              <a:gd name="connsiteY188" fmla="*/ 1296998 h 4305008"/>
              <a:gd name="connsiteX189" fmla="*/ 4000509 w 5593163"/>
              <a:gd name="connsiteY189" fmla="*/ 1204541 h 4305008"/>
              <a:gd name="connsiteX190" fmla="*/ 4001049 w 5593163"/>
              <a:gd name="connsiteY190" fmla="*/ 1197851 h 4305008"/>
              <a:gd name="connsiteX191" fmla="*/ 4001555 w 5593163"/>
              <a:gd name="connsiteY191" fmla="*/ 1197788 h 4305008"/>
              <a:gd name="connsiteX192" fmla="*/ 4691720 w 5593163"/>
              <a:gd name="connsiteY192" fmla="*/ 504747 h 4305008"/>
              <a:gd name="connsiteX193" fmla="*/ 4691837 w 5593163"/>
              <a:gd name="connsiteY193" fmla="*/ 503599 h 4305008"/>
              <a:gd name="connsiteX194" fmla="*/ 4708050 w 5593163"/>
              <a:gd name="connsiteY194" fmla="*/ 502060 h 4305008"/>
              <a:gd name="connsiteX195" fmla="*/ 4803512 w 5593163"/>
              <a:gd name="connsiteY195" fmla="*/ 492995 h 4305008"/>
              <a:gd name="connsiteX196" fmla="*/ 4820599 w 5593163"/>
              <a:gd name="connsiteY196" fmla="*/ 491372 h 4305008"/>
              <a:gd name="connsiteX197" fmla="*/ 4820625 w 5593163"/>
              <a:gd name="connsiteY197" fmla="*/ 491866 h 4305008"/>
              <a:gd name="connsiteX198" fmla="*/ 4821123 w 5593163"/>
              <a:gd name="connsiteY198" fmla="*/ 491833 h 4305008"/>
              <a:gd name="connsiteX199" fmla="*/ 4821717 w 5593163"/>
              <a:gd name="connsiteY199" fmla="*/ 503273 h 4305008"/>
              <a:gd name="connsiteX200" fmla="*/ 4820346 w 5593163"/>
              <a:gd name="connsiteY200" fmla="*/ 520249 h 4305008"/>
              <a:gd name="connsiteX201" fmla="*/ 4812879 w 5593163"/>
              <a:gd name="connsiteY201" fmla="*/ 612725 h 4305008"/>
              <a:gd name="connsiteX202" fmla="*/ 4812341 w 5593163"/>
              <a:gd name="connsiteY202" fmla="*/ 619401 h 4305008"/>
              <a:gd name="connsiteX203" fmla="*/ 4811835 w 5593163"/>
              <a:gd name="connsiteY203" fmla="*/ 619464 h 4305008"/>
              <a:gd name="connsiteX204" fmla="*/ 4121670 w 5593163"/>
              <a:gd name="connsiteY204" fmla="*/ 1312505 h 4305008"/>
              <a:gd name="connsiteX205" fmla="*/ 4121554 w 5593163"/>
              <a:gd name="connsiteY205" fmla="*/ 1313653 h 4305008"/>
              <a:gd name="connsiteX206" fmla="*/ 4105337 w 5593163"/>
              <a:gd name="connsiteY206" fmla="*/ 1315193 h 4305008"/>
              <a:gd name="connsiteX207" fmla="*/ 4009911 w 5593163"/>
              <a:gd name="connsiteY207" fmla="*/ 1324255 h 4305008"/>
              <a:gd name="connsiteX208" fmla="*/ 3992792 w 5593163"/>
              <a:gd name="connsiteY208" fmla="*/ 1325881 h 4305008"/>
              <a:gd name="connsiteX209" fmla="*/ 3992766 w 5593163"/>
              <a:gd name="connsiteY209" fmla="*/ 1325386 h 4305008"/>
              <a:gd name="connsiteX210" fmla="*/ 3992267 w 5593163"/>
              <a:gd name="connsiteY210" fmla="*/ 1325419 h 4305008"/>
              <a:gd name="connsiteX211" fmla="*/ 3991674 w 5593163"/>
              <a:gd name="connsiteY211" fmla="*/ 1313979 h 4305008"/>
              <a:gd name="connsiteX212" fmla="*/ 3991674 w 5593163"/>
              <a:gd name="connsiteY212" fmla="*/ 1361805 h 4305008"/>
              <a:gd name="connsiteX213" fmla="*/ 3992268 w 5593163"/>
              <a:gd name="connsiteY213" fmla="*/ 1350455 h 4305008"/>
              <a:gd name="connsiteX214" fmla="*/ 3992766 w 5593163"/>
              <a:gd name="connsiteY214" fmla="*/ 1350487 h 4305008"/>
              <a:gd name="connsiteX215" fmla="*/ 3992792 w 5593163"/>
              <a:gd name="connsiteY215" fmla="*/ 1349997 h 4305008"/>
              <a:gd name="connsiteX216" fmla="*/ 4009880 w 5593163"/>
              <a:gd name="connsiteY216" fmla="*/ 1351607 h 4305008"/>
              <a:gd name="connsiteX217" fmla="*/ 4105341 w 5593163"/>
              <a:gd name="connsiteY217" fmla="*/ 1360601 h 4305008"/>
              <a:gd name="connsiteX218" fmla="*/ 4121554 w 5593163"/>
              <a:gd name="connsiteY218" fmla="*/ 1362128 h 4305008"/>
              <a:gd name="connsiteX219" fmla="*/ 4121671 w 5593163"/>
              <a:gd name="connsiteY219" fmla="*/ 1363267 h 4305008"/>
              <a:gd name="connsiteX220" fmla="*/ 4811836 w 5593163"/>
              <a:gd name="connsiteY220" fmla="*/ 2050865 h 4305008"/>
              <a:gd name="connsiteX221" fmla="*/ 4812342 w 5593163"/>
              <a:gd name="connsiteY221" fmla="*/ 2050928 h 4305008"/>
              <a:gd name="connsiteX222" fmla="*/ 4812882 w 5593163"/>
              <a:gd name="connsiteY222" fmla="*/ 2057565 h 4305008"/>
              <a:gd name="connsiteX223" fmla="*/ 4820346 w 5593163"/>
              <a:gd name="connsiteY223" fmla="*/ 2149296 h 4305008"/>
              <a:gd name="connsiteX224" fmla="*/ 4821717 w 5593163"/>
              <a:gd name="connsiteY224" fmla="*/ 2166144 h 4305008"/>
              <a:gd name="connsiteX225" fmla="*/ 4821124 w 5593163"/>
              <a:gd name="connsiteY225" fmla="*/ 2177494 h 4305008"/>
              <a:gd name="connsiteX226" fmla="*/ 4820625 w 5593163"/>
              <a:gd name="connsiteY226" fmla="*/ 2177461 h 4305008"/>
              <a:gd name="connsiteX227" fmla="*/ 4820599 w 5593163"/>
              <a:gd name="connsiteY227" fmla="*/ 2177952 h 4305008"/>
              <a:gd name="connsiteX228" fmla="*/ 4803481 w 5593163"/>
              <a:gd name="connsiteY228" fmla="*/ 2176339 h 4305008"/>
              <a:gd name="connsiteX229" fmla="*/ 4708054 w 5593163"/>
              <a:gd name="connsiteY229" fmla="*/ 2167348 h 4305008"/>
              <a:gd name="connsiteX230" fmla="*/ 4691837 w 5593163"/>
              <a:gd name="connsiteY230" fmla="*/ 2165820 h 4305008"/>
              <a:gd name="connsiteX231" fmla="*/ 4691721 w 5593163"/>
              <a:gd name="connsiteY231" fmla="*/ 2164681 h 4305008"/>
              <a:gd name="connsiteX232" fmla="*/ 4001556 w 5593163"/>
              <a:gd name="connsiteY232" fmla="*/ 1477083 h 4305008"/>
              <a:gd name="connsiteX233" fmla="*/ 4001050 w 5593163"/>
              <a:gd name="connsiteY233" fmla="*/ 1477021 h 4305008"/>
              <a:gd name="connsiteX234" fmla="*/ 4000512 w 5593163"/>
              <a:gd name="connsiteY234" fmla="*/ 1470397 h 4305008"/>
              <a:gd name="connsiteX235" fmla="*/ 3993045 w 5593163"/>
              <a:gd name="connsiteY235" fmla="*/ 1378647 h 4305008"/>
              <a:gd name="connsiteX236" fmla="*/ 3991674 w 5593163"/>
              <a:gd name="connsiteY236" fmla="*/ 1361805 h 4305008"/>
              <a:gd name="connsiteX237" fmla="*/ 3991674 w 5593163"/>
              <a:gd name="connsiteY237" fmla="*/ 3010804 h 4305008"/>
              <a:gd name="connsiteX238" fmla="*/ 3993045 w 5593163"/>
              <a:gd name="connsiteY238" fmla="*/ 2993823 h 4305008"/>
              <a:gd name="connsiteX239" fmla="*/ 4000509 w 5593163"/>
              <a:gd name="connsiteY239" fmla="*/ 2901366 h 4305008"/>
              <a:gd name="connsiteX240" fmla="*/ 4001049 w 5593163"/>
              <a:gd name="connsiteY240" fmla="*/ 2894676 h 4305008"/>
              <a:gd name="connsiteX241" fmla="*/ 4001555 w 5593163"/>
              <a:gd name="connsiteY241" fmla="*/ 2894613 h 4305008"/>
              <a:gd name="connsiteX242" fmla="*/ 4691720 w 5593163"/>
              <a:gd name="connsiteY242" fmla="*/ 2201572 h 4305008"/>
              <a:gd name="connsiteX243" fmla="*/ 4691837 w 5593163"/>
              <a:gd name="connsiteY243" fmla="*/ 2200424 h 4305008"/>
              <a:gd name="connsiteX244" fmla="*/ 4708050 w 5593163"/>
              <a:gd name="connsiteY244" fmla="*/ 2198885 h 4305008"/>
              <a:gd name="connsiteX245" fmla="*/ 4803512 w 5593163"/>
              <a:gd name="connsiteY245" fmla="*/ 2189820 h 4305008"/>
              <a:gd name="connsiteX246" fmla="*/ 4820599 w 5593163"/>
              <a:gd name="connsiteY246" fmla="*/ 2188197 h 4305008"/>
              <a:gd name="connsiteX247" fmla="*/ 4820625 w 5593163"/>
              <a:gd name="connsiteY247" fmla="*/ 2188691 h 4305008"/>
              <a:gd name="connsiteX248" fmla="*/ 4821123 w 5593163"/>
              <a:gd name="connsiteY248" fmla="*/ 2188658 h 4305008"/>
              <a:gd name="connsiteX249" fmla="*/ 4821717 w 5593163"/>
              <a:gd name="connsiteY249" fmla="*/ 2200098 h 4305008"/>
              <a:gd name="connsiteX250" fmla="*/ 4820346 w 5593163"/>
              <a:gd name="connsiteY250" fmla="*/ 2217074 h 4305008"/>
              <a:gd name="connsiteX251" fmla="*/ 4812879 w 5593163"/>
              <a:gd name="connsiteY251" fmla="*/ 2309550 h 4305008"/>
              <a:gd name="connsiteX252" fmla="*/ 4812341 w 5593163"/>
              <a:gd name="connsiteY252" fmla="*/ 2316226 h 4305008"/>
              <a:gd name="connsiteX253" fmla="*/ 4811835 w 5593163"/>
              <a:gd name="connsiteY253" fmla="*/ 2316289 h 4305008"/>
              <a:gd name="connsiteX254" fmla="*/ 4121670 w 5593163"/>
              <a:gd name="connsiteY254" fmla="*/ 3009330 h 4305008"/>
              <a:gd name="connsiteX255" fmla="*/ 4121554 w 5593163"/>
              <a:gd name="connsiteY255" fmla="*/ 3010478 h 4305008"/>
              <a:gd name="connsiteX256" fmla="*/ 4105337 w 5593163"/>
              <a:gd name="connsiteY256" fmla="*/ 3012018 h 4305008"/>
              <a:gd name="connsiteX257" fmla="*/ 4009911 w 5593163"/>
              <a:gd name="connsiteY257" fmla="*/ 3021080 h 4305008"/>
              <a:gd name="connsiteX258" fmla="*/ 3992792 w 5593163"/>
              <a:gd name="connsiteY258" fmla="*/ 3022706 h 4305008"/>
              <a:gd name="connsiteX259" fmla="*/ 3992766 w 5593163"/>
              <a:gd name="connsiteY259" fmla="*/ 3022211 h 4305008"/>
              <a:gd name="connsiteX260" fmla="*/ 3992267 w 5593163"/>
              <a:gd name="connsiteY260" fmla="*/ 3022244 h 4305008"/>
              <a:gd name="connsiteX261" fmla="*/ 3991674 w 5593163"/>
              <a:gd name="connsiteY261" fmla="*/ 3010804 h 4305008"/>
              <a:gd name="connsiteX262" fmla="*/ 3991674 w 5593163"/>
              <a:gd name="connsiteY262" fmla="*/ 3058630 h 4305008"/>
              <a:gd name="connsiteX263" fmla="*/ 3992268 w 5593163"/>
              <a:gd name="connsiteY263" fmla="*/ 3047280 h 4305008"/>
              <a:gd name="connsiteX264" fmla="*/ 3992766 w 5593163"/>
              <a:gd name="connsiteY264" fmla="*/ 3047312 h 4305008"/>
              <a:gd name="connsiteX265" fmla="*/ 3992792 w 5593163"/>
              <a:gd name="connsiteY265" fmla="*/ 3046822 h 4305008"/>
              <a:gd name="connsiteX266" fmla="*/ 4009880 w 5593163"/>
              <a:gd name="connsiteY266" fmla="*/ 3048432 h 4305008"/>
              <a:gd name="connsiteX267" fmla="*/ 4105341 w 5593163"/>
              <a:gd name="connsiteY267" fmla="*/ 3057426 h 4305008"/>
              <a:gd name="connsiteX268" fmla="*/ 4121554 w 5593163"/>
              <a:gd name="connsiteY268" fmla="*/ 3058953 h 4305008"/>
              <a:gd name="connsiteX269" fmla="*/ 4121671 w 5593163"/>
              <a:gd name="connsiteY269" fmla="*/ 3060092 h 4305008"/>
              <a:gd name="connsiteX270" fmla="*/ 4811836 w 5593163"/>
              <a:gd name="connsiteY270" fmla="*/ 3747690 h 4305008"/>
              <a:gd name="connsiteX271" fmla="*/ 4812342 w 5593163"/>
              <a:gd name="connsiteY271" fmla="*/ 3747753 h 4305008"/>
              <a:gd name="connsiteX272" fmla="*/ 4812882 w 5593163"/>
              <a:gd name="connsiteY272" fmla="*/ 3754390 h 4305008"/>
              <a:gd name="connsiteX273" fmla="*/ 4820346 w 5593163"/>
              <a:gd name="connsiteY273" fmla="*/ 3846121 h 4305008"/>
              <a:gd name="connsiteX274" fmla="*/ 4821717 w 5593163"/>
              <a:gd name="connsiteY274" fmla="*/ 3862969 h 4305008"/>
              <a:gd name="connsiteX275" fmla="*/ 4821124 w 5593163"/>
              <a:gd name="connsiteY275" fmla="*/ 3874319 h 4305008"/>
              <a:gd name="connsiteX276" fmla="*/ 4820625 w 5593163"/>
              <a:gd name="connsiteY276" fmla="*/ 3874286 h 4305008"/>
              <a:gd name="connsiteX277" fmla="*/ 4820599 w 5593163"/>
              <a:gd name="connsiteY277" fmla="*/ 3874777 h 4305008"/>
              <a:gd name="connsiteX278" fmla="*/ 4803481 w 5593163"/>
              <a:gd name="connsiteY278" fmla="*/ 3873164 h 4305008"/>
              <a:gd name="connsiteX279" fmla="*/ 4708054 w 5593163"/>
              <a:gd name="connsiteY279" fmla="*/ 3864173 h 4305008"/>
              <a:gd name="connsiteX280" fmla="*/ 4691837 w 5593163"/>
              <a:gd name="connsiteY280" fmla="*/ 3862645 h 4305008"/>
              <a:gd name="connsiteX281" fmla="*/ 4691721 w 5593163"/>
              <a:gd name="connsiteY281" fmla="*/ 3861506 h 4305008"/>
              <a:gd name="connsiteX282" fmla="*/ 4001556 w 5593163"/>
              <a:gd name="connsiteY282" fmla="*/ 3173908 h 4305008"/>
              <a:gd name="connsiteX283" fmla="*/ 4001050 w 5593163"/>
              <a:gd name="connsiteY283" fmla="*/ 3173846 h 4305008"/>
              <a:gd name="connsiteX284" fmla="*/ 4000512 w 5593163"/>
              <a:gd name="connsiteY284" fmla="*/ 3167222 h 4305008"/>
              <a:gd name="connsiteX285" fmla="*/ 3993045 w 5593163"/>
              <a:gd name="connsiteY285" fmla="*/ 3075472 h 4305008"/>
              <a:gd name="connsiteX286" fmla="*/ 3991674 w 5593163"/>
              <a:gd name="connsiteY286" fmla="*/ 3058630 h 4305008"/>
              <a:gd name="connsiteX287" fmla="*/ 3293448 w 5593163"/>
              <a:gd name="connsiteY287" fmla="*/ 636203 h 4305008"/>
              <a:gd name="connsiteX288" fmla="*/ 3836757 w 5593163"/>
              <a:gd name="connsiteY288" fmla="*/ 1181049 h 4305008"/>
              <a:gd name="connsiteX289" fmla="*/ 3293448 w 5593163"/>
              <a:gd name="connsiteY289" fmla="*/ 636203 h 4305008"/>
              <a:gd name="connsiteX290" fmla="*/ 3293448 w 5593163"/>
              <a:gd name="connsiteY290" fmla="*/ 2333028 h 4305008"/>
              <a:gd name="connsiteX291" fmla="*/ 3836757 w 5593163"/>
              <a:gd name="connsiteY291" fmla="*/ 2877874 h 4305008"/>
              <a:gd name="connsiteX292" fmla="*/ 3293448 w 5593163"/>
              <a:gd name="connsiteY292" fmla="*/ 2333028 h 4305008"/>
              <a:gd name="connsiteX293" fmla="*/ 3293446 w 5593163"/>
              <a:gd name="connsiteY293" fmla="*/ 2034258 h 4305008"/>
              <a:gd name="connsiteX294" fmla="*/ 3836755 w 5593163"/>
              <a:gd name="connsiteY294" fmla="*/ 1493690 h 4305008"/>
              <a:gd name="connsiteX295" fmla="*/ 3293446 w 5593163"/>
              <a:gd name="connsiteY295" fmla="*/ 2034258 h 4305008"/>
              <a:gd name="connsiteX296" fmla="*/ 3293446 w 5593163"/>
              <a:gd name="connsiteY296" fmla="*/ 3731083 h 4305008"/>
              <a:gd name="connsiteX297" fmla="*/ 3836755 w 5593163"/>
              <a:gd name="connsiteY297" fmla="*/ 3190516 h 4305008"/>
              <a:gd name="connsiteX298" fmla="*/ 3293446 w 5593163"/>
              <a:gd name="connsiteY298" fmla="*/ 3731083 h 4305008"/>
              <a:gd name="connsiteX299" fmla="*/ 3150081 w 5593163"/>
              <a:gd name="connsiteY299" fmla="*/ 503273 h 4305008"/>
              <a:gd name="connsiteX300" fmla="*/ 3150675 w 5593163"/>
              <a:gd name="connsiteY300" fmla="*/ 491833 h 4305008"/>
              <a:gd name="connsiteX301" fmla="*/ 3151173 w 5593163"/>
              <a:gd name="connsiteY301" fmla="*/ 491866 h 4305008"/>
              <a:gd name="connsiteX302" fmla="*/ 3151199 w 5593163"/>
              <a:gd name="connsiteY302" fmla="*/ 491372 h 4305008"/>
              <a:gd name="connsiteX303" fmla="*/ 3168287 w 5593163"/>
              <a:gd name="connsiteY303" fmla="*/ 492995 h 4305008"/>
              <a:gd name="connsiteX304" fmla="*/ 3263748 w 5593163"/>
              <a:gd name="connsiteY304" fmla="*/ 502060 h 4305008"/>
              <a:gd name="connsiteX305" fmla="*/ 3279961 w 5593163"/>
              <a:gd name="connsiteY305" fmla="*/ 503599 h 4305008"/>
              <a:gd name="connsiteX306" fmla="*/ 3280078 w 5593163"/>
              <a:gd name="connsiteY306" fmla="*/ 504747 h 4305008"/>
              <a:gd name="connsiteX307" fmla="*/ 3970244 w 5593163"/>
              <a:gd name="connsiteY307" fmla="*/ 1197788 h 4305008"/>
              <a:gd name="connsiteX308" fmla="*/ 3970749 w 5593163"/>
              <a:gd name="connsiteY308" fmla="*/ 1197851 h 4305008"/>
              <a:gd name="connsiteX309" fmla="*/ 3971290 w 5593163"/>
              <a:gd name="connsiteY309" fmla="*/ 1204541 h 4305008"/>
              <a:gd name="connsiteX310" fmla="*/ 3978754 w 5593163"/>
              <a:gd name="connsiteY310" fmla="*/ 1296998 h 4305008"/>
              <a:gd name="connsiteX311" fmla="*/ 3980124 w 5593163"/>
              <a:gd name="connsiteY311" fmla="*/ 1313979 h 4305008"/>
              <a:gd name="connsiteX312" fmla="*/ 3979531 w 5593163"/>
              <a:gd name="connsiteY312" fmla="*/ 1325419 h 4305008"/>
              <a:gd name="connsiteX313" fmla="*/ 3979032 w 5593163"/>
              <a:gd name="connsiteY313" fmla="*/ 1325386 h 4305008"/>
              <a:gd name="connsiteX314" fmla="*/ 3979006 w 5593163"/>
              <a:gd name="connsiteY314" fmla="*/ 1325881 h 4305008"/>
              <a:gd name="connsiteX315" fmla="*/ 3961888 w 5593163"/>
              <a:gd name="connsiteY315" fmla="*/ 1324255 h 4305008"/>
              <a:gd name="connsiteX316" fmla="*/ 3866461 w 5593163"/>
              <a:gd name="connsiteY316" fmla="*/ 1315193 h 4305008"/>
              <a:gd name="connsiteX317" fmla="*/ 3850245 w 5593163"/>
              <a:gd name="connsiteY317" fmla="*/ 1313653 h 4305008"/>
              <a:gd name="connsiteX318" fmla="*/ 3850129 w 5593163"/>
              <a:gd name="connsiteY318" fmla="*/ 1312505 h 4305008"/>
              <a:gd name="connsiteX319" fmla="*/ 3159963 w 5593163"/>
              <a:gd name="connsiteY319" fmla="*/ 619464 h 4305008"/>
              <a:gd name="connsiteX320" fmla="*/ 3159457 w 5593163"/>
              <a:gd name="connsiteY320" fmla="*/ 619401 h 4305008"/>
              <a:gd name="connsiteX321" fmla="*/ 3158919 w 5593163"/>
              <a:gd name="connsiteY321" fmla="*/ 612725 h 4305008"/>
              <a:gd name="connsiteX322" fmla="*/ 3151452 w 5593163"/>
              <a:gd name="connsiteY322" fmla="*/ 520249 h 4305008"/>
              <a:gd name="connsiteX323" fmla="*/ 3150081 w 5593163"/>
              <a:gd name="connsiteY323" fmla="*/ 503273 h 4305008"/>
              <a:gd name="connsiteX324" fmla="*/ 3150081 w 5593163"/>
              <a:gd name="connsiteY324" fmla="*/ 2200098 h 4305008"/>
              <a:gd name="connsiteX325" fmla="*/ 3150675 w 5593163"/>
              <a:gd name="connsiteY325" fmla="*/ 2188658 h 4305008"/>
              <a:gd name="connsiteX326" fmla="*/ 3151173 w 5593163"/>
              <a:gd name="connsiteY326" fmla="*/ 2188691 h 4305008"/>
              <a:gd name="connsiteX327" fmla="*/ 3151199 w 5593163"/>
              <a:gd name="connsiteY327" fmla="*/ 2188197 h 4305008"/>
              <a:gd name="connsiteX328" fmla="*/ 3168287 w 5593163"/>
              <a:gd name="connsiteY328" fmla="*/ 2189820 h 4305008"/>
              <a:gd name="connsiteX329" fmla="*/ 3263748 w 5593163"/>
              <a:gd name="connsiteY329" fmla="*/ 2198885 h 4305008"/>
              <a:gd name="connsiteX330" fmla="*/ 3279961 w 5593163"/>
              <a:gd name="connsiteY330" fmla="*/ 2200424 h 4305008"/>
              <a:gd name="connsiteX331" fmla="*/ 3280078 w 5593163"/>
              <a:gd name="connsiteY331" fmla="*/ 2201572 h 4305008"/>
              <a:gd name="connsiteX332" fmla="*/ 3970244 w 5593163"/>
              <a:gd name="connsiteY332" fmla="*/ 2894613 h 4305008"/>
              <a:gd name="connsiteX333" fmla="*/ 3970749 w 5593163"/>
              <a:gd name="connsiteY333" fmla="*/ 2894676 h 4305008"/>
              <a:gd name="connsiteX334" fmla="*/ 3971290 w 5593163"/>
              <a:gd name="connsiteY334" fmla="*/ 2901366 h 4305008"/>
              <a:gd name="connsiteX335" fmla="*/ 3978754 w 5593163"/>
              <a:gd name="connsiteY335" fmla="*/ 2993823 h 4305008"/>
              <a:gd name="connsiteX336" fmla="*/ 3980124 w 5593163"/>
              <a:gd name="connsiteY336" fmla="*/ 3010804 h 4305008"/>
              <a:gd name="connsiteX337" fmla="*/ 3979531 w 5593163"/>
              <a:gd name="connsiteY337" fmla="*/ 3022244 h 4305008"/>
              <a:gd name="connsiteX338" fmla="*/ 3979032 w 5593163"/>
              <a:gd name="connsiteY338" fmla="*/ 3022211 h 4305008"/>
              <a:gd name="connsiteX339" fmla="*/ 3979006 w 5593163"/>
              <a:gd name="connsiteY339" fmla="*/ 3022706 h 4305008"/>
              <a:gd name="connsiteX340" fmla="*/ 3961888 w 5593163"/>
              <a:gd name="connsiteY340" fmla="*/ 3021080 h 4305008"/>
              <a:gd name="connsiteX341" fmla="*/ 3866461 w 5593163"/>
              <a:gd name="connsiteY341" fmla="*/ 3012018 h 4305008"/>
              <a:gd name="connsiteX342" fmla="*/ 3850245 w 5593163"/>
              <a:gd name="connsiteY342" fmla="*/ 3010478 h 4305008"/>
              <a:gd name="connsiteX343" fmla="*/ 3850129 w 5593163"/>
              <a:gd name="connsiteY343" fmla="*/ 3009330 h 4305008"/>
              <a:gd name="connsiteX344" fmla="*/ 3159963 w 5593163"/>
              <a:gd name="connsiteY344" fmla="*/ 2316289 h 4305008"/>
              <a:gd name="connsiteX345" fmla="*/ 3159457 w 5593163"/>
              <a:gd name="connsiteY345" fmla="*/ 2316226 h 4305008"/>
              <a:gd name="connsiteX346" fmla="*/ 3158919 w 5593163"/>
              <a:gd name="connsiteY346" fmla="*/ 2309550 h 4305008"/>
              <a:gd name="connsiteX347" fmla="*/ 3151452 w 5593163"/>
              <a:gd name="connsiteY347" fmla="*/ 2217074 h 4305008"/>
              <a:gd name="connsiteX348" fmla="*/ 3150081 w 5593163"/>
              <a:gd name="connsiteY348" fmla="*/ 2200098 h 4305008"/>
              <a:gd name="connsiteX349" fmla="*/ 3150081 w 5593163"/>
              <a:gd name="connsiteY349" fmla="*/ 3896923 h 4305008"/>
              <a:gd name="connsiteX350" fmla="*/ 3150675 w 5593163"/>
              <a:gd name="connsiteY350" fmla="*/ 3885483 h 4305008"/>
              <a:gd name="connsiteX351" fmla="*/ 3151173 w 5593163"/>
              <a:gd name="connsiteY351" fmla="*/ 3885516 h 4305008"/>
              <a:gd name="connsiteX352" fmla="*/ 3151199 w 5593163"/>
              <a:gd name="connsiteY352" fmla="*/ 3885022 h 4305008"/>
              <a:gd name="connsiteX353" fmla="*/ 3168287 w 5593163"/>
              <a:gd name="connsiteY353" fmla="*/ 3886645 h 4305008"/>
              <a:gd name="connsiteX354" fmla="*/ 3263748 w 5593163"/>
              <a:gd name="connsiteY354" fmla="*/ 3895710 h 4305008"/>
              <a:gd name="connsiteX355" fmla="*/ 3279961 w 5593163"/>
              <a:gd name="connsiteY355" fmla="*/ 3897249 h 4305008"/>
              <a:gd name="connsiteX356" fmla="*/ 3280078 w 5593163"/>
              <a:gd name="connsiteY356" fmla="*/ 3898397 h 4305008"/>
              <a:gd name="connsiteX357" fmla="*/ 3840331 w 5593163"/>
              <a:gd name="connsiteY357" fmla="*/ 4255797 h 4305008"/>
              <a:gd name="connsiteX358" fmla="*/ 3868775 w 5593163"/>
              <a:gd name="connsiteY358" fmla="*/ 4305008 h 4305008"/>
              <a:gd name="connsiteX359" fmla="*/ 3717725 w 5593163"/>
              <a:gd name="connsiteY359" fmla="*/ 4305008 h 4305008"/>
              <a:gd name="connsiteX360" fmla="*/ 3665602 w 5593163"/>
              <a:gd name="connsiteY360" fmla="*/ 4241205 h 4305008"/>
              <a:gd name="connsiteX361" fmla="*/ 3293448 w 5593163"/>
              <a:gd name="connsiteY361" fmla="*/ 4029853 h 4305008"/>
              <a:gd name="connsiteX362" fmla="*/ 3392629 w 5593163"/>
              <a:gd name="connsiteY362" fmla="*/ 4271827 h 4305008"/>
              <a:gd name="connsiteX363" fmla="*/ 3419311 w 5593163"/>
              <a:gd name="connsiteY363" fmla="*/ 4305008 h 4305008"/>
              <a:gd name="connsiteX364" fmla="*/ 3265201 w 5593163"/>
              <a:gd name="connsiteY364" fmla="*/ 4305008 h 4305008"/>
              <a:gd name="connsiteX365" fmla="*/ 3235080 w 5593163"/>
              <a:gd name="connsiteY365" fmla="*/ 4254710 h 4305008"/>
              <a:gd name="connsiteX366" fmla="*/ 3159963 w 5593163"/>
              <a:gd name="connsiteY366" fmla="*/ 4013114 h 4305008"/>
              <a:gd name="connsiteX367" fmla="*/ 3159457 w 5593163"/>
              <a:gd name="connsiteY367" fmla="*/ 4013051 h 4305008"/>
              <a:gd name="connsiteX368" fmla="*/ 3158919 w 5593163"/>
              <a:gd name="connsiteY368" fmla="*/ 4006375 h 4305008"/>
              <a:gd name="connsiteX369" fmla="*/ 3151452 w 5593163"/>
              <a:gd name="connsiteY369" fmla="*/ 3913899 h 4305008"/>
              <a:gd name="connsiteX370" fmla="*/ 3150081 w 5593163"/>
              <a:gd name="connsiteY370" fmla="*/ 3896923 h 4305008"/>
              <a:gd name="connsiteX371" fmla="*/ 3150079 w 5593163"/>
              <a:gd name="connsiteY371" fmla="*/ 469318 h 4305008"/>
              <a:gd name="connsiteX372" fmla="*/ 3151450 w 5593163"/>
              <a:gd name="connsiteY372" fmla="*/ 452471 h 4305008"/>
              <a:gd name="connsiteX373" fmla="*/ 3158914 w 5593163"/>
              <a:gd name="connsiteY373" fmla="*/ 360740 h 4305008"/>
              <a:gd name="connsiteX374" fmla="*/ 3159454 w 5593163"/>
              <a:gd name="connsiteY374" fmla="*/ 354103 h 4305008"/>
              <a:gd name="connsiteX375" fmla="*/ 3159960 w 5593163"/>
              <a:gd name="connsiteY375" fmla="*/ 354040 h 4305008"/>
              <a:gd name="connsiteX376" fmla="*/ 3244173 w 5593163"/>
              <a:gd name="connsiteY376" fmla="*/ 96778 h 4305008"/>
              <a:gd name="connsiteX377" fmla="*/ 3306807 w 5593163"/>
              <a:gd name="connsiteY377" fmla="*/ 0 h 4305008"/>
              <a:gd name="connsiteX378" fmla="*/ 3475182 w 5593163"/>
              <a:gd name="connsiteY378" fmla="*/ 0 h 4305008"/>
              <a:gd name="connsiteX379" fmla="*/ 3406954 w 5593163"/>
              <a:gd name="connsiteY379" fmla="*/ 76659 h 4305008"/>
              <a:gd name="connsiteX380" fmla="*/ 3293446 w 5593163"/>
              <a:gd name="connsiteY380" fmla="*/ 337433 h 4305008"/>
              <a:gd name="connsiteX381" fmla="*/ 3732420 w 5593163"/>
              <a:gd name="connsiteY381" fmla="*/ 44350 h 4305008"/>
              <a:gd name="connsiteX382" fmla="*/ 3754649 w 5593163"/>
              <a:gd name="connsiteY382" fmla="*/ 0 h 4305008"/>
              <a:gd name="connsiteX383" fmla="*/ 3903287 w 5593163"/>
              <a:gd name="connsiteY383" fmla="*/ 0 h 4305008"/>
              <a:gd name="connsiteX384" fmla="*/ 3851448 w 5593163"/>
              <a:gd name="connsiteY384" fmla="*/ 95636 h 4305008"/>
              <a:gd name="connsiteX385" fmla="*/ 3280075 w 5593163"/>
              <a:gd name="connsiteY385" fmla="*/ 467856 h 4305008"/>
              <a:gd name="connsiteX386" fmla="*/ 3279959 w 5593163"/>
              <a:gd name="connsiteY386" fmla="*/ 468995 h 4305008"/>
              <a:gd name="connsiteX387" fmla="*/ 3263742 w 5593163"/>
              <a:gd name="connsiteY387" fmla="*/ 470523 h 4305008"/>
              <a:gd name="connsiteX388" fmla="*/ 3168316 w 5593163"/>
              <a:gd name="connsiteY388" fmla="*/ 479514 h 4305008"/>
              <a:gd name="connsiteX389" fmla="*/ 3151197 w 5593163"/>
              <a:gd name="connsiteY389" fmla="*/ 481127 h 4305008"/>
              <a:gd name="connsiteX390" fmla="*/ 3151171 w 5593163"/>
              <a:gd name="connsiteY390" fmla="*/ 480636 h 4305008"/>
              <a:gd name="connsiteX391" fmla="*/ 3150672 w 5593163"/>
              <a:gd name="connsiteY391" fmla="*/ 480669 h 4305008"/>
              <a:gd name="connsiteX392" fmla="*/ 3150079 w 5593163"/>
              <a:gd name="connsiteY392" fmla="*/ 469318 h 4305008"/>
              <a:gd name="connsiteX393" fmla="*/ 3150079 w 5593163"/>
              <a:gd name="connsiteY393" fmla="*/ 2166144 h 4305008"/>
              <a:gd name="connsiteX394" fmla="*/ 3151450 w 5593163"/>
              <a:gd name="connsiteY394" fmla="*/ 2149296 h 4305008"/>
              <a:gd name="connsiteX395" fmla="*/ 3158914 w 5593163"/>
              <a:gd name="connsiteY395" fmla="*/ 2057565 h 4305008"/>
              <a:gd name="connsiteX396" fmla="*/ 3159454 w 5593163"/>
              <a:gd name="connsiteY396" fmla="*/ 2050928 h 4305008"/>
              <a:gd name="connsiteX397" fmla="*/ 3159960 w 5593163"/>
              <a:gd name="connsiteY397" fmla="*/ 2050865 h 4305008"/>
              <a:gd name="connsiteX398" fmla="*/ 3850126 w 5593163"/>
              <a:gd name="connsiteY398" fmla="*/ 1363267 h 4305008"/>
              <a:gd name="connsiteX399" fmla="*/ 3850243 w 5593163"/>
              <a:gd name="connsiteY399" fmla="*/ 1362128 h 4305008"/>
              <a:gd name="connsiteX400" fmla="*/ 3866455 w 5593163"/>
              <a:gd name="connsiteY400" fmla="*/ 1360601 h 4305008"/>
              <a:gd name="connsiteX401" fmla="*/ 3961917 w 5593163"/>
              <a:gd name="connsiteY401" fmla="*/ 1351607 h 4305008"/>
              <a:gd name="connsiteX402" fmla="*/ 3979004 w 5593163"/>
              <a:gd name="connsiteY402" fmla="*/ 1349997 h 4305008"/>
              <a:gd name="connsiteX403" fmla="*/ 3979030 w 5593163"/>
              <a:gd name="connsiteY403" fmla="*/ 1350487 h 4305008"/>
              <a:gd name="connsiteX404" fmla="*/ 3979528 w 5593163"/>
              <a:gd name="connsiteY404" fmla="*/ 1350455 h 4305008"/>
              <a:gd name="connsiteX405" fmla="*/ 3980122 w 5593163"/>
              <a:gd name="connsiteY405" fmla="*/ 1361805 h 4305008"/>
              <a:gd name="connsiteX406" fmla="*/ 3978752 w 5593163"/>
              <a:gd name="connsiteY406" fmla="*/ 1378647 h 4305008"/>
              <a:gd name="connsiteX407" fmla="*/ 3971285 w 5593163"/>
              <a:gd name="connsiteY407" fmla="*/ 1470397 h 4305008"/>
              <a:gd name="connsiteX408" fmla="*/ 3970746 w 5593163"/>
              <a:gd name="connsiteY408" fmla="*/ 1477021 h 4305008"/>
              <a:gd name="connsiteX409" fmla="*/ 3970241 w 5593163"/>
              <a:gd name="connsiteY409" fmla="*/ 1477083 h 4305008"/>
              <a:gd name="connsiteX410" fmla="*/ 3280075 w 5593163"/>
              <a:gd name="connsiteY410" fmla="*/ 2164681 h 4305008"/>
              <a:gd name="connsiteX411" fmla="*/ 3279959 w 5593163"/>
              <a:gd name="connsiteY411" fmla="*/ 2165820 h 4305008"/>
              <a:gd name="connsiteX412" fmla="*/ 3263742 w 5593163"/>
              <a:gd name="connsiteY412" fmla="*/ 2167348 h 4305008"/>
              <a:gd name="connsiteX413" fmla="*/ 3168316 w 5593163"/>
              <a:gd name="connsiteY413" fmla="*/ 2176339 h 4305008"/>
              <a:gd name="connsiteX414" fmla="*/ 3151197 w 5593163"/>
              <a:gd name="connsiteY414" fmla="*/ 2177952 h 4305008"/>
              <a:gd name="connsiteX415" fmla="*/ 3151171 w 5593163"/>
              <a:gd name="connsiteY415" fmla="*/ 2177461 h 4305008"/>
              <a:gd name="connsiteX416" fmla="*/ 3150672 w 5593163"/>
              <a:gd name="connsiteY416" fmla="*/ 2177494 h 4305008"/>
              <a:gd name="connsiteX417" fmla="*/ 3150079 w 5593163"/>
              <a:gd name="connsiteY417" fmla="*/ 2166144 h 4305008"/>
              <a:gd name="connsiteX418" fmla="*/ 3150079 w 5593163"/>
              <a:gd name="connsiteY418" fmla="*/ 3862969 h 4305008"/>
              <a:gd name="connsiteX419" fmla="*/ 3151450 w 5593163"/>
              <a:gd name="connsiteY419" fmla="*/ 3846121 h 4305008"/>
              <a:gd name="connsiteX420" fmla="*/ 3158914 w 5593163"/>
              <a:gd name="connsiteY420" fmla="*/ 3754390 h 4305008"/>
              <a:gd name="connsiteX421" fmla="*/ 3159454 w 5593163"/>
              <a:gd name="connsiteY421" fmla="*/ 3747753 h 4305008"/>
              <a:gd name="connsiteX422" fmla="*/ 3159960 w 5593163"/>
              <a:gd name="connsiteY422" fmla="*/ 3747690 h 4305008"/>
              <a:gd name="connsiteX423" fmla="*/ 3850126 w 5593163"/>
              <a:gd name="connsiteY423" fmla="*/ 3060092 h 4305008"/>
              <a:gd name="connsiteX424" fmla="*/ 3850243 w 5593163"/>
              <a:gd name="connsiteY424" fmla="*/ 3058953 h 4305008"/>
              <a:gd name="connsiteX425" fmla="*/ 3866455 w 5593163"/>
              <a:gd name="connsiteY425" fmla="*/ 3057426 h 4305008"/>
              <a:gd name="connsiteX426" fmla="*/ 3961917 w 5593163"/>
              <a:gd name="connsiteY426" fmla="*/ 3048432 h 4305008"/>
              <a:gd name="connsiteX427" fmla="*/ 3979004 w 5593163"/>
              <a:gd name="connsiteY427" fmla="*/ 3046822 h 4305008"/>
              <a:gd name="connsiteX428" fmla="*/ 3979030 w 5593163"/>
              <a:gd name="connsiteY428" fmla="*/ 3047312 h 4305008"/>
              <a:gd name="connsiteX429" fmla="*/ 3979528 w 5593163"/>
              <a:gd name="connsiteY429" fmla="*/ 3047280 h 4305008"/>
              <a:gd name="connsiteX430" fmla="*/ 3980122 w 5593163"/>
              <a:gd name="connsiteY430" fmla="*/ 3058630 h 4305008"/>
              <a:gd name="connsiteX431" fmla="*/ 3978752 w 5593163"/>
              <a:gd name="connsiteY431" fmla="*/ 3075472 h 4305008"/>
              <a:gd name="connsiteX432" fmla="*/ 3971285 w 5593163"/>
              <a:gd name="connsiteY432" fmla="*/ 3167222 h 4305008"/>
              <a:gd name="connsiteX433" fmla="*/ 3970746 w 5593163"/>
              <a:gd name="connsiteY433" fmla="*/ 3173846 h 4305008"/>
              <a:gd name="connsiteX434" fmla="*/ 3970241 w 5593163"/>
              <a:gd name="connsiteY434" fmla="*/ 3173908 h 4305008"/>
              <a:gd name="connsiteX435" fmla="*/ 3280075 w 5593163"/>
              <a:gd name="connsiteY435" fmla="*/ 3861506 h 4305008"/>
              <a:gd name="connsiteX436" fmla="*/ 3279959 w 5593163"/>
              <a:gd name="connsiteY436" fmla="*/ 3862645 h 4305008"/>
              <a:gd name="connsiteX437" fmla="*/ 3263742 w 5593163"/>
              <a:gd name="connsiteY437" fmla="*/ 3864173 h 4305008"/>
              <a:gd name="connsiteX438" fmla="*/ 3168316 w 5593163"/>
              <a:gd name="connsiteY438" fmla="*/ 3873164 h 4305008"/>
              <a:gd name="connsiteX439" fmla="*/ 3151197 w 5593163"/>
              <a:gd name="connsiteY439" fmla="*/ 3874777 h 4305008"/>
              <a:gd name="connsiteX440" fmla="*/ 3151171 w 5593163"/>
              <a:gd name="connsiteY440" fmla="*/ 3874286 h 4305008"/>
              <a:gd name="connsiteX441" fmla="*/ 3150672 w 5593163"/>
              <a:gd name="connsiteY441" fmla="*/ 3874319 h 4305008"/>
              <a:gd name="connsiteX442" fmla="*/ 3150079 w 5593163"/>
              <a:gd name="connsiteY442" fmla="*/ 3862969 h 4305008"/>
              <a:gd name="connsiteX443" fmla="*/ 2442890 w 5593163"/>
              <a:gd name="connsiteY443" fmla="*/ 1181049 h 4305008"/>
              <a:gd name="connsiteX444" fmla="*/ 2986199 w 5593163"/>
              <a:gd name="connsiteY444" fmla="*/ 636203 h 4305008"/>
              <a:gd name="connsiteX445" fmla="*/ 2442890 w 5593163"/>
              <a:gd name="connsiteY445" fmla="*/ 1181049 h 4305008"/>
              <a:gd name="connsiteX446" fmla="*/ 2442890 w 5593163"/>
              <a:gd name="connsiteY446" fmla="*/ 1493690 h 4305008"/>
              <a:gd name="connsiteX447" fmla="*/ 2986199 w 5593163"/>
              <a:gd name="connsiteY447" fmla="*/ 2034258 h 4305008"/>
              <a:gd name="connsiteX448" fmla="*/ 2442890 w 5593163"/>
              <a:gd name="connsiteY448" fmla="*/ 1493690 h 4305008"/>
              <a:gd name="connsiteX449" fmla="*/ 2442890 w 5593163"/>
              <a:gd name="connsiteY449" fmla="*/ 2877874 h 4305008"/>
              <a:gd name="connsiteX450" fmla="*/ 2986199 w 5593163"/>
              <a:gd name="connsiteY450" fmla="*/ 2333028 h 4305008"/>
              <a:gd name="connsiteX451" fmla="*/ 2442890 w 5593163"/>
              <a:gd name="connsiteY451" fmla="*/ 2877874 h 4305008"/>
              <a:gd name="connsiteX452" fmla="*/ 2442890 w 5593163"/>
              <a:gd name="connsiteY452" fmla="*/ 3190516 h 4305008"/>
              <a:gd name="connsiteX453" fmla="*/ 2986199 w 5593163"/>
              <a:gd name="connsiteY453" fmla="*/ 3731083 h 4305008"/>
              <a:gd name="connsiteX454" fmla="*/ 2442890 w 5593163"/>
              <a:gd name="connsiteY454" fmla="*/ 3190516 h 4305008"/>
              <a:gd name="connsiteX455" fmla="*/ 2410871 w 5593163"/>
              <a:gd name="connsiteY455" fmla="*/ 4305008 h 4305008"/>
              <a:gd name="connsiteX456" fmla="*/ 2439316 w 5593163"/>
              <a:gd name="connsiteY456" fmla="*/ 4255797 h 4305008"/>
              <a:gd name="connsiteX457" fmla="*/ 2999569 w 5593163"/>
              <a:gd name="connsiteY457" fmla="*/ 3898397 h 4305008"/>
              <a:gd name="connsiteX458" fmla="*/ 2999686 w 5593163"/>
              <a:gd name="connsiteY458" fmla="*/ 3897249 h 4305008"/>
              <a:gd name="connsiteX459" fmla="*/ 3015899 w 5593163"/>
              <a:gd name="connsiteY459" fmla="*/ 3895710 h 4305008"/>
              <a:gd name="connsiteX460" fmla="*/ 3111360 w 5593163"/>
              <a:gd name="connsiteY460" fmla="*/ 3886645 h 4305008"/>
              <a:gd name="connsiteX461" fmla="*/ 3128448 w 5593163"/>
              <a:gd name="connsiteY461" fmla="*/ 3885022 h 4305008"/>
              <a:gd name="connsiteX462" fmla="*/ 3128474 w 5593163"/>
              <a:gd name="connsiteY462" fmla="*/ 3885516 h 4305008"/>
              <a:gd name="connsiteX463" fmla="*/ 3128972 w 5593163"/>
              <a:gd name="connsiteY463" fmla="*/ 3885483 h 4305008"/>
              <a:gd name="connsiteX464" fmla="*/ 3129566 w 5593163"/>
              <a:gd name="connsiteY464" fmla="*/ 3896923 h 4305008"/>
              <a:gd name="connsiteX465" fmla="*/ 3128195 w 5593163"/>
              <a:gd name="connsiteY465" fmla="*/ 3913899 h 4305008"/>
              <a:gd name="connsiteX466" fmla="*/ 3120728 w 5593163"/>
              <a:gd name="connsiteY466" fmla="*/ 4006375 h 4305008"/>
              <a:gd name="connsiteX467" fmla="*/ 3120190 w 5593163"/>
              <a:gd name="connsiteY467" fmla="*/ 4013051 h 4305008"/>
              <a:gd name="connsiteX468" fmla="*/ 3119684 w 5593163"/>
              <a:gd name="connsiteY468" fmla="*/ 4013114 h 4305008"/>
              <a:gd name="connsiteX469" fmla="*/ 3044567 w 5593163"/>
              <a:gd name="connsiteY469" fmla="*/ 4254710 h 4305008"/>
              <a:gd name="connsiteX470" fmla="*/ 3014445 w 5593163"/>
              <a:gd name="connsiteY470" fmla="*/ 4305008 h 4305008"/>
              <a:gd name="connsiteX471" fmla="*/ 2860336 w 5593163"/>
              <a:gd name="connsiteY471" fmla="*/ 4305008 h 4305008"/>
              <a:gd name="connsiteX472" fmla="*/ 2887018 w 5593163"/>
              <a:gd name="connsiteY472" fmla="*/ 4271827 h 4305008"/>
              <a:gd name="connsiteX473" fmla="*/ 2986199 w 5593163"/>
              <a:gd name="connsiteY473" fmla="*/ 4029853 h 4305008"/>
              <a:gd name="connsiteX474" fmla="*/ 2614045 w 5593163"/>
              <a:gd name="connsiteY474" fmla="*/ 4241205 h 4305008"/>
              <a:gd name="connsiteX475" fmla="*/ 2561922 w 5593163"/>
              <a:gd name="connsiteY475" fmla="*/ 4305008 h 4305008"/>
              <a:gd name="connsiteX476" fmla="*/ 2376360 w 5593163"/>
              <a:gd name="connsiteY476" fmla="*/ 0 h 4305008"/>
              <a:gd name="connsiteX477" fmla="*/ 2524998 w 5593163"/>
              <a:gd name="connsiteY477" fmla="*/ 0 h 4305008"/>
              <a:gd name="connsiteX478" fmla="*/ 2547226 w 5593163"/>
              <a:gd name="connsiteY478" fmla="*/ 44350 h 4305008"/>
              <a:gd name="connsiteX479" fmla="*/ 2986199 w 5593163"/>
              <a:gd name="connsiteY479" fmla="*/ 337433 h 4305008"/>
              <a:gd name="connsiteX480" fmla="*/ 2872691 w 5593163"/>
              <a:gd name="connsiteY480" fmla="*/ 76659 h 4305008"/>
              <a:gd name="connsiteX481" fmla="*/ 2804464 w 5593163"/>
              <a:gd name="connsiteY481" fmla="*/ 0 h 4305008"/>
              <a:gd name="connsiteX482" fmla="*/ 2972839 w 5593163"/>
              <a:gd name="connsiteY482" fmla="*/ 0 h 4305008"/>
              <a:gd name="connsiteX483" fmla="*/ 3035473 w 5593163"/>
              <a:gd name="connsiteY483" fmla="*/ 96778 h 4305008"/>
              <a:gd name="connsiteX484" fmla="*/ 3119686 w 5593163"/>
              <a:gd name="connsiteY484" fmla="*/ 354040 h 4305008"/>
              <a:gd name="connsiteX485" fmla="*/ 3120191 w 5593163"/>
              <a:gd name="connsiteY485" fmla="*/ 354103 h 4305008"/>
              <a:gd name="connsiteX486" fmla="*/ 3120732 w 5593163"/>
              <a:gd name="connsiteY486" fmla="*/ 360740 h 4305008"/>
              <a:gd name="connsiteX487" fmla="*/ 3128196 w 5593163"/>
              <a:gd name="connsiteY487" fmla="*/ 452471 h 4305008"/>
              <a:gd name="connsiteX488" fmla="*/ 3129566 w 5593163"/>
              <a:gd name="connsiteY488" fmla="*/ 469318 h 4305008"/>
              <a:gd name="connsiteX489" fmla="*/ 3128973 w 5593163"/>
              <a:gd name="connsiteY489" fmla="*/ 480669 h 4305008"/>
              <a:gd name="connsiteX490" fmla="*/ 3128474 w 5593163"/>
              <a:gd name="connsiteY490" fmla="*/ 480636 h 4305008"/>
              <a:gd name="connsiteX491" fmla="*/ 3128448 w 5593163"/>
              <a:gd name="connsiteY491" fmla="*/ 481127 h 4305008"/>
              <a:gd name="connsiteX492" fmla="*/ 3111330 w 5593163"/>
              <a:gd name="connsiteY492" fmla="*/ 479514 h 4305008"/>
              <a:gd name="connsiteX493" fmla="*/ 3015903 w 5593163"/>
              <a:gd name="connsiteY493" fmla="*/ 470523 h 4305008"/>
              <a:gd name="connsiteX494" fmla="*/ 2999687 w 5593163"/>
              <a:gd name="connsiteY494" fmla="*/ 468995 h 4305008"/>
              <a:gd name="connsiteX495" fmla="*/ 2999571 w 5593163"/>
              <a:gd name="connsiteY495" fmla="*/ 467856 h 4305008"/>
              <a:gd name="connsiteX496" fmla="*/ 2428199 w 5593163"/>
              <a:gd name="connsiteY496" fmla="*/ 95636 h 4305008"/>
              <a:gd name="connsiteX497" fmla="*/ 2299523 w 5593163"/>
              <a:gd name="connsiteY497" fmla="*/ 1313979 h 4305008"/>
              <a:gd name="connsiteX498" fmla="*/ 2300894 w 5593163"/>
              <a:gd name="connsiteY498" fmla="*/ 1296998 h 4305008"/>
              <a:gd name="connsiteX499" fmla="*/ 2308358 w 5593163"/>
              <a:gd name="connsiteY499" fmla="*/ 1204541 h 4305008"/>
              <a:gd name="connsiteX500" fmla="*/ 2308898 w 5593163"/>
              <a:gd name="connsiteY500" fmla="*/ 1197851 h 4305008"/>
              <a:gd name="connsiteX501" fmla="*/ 2309404 w 5593163"/>
              <a:gd name="connsiteY501" fmla="*/ 1197788 h 4305008"/>
              <a:gd name="connsiteX502" fmla="*/ 2999570 w 5593163"/>
              <a:gd name="connsiteY502" fmla="*/ 504747 h 4305008"/>
              <a:gd name="connsiteX503" fmla="*/ 2999687 w 5593163"/>
              <a:gd name="connsiteY503" fmla="*/ 503599 h 4305008"/>
              <a:gd name="connsiteX504" fmla="*/ 3015899 w 5593163"/>
              <a:gd name="connsiteY504" fmla="*/ 502060 h 4305008"/>
              <a:gd name="connsiteX505" fmla="*/ 3111361 w 5593163"/>
              <a:gd name="connsiteY505" fmla="*/ 492995 h 4305008"/>
              <a:gd name="connsiteX506" fmla="*/ 3128448 w 5593163"/>
              <a:gd name="connsiteY506" fmla="*/ 491372 h 4305008"/>
              <a:gd name="connsiteX507" fmla="*/ 3128474 w 5593163"/>
              <a:gd name="connsiteY507" fmla="*/ 491866 h 4305008"/>
              <a:gd name="connsiteX508" fmla="*/ 3128972 w 5593163"/>
              <a:gd name="connsiteY508" fmla="*/ 491833 h 4305008"/>
              <a:gd name="connsiteX509" fmla="*/ 3129566 w 5593163"/>
              <a:gd name="connsiteY509" fmla="*/ 503273 h 4305008"/>
              <a:gd name="connsiteX510" fmla="*/ 3128196 w 5593163"/>
              <a:gd name="connsiteY510" fmla="*/ 520249 h 4305008"/>
              <a:gd name="connsiteX511" fmla="*/ 3120729 w 5593163"/>
              <a:gd name="connsiteY511" fmla="*/ 612725 h 4305008"/>
              <a:gd name="connsiteX512" fmla="*/ 3120190 w 5593163"/>
              <a:gd name="connsiteY512" fmla="*/ 619401 h 4305008"/>
              <a:gd name="connsiteX513" fmla="*/ 3119685 w 5593163"/>
              <a:gd name="connsiteY513" fmla="*/ 619464 h 4305008"/>
              <a:gd name="connsiteX514" fmla="*/ 2429519 w 5593163"/>
              <a:gd name="connsiteY514" fmla="*/ 1312505 h 4305008"/>
              <a:gd name="connsiteX515" fmla="*/ 2429403 w 5593163"/>
              <a:gd name="connsiteY515" fmla="*/ 1313653 h 4305008"/>
              <a:gd name="connsiteX516" fmla="*/ 2413186 w 5593163"/>
              <a:gd name="connsiteY516" fmla="*/ 1315193 h 4305008"/>
              <a:gd name="connsiteX517" fmla="*/ 2317760 w 5593163"/>
              <a:gd name="connsiteY517" fmla="*/ 1324255 h 4305008"/>
              <a:gd name="connsiteX518" fmla="*/ 2300641 w 5593163"/>
              <a:gd name="connsiteY518" fmla="*/ 1325881 h 4305008"/>
              <a:gd name="connsiteX519" fmla="*/ 2300615 w 5593163"/>
              <a:gd name="connsiteY519" fmla="*/ 1325386 h 4305008"/>
              <a:gd name="connsiteX520" fmla="*/ 2300116 w 5593163"/>
              <a:gd name="connsiteY520" fmla="*/ 1325419 h 4305008"/>
              <a:gd name="connsiteX521" fmla="*/ 2299523 w 5593163"/>
              <a:gd name="connsiteY521" fmla="*/ 1313979 h 4305008"/>
              <a:gd name="connsiteX522" fmla="*/ 2299523 w 5593163"/>
              <a:gd name="connsiteY522" fmla="*/ 1361805 h 4305008"/>
              <a:gd name="connsiteX523" fmla="*/ 2300117 w 5593163"/>
              <a:gd name="connsiteY523" fmla="*/ 1350455 h 4305008"/>
              <a:gd name="connsiteX524" fmla="*/ 2300615 w 5593163"/>
              <a:gd name="connsiteY524" fmla="*/ 1350487 h 4305008"/>
              <a:gd name="connsiteX525" fmla="*/ 2300641 w 5593163"/>
              <a:gd name="connsiteY525" fmla="*/ 1349997 h 4305008"/>
              <a:gd name="connsiteX526" fmla="*/ 2317729 w 5593163"/>
              <a:gd name="connsiteY526" fmla="*/ 1351607 h 4305008"/>
              <a:gd name="connsiteX527" fmla="*/ 2413190 w 5593163"/>
              <a:gd name="connsiteY527" fmla="*/ 1360601 h 4305008"/>
              <a:gd name="connsiteX528" fmla="*/ 2429403 w 5593163"/>
              <a:gd name="connsiteY528" fmla="*/ 1362128 h 4305008"/>
              <a:gd name="connsiteX529" fmla="*/ 2429520 w 5593163"/>
              <a:gd name="connsiteY529" fmla="*/ 1363267 h 4305008"/>
              <a:gd name="connsiteX530" fmla="*/ 3119686 w 5593163"/>
              <a:gd name="connsiteY530" fmla="*/ 2050865 h 4305008"/>
              <a:gd name="connsiteX531" fmla="*/ 3120191 w 5593163"/>
              <a:gd name="connsiteY531" fmla="*/ 2050928 h 4305008"/>
              <a:gd name="connsiteX532" fmla="*/ 3120732 w 5593163"/>
              <a:gd name="connsiteY532" fmla="*/ 2057565 h 4305008"/>
              <a:gd name="connsiteX533" fmla="*/ 3128196 w 5593163"/>
              <a:gd name="connsiteY533" fmla="*/ 2149296 h 4305008"/>
              <a:gd name="connsiteX534" fmla="*/ 3129566 w 5593163"/>
              <a:gd name="connsiteY534" fmla="*/ 2166144 h 4305008"/>
              <a:gd name="connsiteX535" fmla="*/ 3128973 w 5593163"/>
              <a:gd name="connsiteY535" fmla="*/ 2177494 h 4305008"/>
              <a:gd name="connsiteX536" fmla="*/ 3128474 w 5593163"/>
              <a:gd name="connsiteY536" fmla="*/ 2177461 h 4305008"/>
              <a:gd name="connsiteX537" fmla="*/ 3128448 w 5593163"/>
              <a:gd name="connsiteY537" fmla="*/ 2177952 h 4305008"/>
              <a:gd name="connsiteX538" fmla="*/ 3111330 w 5593163"/>
              <a:gd name="connsiteY538" fmla="*/ 2176339 h 4305008"/>
              <a:gd name="connsiteX539" fmla="*/ 3015903 w 5593163"/>
              <a:gd name="connsiteY539" fmla="*/ 2167348 h 4305008"/>
              <a:gd name="connsiteX540" fmla="*/ 2999687 w 5593163"/>
              <a:gd name="connsiteY540" fmla="*/ 2165820 h 4305008"/>
              <a:gd name="connsiteX541" fmla="*/ 2999571 w 5593163"/>
              <a:gd name="connsiteY541" fmla="*/ 2164681 h 4305008"/>
              <a:gd name="connsiteX542" fmla="*/ 2309405 w 5593163"/>
              <a:gd name="connsiteY542" fmla="*/ 1477083 h 4305008"/>
              <a:gd name="connsiteX543" fmla="*/ 2308899 w 5593163"/>
              <a:gd name="connsiteY543" fmla="*/ 1477021 h 4305008"/>
              <a:gd name="connsiteX544" fmla="*/ 2308361 w 5593163"/>
              <a:gd name="connsiteY544" fmla="*/ 1470397 h 4305008"/>
              <a:gd name="connsiteX545" fmla="*/ 2300894 w 5593163"/>
              <a:gd name="connsiteY545" fmla="*/ 1378647 h 4305008"/>
              <a:gd name="connsiteX546" fmla="*/ 2299523 w 5593163"/>
              <a:gd name="connsiteY546" fmla="*/ 1361805 h 4305008"/>
              <a:gd name="connsiteX547" fmla="*/ 2299523 w 5593163"/>
              <a:gd name="connsiteY547" fmla="*/ 3010804 h 4305008"/>
              <a:gd name="connsiteX548" fmla="*/ 2300894 w 5593163"/>
              <a:gd name="connsiteY548" fmla="*/ 2993823 h 4305008"/>
              <a:gd name="connsiteX549" fmla="*/ 2308358 w 5593163"/>
              <a:gd name="connsiteY549" fmla="*/ 2901366 h 4305008"/>
              <a:gd name="connsiteX550" fmla="*/ 2308898 w 5593163"/>
              <a:gd name="connsiteY550" fmla="*/ 2894676 h 4305008"/>
              <a:gd name="connsiteX551" fmla="*/ 2309404 w 5593163"/>
              <a:gd name="connsiteY551" fmla="*/ 2894613 h 4305008"/>
              <a:gd name="connsiteX552" fmla="*/ 2999570 w 5593163"/>
              <a:gd name="connsiteY552" fmla="*/ 2201572 h 4305008"/>
              <a:gd name="connsiteX553" fmla="*/ 2999687 w 5593163"/>
              <a:gd name="connsiteY553" fmla="*/ 2200424 h 4305008"/>
              <a:gd name="connsiteX554" fmla="*/ 3015899 w 5593163"/>
              <a:gd name="connsiteY554" fmla="*/ 2198885 h 4305008"/>
              <a:gd name="connsiteX555" fmla="*/ 3111361 w 5593163"/>
              <a:gd name="connsiteY555" fmla="*/ 2189820 h 4305008"/>
              <a:gd name="connsiteX556" fmla="*/ 3128448 w 5593163"/>
              <a:gd name="connsiteY556" fmla="*/ 2188197 h 4305008"/>
              <a:gd name="connsiteX557" fmla="*/ 3128474 w 5593163"/>
              <a:gd name="connsiteY557" fmla="*/ 2188691 h 4305008"/>
              <a:gd name="connsiteX558" fmla="*/ 3128972 w 5593163"/>
              <a:gd name="connsiteY558" fmla="*/ 2188658 h 4305008"/>
              <a:gd name="connsiteX559" fmla="*/ 3129566 w 5593163"/>
              <a:gd name="connsiteY559" fmla="*/ 2200098 h 4305008"/>
              <a:gd name="connsiteX560" fmla="*/ 3128196 w 5593163"/>
              <a:gd name="connsiteY560" fmla="*/ 2217074 h 4305008"/>
              <a:gd name="connsiteX561" fmla="*/ 3120729 w 5593163"/>
              <a:gd name="connsiteY561" fmla="*/ 2309550 h 4305008"/>
              <a:gd name="connsiteX562" fmla="*/ 3120190 w 5593163"/>
              <a:gd name="connsiteY562" fmla="*/ 2316226 h 4305008"/>
              <a:gd name="connsiteX563" fmla="*/ 3119685 w 5593163"/>
              <a:gd name="connsiteY563" fmla="*/ 2316289 h 4305008"/>
              <a:gd name="connsiteX564" fmla="*/ 2429519 w 5593163"/>
              <a:gd name="connsiteY564" fmla="*/ 3009330 h 4305008"/>
              <a:gd name="connsiteX565" fmla="*/ 2429403 w 5593163"/>
              <a:gd name="connsiteY565" fmla="*/ 3010478 h 4305008"/>
              <a:gd name="connsiteX566" fmla="*/ 2413186 w 5593163"/>
              <a:gd name="connsiteY566" fmla="*/ 3012018 h 4305008"/>
              <a:gd name="connsiteX567" fmla="*/ 2317760 w 5593163"/>
              <a:gd name="connsiteY567" fmla="*/ 3021080 h 4305008"/>
              <a:gd name="connsiteX568" fmla="*/ 2300641 w 5593163"/>
              <a:gd name="connsiteY568" fmla="*/ 3022706 h 4305008"/>
              <a:gd name="connsiteX569" fmla="*/ 2300615 w 5593163"/>
              <a:gd name="connsiteY569" fmla="*/ 3022211 h 4305008"/>
              <a:gd name="connsiteX570" fmla="*/ 2300116 w 5593163"/>
              <a:gd name="connsiteY570" fmla="*/ 3022244 h 4305008"/>
              <a:gd name="connsiteX571" fmla="*/ 2299523 w 5593163"/>
              <a:gd name="connsiteY571" fmla="*/ 3010804 h 4305008"/>
              <a:gd name="connsiteX572" fmla="*/ 2299523 w 5593163"/>
              <a:gd name="connsiteY572" fmla="*/ 3058630 h 4305008"/>
              <a:gd name="connsiteX573" fmla="*/ 2300117 w 5593163"/>
              <a:gd name="connsiteY573" fmla="*/ 3047280 h 4305008"/>
              <a:gd name="connsiteX574" fmla="*/ 2300615 w 5593163"/>
              <a:gd name="connsiteY574" fmla="*/ 3047312 h 4305008"/>
              <a:gd name="connsiteX575" fmla="*/ 2300641 w 5593163"/>
              <a:gd name="connsiteY575" fmla="*/ 3046822 h 4305008"/>
              <a:gd name="connsiteX576" fmla="*/ 2317729 w 5593163"/>
              <a:gd name="connsiteY576" fmla="*/ 3048432 h 4305008"/>
              <a:gd name="connsiteX577" fmla="*/ 2413190 w 5593163"/>
              <a:gd name="connsiteY577" fmla="*/ 3057426 h 4305008"/>
              <a:gd name="connsiteX578" fmla="*/ 2429403 w 5593163"/>
              <a:gd name="connsiteY578" fmla="*/ 3058953 h 4305008"/>
              <a:gd name="connsiteX579" fmla="*/ 2429520 w 5593163"/>
              <a:gd name="connsiteY579" fmla="*/ 3060092 h 4305008"/>
              <a:gd name="connsiteX580" fmla="*/ 3119686 w 5593163"/>
              <a:gd name="connsiteY580" fmla="*/ 3747690 h 4305008"/>
              <a:gd name="connsiteX581" fmla="*/ 3120191 w 5593163"/>
              <a:gd name="connsiteY581" fmla="*/ 3747753 h 4305008"/>
              <a:gd name="connsiteX582" fmla="*/ 3120732 w 5593163"/>
              <a:gd name="connsiteY582" fmla="*/ 3754390 h 4305008"/>
              <a:gd name="connsiteX583" fmla="*/ 3128196 w 5593163"/>
              <a:gd name="connsiteY583" fmla="*/ 3846121 h 4305008"/>
              <a:gd name="connsiteX584" fmla="*/ 3129566 w 5593163"/>
              <a:gd name="connsiteY584" fmla="*/ 3862969 h 4305008"/>
              <a:gd name="connsiteX585" fmla="*/ 3128973 w 5593163"/>
              <a:gd name="connsiteY585" fmla="*/ 3874319 h 4305008"/>
              <a:gd name="connsiteX586" fmla="*/ 3128474 w 5593163"/>
              <a:gd name="connsiteY586" fmla="*/ 3874286 h 4305008"/>
              <a:gd name="connsiteX587" fmla="*/ 3128448 w 5593163"/>
              <a:gd name="connsiteY587" fmla="*/ 3874777 h 4305008"/>
              <a:gd name="connsiteX588" fmla="*/ 3111330 w 5593163"/>
              <a:gd name="connsiteY588" fmla="*/ 3873164 h 4305008"/>
              <a:gd name="connsiteX589" fmla="*/ 3015903 w 5593163"/>
              <a:gd name="connsiteY589" fmla="*/ 3864173 h 4305008"/>
              <a:gd name="connsiteX590" fmla="*/ 2999687 w 5593163"/>
              <a:gd name="connsiteY590" fmla="*/ 3862645 h 4305008"/>
              <a:gd name="connsiteX591" fmla="*/ 2999571 w 5593163"/>
              <a:gd name="connsiteY591" fmla="*/ 3861506 h 4305008"/>
              <a:gd name="connsiteX592" fmla="*/ 2309405 w 5593163"/>
              <a:gd name="connsiteY592" fmla="*/ 3173908 h 4305008"/>
              <a:gd name="connsiteX593" fmla="*/ 2308899 w 5593163"/>
              <a:gd name="connsiteY593" fmla="*/ 3173846 h 4305008"/>
              <a:gd name="connsiteX594" fmla="*/ 2308361 w 5593163"/>
              <a:gd name="connsiteY594" fmla="*/ 3167222 h 4305008"/>
              <a:gd name="connsiteX595" fmla="*/ 2300894 w 5593163"/>
              <a:gd name="connsiteY595" fmla="*/ 3075472 h 4305008"/>
              <a:gd name="connsiteX596" fmla="*/ 2299523 w 5593163"/>
              <a:gd name="connsiteY596" fmla="*/ 3058630 h 4305008"/>
              <a:gd name="connsiteX597" fmla="*/ 1601297 w 5593163"/>
              <a:gd name="connsiteY597" fmla="*/ 636203 h 4305008"/>
              <a:gd name="connsiteX598" fmla="*/ 2144606 w 5593163"/>
              <a:gd name="connsiteY598" fmla="*/ 1181049 h 4305008"/>
              <a:gd name="connsiteX599" fmla="*/ 1601297 w 5593163"/>
              <a:gd name="connsiteY599" fmla="*/ 636203 h 4305008"/>
              <a:gd name="connsiteX600" fmla="*/ 1601297 w 5593163"/>
              <a:gd name="connsiteY600" fmla="*/ 2333028 h 4305008"/>
              <a:gd name="connsiteX601" fmla="*/ 2144606 w 5593163"/>
              <a:gd name="connsiteY601" fmla="*/ 2877874 h 4305008"/>
              <a:gd name="connsiteX602" fmla="*/ 1601297 w 5593163"/>
              <a:gd name="connsiteY602" fmla="*/ 2333028 h 4305008"/>
              <a:gd name="connsiteX603" fmla="*/ 1601295 w 5593163"/>
              <a:gd name="connsiteY603" fmla="*/ 2034258 h 4305008"/>
              <a:gd name="connsiteX604" fmla="*/ 2144604 w 5593163"/>
              <a:gd name="connsiteY604" fmla="*/ 1493690 h 4305008"/>
              <a:gd name="connsiteX605" fmla="*/ 1601295 w 5593163"/>
              <a:gd name="connsiteY605" fmla="*/ 2034258 h 4305008"/>
              <a:gd name="connsiteX606" fmla="*/ 1601295 w 5593163"/>
              <a:gd name="connsiteY606" fmla="*/ 3731083 h 4305008"/>
              <a:gd name="connsiteX607" fmla="*/ 2144604 w 5593163"/>
              <a:gd name="connsiteY607" fmla="*/ 3190516 h 4305008"/>
              <a:gd name="connsiteX608" fmla="*/ 1601295 w 5593163"/>
              <a:gd name="connsiteY608" fmla="*/ 3731083 h 4305008"/>
              <a:gd name="connsiteX609" fmla="*/ 1457930 w 5593163"/>
              <a:gd name="connsiteY609" fmla="*/ 503273 h 4305008"/>
              <a:gd name="connsiteX610" fmla="*/ 1458524 w 5593163"/>
              <a:gd name="connsiteY610" fmla="*/ 491833 h 4305008"/>
              <a:gd name="connsiteX611" fmla="*/ 1459022 w 5593163"/>
              <a:gd name="connsiteY611" fmla="*/ 491866 h 4305008"/>
              <a:gd name="connsiteX612" fmla="*/ 1459048 w 5593163"/>
              <a:gd name="connsiteY612" fmla="*/ 491372 h 4305008"/>
              <a:gd name="connsiteX613" fmla="*/ 1476135 w 5593163"/>
              <a:gd name="connsiteY613" fmla="*/ 492995 h 4305008"/>
              <a:gd name="connsiteX614" fmla="*/ 1571597 w 5593163"/>
              <a:gd name="connsiteY614" fmla="*/ 502060 h 4305008"/>
              <a:gd name="connsiteX615" fmla="*/ 1587809 w 5593163"/>
              <a:gd name="connsiteY615" fmla="*/ 503599 h 4305008"/>
              <a:gd name="connsiteX616" fmla="*/ 1587926 w 5593163"/>
              <a:gd name="connsiteY616" fmla="*/ 504747 h 4305008"/>
              <a:gd name="connsiteX617" fmla="*/ 2278092 w 5593163"/>
              <a:gd name="connsiteY617" fmla="*/ 1197788 h 4305008"/>
              <a:gd name="connsiteX618" fmla="*/ 2278598 w 5593163"/>
              <a:gd name="connsiteY618" fmla="*/ 1197851 h 4305008"/>
              <a:gd name="connsiteX619" fmla="*/ 2279138 w 5593163"/>
              <a:gd name="connsiteY619" fmla="*/ 1204541 h 4305008"/>
              <a:gd name="connsiteX620" fmla="*/ 2286602 w 5593163"/>
              <a:gd name="connsiteY620" fmla="*/ 1296998 h 4305008"/>
              <a:gd name="connsiteX621" fmla="*/ 2287973 w 5593163"/>
              <a:gd name="connsiteY621" fmla="*/ 1313979 h 4305008"/>
              <a:gd name="connsiteX622" fmla="*/ 2287380 w 5593163"/>
              <a:gd name="connsiteY622" fmla="*/ 1325419 h 4305008"/>
              <a:gd name="connsiteX623" fmla="*/ 2286881 w 5593163"/>
              <a:gd name="connsiteY623" fmla="*/ 1325386 h 4305008"/>
              <a:gd name="connsiteX624" fmla="*/ 2286855 w 5593163"/>
              <a:gd name="connsiteY624" fmla="*/ 1325881 h 4305008"/>
              <a:gd name="connsiteX625" fmla="*/ 2269736 w 5593163"/>
              <a:gd name="connsiteY625" fmla="*/ 1324255 h 4305008"/>
              <a:gd name="connsiteX626" fmla="*/ 2174310 w 5593163"/>
              <a:gd name="connsiteY626" fmla="*/ 1315193 h 4305008"/>
              <a:gd name="connsiteX627" fmla="*/ 2158093 w 5593163"/>
              <a:gd name="connsiteY627" fmla="*/ 1313653 h 4305008"/>
              <a:gd name="connsiteX628" fmla="*/ 2157977 w 5593163"/>
              <a:gd name="connsiteY628" fmla="*/ 1312505 h 4305008"/>
              <a:gd name="connsiteX629" fmla="*/ 1467811 w 5593163"/>
              <a:gd name="connsiteY629" fmla="*/ 619464 h 4305008"/>
              <a:gd name="connsiteX630" fmla="*/ 1467306 w 5593163"/>
              <a:gd name="connsiteY630" fmla="*/ 619401 h 4305008"/>
              <a:gd name="connsiteX631" fmla="*/ 1466767 w 5593163"/>
              <a:gd name="connsiteY631" fmla="*/ 612725 h 4305008"/>
              <a:gd name="connsiteX632" fmla="*/ 1459300 w 5593163"/>
              <a:gd name="connsiteY632" fmla="*/ 520249 h 4305008"/>
              <a:gd name="connsiteX633" fmla="*/ 1457930 w 5593163"/>
              <a:gd name="connsiteY633" fmla="*/ 503273 h 4305008"/>
              <a:gd name="connsiteX634" fmla="*/ 1457930 w 5593163"/>
              <a:gd name="connsiteY634" fmla="*/ 2200098 h 4305008"/>
              <a:gd name="connsiteX635" fmla="*/ 1458524 w 5593163"/>
              <a:gd name="connsiteY635" fmla="*/ 2188658 h 4305008"/>
              <a:gd name="connsiteX636" fmla="*/ 1459022 w 5593163"/>
              <a:gd name="connsiteY636" fmla="*/ 2188691 h 4305008"/>
              <a:gd name="connsiteX637" fmla="*/ 1459048 w 5593163"/>
              <a:gd name="connsiteY637" fmla="*/ 2188197 h 4305008"/>
              <a:gd name="connsiteX638" fmla="*/ 1476135 w 5593163"/>
              <a:gd name="connsiteY638" fmla="*/ 2189820 h 4305008"/>
              <a:gd name="connsiteX639" fmla="*/ 1571597 w 5593163"/>
              <a:gd name="connsiteY639" fmla="*/ 2198885 h 4305008"/>
              <a:gd name="connsiteX640" fmla="*/ 1587809 w 5593163"/>
              <a:gd name="connsiteY640" fmla="*/ 2200424 h 4305008"/>
              <a:gd name="connsiteX641" fmla="*/ 1587926 w 5593163"/>
              <a:gd name="connsiteY641" fmla="*/ 2201572 h 4305008"/>
              <a:gd name="connsiteX642" fmla="*/ 2278092 w 5593163"/>
              <a:gd name="connsiteY642" fmla="*/ 2894613 h 4305008"/>
              <a:gd name="connsiteX643" fmla="*/ 2278598 w 5593163"/>
              <a:gd name="connsiteY643" fmla="*/ 2894676 h 4305008"/>
              <a:gd name="connsiteX644" fmla="*/ 2279138 w 5593163"/>
              <a:gd name="connsiteY644" fmla="*/ 2901366 h 4305008"/>
              <a:gd name="connsiteX645" fmla="*/ 2286602 w 5593163"/>
              <a:gd name="connsiteY645" fmla="*/ 2993823 h 4305008"/>
              <a:gd name="connsiteX646" fmla="*/ 2287973 w 5593163"/>
              <a:gd name="connsiteY646" fmla="*/ 3010804 h 4305008"/>
              <a:gd name="connsiteX647" fmla="*/ 2287380 w 5593163"/>
              <a:gd name="connsiteY647" fmla="*/ 3022244 h 4305008"/>
              <a:gd name="connsiteX648" fmla="*/ 2286881 w 5593163"/>
              <a:gd name="connsiteY648" fmla="*/ 3022211 h 4305008"/>
              <a:gd name="connsiteX649" fmla="*/ 2286855 w 5593163"/>
              <a:gd name="connsiteY649" fmla="*/ 3022706 h 4305008"/>
              <a:gd name="connsiteX650" fmla="*/ 2269736 w 5593163"/>
              <a:gd name="connsiteY650" fmla="*/ 3021080 h 4305008"/>
              <a:gd name="connsiteX651" fmla="*/ 2174310 w 5593163"/>
              <a:gd name="connsiteY651" fmla="*/ 3012018 h 4305008"/>
              <a:gd name="connsiteX652" fmla="*/ 2158093 w 5593163"/>
              <a:gd name="connsiteY652" fmla="*/ 3010478 h 4305008"/>
              <a:gd name="connsiteX653" fmla="*/ 2157977 w 5593163"/>
              <a:gd name="connsiteY653" fmla="*/ 3009330 h 4305008"/>
              <a:gd name="connsiteX654" fmla="*/ 1467811 w 5593163"/>
              <a:gd name="connsiteY654" fmla="*/ 2316289 h 4305008"/>
              <a:gd name="connsiteX655" fmla="*/ 1467306 w 5593163"/>
              <a:gd name="connsiteY655" fmla="*/ 2316226 h 4305008"/>
              <a:gd name="connsiteX656" fmla="*/ 1466767 w 5593163"/>
              <a:gd name="connsiteY656" fmla="*/ 2309550 h 4305008"/>
              <a:gd name="connsiteX657" fmla="*/ 1459300 w 5593163"/>
              <a:gd name="connsiteY657" fmla="*/ 2217074 h 4305008"/>
              <a:gd name="connsiteX658" fmla="*/ 1457930 w 5593163"/>
              <a:gd name="connsiteY658" fmla="*/ 2200098 h 4305008"/>
              <a:gd name="connsiteX659" fmla="*/ 1457930 w 5593163"/>
              <a:gd name="connsiteY659" fmla="*/ 3896923 h 4305008"/>
              <a:gd name="connsiteX660" fmla="*/ 1458524 w 5593163"/>
              <a:gd name="connsiteY660" fmla="*/ 3885483 h 4305008"/>
              <a:gd name="connsiteX661" fmla="*/ 1459022 w 5593163"/>
              <a:gd name="connsiteY661" fmla="*/ 3885516 h 4305008"/>
              <a:gd name="connsiteX662" fmla="*/ 1459048 w 5593163"/>
              <a:gd name="connsiteY662" fmla="*/ 3885022 h 4305008"/>
              <a:gd name="connsiteX663" fmla="*/ 1476135 w 5593163"/>
              <a:gd name="connsiteY663" fmla="*/ 3886645 h 4305008"/>
              <a:gd name="connsiteX664" fmla="*/ 1571597 w 5593163"/>
              <a:gd name="connsiteY664" fmla="*/ 3895710 h 4305008"/>
              <a:gd name="connsiteX665" fmla="*/ 1587809 w 5593163"/>
              <a:gd name="connsiteY665" fmla="*/ 3897249 h 4305008"/>
              <a:gd name="connsiteX666" fmla="*/ 1587926 w 5593163"/>
              <a:gd name="connsiteY666" fmla="*/ 3898397 h 4305008"/>
              <a:gd name="connsiteX667" fmla="*/ 2148179 w 5593163"/>
              <a:gd name="connsiteY667" fmla="*/ 4255797 h 4305008"/>
              <a:gd name="connsiteX668" fmla="*/ 2176624 w 5593163"/>
              <a:gd name="connsiteY668" fmla="*/ 4305008 h 4305008"/>
              <a:gd name="connsiteX669" fmla="*/ 2025574 w 5593163"/>
              <a:gd name="connsiteY669" fmla="*/ 4305008 h 4305008"/>
              <a:gd name="connsiteX670" fmla="*/ 1973451 w 5593163"/>
              <a:gd name="connsiteY670" fmla="*/ 4241205 h 4305008"/>
              <a:gd name="connsiteX671" fmla="*/ 1601297 w 5593163"/>
              <a:gd name="connsiteY671" fmla="*/ 4029853 h 4305008"/>
              <a:gd name="connsiteX672" fmla="*/ 1700478 w 5593163"/>
              <a:gd name="connsiteY672" fmla="*/ 4271827 h 4305008"/>
              <a:gd name="connsiteX673" fmla="*/ 1727160 w 5593163"/>
              <a:gd name="connsiteY673" fmla="*/ 4305008 h 4305008"/>
              <a:gd name="connsiteX674" fmla="*/ 1573050 w 5593163"/>
              <a:gd name="connsiteY674" fmla="*/ 4305008 h 4305008"/>
              <a:gd name="connsiteX675" fmla="*/ 1542929 w 5593163"/>
              <a:gd name="connsiteY675" fmla="*/ 4254710 h 4305008"/>
              <a:gd name="connsiteX676" fmla="*/ 1467811 w 5593163"/>
              <a:gd name="connsiteY676" fmla="*/ 4013114 h 4305008"/>
              <a:gd name="connsiteX677" fmla="*/ 1467306 w 5593163"/>
              <a:gd name="connsiteY677" fmla="*/ 4013051 h 4305008"/>
              <a:gd name="connsiteX678" fmla="*/ 1466767 w 5593163"/>
              <a:gd name="connsiteY678" fmla="*/ 4006375 h 4305008"/>
              <a:gd name="connsiteX679" fmla="*/ 1459300 w 5593163"/>
              <a:gd name="connsiteY679" fmla="*/ 3913899 h 4305008"/>
              <a:gd name="connsiteX680" fmla="*/ 1457930 w 5593163"/>
              <a:gd name="connsiteY680" fmla="*/ 3896923 h 4305008"/>
              <a:gd name="connsiteX681" fmla="*/ 1457928 w 5593163"/>
              <a:gd name="connsiteY681" fmla="*/ 469318 h 4305008"/>
              <a:gd name="connsiteX682" fmla="*/ 1459298 w 5593163"/>
              <a:gd name="connsiteY682" fmla="*/ 452471 h 4305008"/>
              <a:gd name="connsiteX683" fmla="*/ 1466762 w 5593163"/>
              <a:gd name="connsiteY683" fmla="*/ 360740 h 4305008"/>
              <a:gd name="connsiteX684" fmla="*/ 1467303 w 5593163"/>
              <a:gd name="connsiteY684" fmla="*/ 354103 h 4305008"/>
              <a:gd name="connsiteX685" fmla="*/ 1467808 w 5593163"/>
              <a:gd name="connsiteY685" fmla="*/ 354040 h 4305008"/>
              <a:gd name="connsiteX686" fmla="*/ 1552022 w 5593163"/>
              <a:gd name="connsiteY686" fmla="*/ 96778 h 4305008"/>
              <a:gd name="connsiteX687" fmla="*/ 1614656 w 5593163"/>
              <a:gd name="connsiteY687" fmla="*/ 0 h 4305008"/>
              <a:gd name="connsiteX688" fmla="*/ 1783031 w 5593163"/>
              <a:gd name="connsiteY688" fmla="*/ 0 h 4305008"/>
              <a:gd name="connsiteX689" fmla="*/ 1714803 w 5593163"/>
              <a:gd name="connsiteY689" fmla="*/ 76659 h 4305008"/>
              <a:gd name="connsiteX690" fmla="*/ 1601295 w 5593163"/>
              <a:gd name="connsiteY690" fmla="*/ 337433 h 4305008"/>
              <a:gd name="connsiteX691" fmla="*/ 2040269 w 5593163"/>
              <a:gd name="connsiteY691" fmla="*/ 44350 h 4305008"/>
              <a:gd name="connsiteX692" fmla="*/ 2062497 w 5593163"/>
              <a:gd name="connsiteY692" fmla="*/ 0 h 4305008"/>
              <a:gd name="connsiteX693" fmla="*/ 2211135 w 5593163"/>
              <a:gd name="connsiteY693" fmla="*/ 0 h 4305008"/>
              <a:gd name="connsiteX694" fmla="*/ 2159296 w 5593163"/>
              <a:gd name="connsiteY694" fmla="*/ 95636 h 4305008"/>
              <a:gd name="connsiteX695" fmla="*/ 1587923 w 5593163"/>
              <a:gd name="connsiteY695" fmla="*/ 467856 h 4305008"/>
              <a:gd name="connsiteX696" fmla="*/ 1587807 w 5593163"/>
              <a:gd name="connsiteY696" fmla="*/ 468995 h 4305008"/>
              <a:gd name="connsiteX697" fmla="*/ 1571591 w 5593163"/>
              <a:gd name="connsiteY697" fmla="*/ 470523 h 4305008"/>
              <a:gd name="connsiteX698" fmla="*/ 1476164 w 5593163"/>
              <a:gd name="connsiteY698" fmla="*/ 479514 h 4305008"/>
              <a:gd name="connsiteX699" fmla="*/ 1459046 w 5593163"/>
              <a:gd name="connsiteY699" fmla="*/ 481127 h 4305008"/>
              <a:gd name="connsiteX700" fmla="*/ 1459020 w 5593163"/>
              <a:gd name="connsiteY700" fmla="*/ 480636 h 4305008"/>
              <a:gd name="connsiteX701" fmla="*/ 1458521 w 5593163"/>
              <a:gd name="connsiteY701" fmla="*/ 480669 h 4305008"/>
              <a:gd name="connsiteX702" fmla="*/ 1457928 w 5593163"/>
              <a:gd name="connsiteY702" fmla="*/ 469318 h 4305008"/>
              <a:gd name="connsiteX703" fmla="*/ 1457928 w 5593163"/>
              <a:gd name="connsiteY703" fmla="*/ 2166144 h 4305008"/>
              <a:gd name="connsiteX704" fmla="*/ 1459298 w 5593163"/>
              <a:gd name="connsiteY704" fmla="*/ 2149296 h 4305008"/>
              <a:gd name="connsiteX705" fmla="*/ 1466762 w 5593163"/>
              <a:gd name="connsiteY705" fmla="*/ 2057565 h 4305008"/>
              <a:gd name="connsiteX706" fmla="*/ 1467303 w 5593163"/>
              <a:gd name="connsiteY706" fmla="*/ 2050928 h 4305008"/>
              <a:gd name="connsiteX707" fmla="*/ 1467808 w 5593163"/>
              <a:gd name="connsiteY707" fmla="*/ 2050865 h 4305008"/>
              <a:gd name="connsiteX708" fmla="*/ 2157974 w 5593163"/>
              <a:gd name="connsiteY708" fmla="*/ 1363267 h 4305008"/>
              <a:gd name="connsiteX709" fmla="*/ 2158091 w 5593163"/>
              <a:gd name="connsiteY709" fmla="*/ 1362128 h 4305008"/>
              <a:gd name="connsiteX710" fmla="*/ 2174304 w 5593163"/>
              <a:gd name="connsiteY710" fmla="*/ 1360601 h 4305008"/>
              <a:gd name="connsiteX711" fmla="*/ 2269765 w 5593163"/>
              <a:gd name="connsiteY711" fmla="*/ 1351607 h 4305008"/>
              <a:gd name="connsiteX712" fmla="*/ 2286853 w 5593163"/>
              <a:gd name="connsiteY712" fmla="*/ 1349997 h 4305008"/>
              <a:gd name="connsiteX713" fmla="*/ 2286879 w 5593163"/>
              <a:gd name="connsiteY713" fmla="*/ 1350487 h 4305008"/>
              <a:gd name="connsiteX714" fmla="*/ 2287377 w 5593163"/>
              <a:gd name="connsiteY714" fmla="*/ 1350455 h 4305008"/>
              <a:gd name="connsiteX715" fmla="*/ 2287971 w 5593163"/>
              <a:gd name="connsiteY715" fmla="*/ 1361805 h 4305008"/>
              <a:gd name="connsiteX716" fmla="*/ 2286600 w 5593163"/>
              <a:gd name="connsiteY716" fmla="*/ 1378647 h 4305008"/>
              <a:gd name="connsiteX717" fmla="*/ 2279133 w 5593163"/>
              <a:gd name="connsiteY717" fmla="*/ 1470397 h 4305008"/>
              <a:gd name="connsiteX718" fmla="*/ 2278595 w 5593163"/>
              <a:gd name="connsiteY718" fmla="*/ 1477021 h 4305008"/>
              <a:gd name="connsiteX719" fmla="*/ 2278089 w 5593163"/>
              <a:gd name="connsiteY719" fmla="*/ 1477083 h 4305008"/>
              <a:gd name="connsiteX720" fmla="*/ 1587923 w 5593163"/>
              <a:gd name="connsiteY720" fmla="*/ 2164681 h 4305008"/>
              <a:gd name="connsiteX721" fmla="*/ 1587807 w 5593163"/>
              <a:gd name="connsiteY721" fmla="*/ 2165820 h 4305008"/>
              <a:gd name="connsiteX722" fmla="*/ 1571591 w 5593163"/>
              <a:gd name="connsiteY722" fmla="*/ 2167348 h 4305008"/>
              <a:gd name="connsiteX723" fmla="*/ 1476164 w 5593163"/>
              <a:gd name="connsiteY723" fmla="*/ 2176339 h 4305008"/>
              <a:gd name="connsiteX724" fmla="*/ 1459046 w 5593163"/>
              <a:gd name="connsiteY724" fmla="*/ 2177952 h 4305008"/>
              <a:gd name="connsiteX725" fmla="*/ 1459020 w 5593163"/>
              <a:gd name="connsiteY725" fmla="*/ 2177461 h 4305008"/>
              <a:gd name="connsiteX726" fmla="*/ 1458521 w 5593163"/>
              <a:gd name="connsiteY726" fmla="*/ 2177494 h 4305008"/>
              <a:gd name="connsiteX727" fmla="*/ 1457928 w 5593163"/>
              <a:gd name="connsiteY727" fmla="*/ 2166144 h 4305008"/>
              <a:gd name="connsiteX728" fmla="*/ 1457928 w 5593163"/>
              <a:gd name="connsiteY728" fmla="*/ 3862969 h 4305008"/>
              <a:gd name="connsiteX729" fmla="*/ 1459298 w 5593163"/>
              <a:gd name="connsiteY729" fmla="*/ 3846121 h 4305008"/>
              <a:gd name="connsiteX730" fmla="*/ 1466762 w 5593163"/>
              <a:gd name="connsiteY730" fmla="*/ 3754390 h 4305008"/>
              <a:gd name="connsiteX731" fmla="*/ 1467303 w 5593163"/>
              <a:gd name="connsiteY731" fmla="*/ 3747753 h 4305008"/>
              <a:gd name="connsiteX732" fmla="*/ 1467808 w 5593163"/>
              <a:gd name="connsiteY732" fmla="*/ 3747690 h 4305008"/>
              <a:gd name="connsiteX733" fmla="*/ 2157974 w 5593163"/>
              <a:gd name="connsiteY733" fmla="*/ 3060092 h 4305008"/>
              <a:gd name="connsiteX734" fmla="*/ 2158091 w 5593163"/>
              <a:gd name="connsiteY734" fmla="*/ 3058953 h 4305008"/>
              <a:gd name="connsiteX735" fmla="*/ 2174304 w 5593163"/>
              <a:gd name="connsiteY735" fmla="*/ 3057426 h 4305008"/>
              <a:gd name="connsiteX736" fmla="*/ 2269765 w 5593163"/>
              <a:gd name="connsiteY736" fmla="*/ 3048432 h 4305008"/>
              <a:gd name="connsiteX737" fmla="*/ 2286853 w 5593163"/>
              <a:gd name="connsiteY737" fmla="*/ 3046822 h 4305008"/>
              <a:gd name="connsiteX738" fmla="*/ 2286879 w 5593163"/>
              <a:gd name="connsiteY738" fmla="*/ 3047312 h 4305008"/>
              <a:gd name="connsiteX739" fmla="*/ 2287377 w 5593163"/>
              <a:gd name="connsiteY739" fmla="*/ 3047280 h 4305008"/>
              <a:gd name="connsiteX740" fmla="*/ 2287971 w 5593163"/>
              <a:gd name="connsiteY740" fmla="*/ 3058630 h 4305008"/>
              <a:gd name="connsiteX741" fmla="*/ 2286600 w 5593163"/>
              <a:gd name="connsiteY741" fmla="*/ 3075472 h 4305008"/>
              <a:gd name="connsiteX742" fmla="*/ 2279133 w 5593163"/>
              <a:gd name="connsiteY742" fmla="*/ 3167222 h 4305008"/>
              <a:gd name="connsiteX743" fmla="*/ 2278595 w 5593163"/>
              <a:gd name="connsiteY743" fmla="*/ 3173846 h 4305008"/>
              <a:gd name="connsiteX744" fmla="*/ 2278089 w 5593163"/>
              <a:gd name="connsiteY744" fmla="*/ 3173908 h 4305008"/>
              <a:gd name="connsiteX745" fmla="*/ 1587923 w 5593163"/>
              <a:gd name="connsiteY745" fmla="*/ 3861506 h 4305008"/>
              <a:gd name="connsiteX746" fmla="*/ 1587807 w 5593163"/>
              <a:gd name="connsiteY746" fmla="*/ 3862645 h 4305008"/>
              <a:gd name="connsiteX747" fmla="*/ 1571591 w 5593163"/>
              <a:gd name="connsiteY747" fmla="*/ 3864173 h 4305008"/>
              <a:gd name="connsiteX748" fmla="*/ 1476164 w 5593163"/>
              <a:gd name="connsiteY748" fmla="*/ 3873164 h 4305008"/>
              <a:gd name="connsiteX749" fmla="*/ 1459046 w 5593163"/>
              <a:gd name="connsiteY749" fmla="*/ 3874777 h 4305008"/>
              <a:gd name="connsiteX750" fmla="*/ 1459020 w 5593163"/>
              <a:gd name="connsiteY750" fmla="*/ 3874286 h 4305008"/>
              <a:gd name="connsiteX751" fmla="*/ 1458521 w 5593163"/>
              <a:gd name="connsiteY751" fmla="*/ 3874319 h 4305008"/>
              <a:gd name="connsiteX752" fmla="*/ 1457928 w 5593163"/>
              <a:gd name="connsiteY752" fmla="*/ 3862969 h 4305008"/>
              <a:gd name="connsiteX753" fmla="*/ 750739 w 5593163"/>
              <a:gd name="connsiteY753" fmla="*/ 1181049 h 4305008"/>
              <a:gd name="connsiteX754" fmla="*/ 1294048 w 5593163"/>
              <a:gd name="connsiteY754" fmla="*/ 636203 h 4305008"/>
              <a:gd name="connsiteX755" fmla="*/ 750739 w 5593163"/>
              <a:gd name="connsiteY755" fmla="*/ 1181049 h 4305008"/>
              <a:gd name="connsiteX756" fmla="*/ 750739 w 5593163"/>
              <a:gd name="connsiteY756" fmla="*/ 1493690 h 4305008"/>
              <a:gd name="connsiteX757" fmla="*/ 1294048 w 5593163"/>
              <a:gd name="connsiteY757" fmla="*/ 2034258 h 4305008"/>
              <a:gd name="connsiteX758" fmla="*/ 750739 w 5593163"/>
              <a:gd name="connsiteY758" fmla="*/ 1493690 h 4305008"/>
              <a:gd name="connsiteX759" fmla="*/ 750739 w 5593163"/>
              <a:gd name="connsiteY759" fmla="*/ 2877874 h 4305008"/>
              <a:gd name="connsiteX760" fmla="*/ 1294048 w 5593163"/>
              <a:gd name="connsiteY760" fmla="*/ 2333028 h 4305008"/>
              <a:gd name="connsiteX761" fmla="*/ 750739 w 5593163"/>
              <a:gd name="connsiteY761" fmla="*/ 2877874 h 4305008"/>
              <a:gd name="connsiteX762" fmla="*/ 750739 w 5593163"/>
              <a:gd name="connsiteY762" fmla="*/ 3190516 h 4305008"/>
              <a:gd name="connsiteX763" fmla="*/ 1294048 w 5593163"/>
              <a:gd name="connsiteY763" fmla="*/ 3731083 h 4305008"/>
              <a:gd name="connsiteX764" fmla="*/ 750739 w 5593163"/>
              <a:gd name="connsiteY764" fmla="*/ 3190516 h 4305008"/>
              <a:gd name="connsiteX765" fmla="*/ 718720 w 5593163"/>
              <a:gd name="connsiteY765" fmla="*/ 4305008 h 4305008"/>
              <a:gd name="connsiteX766" fmla="*/ 747165 w 5593163"/>
              <a:gd name="connsiteY766" fmla="*/ 4255797 h 4305008"/>
              <a:gd name="connsiteX767" fmla="*/ 1307418 w 5593163"/>
              <a:gd name="connsiteY767" fmla="*/ 3898397 h 4305008"/>
              <a:gd name="connsiteX768" fmla="*/ 1307535 w 5593163"/>
              <a:gd name="connsiteY768" fmla="*/ 3897249 h 4305008"/>
              <a:gd name="connsiteX769" fmla="*/ 1323748 w 5593163"/>
              <a:gd name="connsiteY769" fmla="*/ 3895710 h 4305008"/>
              <a:gd name="connsiteX770" fmla="*/ 1419209 w 5593163"/>
              <a:gd name="connsiteY770" fmla="*/ 3886645 h 4305008"/>
              <a:gd name="connsiteX771" fmla="*/ 1436297 w 5593163"/>
              <a:gd name="connsiteY771" fmla="*/ 3885022 h 4305008"/>
              <a:gd name="connsiteX772" fmla="*/ 1436323 w 5593163"/>
              <a:gd name="connsiteY772" fmla="*/ 3885516 h 4305008"/>
              <a:gd name="connsiteX773" fmla="*/ 1436821 w 5593163"/>
              <a:gd name="connsiteY773" fmla="*/ 3885483 h 4305008"/>
              <a:gd name="connsiteX774" fmla="*/ 1437415 w 5593163"/>
              <a:gd name="connsiteY774" fmla="*/ 3896923 h 4305008"/>
              <a:gd name="connsiteX775" fmla="*/ 1436044 w 5593163"/>
              <a:gd name="connsiteY775" fmla="*/ 3913899 h 4305008"/>
              <a:gd name="connsiteX776" fmla="*/ 1428577 w 5593163"/>
              <a:gd name="connsiteY776" fmla="*/ 4006375 h 4305008"/>
              <a:gd name="connsiteX777" fmla="*/ 1428039 w 5593163"/>
              <a:gd name="connsiteY777" fmla="*/ 4013051 h 4305008"/>
              <a:gd name="connsiteX778" fmla="*/ 1427533 w 5593163"/>
              <a:gd name="connsiteY778" fmla="*/ 4013114 h 4305008"/>
              <a:gd name="connsiteX779" fmla="*/ 1352416 w 5593163"/>
              <a:gd name="connsiteY779" fmla="*/ 4254710 h 4305008"/>
              <a:gd name="connsiteX780" fmla="*/ 1322295 w 5593163"/>
              <a:gd name="connsiteY780" fmla="*/ 4305008 h 4305008"/>
              <a:gd name="connsiteX781" fmla="*/ 1168185 w 5593163"/>
              <a:gd name="connsiteY781" fmla="*/ 4305008 h 4305008"/>
              <a:gd name="connsiteX782" fmla="*/ 1194867 w 5593163"/>
              <a:gd name="connsiteY782" fmla="*/ 4271827 h 4305008"/>
              <a:gd name="connsiteX783" fmla="*/ 1294048 w 5593163"/>
              <a:gd name="connsiteY783" fmla="*/ 4029853 h 4305008"/>
              <a:gd name="connsiteX784" fmla="*/ 921894 w 5593163"/>
              <a:gd name="connsiteY784" fmla="*/ 4241205 h 4305008"/>
              <a:gd name="connsiteX785" fmla="*/ 869771 w 5593163"/>
              <a:gd name="connsiteY785" fmla="*/ 4305008 h 4305008"/>
              <a:gd name="connsiteX786" fmla="*/ 684209 w 5593163"/>
              <a:gd name="connsiteY786" fmla="*/ 0 h 4305008"/>
              <a:gd name="connsiteX787" fmla="*/ 832847 w 5593163"/>
              <a:gd name="connsiteY787" fmla="*/ 0 h 4305008"/>
              <a:gd name="connsiteX788" fmla="*/ 855075 w 5593163"/>
              <a:gd name="connsiteY788" fmla="*/ 44350 h 4305008"/>
              <a:gd name="connsiteX789" fmla="*/ 1294048 w 5593163"/>
              <a:gd name="connsiteY789" fmla="*/ 337433 h 4305008"/>
              <a:gd name="connsiteX790" fmla="*/ 1180541 w 5593163"/>
              <a:gd name="connsiteY790" fmla="*/ 76659 h 4305008"/>
              <a:gd name="connsiteX791" fmla="*/ 1112313 w 5593163"/>
              <a:gd name="connsiteY791" fmla="*/ 0 h 4305008"/>
              <a:gd name="connsiteX792" fmla="*/ 1280688 w 5593163"/>
              <a:gd name="connsiteY792" fmla="*/ 0 h 4305008"/>
              <a:gd name="connsiteX793" fmla="*/ 1343322 w 5593163"/>
              <a:gd name="connsiteY793" fmla="*/ 96778 h 4305008"/>
              <a:gd name="connsiteX794" fmla="*/ 1427534 w 5593163"/>
              <a:gd name="connsiteY794" fmla="*/ 354040 h 4305008"/>
              <a:gd name="connsiteX795" fmla="*/ 1428040 w 5593163"/>
              <a:gd name="connsiteY795" fmla="*/ 354102 h 4305008"/>
              <a:gd name="connsiteX796" fmla="*/ 1428580 w 5593163"/>
              <a:gd name="connsiteY796" fmla="*/ 360740 h 4305008"/>
              <a:gd name="connsiteX797" fmla="*/ 1436044 w 5593163"/>
              <a:gd name="connsiteY797" fmla="*/ 452471 h 4305008"/>
              <a:gd name="connsiteX798" fmla="*/ 1437415 w 5593163"/>
              <a:gd name="connsiteY798" fmla="*/ 469318 h 4305008"/>
              <a:gd name="connsiteX799" fmla="*/ 1436822 w 5593163"/>
              <a:gd name="connsiteY799" fmla="*/ 480669 h 4305008"/>
              <a:gd name="connsiteX800" fmla="*/ 1436323 w 5593163"/>
              <a:gd name="connsiteY800" fmla="*/ 480636 h 4305008"/>
              <a:gd name="connsiteX801" fmla="*/ 1436297 w 5593163"/>
              <a:gd name="connsiteY801" fmla="*/ 481127 h 4305008"/>
              <a:gd name="connsiteX802" fmla="*/ 1419178 w 5593163"/>
              <a:gd name="connsiteY802" fmla="*/ 479514 h 4305008"/>
              <a:gd name="connsiteX803" fmla="*/ 1323752 w 5593163"/>
              <a:gd name="connsiteY803" fmla="*/ 470523 h 4305008"/>
              <a:gd name="connsiteX804" fmla="*/ 1307535 w 5593163"/>
              <a:gd name="connsiteY804" fmla="*/ 468995 h 4305008"/>
              <a:gd name="connsiteX805" fmla="*/ 1307419 w 5593163"/>
              <a:gd name="connsiteY805" fmla="*/ 467856 h 4305008"/>
              <a:gd name="connsiteX806" fmla="*/ 736048 w 5593163"/>
              <a:gd name="connsiteY806" fmla="*/ 95636 h 4305008"/>
              <a:gd name="connsiteX807" fmla="*/ 607372 w 5593163"/>
              <a:gd name="connsiteY807" fmla="*/ 1313979 h 4305008"/>
              <a:gd name="connsiteX808" fmla="*/ 608742 w 5593163"/>
              <a:gd name="connsiteY808" fmla="*/ 1296998 h 4305008"/>
              <a:gd name="connsiteX809" fmla="*/ 616206 w 5593163"/>
              <a:gd name="connsiteY809" fmla="*/ 1204541 h 4305008"/>
              <a:gd name="connsiteX810" fmla="*/ 616747 w 5593163"/>
              <a:gd name="connsiteY810" fmla="*/ 1197851 h 4305008"/>
              <a:gd name="connsiteX811" fmla="*/ 617252 w 5593163"/>
              <a:gd name="connsiteY811" fmla="*/ 1197788 h 4305008"/>
              <a:gd name="connsiteX812" fmla="*/ 1307418 w 5593163"/>
              <a:gd name="connsiteY812" fmla="*/ 504747 h 4305008"/>
              <a:gd name="connsiteX813" fmla="*/ 1307535 w 5593163"/>
              <a:gd name="connsiteY813" fmla="*/ 503599 h 4305008"/>
              <a:gd name="connsiteX814" fmla="*/ 1323748 w 5593163"/>
              <a:gd name="connsiteY814" fmla="*/ 502060 h 4305008"/>
              <a:gd name="connsiteX815" fmla="*/ 1419209 w 5593163"/>
              <a:gd name="connsiteY815" fmla="*/ 492995 h 4305008"/>
              <a:gd name="connsiteX816" fmla="*/ 1436297 w 5593163"/>
              <a:gd name="connsiteY816" fmla="*/ 491372 h 4305008"/>
              <a:gd name="connsiteX817" fmla="*/ 1436323 w 5593163"/>
              <a:gd name="connsiteY817" fmla="*/ 491866 h 4305008"/>
              <a:gd name="connsiteX818" fmla="*/ 1436821 w 5593163"/>
              <a:gd name="connsiteY818" fmla="*/ 491833 h 4305008"/>
              <a:gd name="connsiteX819" fmla="*/ 1437415 w 5593163"/>
              <a:gd name="connsiteY819" fmla="*/ 503273 h 4305008"/>
              <a:gd name="connsiteX820" fmla="*/ 1436044 w 5593163"/>
              <a:gd name="connsiteY820" fmla="*/ 520249 h 4305008"/>
              <a:gd name="connsiteX821" fmla="*/ 1428577 w 5593163"/>
              <a:gd name="connsiteY821" fmla="*/ 612725 h 4305008"/>
              <a:gd name="connsiteX822" fmla="*/ 1428039 w 5593163"/>
              <a:gd name="connsiteY822" fmla="*/ 619401 h 4305008"/>
              <a:gd name="connsiteX823" fmla="*/ 1427533 w 5593163"/>
              <a:gd name="connsiteY823" fmla="*/ 619464 h 4305008"/>
              <a:gd name="connsiteX824" fmla="*/ 737367 w 5593163"/>
              <a:gd name="connsiteY824" fmla="*/ 1312505 h 4305008"/>
              <a:gd name="connsiteX825" fmla="*/ 737251 w 5593163"/>
              <a:gd name="connsiteY825" fmla="*/ 1313653 h 4305008"/>
              <a:gd name="connsiteX826" fmla="*/ 721035 w 5593163"/>
              <a:gd name="connsiteY826" fmla="*/ 1315193 h 4305008"/>
              <a:gd name="connsiteX827" fmla="*/ 625608 w 5593163"/>
              <a:gd name="connsiteY827" fmla="*/ 1324255 h 4305008"/>
              <a:gd name="connsiteX828" fmla="*/ 608490 w 5593163"/>
              <a:gd name="connsiteY828" fmla="*/ 1325881 h 4305008"/>
              <a:gd name="connsiteX829" fmla="*/ 608464 w 5593163"/>
              <a:gd name="connsiteY829" fmla="*/ 1325386 h 4305008"/>
              <a:gd name="connsiteX830" fmla="*/ 607965 w 5593163"/>
              <a:gd name="connsiteY830" fmla="*/ 1325419 h 4305008"/>
              <a:gd name="connsiteX831" fmla="*/ 607372 w 5593163"/>
              <a:gd name="connsiteY831" fmla="*/ 1313979 h 4305008"/>
              <a:gd name="connsiteX832" fmla="*/ 607372 w 5593163"/>
              <a:gd name="connsiteY832" fmla="*/ 1361805 h 4305008"/>
              <a:gd name="connsiteX833" fmla="*/ 607966 w 5593163"/>
              <a:gd name="connsiteY833" fmla="*/ 1350455 h 4305008"/>
              <a:gd name="connsiteX834" fmla="*/ 608464 w 5593163"/>
              <a:gd name="connsiteY834" fmla="*/ 1350487 h 4305008"/>
              <a:gd name="connsiteX835" fmla="*/ 608490 w 5593163"/>
              <a:gd name="connsiteY835" fmla="*/ 1349997 h 4305008"/>
              <a:gd name="connsiteX836" fmla="*/ 625577 w 5593163"/>
              <a:gd name="connsiteY836" fmla="*/ 1351607 h 4305008"/>
              <a:gd name="connsiteX837" fmla="*/ 721039 w 5593163"/>
              <a:gd name="connsiteY837" fmla="*/ 1360601 h 4305008"/>
              <a:gd name="connsiteX838" fmla="*/ 737251 w 5593163"/>
              <a:gd name="connsiteY838" fmla="*/ 1362128 h 4305008"/>
              <a:gd name="connsiteX839" fmla="*/ 737368 w 5593163"/>
              <a:gd name="connsiteY839" fmla="*/ 1363267 h 4305008"/>
              <a:gd name="connsiteX840" fmla="*/ 1427534 w 5593163"/>
              <a:gd name="connsiteY840" fmla="*/ 2050865 h 4305008"/>
              <a:gd name="connsiteX841" fmla="*/ 1428040 w 5593163"/>
              <a:gd name="connsiteY841" fmla="*/ 2050928 h 4305008"/>
              <a:gd name="connsiteX842" fmla="*/ 1428580 w 5593163"/>
              <a:gd name="connsiteY842" fmla="*/ 2057565 h 4305008"/>
              <a:gd name="connsiteX843" fmla="*/ 1436044 w 5593163"/>
              <a:gd name="connsiteY843" fmla="*/ 2149296 h 4305008"/>
              <a:gd name="connsiteX844" fmla="*/ 1437415 w 5593163"/>
              <a:gd name="connsiteY844" fmla="*/ 2166144 h 4305008"/>
              <a:gd name="connsiteX845" fmla="*/ 1436822 w 5593163"/>
              <a:gd name="connsiteY845" fmla="*/ 2177494 h 4305008"/>
              <a:gd name="connsiteX846" fmla="*/ 1436323 w 5593163"/>
              <a:gd name="connsiteY846" fmla="*/ 2177461 h 4305008"/>
              <a:gd name="connsiteX847" fmla="*/ 1436297 w 5593163"/>
              <a:gd name="connsiteY847" fmla="*/ 2177952 h 4305008"/>
              <a:gd name="connsiteX848" fmla="*/ 1419178 w 5593163"/>
              <a:gd name="connsiteY848" fmla="*/ 2176339 h 4305008"/>
              <a:gd name="connsiteX849" fmla="*/ 1323752 w 5593163"/>
              <a:gd name="connsiteY849" fmla="*/ 2167348 h 4305008"/>
              <a:gd name="connsiteX850" fmla="*/ 1307535 w 5593163"/>
              <a:gd name="connsiteY850" fmla="*/ 2165820 h 4305008"/>
              <a:gd name="connsiteX851" fmla="*/ 1307419 w 5593163"/>
              <a:gd name="connsiteY851" fmla="*/ 2164681 h 4305008"/>
              <a:gd name="connsiteX852" fmla="*/ 617253 w 5593163"/>
              <a:gd name="connsiteY852" fmla="*/ 1477083 h 4305008"/>
              <a:gd name="connsiteX853" fmla="*/ 616748 w 5593163"/>
              <a:gd name="connsiteY853" fmla="*/ 1477021 h 4305008"/>
              <a:gd name="connsiteX854" fmla="*/ 616209 w 5593163"/>
              <a:gd name="connsiteY854" fmla="*/ 1470397 h 4305008"/>
              <a:gd name="connsiteX855" fmla="*/ 608742 w 5593163"/>
              <a:gd name="connsiteY855" fmla="*/ 1378647 h 4305008"/>
              <a:gd name="connsiteX856" fmla="*/ 607372 w 5593163"/>
              <a:gd name="connsiteY856" fmla="*/ 1361805 h 4305008"/>
              <a:gd name="connsiteX857" fmla="*/ 607372 w 5593163"/>
              <a:gd name="connsiteY857" fmla="*/ 3010804 h 4305008"/>
              <a:gd name="connsiteX858" fmla="*/ 608742 w 5593163"/>
              <a:gd name="connsiteY858" fmla="*/ 2993823 h 4305008"/>
              <a:gd name="connsiteX859" fmla="*/ 616206 w 5593163"/>
              <a:gd name="connsiteY859" fmla="*/ 2901366 h 4305008"/>
              <a:gd name="connsiteX860" fmla="*/ 616747 w 5593163"/>
              <a:gd name="connsiteY860" fmla="*/ 2894676 h 4305008"/>
              <a:gd name="connsiteX861" fmla="*/ 617252 w 5593163"/>
              <a:gd name="connsiteY861" fmla="*/ 2894613 h 4305008"/>
              <a:gd name="connsiteX862" fmla="*/ 1307418 w 5593163"/>
              <a:gd name="connsiteY862" fmla="*/ 2201572 h 4305008"/>
              <a:gd name="connsiteX863" fmla="*/ 1307535 w 5593163"/>
              <a:gd name="connsiteY863" fmla="*/ 2200424 h 4305008"/>
              <a:gd name="connsiteX864" fmla="*/ 1323748 w 5593163"/>
              <a:gd name="connsiteY864" fmla="*/ 2198885 h 4305008"/>
              <a:gd name="connsiteX865" fmla="*/ 1419209 w 5593163"/>
              <a:gd name="connsiteY865" fmla="*/ 2189820 h 4305008"/>
              <a:gd name="connsiteX866" fmla="*/ 1436297 w 5593163"/>
              <a:gd name="connsiteY866" fmla="*/ 2188197 h 4305008"/>
              <a:gd name="connsiteX867" fmla="*/ 1436323 w 5593163"/>
              <a:gd name="connsiteY867" fmla="*/ 2188691 h 4305008"/>
              <a:gd name="connsiteX868" fmla="*/ 1436821 w 5593163"/>
              <a:gd name="connsiteY868" fmla="*/ 2188658 h 4305008"/>
              <a:gd name="connsiteX869" fmla="*/ 1437415 w 5593163"/>
              <a:gd name="connsiteY869" fmla="*/ 2200098 h 4305008"/>
              <a:gd name="connsiteX870" fmla="*/ 1436044 w 5593163"/>
              <a:gd name="connsiteY870" fmla="*/ 2217074 h 4305008"/>
              <a:gd name="connsiteX871" fmla="*/ 1428577 w 5593163"/>
              <a:gd name="connsiteY871" fmla="*/ 2309550 h 4305008"/>
              <a:gd name="connsiteX872" fmla="*/ 1428039 w 5593163"/>
              <a:gd name="connsiteY872" fmla="*/ 2316226 h 4305008"/>
              <a:gd name="connsiteX873" fmla="*/ 1427533 w 5593163"/>
              <a:gd name="connsiteY873" fmla="*/ 2316289 h 4305008"/>
              <a:gd name="connsiteX874" fmla="*/ 737367 w 5593163"/>
              <a:gd name="connsiteY874" fmla="*/ 3009330 h 4305008"/>
              <a:gd name="connsiteX875" fmla="*/ 737251 w 5593163"/>
              <a:gd name="connsiteY875" fmla="*/ 3010478 h 4305008"/>
              <a:gd name="connsiteX876" fmla="*/ 721035 w 5593163"/>
              <a:gd name="connsiteY876" fmla="*/ 3012018 h 4305008"/>
              <a:gd name="connsiteX877" fmla="*/ 625608 w 5593163"/>
              <a:gd name="connsiteY877" fmla="*/ 3021080 h 4305008"/>
              <a:gd name="connsiteX878" fmla="*/ 608490 w 5593163"/>
              <a:gd name="connsiteY878" fmla="*/ 3022706 h 4305008"/>
              <a:gd name="connsiteX879" fmla="*/ 608464 w 5593163"/>
              <a:gd name="connsiteY879" fmla="*/ 3022211 h 4305008"/>
              <a:gd name="connsiteX880" fmla="*/ 607965 w 5593163"/>
              <a:gd name="connsiteY880" fmla="*/ 3022244 h 4305008"/>
              <a:gd name="connsiteX881" fmla="*/ 607372 w 5593163"/>
              <a:gd name="connsiteY881" fmla="*/ 3010804 h 4305008"/>
              <a:gd name="connsiteX882" fmla="*/ 607372 w 5593163"/>
              <a:gd name="connsiteY882" fmla="*/ 3058630 h 4305008"/>
              <a:gd name="connsiteX883" fmla="*/ 607966 w 5593163"/>
              <a:gd name="connsiteY883" fmla="*/ 3047280 h 4305008"/>
              <a:gd name="connsiteX884" fmla="*/ 608464 w 5593163"/>
              <a:gd name="connsiteY884" fmla="*/ 3047312 h 4305008"/>
              <a:gd name="connsiteX885" fmla="*/ 608490 w 5593163"/>
              <a:gd name="connsiteY885" fmla="*/ 3046822 h 4305008"/>
              <a:gd name="connsiteX886" fmla="*/ 625577 w 5593163"/>
              <a:gd name="connsiteY886" fmla="*/ 3048432 h 4305008"/>
              <a:gd name="connsiteX887" fmla="*/ 721039 w 5593163"/>
              <a:gd name="connsiteY887" fmla="*/ 3057426 h 4305008"/>
              <a:gd name="connsiteX888" fmla="*/ 737251 w 5593163"/>
              <a:gd name="connsiteY888" fmla="*/ 3058953 h 4305008"/>
              <a:gd name="connsiteX889" fmla="*/ 737368 w 5593163"/>
              <a:gd name="connsiteY889" fmla="*/ 3060092 h 4305008"/>
              <a:gd name="connsiteX890" fmla="*/ 1427534 w 5593163"/>
              <a:gd name="connsiteY890" fmla="*/ 3747690 h 4305008"/>
              <a:gd name="connsiteX891" fmla="*/ 1428040 w 5593163"/>
              <a:gd name="connsiteY891" fmla="*/ 3747753 h 4305008"/>
              <a:gd name="connsiteX892" fmla="*/ 1428580 w 5593163"/>
              <a:gd name="connsiteY892" fmla="*/ 3754390 h 4305008"/>
              <a:gd name="connsiteX893" fmla="*/ 1436044 w 5593163"/>
              <a:gd name="connsiteY893" fmla="*/ 3846121 h 4305008"/>
              <a:gd name="connsiteX894" fmla="*/ 1437415 w 5593163"/>
              <a:gd name="connsiteY894" fmla="*/ 3862969 h 4305008"/>
              <a:gd name="connsiteX895" fmla="*/ 1436822 w 5593163"/>
              <a:gd name="connsiteY895" fmla="*/ 3874319 h 4305008"/>
              <a:gd name="connsiteX896" fmla="*/ 1436323 w 5593163"/>
              <a:gd name="connsiteY896" fmla="*/ 3874286 h 4305008"/>
              <a:gd name="connsiteX897" fmla="*/ 1436297 w 5593163"/>
              <a:gd name="connsiteY897" fmla="*/ 3874777 h 4305008"/>
              <a:gd name="connsiteX898" fmla="*/ 1419178 w 5593163"/>
              <a:gd name="connsiteY898" fmla="*/ 3873164 h 4305008"/>
              <a:gd name="connsiteX899" fmla="*/ 1323752 w 5593163"/>
              <a:gd name="connsiteY899" fmla="*/ 3864173 h 4305008"/>
              <a:gd name="connsiteX900" fmla="*/ 1307535 w 5593163"/>
              <a:gd name="connsiteY900" fmla="*/ 3862645 h 4305008"/>
              <a:gd name="connsiteX901" fmla="*/ 1307419 w 5593163"/>
              <a:gd name="connsiteY901" fmla="*/ 3861506 h 4305008"/>
              <a:gd name="connsiteX902" fmla="*/ 617253 w 5593163"/>
              <a:gd name="connsiteY902" fmla="*/ 3173908 h 4305008"/>
              <a:gd name="connsiteX903" fmla="*/ 616748 w 5593163"/>
              <a:gd name="connsiteY903" fmla="*/ 3173846 h 4305008"/>
              <a:gd name="connsiteX904" fmla="*/ 616209 w 5593163"/>
              <a:gd name="connsiteY904" fmla="*/ 3167222 h 4305008"/>
              <a:gd name="connsiteX905" fmla="*/ 608742 w 5593163"/>
              <a:gd name="connsiteY905" fmla="*/ 3075472 h 4305008"/>
              <a:gd name="connsiteX906" fmla="*/ 607372 w 5593163"/>
              <a:gd name="connsiteY906" fmla="*/ 3058630 h 4305008"/>
              <a:gd name="connsiteX907" fmla="*/ 0 w 5593163"/>
              <a:gd name="connsiteY907" fmla="*/ 116373 h 4305008"/>
              <a:gd name="connsiteX908" fmla="*/ 0 w 5593163"/>
              <a:gd name="connsiteY908" fmla="*/ 0 h 4305008"/>
              <a:gd name="connsiteX909" fmla="*/ 90880 w 5593163"/>
              <a:gd name="connsiteY909" fmla="*/ 0 h 4305008"/>
              <a:gd name="connsiteX910" fmla="*/ 22652 w 5593163"/>
              <a:gd name="connsiteY910" fmla="*/ 76659 h 4305008"/>
              <a:gd name="connsiteX911" fmla="*/ 0 w 5593163"/>
              <a:gd name="connsiteY911" fmla="*/ 443121 h 4305008"/>
              <a:gd name="connsiteX912" fmla="*/ 0 w 5593163"/>
              <a:gd name="connsiteY912" fmla="*/ 311637 h 4305008"/>
              <a:gd name="connsiteX913" fmla="*/ 82171 w 5593163"/>
              <a:gd name="connsiteY913" fmla="*/ 276703 h 4305008"/>
              <a:gd name="connsiteX914" fmla="*/ 348118 w 5593163"/>
              <a:gd name="connsiteY914" fmla="*/ 44350 h 4305008"/>
              <a:gd name="connsiteX915" fmla="*/ 370347 w 5593163"/>
              <a:gd name="connsiteY915" fmla="*/ 0 h 4305008"/>
              <a:gd name="connsiteX916" fmla="*/ 518984 w 5593163"/>
              <a:gd name="connsiteY916" fmla="*/ 0 h 4305008"/>
              <a:gd name="connsiteX917" fmla="*/ 467145 w 5593163"/>
              <a:gd name="connsiteY917" fmla="*/ 95636 h 4305008"/>
              <a:gd name="connsiteX918" fmla="*/ 13323 w 5593163"/>
              <a:gd name="connsiteY918" fmla="*/ 439959 h 4305008"/>
              <a:gd name="connsiteX919" fmla="*/ 0 w 5593163"/>
              <a:gd name="connsiteY919" fmla="*/ 1070142 h 4305008"/>
              <a:gd name="connsiteX920" fmla="*/ 0 w 5593163"/>
              <a:gd name="connsiteY920" fmla="*/ 862064 h 4305008"/>
              <a:gd name="connsiteX921" fmla="*/ 31905 w 5593163"/>
              <a:gd name="connsiteY921" fmla="*/ 912052 h 4305008"/>
              <a:gd name="connsiteX922" fmla="*/ 452455 w 5593163"/>
              <a:gd name="connsiteY922" fmla="*/ 1181049 h 4305008"/>
              <a:gd name="connsiteX923" fmla="*/ 9316 w 5593163"/>
              <a:gd name="connsiteY923" fmla="*/ 665484 h 4305008"/>
              <a:gd name="connsiteX924" fmla="*/ 0 w 5593163"/>
              <a:gd name="connsiteY924" fmla="*/ 662760 h 4305008"/>
              <a:gd name="connsiteX925" fmla="*/ 0 w 5593163"/>
              <a:gd name="connsiteY925" fmla="*/ 530567 h 4305008"/>
              <a:gd name="connsiteX926" fmla="*/ 26399 w 5593163"/>
              <a:gd name="connsiteY926" fmla="*/ 537107 h 4305008"/>
              <a:gd name="connsiteX927" fmla="*/ 585941 w 5593163"/>
              <a:gd name="connsiteY927" fmla="*/ 1197788 h 4305008"/>
              <a:gd name="connsiteX928" fmla="*/ 586447 w 5593163"/>
              <a:gd name="connsiteY928" fmla="*/ 1197851 h 4305008"/>
              <a:gd name="connsiteX929" fmla="*/ 586987 w 5593163"/>
              <a:gd name="connsiteY929" fmla="*/ 1204541 h 4305008"/>
              <a:gd name="connsiteX930" fmla="*/ 594451 w 5593163"/>
              <a:gd name="connsiteY930" fmla="*/ 1296998 h 4305008"/>
              <a:gd name="connsiteX931" fmla="*/ 595822 w 5593163"/>
              <a:gd name="connsiteY931" fmla="*/ 1313979 h 4305008"/>
              <a:gd name="connsiteX932" fmla="*/ 595229 w 5593163"/>
              <a:gd name="connsiteY932" fmla="*/ 1325419 h 4305008"/>
              <a:gd name="connsiteX933" fmla="*/ 594730 w 5593163"/>
              <a:gd name="connsiteY933" fmla="*/ 1325386 h 4305008"/>
              <a:gd name="connsiteX934" fmla="*/ 594704 w 5593163"/>
              <a:gd name="connsiteY934" fmla="*/ 1325881 h 4305008"/>
              <a:gd name="connsiteX935" fmla="*/ 577585 w 5593163"/>
              <a:gd name="connsiteY935" fmla="*/ 1324255 h 4305008"/>
              <a:gd name="connsiteX936" fmla="*/ 482159 w 5593163"/>
              <a:gd name="connsiteY936" fmla="*/ 1315193 h 4305008"/>
              <a:gd name="connsiteX937" fmla="*/ 465942 w 5593163"/>
              <a:gd name="connsiteY937" fmla="*/ 1313653 h 4305008"/>
              <a:gd name="connsiteX938" fmla="*/ 465826 w 5593163"/>
              <a:gd name="connsiteY938" fmla="*/ 1312505 h 4305008"/>
              <a:gd name="connsiteX939" fmla="*/ 5028 w 5593163"/>
              <a:gd name="connsiteY939" fmla="*/ 1076034 h 4305008"/>
              <a:gd name="connsiteX940" fmla="*/ 0 w 5593163"/>
              <a:gd name="connsiteY940" fmla="*/ 2139063 h 4305008"/>
              <a:gd name="connsiteX941" fmla="*/ 0 w 5593163"/>
              <a:gd name="connsiteY941" fmla="*/ 2007909 h 4305008"/>
              <a:gd name="connsiteX942" fmla="*/ 9314 w 5593163"/>
              <a:gd name="connsiteY942" fmla="*/ 2005207 h 4305008"/>
              <a:gd name="connsiteX943" fmla="*/ 452453 w 5593163"/>
              <a:gd name="connsiteY943" fmla="*/ 1493690 h 4305008"/>
              <a:gd name="connsiteX944" fmla="*/ 31903 w 5593163"/>
              <a:gd name="connsiteY944" fmla="*/ 1760575 h 4305008"/>
              <a:gd name="connsiteX945" fmla="*/ 0 w 5593163"/>
              <a:gd name="connsiteY945" fmla="*/ 1810167 h 4305008"/>
              <a:gd name="connsiteX946" fmla="*/ 0 w 5593163"/>
              <a:gd name="connsiteY946" fmla="*/ 1603724 h 4305008"/>
              <a:gd name="connsiteX947" fmla="*/ 5025 w 5593163"/>
              <a:gd name="connsiteY947" fmla="*/ 1597880 h 4305008"/>
              <a:gd name="connsiteX948" fmla="*/ 465823 w 5593163"/>
              <a:gd name="connsiteY948" fmla="*/ 1363267 h 4305008"/>
              <a:gd name="connsiteX949" fmla="*/ 465940 w 5593163"/>
              <a:gd name="connsiteY949" fmla="*/ 1362128 h 4305008"/>
              <a:gd name="connsiteX950" fmla="*/ 482153 w 5593163"/>
              <a:gd name="connsiteY950" fmla="*/ 1360601 h 4305008"/>
              <a:gd name="connsiteX951" fmla="*/ 577614 w 5593163"/>
              <a:gd name="connsiteY951" fmla="*/ 1351607 h 4305008"/>
              <a:gd name="connsiteX952" fmla="*/ 594702 w 5593163"/>
              <a:gd name="connsiteY952" fmla="*/ 1349997 h 4305008"/>
              <a:gd name="connsiteX953" fmla="*/ 594728 w 5593163"/>
              <a:gd name="connsiteY953" fmla="*/ 1350487 h 4305008"/>
              <a:gd name="connsiteX954" fmla="*/ 595226 w 5593163"/>
              <a:gd name="connsiteY954" fmla="*/ 1350455 h 4305008"/>
              <a:gd name="connsiteX955" fmla="*/ 595820 w 5593163"/>
              <a:gd name="connsiteY955" fmla="*/ 1361805 h 4305008"/>
              <a:gd name="connsiteX956" fmla="*/ 594449 w 5593163"/>
              <a:gd name="connsiteY956" fmla="*/ 1378647 h 4305008"/>
              <a:gd name="connsiteX957" fmla="*/ 586982 w 5593163"/>
              <a:gd name="connsiteY957" fmla="*/ 1470397 h 4305008"/>
              <a:gd name="connsiteX958" fmla="*/ 586444 w 5593163"/>
              <a:gd name="connsiteY958" fmla="*/ 1477021 h 4305008"/>
              <a:gd name="connsiteX959" fmla="*/ 585938 w 5593163"/>
              <a:gd name="connsiteY959" fmla="*/ 1477083 h 4305008"/>
              <a:gd name="connsiteX960" fmla="*/ 26396 w 5593163"/>
              <a:gd name="connsiteY960" fmla="*/ 2132575 h 4305008"/>
              <a:gd name="connsiteX961" fmla="*/ 0 w 5593163"/>
              <a:gd name="connsiteY961" fmla="*/ 2766967 h 4305008"/>
              <a:gd name="connsiteX962" fmla="*/ 0 w 5593163"/>
              <a:gd name="connsiteY962" fmla="*/ 2558889 h 4305008"/>
              <a:gd name="connsiteX963" fmla="*/ 31905 w 5593163"/>
              <a:gd name="connsiteY963" fmla="*/ 2608877 h 4305008"/>
              <a:gd name="connsiteX964" fmla="*/ 452455 w 5593163"/>
              <a:gd name="connsiteY964" fmla="*/ 2877874 h 4305008"/>
              <a:gd name="connsiteX965" fmla="*/ 9316 w 5593163"/>
              <a:gd name="connsiteY965" fmla="*/ 2362309 h 4305008"/>
              <a:gd name="connsiteX966" fmla="*/ 0 w 5593163"/>
              <a:gd name="connsiteY966" fmla="*/ 2359585 h 4305008"/>
              <a:gd name="connsiteX967" fmla="*/ 0 w 5593163"/>
              <a:gd name="connsiteY967" fmla="*/ 2227392 h 4305008"/>
              <a:gd name="connsiteX968" fmla="*/ 26399 w 5593163"/>
              <a:gd name="connsiteY968" fmla="*/ 2233932 h 4305008"/>
              <a:gd name="connsiteX969" fmla="*/ 585941 w 5593163"/>
              <a:gd name="connsiteY969" fmla="*/ 2894613 h 4305008"/>
              <a:gd name="connsiteX970" fmla="*/ 586447 w 5593163"/>
              <a:gd name="connsiteY970" fmla="*/ 2894676 h 4305008"/>
              <a:gd name="connsiteX971" fmla="*/ 586987 w 5593163"/>
              <a:gd name="connsiteY971" fmla="*/ 2901366 h 4305008"/>
              <a:gd name="connsiteX972" fmla="*/ 594451 w 5593163"/>
              <a:gd name="connsiteY972" fmla="*/ 2993823 h 4305008"/>
              <a:gd name="connsiteX973" fmla="*/ 595822 w 5593163"/>
              <a:gd name="connsiteY973" fmla="*/ 3010804 h 4305008"/>
              <a:gd name="connsiteX974" fmla="*/ 595229 w 5593163"/>
              <a:gd name="connsiteY974" fmla="*/ 3022244 h 4305008"/>
              <a:gd name="connsiteX975" fmla="*/ 594730 w 5593163"/>
              <a:gd name="connsiteY975" fmla="*/ 3022211 h 4305008"/>
              <a:gd name="connsiteX976" fmla="*/ 594704 w 5593163"/>
              <a:gd name="connsiteY976" fmla="*/ 3022706 h 4305008"/>
              <a:gd name="connsiteX977" fmla="*/ 577585 w 5593163"/>
              <a:gd name="connsiteY977" fmla="*/ 3021080 h 4305008"/>
              <a:gd name="connsiteX978" fmla="*/ 482159 w 5593163"/>
              <a:gd name="connsiteY978" fmla="*/ 3012018 h 4305008"/>
              <a:gd name="connsiteX979" fmla="*/ 465942 w 5593163"/>
              <a:gd name="connsiteY979" fmla="*/ 3010478 h 4305008"/>
              <a:gd name="connsiteX980" fmla="*/ 465826 w 5593163"/>
              <a:gd name="connsiteY980" fmla="*/ 3009330 h 4305008"/>
              <a:gd name="connsiteX981" fmla="*/ 5028 w 5593163"/>
              <a:gd name="connsiteY981" fmla="*/ 2772859 h 4305008"/>
              <a:gd name="connsiteX982" fmla="*/ 0 w 5593163"/>
              <a:gd name="connsiteY982" fmla="*/ 3835888 h 4305008"/>
              <a:gd name="connsiteX983" fmla="*/ 0 w 5593163"/>
              <a:gd name="connsiteY983" fmla="*/ 3704734 h 4305008"/>
              <a:gd name="connsiteX984" fmla="*/ 9314 w 5593163"/>
              <a:gd name="connsiteY984" fmla="*/ 3702032 h 4305008"/>
              <a:gd name="connsiteX985" fmla="*/ 452453 w 5593163"/>
              <a:gd name="connsiteY985" fmla="*/ 3190516 h 4305008"/>
              <a:gd name="connsiteX986" fmla="*/ 31903 w 5593163"/>
              <a:gd name="connsiteY986" fmla="*/ 3457400 h 4305008"/>
              <a:gd name="connsiteX987" fmla="*/ 0 w 5593163"/>
              <a:gd name="connsiteY987" fmla="*/ 3506992 h 4305008"/>
              <a:gd name="connsiteX988" fmla="*/ 0 w 5593163"/>
              <a:gd name="connsiteY988" fmla="*/ 3300549 h 4305008"/>
              <a:gd name="connsiteX989" fmla="*/ 5025 w 5593163"/>
              <a:gd name="connsiteY989" fmla="*/ 3294705 h 4305008"/>
              <a:gd name="connsiteX990" fmla="*/ 465823 w 5593163"/>
              <a:gd name="connsiteY990" fmla="*/ 3060092 h 4305008"/>
              <a:gd name="connsiteX991" fmla="*/ 465940 w 5593163"/>
              <a:gd name="connsiteY991" fmla="*/ 3058953 h 4305008"/>
              <a:gd name="connsiteX992" fmla="*/ 482153 w 5593163"/>
              <a:gd name="connsiteY992" fmla="*/ 3057426 h 4305008"/>
              <a:gd name="connsiteX993" fmla="*/ 577614 w 5593163"/>
              <a:gd name="connsiteY993" fmla="*/ 3048432 h 4305008"/>
              <a:gd name="connsiteX994" fmla="*/ 594702 w 5593163"/>
              <a:gd name="connsiteY994" fmla="*/ 3046822 h 4305008"/>
              <a:gd name="connsiteX995" fmla="*/ 594728 w 5593163"/>
              <a:gd name="connsiteY995" fmla="*/ 3047312 h 4305008"/>
              <a:gd name="connsiteX996" fmla="*/ 595226 w 5593163"/>
              <a:gd name="connsiteY996" fmla="*/ 3047280 h 4305008"/>
              <a:gd name="connsiteX997" fmla="*/ 595820 w 5593163"/>
              <a:gd name="connsiteY997" fmla="*/ 3058630 h 4305008"/>
              <a:gd name="connsiteX998" fmla="*/ 594449 w 5593163"/>
              <a:gd name="connsiteY998" fmla="*/ 3075472 h 4305008"/>
              <a:gd name="connsiteX999" fmla="*/ 586982 w 5593163"/>
              <a:gd name="connsiteY999" fmla="*/ 3167222 h 4305008"/>
              <a:gd name="connsiteX1000" fmla="*/ 586444 w 5593163"/>
              <a:gd name="connsiteY1000" fmla="*/ 3173846 h 4305008"/>
              <a:gd name="connsiteX1001" fmla="*/ 585938 w 5593163"/>
              <a:gd name="connsiteY1001" fmla="*/ 3173908 h 4305008"/>
              <a:gd name="connsiteX1002" fmla="*/ 26396 w 5593163"/>
              <a:gd name="connsiteY1002" fmla="*/ 3829400 h 4305008"/>
              <a:gd name="connsiteX1003" fmla="*/ 0 w 5593163"/>
              <a:gd name="connsiteY1003" fmla="*/ 4056079 h 4305008"/>
              <a:gd name="connsiteX1004" fmla="*/ 0 w 5593163"/>
              <a:gd name="connsiteY1004" fmla="*/ 3923091 h 4305008"/>
              <a:gd name="connsiteX1005" fmla="*/ 9850 w 5593163"/>
              <a:gd name="connsiteY1005" fmla="*/ 3925425 h 4305008"/>
              <a:gd name="connsiteX1006" fmla="*/ 456028 w 5593163"/>
              <a:gd name="connsiteY1006" fmla="*/ 4255797 h 4305008"/>
              <a:gd name="connsiteX1007" fmla="*/ 484473 w 5593163"/>
              <a:gd name="connsiteY1007" fmla="*/ 4305008 h 4305008"/>
              <a:gd name="connsiteX1008" fmla="*/ 333423 w 5593163"/>
              <a:gd name="connsiteY1008" fmla="*/ 4305008 h 4305008"/>
              <a:gd name="connsiteX1009" fmla="*/ 281300 w 5593163"/>
              <a:gd name="connsiteY1009" fmla="*/ 4241205 h 4305008"/>
              <a:gd name="connsiteX1010" fmla="*/ 75476 w 5593163"/>
              <a:gd name="connsiteY1010" fmla="*/ 4087725 h 4305008"/>
              <a:gd name="connsiteX1011" fmla="*/ 0 w 5593163"/>
              <a:gd name="connsiteY1011" fmla="*/ 4305008 h 4305008"/>
              <a:gd name="connsiteX1012" fmla="*/ 0 w 5593163"/>
              <a:gd name="connsiteY1012" fmla="*/ 4256099 h 4305008"/>
              <a:gd name="connsiteX1013" fmla="*/ 8327 w 5593163"/>
              <a:gd name="connsiteY1013" fmla="*/ 4271827 h 4305008"/>
              <a:gd name="connsiteX1014" fmla="*/ 35009 w 5593163"/>
              <a:gd name="connsiteY1014" fmla="*/ 4305008 h 4305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Lst>
            <a:rect l="l" t="t" r="r" b="b"/>
            <a:pathLst>
              <a:path w="5593163" h="4305008">
                <a:moveTo>
                  <a:pt x="4985599" y="636203"/>
                </a:moveTo>
                <a:cubicBezTo>
                  <a:pt x="5038875" y="907109"/>
                  <a:pt x="5253718" y="1121906"/>
                  <a:pt x="5528908" y="1181049"/>
                </a:cubicBezTo>
                <a:cubicBezTo>
                  <a:pt x="5475633" y="910143"/>
                  <a:pt x="5260789" y="695346"/>
                  <a:pt x="4985599" y="636203"/>
                </a:cubicBezTo>
                <a:close/>
                <a:moveTo>
                  <a:pt x="4985599" y="2333028"/>
                </a:moveTo>
                <a:cubicBezTo>
                  <a:pt x="5038875" y="2603934"/>
                  <a:pt x="5253718" y="2818731"/>
                  <a:pt x="5528908" y="2877874"/>
                </a:cubicBezTo>
                <a:cubicBezTo>
                  <a:pt x="5475633" y="2606968"/>
                  <a:pt x="5260789" y="2392171"/>
                  <a:pt x="4985599" y="2333028"/>
                </a:cubicBezTo>
                <a:close/>
                <a:moveTo>
                  <a:pt x="4985597" y="2034258"/>
                </a:moveTo>
                <a:cubicBezTo>
                  <a:pt x="5260787" y="1975579"/>
                  <a:pt x="5475630" y="1762469"/>
                  <a:pt x="5528906" y="1493690"/>
                </a:cubicBezTo>
                <a:cubicBezTo>
                  <a:pt x="5253716" y="1552369"/>
                  <a:pt x="5038872" y="1765479"/>
                  <a:pt x="4985597" y="2034258"/>
                </a:cubicBezTo>
                <a:close/>
                <a:moveTo>
                  <a:pt x="4985597" y="3731083"/>
                </a:moveTo>
                <a:cubicBezTo>
                  <a:pt x="5260787" y="3672404"/>
                  <a:pt x="5475630" y="3459294"/>
                  <a:pt x="5528906" y="3190516"/>
                </a:cubicBezTo>
                <a:cubicBezTo>
                  <a:pt x="5253716" y="3249194"/>
                  <a:pt x="5038872" y="3462304"/>
                  <a:pt x="4985597" y="3731083"/>
                </a:cubicBezTo>
                <a:close/>
                <a:moveTo>
                  <a:pt x="4842232" y="503273"/>
                </a:moveTo>
                <a:lnTo>
                  <a:pt x="4842826" y="491833"/>
                </a:lnTo>
                <a:lnTo>
                  <a:pt x="4843324" y="491866"/>
                </a:lnTo>
                <a:lnTo>
                  <a:pt x="4843350" y="491372"/>
                </a:lnTo>
                <a:lnTo>
                  <a:pt x="4860437" y="492995"/>
                </a:lnTo>
                <a:cubicBezTo>
                  <a:pt x="4892823" y="493522"/>
                  <a:pt x="4924716" y="496503"/>
                  <a:pt x="4955899" y="502060"/>
                </a:cubicBezTo>
                <a:cubicBezTo>
                  <a:pt x="4961475" y="501641"/>
                  <a:pt x="4966803" y="502589"/>
                  <a:pt x="4972112" y="503599"/>
                </a:cubicBezTo>
                <a:lnTo>
                  <a:pt x="4972229" y="504747"/>
                </a:lnTo>
                <a:cubicBezTo>
                  <a:pt x="5241367" y="549296"/>
                  <a:pt x="5466735" y="718370"/>
                  <a:pt x="5583809" y="948988"/>
                </a:cubicBezTo>
                <a:lnTo>
                  <a:pt x="5593163" y="971822"/>
                </a:lnTo>
                <a:lnTo>
                  <a:pt x="5593163" y="1318474"/>
                </a:lnTo>
                <a:lnTo>
                  <a:pt x="5558612" y="1315193"/>
                </a:lnTo>
                <a:cubicBezTo>
                  <a:pt x="5553035" y="1315612"/>
                  <a:pt x="5547706" y="1314664"/>
                  <a:pt x="5542395" y="1313653"/>
                </a:cubicBezTo>
                <a:lnTo>
                  <a:pt x="5542279" y="1312505"/>
                </a:lnTo>
                <a:cubicBezTo>
                  <a:pt x="5183428" y="1253106"/>
                  <a:pt x="4902389" y="972329"/>
                  <a:pt x="4852114" y="619464"/>
                </a:cubicBezTo>
                <a:cubicBezTo>
                  <a:pt x="4851946" y="619411"/>
                  <a:pt x="4851778" y="619406"/>
                  <a:pt x="4851608" y="619401"/>
                </a:cubicBezTo>
                <a:lnTo>
                  <a:pt x="4851070" y="612725"/>
                </a:lnTo>
                <a:cubicBezTo>
                  <a:pt x="4846011" y="582475"/>
                  <a:pt x="4843560" y="551584"/>
                  <a:pt x="4843603" y="520249"/>
                </a:cubicBezTo>
                <a:cubicBezTo>
                  <a:pt x="4842291" y="514621"/>
                  <a:pt x="4842232" y="508954"/>
                  <a:pt x="4842232" y="503273"/>
                </a:cubicBezTo>
                <a:close/>
                <a:moveTo>
                  <a:pt x="4842232" y="2200098"/>
                </a:moveTo>
                <a:lnTo>
                  <a:pt x="4842826" y="2188658"/>
                </a:lnTo>
                <a:lnTo>
                  <a:pt x="4843324" y="2188691"/>
                </a:lnTo>
                <a:lnTo>
                  <a:pt x="4843350" y="2188197"/>
                </a:lnTo>
                <a:lnTo>
                  <a:pt x="4860437" y="2189820"/>
                </a:lnTo>
                <a:cubicBezTo>
                  <a:pt x="4892823" y="2190347"/>
                  <a:pt x="4924716" y="2193328"/>
                  <a:pt x="4955899" y="2198885"/>
                </a:cubicBezTo>
                <a:cubicBezTo>
                  <a:pt x="4961475" y="2198466"/>
                  <a:pt x="4966803" y="2199414"/>
                  <a:pt x="4972112" y="2200424"/>
                </a:cubicBezTo>
                <a:lnTo>
                  <a:pt x="4972229" y="2201572"/>
                </a:lnTo>
                <a:cubicBezTo>
                  <a:pt x="5241367" y="2246121"/>
                  <a:pt x="5466735" y="2415195"/>
                  <a:pt x="5583809" y="2645813"/>
                </a:cubicBezTo>
                <a:lnTo>
                  <a:pt x="5593163" y="2668647"/>
                </a:lnTo>
                <a:lnTo>
                  <a:pt x="5593163" y="3015299"/>
                </a:lnTo>
                <a:lnTo>
                  <a:pt x="5558612" y="3012018"/>
                </a:lnTo>
                <a:cubicBezTo>
                  <a:pt x="5553035" y="3012437"/>
                  <a:pt x="5547706" y="3011489"/>
                  <a:pt x="5542395" y="3010478"/>
                </a:cubicBezTo>
                <a:lnTo>
                  <a:pt x="5542279" y="3009330"/>
                </a:lnTo>
                <a:cubicBezTo>
                  <a:pt x="5183428" y="2949931"/>
                  <a:pt x="4902389" y="2669154"/>
                  <a:pt x="4852114" y="2316289"/>
                </a:cubicBezTo>
                <a:cubicBezTo>
                  <a:pt x="4851946" y="2316236"/>
                  <a:pt x="4851778" y="2316231"/>
                  <a:pt x="4851608" y="2316226"/>
                </a:cubicBezTo>
                <a:lnTo>
                  <a:pt x="4851070" y="2309550"/>
                </a:lnTo>
                <a:cubicBezTo>
                  <a:pt x="4846011" y="2279300"/>
                  <a:pt x="4843560" y="2248409"/>
                  <a:pt x="4843603" y="2217074"/>
                </a:cubicBezTo>
                <a:cubicBezTo>
                  <a:pt x="4842291" y="2211446"/>
                  <a:pt x="4842232" y="2205779"/>
                  <a:pt x="4842232" y="2200098"/>
                </a:cubicBezTo>
                <a:close/>
                <a:moveTo>
                  <a:pt x="4842232" y="3896923"/>
                </a:moveTo>
                <a:lnTo>
                  <a:pt x="4842826" y="3885483"/>
                </a:lnTo>
                <a:lnTo>
                  <a:pt x="4843324" y="3885516"/>
                </a:lnTo>
                <a:lnTo>
                  <a:pt x="4843350" y="3885022"/>
                </a:lnTo>
                <a:lnTo>
                  <a:pt x="4860437" y="3886645"/>
                </a:lnTo>
                <a:cubicBezTo>
                  <a:pt x="4892823" y="3887172"/>
                  <a:pt x="4924716" y="3890153"/>
                  <a:pt x="4955899" y="3895710"/>
                </a:cubicBezTo>
                <a:cubicBezTo>
                  <a:pt x="4961475" y="3895291"/>
                  <a:pt x="4966803" y="3896239"/>
                  <a:pt x="4972112" y="3897249"/>
                </a:cubicBezTo>
                <a:lnTo>
                  <a:pt x="4972229" y="3898397"/>
                </a:lnTo>
                <a:cubicBezTo>
                  <a:pt x="5206288" y="3937139"/>
                  <a:pt x="5407245" y="4070062"/>
                  <a:pt x="5532481" y="4255797"/>
                </a:cubicBezTo>
                <a:lnTo>
                  <a:pt x="5560926" y="4305008"/>
                </a:lnTo>
                <a:lnTo>
                  <a:pt x="5409877" y="4305008"/>
                </a:lnTo>
                <a:lnTo>
                  <a:pt x="5357754" y="4241205"/>
                </a:lnTo>
                <a:cubicBezTo>
                  <a:pt x="5261058" y="4136681"/>
                  <a:pt x="5131850" y="4061285"/>
                  <a:pt x="4985599" y="4029853"/>
                </a:cubicBezTo>
                <a:cubicBezTo>
                  <a:pt x="5002846" y="4117553"/>
                  <a:pt x="5037026" y="4199373"/>
                  <a:pt x="5084780" y="4271827"/>
                </a:cubicBezTo>
                <a:lnTo>
                  <a:pt x="5111462" y="4305008"/>
                </a:lnTo>
                <a:lnTo>
                  <a:pt x="4957353" y="4305008"/>
                </a:lnTo>
                <a:lnTo>
                  <a:pt x="4927231" y="4254710"/>
                </a:lnTo>
                <a:cubicBezTo>
                  <a:pt x="4890029" y="4179889"/>
                  <a:pt x="4864297" y="4098618"/>
                  <a:pt x="4852114" y="4013114"/>
                </a:cubicBezTo>
                <a:cubicBezTo>
                  <a:pt x="4851946" y="4013061"/>
                  <a:pt x="4851778" y="4013056"/>
                  <a:pt x="4851608" y="4013051"/>
                </a:cubicBezTo>
                <a:lnTo>
                  <a:pt x="4851070" y="4006375"/>
                </a:lnTo>
                <a:cubicBezTo>
                  <a:pt x="4846011" y="3976125"/>
                  <a:pt x="4843560" y="3945234"/>
                  <a:pt x="4843603" y="3913899"/>
                </a:cubicBezTo>
                <a:cubicBezTo>
                  <a:pt x="4842291" y="3908271"/>
                  <a:pt x="4842232" y="3902604"/>
                  <a:pt x="4842232" y="3896923"/>
                </a:cubicBezTo>
                <a:close/>
                <a:moveTo>
                  <a:pt x="4842230" y="469318"/>
                </a:moveTo>
                <a:cubicBezTo>
                  <a:pt x="4842230" y="463681"/>
                  <a:pt x="4842289" y="458057"/>
                  <a:pt x="4843601" y="452471"/>
                </a:cubicBezTo>
                <a:cubicBezTo>
                  <a:pt x="4843558" y="421389"/>
                  <a:pt x="4846008" y="390746"/>
                  <a:pt x="4851065" y="360740"/>
                </a:cubicBezTo>
                <a:lnTo>
                  <a:pt x="4851605" y="354103"/>
                </a:lnTo>
                <a:cubicBezTo>
                  <a:pt x="4851774" y="354098"/>
                  <a:pt x="4851943" y="354093"/>
                  <a:pt x="4852110" y="354040"/>
                </a:cubicBezTo>
                <a:cubicBezTo>
                  <a:pt x="4865262" y="262463"/>
                  <a:pt x="4894203" y="175780"/>
                  <a:pt x="4936323" y="96778"/>
                </a:cubicBezTo>
                <a:lnTo>
                  <a:pt x="4998957" y="0"/>
                </a:lnTo>
                <a:lnTo>
                  <a:pt x="5167333" y="0"/>
                </a:lnTo>
                <a:lnTo>
                  <a:pt x="5099105" y="76659"/>
                </a:lnTo>
                <a:cubicBezTo>
                  <a:pt x="5043838" y="153496"/>
                  <a:pt x="5004523" y="241952"/>
                  <a:pt x="4985597" y="337433"/>
                </a:cubicBezTo>
                <a:cubicBezTo>
                  <a:pt x="5168636" y="298404"/>
                  <a:pt x="5324978" y="191052"/>
                  <a:pt x="5424571" y="44350"/>
                </a:cubicBezTo>
                <a:lnTo>
                  <a:pt x="5446799" y="0"/>
                </a:lnTo>
                <a:lnTo>
                  <a:pt x="5593163" y="0"/>
                </a:lnTo>
                <a:lnTo>
                  <a:pt x="5593163" y="4197"/>
                </a:lnTo>
                <a:lnTo>
                  <a:pt x="5543598" y="95636"/>
                </a:lnTo>
                <a:cubicBezTo>
                  <a:pt x="5419825" y="289169"/>
                  <a:pt x="5213633" y="428211"/>
                  <a:pt x="4972226" y="467856"/>
                </a:cubicBezTo>
                <a:lnTo>
                  <a:pt x="4972110" y="468995"/>
                </a:lnTo>
                <a:cubicBezTo>
                  <a:pt x="4966799" y="469998"/>
                  <a:pt x="4961470" y="470939"/>
                  <a:pt x="4955893" y="470523"/>
                </a:cubicBezTo>
                <a:cubicBezTo>
                  <a:pt x="4924721" y="476033"/>
                  <a:pt x="4892841" y="478991"/>
                  <a:pt x="4860466" y="479514"/>
                </a:cubicBezTo>
                <a:lnTo>
                  <a:pt x="4843348" y="481127"/>
                </a:lnTo>
                <a:lnTo>
                  <a:pt x="4843322" y="480636"/>
                </a:lnTo>
                <a:lnTo>
                  <a:pt x="4842823" y="480669"/>
                </a:lnTo>
                <a:cubicBezTo>
                  <a:pt x="4842257" y="476896"/>
                  <a:pt x="4842230" y="473110"/>
                  <a:pt x="4842230" y="469318"/>
                </a:cubicBezTo>
                <a:close/>
                <a:moveTo>
                  <a:pt x="4842230" y="2166144"/>
                </a:moveTo>
                <a:cubicBezTo>
                  <a:pt x="4842230" y="2160506"/>
                  <a:pt x="4842289" y="2154882"/>
                  <a:pt x="4843601" y="2149296"/>
                </a:cubicBezTo>
                <a:cubicBezTo>
                  <a:pt x="4843558" y="2118214"/>
                  <a:pt x="4846008" y="2087572"/>
                  <a:pt x="4851065" y="2057565"/>
                </a:cubicBezTo>
                <a:lnTo>
                  <a:pt x="4851605" y="2050928"/>
                </a:lnTo>
                <a:cubicBezTo>
                  <a:pt x="4851774" y="2050923"/>
                  <a:pt x="4851943" y="2050918"/>
                  <a:pt x="4852110" y="2050865"/>
                </a:cubicBezTo>
                <a:cubicBezTo>
                  <a:pt x="4902387" y="1700770"/>
                  <a:pt x="5183426" y="1422199"/>
                  <a:pt x="5542276" y="1363267"/>
                </a:cubicBezTo>
                <a:lnTo>
                  <a:pt x="5542393" y="1362128"/>
                </a:lnTo>
                <a:cubicBezTo>
                  <a:pt x="5547702" y="1361126"/>
                  <a:pt x="5553030" y="1360185"/>
                  <a:pt x="5558606" y="1360601"/>
                </a:cubicBezTo>
                <a:lnTo>
                  <a:pt x="5593163" y="1357345"/>
                </a:lnTo>
                <a:lnTo>
                  <a:pt x="5593163" y="1701268"/>
                </a:lnTo>
                <a:lnTo>
                  <a:pt x="5583807" y="1723929"/>
                </a:lnTo>
                <a:cubicBezTo>
                  <a:pt x="5466733" y="1952736"/>
                  <a:pt x="5241364" y="2120482"/>
                  <a:pt x="4972226" y="2164681"/>
                </a:cubicBezTo>
                <a:lnTo>
                  <a:pt x="4972110" y="2165820"/>
                </a:lnTo>
                <a:cubicBezTo>
                  <a:pt x="4966799" y="2166823"/>
                  <a:pt x="4961470" y="2167764"/>
                  <a:pt x="4955893" y="2167348"/>
                </a:cubicBezTo>
                <a:cubicBezTo>
                  <a:pt x="4924721" y="2172858"/>
                  <a:pt x="4892841" y="2175816"/>
                  <a:pt x="4860466" y="2176339"/>
                </a:cubicBezTo>
                <a:lnTo>
                  <a:pt x="4843348" y="2177952"/>
                </a:lnTo>
                <a:lnTo>
                  <a:pt x="4843322" y="2177461"/>
                </a:lnTo>
                <a:lnTo>
                  <a:pt x="4842823" y="2177494"/>
                </a:lnTo>
                <a:cubicBezTo>
                  <a:pt x="4842257" y="2173722"/>
                  <a:pt x="4842230" y="2169936"/>
                  <a:pt x="4842230" y="2166144"/>
                </a:cubicBezTo>
                <a:close/>
                <a:moveTo>
                  <a:pt x="4842230" y="3862969"/>
                </a:moveTo>
                <a:cubicBezTo>
                  <a:pt x="4842230" y="3857331"/>
                  <a:pt x="4842289" y="3851707"/>
                  <a:pt x="4843601" y="3846121"/>
                </a:cubicBezTo>
                <a:cubicBezTo>
                  <a:pt x="4843558" y="3815039"/>
                  <a:pt x="4846008" y="3784397"/>
                  <a:pt x="4851065" y="3754390"/>
                </a:cubicBezTo>
                <a:lnTo>
                  <a:pt x="4851605" y="3747753"/>
                </a:lnTo>
                <a:cubicBezTo>
                  <a:pt x="4851774" y="3747748"/>
                  <a:pt x="4851943" y="3747743"/>
                  <a:pt x="4852110" y="3747690"/>
                </a:cubicBezTo>
                <a:cubicBezTo>
                  <a:pt x="4902387" y="3397595"/>
                  <a:pt x="5183426" y="3119024"/>
                  <a:pt x="5542276" y="3060092"/>
                </a:cubicBezTo>
                <a:lnTo>
                  <a:pt x="5542393" y="3058953"/>
                </a:lnTo>
                <a:cubicBezTo>
                  <a:pt x="5547702" y="3057951"/>
                  <a:pt x="5553030" y="3057010"/>
                  <a:pt x="5558606" y="3057426"/>
                </a:cubicBezTo>
                <a:lnTo>
                  <a:pt x="5593163" y="3054170"/>
                </a:lnTo>
                <a:lnTo>
                  <a:pt x="5593163" y="3398093"/>
                </a:lnTo>
                <a:lnTo>
                  <a:pt x="5583807" y="3420754"/>
                </a:lnTo>
                <a:cubicBezTo>
                  <a:pt x="5466733" y="3649560"/>
                  <a:pt x="5241364" y="3817307"/>
                  <a:pt x="4972226" y="3861506"/>
                </a:cubicBezTo>
                <a:lnTo>
                  <a:pt x="4972110" y="3862645"/>
                </a:lnTo>
                <a:cubicBezTo>
                  <a:pt x="4966799" y="3863648"/>
                  <a:pt x="4961470" y="3864589"/>
                  <a:pt x="4955893" y="3864173"/>
                </a:cubicBezTo>
                <a:cubicBezTo>
                  <a:pt x="4924721" y="3869683"/>
                  <a:pt x="4892841" y="3872641"/>
                  <a:pt x="4860466" y="3873164"/>
                </a:cubicBezTo>
                <a:lnTo>
                  <a:pt x="4843348" y="3874777"/>
                </a:lnTo>
                <a:lnTo>
                  <a:pt x="4843322" y="3874286"/>
                </a:lnTo>
                <a:lnTo>
                  <a:pt x="4842823" y="3874319"/>
                </a:lnTo>
                <a:cubicBezTo>
                  <a:pt x="4842257" y="3870547"/>
                  <a:pt x="4842230" y="3866761"/>
                  <a:pt x="4842230" y="3862969"/>
                </a:cubicBezTo>
                <a:close/>
                <a:moveTo>
                  <a:pt x="4135041" y="1181049"/>
                </a:moveTo>
                <a:cubicBezTo>
                  <a:pt x="4410231" y="1121906"/>
                  <a:pt x="4625074" y="907109"/>
                  <a:pt x="4678350" y="636203"/>
                </a:cubicBezTo>
                <a:cubicBezTo>
                  <a:pt x="4403160" y="695346"/>
                  <a:pt x="4188316" y="910143"/>
                  <a:pt x="4135041" y="1181049"/>
                </a:cubicBezTo>
                <a:close/>
                <a:moveTo>
                  <a:pt x="4135041" y="1493690"/>
                </a:moveTo>
                <a:cubicBezTo>
                  <a:pt x="4188317" y="1762469"/>
                  <a:pt x="4403160" y="1975579"/>
                  <a:pt x="4678350" y="2034258"/>
                </a:cubicBezTo>
                <a:cubicBezTo>
                  <a:pt x="4625075" y="1765479"/>
                  <a:pt x="4410231" y="1552369"/>
                  <a:pt x="4135041" y="1493690"/>
                </a:cubicBezTo>
                <a:close/>
                <a:moveTo>
                  <a:pt x="4135041" y="2877874"/>
                </a:moveTo>
                <a:cubicBezTo>
                  <a:pt x="4410231" y="2818731"/>
                  <a:pt x="4625074" y="2603934"/>
                  <a:pt x="4678350" y="2333028"/>
                </a:cubicBezTo>
                <a:cubicBezTo>
                  <a:pt x="4403160" y="2392171"/>
                  <a:pt x="4188316" y="2606968"/>
                  <a:pt x="4135041" y="2877874"/>
                </a:cubicBezTo>
                <a:close/>
                <a:moveTo>
                  <a:pt x="4135041" y="3190516"/>
                </a:moveTo>
                <a:cubicBezTo>
                  <a:pt x="4188317" y="3459294"/>
                  <a:pt x="4403160" y="3672404"/>
                  <a:pt x="4678350" y="3731083"/>
                </a:cubicBezTo>
                <a:cubicBezTo>
                  <a:pt x="4625075" y="3462304"/>
                  <a:pt x="4410231" y="3249194"/>
                  <a:pt x="4135041" y="3190516"/>
                </a:cubicBezTo>
                <a:close/>
                <a:moveTo>
                  <a:pt x="4103022" y="4305008"/>
                </a:moveTo>
                <a:lnTo>
                  <a:pt x="4131467" y="4255797"/>
                </a:lnTo>
                <a:cubicBezTo>
                  <a:pt x="4256704" y="4070062"/>
                  <a:pt x="4457661" y="3937139"/>
                  <a:pt x="4691720" y="3898397"/>
                </a:cubicBezTo>
                <a:lnTo>
                  <a:pt x="4691837" y="3897249"/>
                </a:lnTo>
                <a:cubicBezTo>
                  <a:pt x="4697146" y="3896239"/>
                  <a:pt x="4702474" y="3895291"/>
                  <a:pt x="4708050" y="3895710"/>
                </a:cubicBezTo>
                <a:cubicBezTo>
                  <a:pt x="4739233" y="3890153"/>
                  <a:pt x="4771126" y="3887172"/>
                  <a:pt x="4803512" y="3886645"/>
                </a:cubicBezTo>
                <a:lnTo>
                  <a:pt x="4820599" y="3885022"/>
                </a:lnTo>
                <a:lnTo>
                  <a:pt x="4820625" y="3885516"/>
                </a:lnTo>
                <a:lnTo>
                  <a:pt x="4821123" y="3885483"/>
                </a:lnTo>
                <a:lnTo>
                  <a:pt x="4821717" y="3896923"/>
                </a:lnTo>
                <a:cubicBezTo>
                  <a:pt x="4821717" y="3902604"/>
                  <a:pt x="4821658" y="3908271"/>
                  <a:pt x="4820346" y="3913899"/>
                </a:cubicBezTo>
                <a:cubicBezTo>
                  <a:pt x="4820389" y="3945234"/>
                  <a:pt x="4817938" y="3976125"/>
                  <a:pt x="4812879" y="4006375"/>
                </a:cubicBezTo>
                <a:lnTo>
                  <a:pt x="4812341" y="4013051"/>
                </a:lnTo>
                <a:cubicBezTo>
                  <a:pt x="4812171" y="4013056"/>
                  <a:pt x="4812003" y="4013061"/>
                  <a:pt x="4811835" y="4013114"/>
                </a:cubicBezTo>
                <a:cubicBezTo>
                  <a:pt x="4799653" y="4098618"/>
                  <a:pt x="4773921" y="4179889"/>
                  <a:pt x="4736718" y="4254710"/>
                </a:cubicBezTo>
                <a:lnTo>
                  <a:pt x="4706597" y="4305008"/>
                </a:lnTo>
                <a:lnTo>
                  <a:pt x="4552487" y="4305008"/>
                </a:lnTo>
                <a:lnTo>
                  <a:pt x="4579169" y="4271827"/>
                </a:lnTo>
                <a:cubicBezTo>
                  <a:pt x="4626924" y="4199373"/>
                  <a:pt x="4661103" y="4117553"/>
                  <a:pt x="4678350" y="4029853"/>
                </a:cubicBezTo>
                <a:cubicBezTo>
                  <a:pt x="4532099" y="4061285"/>
                  <a:pt x="4402892" y="4136681"/>
                  <a:pt x="4306196" y="4241205"/>
                </a:cubicBezTo>
                <a:lnTo>
                  <a:pt x="4254073" y="4305008"/>
                </a:lnTo>
                <a:close/>
                <a:moveTo>
                  <a:pt x="4068511" y="0"/>
                </a:moveTo>
                <a:lnTo>
                  <a:pt x="4217148" y="0"/>
                </a:lnTo>
                <a:lnTo>
                  <a:pt x="4239376" y="44350"/>
                </a:lnTo>
                <a:cubicBezTo>
                  <a:pt x="4338970" y="191052"/>
                  <a:pt x="4495311" y="298404"/>
                  <a:pt x="4678350" y="337433"/>
                </a:cubicBezTo>
                <a:cubicBezTo>
                  <a:pt x="4659425" y="241952"/>
                  <a:pt x="4620110" y="153496"/>
                  <a:pt x="4564842" y="76659"/>
                </a:cubicBezTo>
                <a:lnTo>
                  <a:pt x="4496615" y="0"/>
                </a:lnTo>
                <a:lnTo>
                  <a:pt x="4664989" y="0"/>
                </a:lnTo>
                <a:lnTo>
                  <a:pt x="4727623" y="96778"/>
                </a:lnTo>
                <a:cubicBezTo>
                  <a:pt x="4769744" y="175780"/>
                  <a:pt x="4798685" y="262463"/>
                  <a:pt x="4811836" y="354040"/>
                </a:cubicBezTo>
                <a:cubicBezTo>
                  <a:pt x="4812004" y="354093"/>
                  <a:pt x="4812173" y="354098"/>
                  <a:pt x="4812342" y="354103"/>
                </a:cubicBezTo>
                <a:lnTo>
                  <a:pt x="4812882" y="360740"/>
                </a:lnTo>
                <a:cubicBezTo>
                  <a:pt x="4817939" y="390746"/>
                  <a:pt x="4820389" y="421389"/>
                  <a:pt x="4820346" y="452471"/>
                </a:cubicBezTo>
                <a:cubicBezTo>
                  <a:pt x="4821658" y="458057"/>
                  <a:pt x="4821717" y="463681"/>
                  <a:pt x="4821717" y="469318"/>
                </a:cubicBezTo>
                <a:cubicBezTo>
                  <a:pt x="4821717" y="473110"/>
                  <a:pt x="4821690" y="476896"/>
                  <a:pt x="4821124" y="480669"/>
                </a:cubicBezTo>
                <a:lnTo>
                  <a:pt x="4820625" y="480636"/>
                </a:lnTo>
                <a:lnTo>
                  <a:pt x="4820599" y="481127"/>
                </a:lnTo>
                <a:lnTo>
                  <a:pt x="4803481" y="479514"/>
                </a:lnTo>
                <a:cubicBezTo>
                  <a:pt x="4771106" y="478991"/>
                  <a:pt x="4739226" y="476033"/>
                  <a:pt x="4708054" y="470523"/>
                </a:cubicBezTo>
                <a:cubicBezTo>
                  <a:pt x="4702477" y="470939"/>
                  <a:pt x="4697148" y="469998"/>
                  <a:pt x="4691837" y="468995"/>
                </a:cubicBezTo>
                <a:lnTo>
                  <a:pt x="4691721" y="467856"/>
                </a:lnTo>
                <a:cubicBezTo>
                  <a:pt x="4450315" y="428211"/>
                  <a:pt x="4244123" y="289169"/>
                  <a:pt x="4120350" y="95636"/>
                </a:cubicBezTo>
                <a:close/>
                <a:moveTo>
                  <a:pt x="3991674" y="1313979"/>
                </a:moveTo>
                <a:cubicBezTo>
                  <a:pt x="3991674" y="1308297"/>
                  <a:pt x="3991733" y="1302628"/>
                  <a:pt x="3993045" y="1296998"/>
                </a:cubicBezTo>
                <a:cubicBezTo>
                  <a:pt x="3993003" y="1265670"/>
                  <a:pt x="3995452" y="1234785"/>
                  <a:pt x="4000509" y="1204541"/>
                </a:cubicBezTo>
                <a:lnTo>
                  <a:pt x="4001049" y="1197851"/>
                </a:lnTo>
                <a:cubicBezTo>
                  <a:pt x="4001218" y="1197846"/>
                  <a:pt x="4001387" y="1197841"/>
                  <a:pt x="4001555" y="1197788"/>
                </a:cubicBezTo>
                <a:cubicBezTo>
                  <a:pt x="4051831" y="844922"/>
                  <a:pt x="4332870" y="564145"/>
                  <a:pt x="4691720" y="504747"/>
                </a:cubicBezTo>
                <a:lnTo>
                  <a:pt x="4691837" y="503599"/>
                </a:lnTo>
                <a:cubicBezTo>
                  <a:pt x="4697146" y="502589"/>
                  <a:pt x="4702474" y="501641"/>
                  <a:pt x="4708050" y="502060"/>
                </a:cubicBezTo>
                <a:cubicBezTo>
                  <a:pt x="4739233" y="496503"/>
                  <a:pt x="4771126" y="493522"/>
                  <a:pt x="4803512" y="492995"/>
                </a:cubicBezTo>
                <a:lnTo>
                  <a:pt x="4820599" y="491372"/>
                </a:lnTo>
                <a:lnTo>
                  <a:pt x="4820625" y="491866"/>
                </a:lnTo>
                <a:lnTo>
                  <a:pt x="4821123" y="491833"/>
                </a:lnTo>
                <a:lnTo>
                  <a:pt x="4821717" y="503273"/>
                </a:lnTo>
                <a:cubicBezTo>
                  <a:pt x="4821717" y="508954"/>
                  <a:pt x="4821658" y="514621"/>
                  <a:pt x="4820346" y="520249"/>
                </a:cubicBezTo>
                <a:cubicBezTo>
                  <a:pt x="4820389" y="551584"/>
                  <a:pt x="4817938" y="582475"/>
                  <a:pt x="4812879" y="612725"/>
                </a:cubicBezTo>
                <a:lnTo>
                  <a:pt x="4812341" y="619401"/>
                </a:lnTo>
                <a:cubicBezTo>
                  <a:pt x="4812171" y="619406"/>
                  <a:pt x="4812003" y="619411"/>
                  <a:pt x="4811835" y="619464"/>
                </a:cubicBezTo>
                <a:cubicBezTo>
                  <a:pt x="4761560" y="972329"/>
                  <a:pt x="4480521" y="1253106"/>
                  <a:pt x="4121670" y="1312505"/>
                </a:cubicBezTo>
                <a:lnTo>
                  <a:pt x="4121554" y="1313653"/>
                </a:lnTo>
                <a:cubicBezTo>
                  <a:pt x="4116243" y="1314664"/>
                  <a:pt x="4110914" y="1315612"/>
                  <a:pt x="4105337" y="1315193"/>
                </a:cubicBezTo>
                <a:cubicBezTo>
                  <a:pt x="4074165" y="1320747"/>
                  <a:pt x="4042285" y="1323728"/>
                  <a:pt x="4009911" y="1324255"/>
                </a:cubicBezTo>
                <a:lnTo>
                  <a:pt x="3992792" y="1325881"/>
                </a:lnTo>
                <a:lnTo>
                  <a:pt x="3992766" y="1325386"/>
                </a:lnTo>
                <a:lnTo>
                  <a:pt x="3992267" y="1325419"/>
                </a:lnTo>
                <a:cubicBezTo>
                  <a:pt x="3991701" y="1321617"/>
                  <a:pt x="3991674" y="1317801"/>
                  <a:pt x="3991674" y="1313979"/>
                </a:cubicBezTo>
                <a:close/>
                <a:moveTo>
                  <a:pt x="3991674" y="1361805"/>
                </a:moveTo>
                <a:lnTo>
                  <a:pt x="3992268" y="1350455"/>
                </a:lnTo>
                <a:lnTo>
                  <a:pt x="3992766" y="1350487"/>
                </a:lnTo>
                <a:lnTo>
                  <a:pt x="3992792" y="1349997"/>
                </a:lnTo>
                <a:lnTo>
                  <a:pt x="4009880" y="1351607"/>
                </a:lnTo>
                <a:cubicBezTo>
                  <a:pt x="4042265" y="1352130"/>
                  <a:pt x="4074158" y="1355088"/>
                  <a:pt x="4105341" y="1360601"/>
                </a:cubicBezTo>
                <a:cubicBezTo>
                  <a:pt x="4110917" y="1360185"/>
                  <a:pt x="4116245" y="1361126"/>
                  <a:pt x="4121554" y="1362128"/>
                </a:cubicBezTo>
                <a:lnTo>
                  <a:pt x="4121671" y="1363267"/>
                </a:lnTo>
                <a:cubicBezTo>
                  <a:pt x="4480521" y="1422199"/>
                  <a:pt x="4761560" y="1700770"/>
                  <a:pt x="4811836" y="2050865"/>
                </a:cubicBezTo>
                <a:cubicBezTo>
                  <a:pt x="4812004" y="2050918"/>
                  <a:pt x="4812173" y="2050923"/>
                  <a:pt x="4812342" y="2050928"/>
                </a:cubicBezTo>
                <a:lnTo>
                  <a:pt x="4812882" y="2057565"/>
                </a:lnTo>
                <a:cubicBezTo>
                  <a:pt x="4817939" y="2087572"/>
                  <a:pt x="4820389" y="2118214"/>
                  <a:pt x="4820346" y="2149296"/>
                </a:cubicBezTo>
                <a:cubicBezTo>
                  <a:pt x="4821658" y="2154882"/>
                  <a:pt x="4821717" y="2160506"/>
                  <a:pt x="4821717" y="2166144"/>
                </a:cubicBezTo>
                <a:cubicBezTo>
                  <a:pt x="4821717" y="2169936"/>
                  <a:pt x="4821690" y="2173722"/>
                  <a:pt x="4821124" y="2177494"/>
                </a:cubicBezTo>
                <a:lnTo>
                  <a:pt x="4820625" y="2177461"/>
                </a:lnTo>
                <a:lnTo>
                  <a:pt x="4820599" y="2177952"/>
                </a:lnTo>
                <a:lnTo>
                  <a:pt x="4803481" y="2176339"/>
                </a:lnTo>
                <a:cubicBezTo>
                  <a:pt x="4771106" y="2175816"/>
                  <a:pt x="4739226" y="2172858"/>
                  <a:pt x="4708054" y="2167348"/>
                </a:cubicBezTo>
                <a:cubicBezTo>
                  <a:pt x="4702477" y="2167764"/>
                  <a:pt x="4697148" y="2166823"/>
                  <a:pt x="4691837" y="2165820"/>
                </a:cubicBezTo>
                <a:lnTo>
                  <a:pt x="4691721" y="2164681"/>
                </a:lnTo>
                <a:cubicBezTo>
                  <a:pt x="4332870" y="2105749"/>
                  <a:pt x="4051831" y="1827177"/>
                  <a:pt x="4001556" y="1477083"/>
                </a:cubicBezTo>
                <a:cubicBezTo>
                  <a:pt x="4001388" y="1477030"/>
                  <a:pt x="4001220" y="1477026"/>
                  <a:pt x="4001050" y="1477021"/>
                </a:cubicBezTo>
                <a:lnTo>
                  <a:pt x="4000512" y="1470397"/>
                </a:lnTo>
                <a:cubicBezTo>
                  <a:pt x="3995453" y="1440385"/>
                  <a:pt x="3993003" y="1409736"/>
                  <a:pt x="3993045" y="1378647"/>
                </a:cubicBezTo>
                <a:cubicBezTo>
                  <a:pt x="3991733" y="1373063"/>
                  <a:pt x="3991674" y="1367441"/>
                  <a:pt x="3991674" y="1361805"/>
                </a:cubicBezTo>
                <a:close/>
                <a:moveTo>
                  <a:pt x="3991674" y="3010804"/>
                </a:moveTo>
                <a:cubicBezTo>
                  <a:pt x="3991674" y="3005122"/>
                  <a:pt x="3991733" y="2999453"/>
                  <a:pt x="3993045" y="2993823"/>
                </a:cubicBezTo>
                <a:cubicBezTo>
                  <a:pt x="3993003" y="2962495"/>
                  <a:pt x="3995452" y="2931610"/>
                  <a:pt x="4000509" y="2901366"/>
                </a:cubicBezTo>
                <a:lnTo>
                  <a:pt x="4001049" y="2894676"/>
                </a:lnTo>
                <a:cubicBezTo>
                  <a:pt x="4001218" y="2894671"/>
                  <a:pt x="4001387" y="2894666"/>
                  <a:pt x="4001555" y="2894613"/>
                </a:cubicBezTo>
                <a:cubicBezTo>
                  <a:pt x="4051831" y="2541747"/>
                  <a:pt x="4332870" y="2260970"/>
                  <a:pt x="4691720" y="2201572"/>
                </a:cubicBezTo>
                <a:lnTo>
                  <a:pt x="4691837" y="2200424"/>
                </a:lnTo>
                <a:cubicBezTo>
                  <a:pt x="4697146" y="2199414"/>
                  <a:pt x="4702474" y="2198466"/>
                  <a:pt x="4708050" y="2198885"/>
                </a:cubicBezTo>
                <a:cubicBezTo>
                  <a:pt x="4739233" y="2193328"/>
                  <a:pt x="4771126" y="2190347"/>
                  <a:pt x="4803512" y="2189820"/>
                </a:cubicBezTo>
                <a:lnTo>
                  <a:pt x="4820599" y="2188197"/>
                </a:lnTo>
                <a:lnTo>
                  <a:pt x="4820625" y="2188691"/>
                </a:lnTo>
                <a:lnTo>
                  <a:pt x="4821123" y="2188658"/>
                </a:lnTo>
                <a:lnTo>
                  <a:pt x="4821717" y="2200098"/>
                </a:lnTo>
                <a:cubicBezTo>
                  <a:pt x="4821717" y="2205779"/>
                  <a:pt x="4821658" y="2211446"/>
                  <a:pt x="4820346" y="2217074"/>
                </a:cubicBezTo>
                <a:cubicBezTo>
                  <a:pt x="4820389" y="2248409"/>
                  <a:pt x="4817938" y="2279300"/>
                  <a:pt x="4812879" y="2309550"/>
                </a:cubicBezTo>
                <a:lnTo>
                  <a:pt x="4812341" y="2316226"/>
                </a:lnTo>
                <a:cubicBezTo>
                  <a:pt x="4812171" y="2316231"/>
                  <a:pt x="4812003" y="2316236"/>
                  <a:pt x="4811835" y="2316289"/>
                </a:cubicBezTo>
                <a:cubicBezTo>
                  <a:pt x="4761560" y="2669154"/>
                  <a:pt x="4480521" y="2949931"/>
                  <a:pt x="4121670" y="3009330"/>
                </a:cubicBezTo>
                <a:lnTo>
                  <a:pt x="4121554" y="3010478"/>
                </a:lnTo>
                <a:cubicBezTo>
                  <a:pt x="4116243" y="3011489"/>
                  <a:pt x="4110914" y="3012437"/>
                  <a:pt x="4105337" y="3012018"/>
                </a:cubicBezTo>
                <a:cubicBezTo>
                  <a:pt x="4074165" y="3017572"/>
                  <a:pt x="4042285" y="3020553"/>
                  <a:pt x="4009911" y="3021080"/>
                </a:cubicBezTo>
                <a:lnTo>
                  <a:pt x="3992792" y="3022706"/>
                </a:lnTo>
                <a:lnTo>
                  <a:pt x="3992766" y="3022211"/>
                </a:lnTo>
                <a:lnTo>
                  <a:pt x="3992267" y="3022244"/>
                </a:lnTo>
                <a:cubicBezTo>
                  <a:pt x="3991701" y="3018442"/>
                  <a:pt x="3991674" y="3014626"/>
                  <a:pt x="3991674" y="3010804"/>
                </a:cubicBezTo>
                <a:close/>
                <a:moveTo>
                  <a:pt x="3991674" y="3058630"/>
                </a:moveTo>
                <a:lnTo>
                  <a:pt x="3992268" y="3047280"/>
                </a:lnTo>
                <a:lnTo>
                  <a:pt x="3992766" y="3047312"/>
                </a:lnTo>
                <a:lnTo>
                  <a:pt x="3992792" y="3046822"/>
                </a:lnTo>
                <a:lnTo>
                  <a:pt x="4009880" y="3048432"/>
                </a:lnTo>
                <a:cubicBezTo>
                  <a:pt x="4042265" y="3048955"/>
                  <a:pt x="4074158" y="3051913"/>
                  <a:pt x="4105341" y="3057426"/>
                </a:cubicBezTo>
                <a:cubicBezTo>
                  <a:pt x="4110917" y="3057010"/>
                  <a:pt x="4116245" y="3057951"/>
                  <a:pt x="4121554" y="3058953"/>
                </a:cubicBezTo>
                <a:lnTo>
                  <a:pt x="4121671" y="3060092"/>
                </a:lnTo>
                <a:cubicBezTo>
                  <a:pt x="4480521" y="3119024"/>
                  <a:pt x="4761560" y="3397595"/>
                  <a:pt x="4811836" y="3747690"/>
                </a:cubicBezTo>
                <a:cubicBezTo>
                  <a:pt x="4812004" y="3747743"/>
                  <a:pt x="4812173" y="3747748"/>
                  <a:pt x="4812342" y="3747753"/>
                </a:cubicBezTo>
                <a:lnTo>
                  <a:pt x="4812882" y="3754390"/>
                </a:lnTo>
                <a:cubicBezTo>
                  <a:pt x="4817939" y="3784397"/>
                  <a:pt x="4820389" y="3815039"/>
                  <a:pt x="4820346" y="3846121"/>
                </a:cubicBezTo>
                <a:cubicBezTo>
                  <a:pt x="4821658" y="3851707"/>
                  <a:pt x="4821717" y="3857331"/>
                  <a:pt x="4821717" y="3862969"/>
                </a:cubicBezTo>
                <a:cubicBezTo>
                  <a:pt x="4821717" y="3866761"/>
                  <a:pt x="4821690" y="3870547"/>
                  <a:pt x="4821124" y="3874319"/>
                </a:cubicBezTo>
                <a:lnTo>
                  <a:pt x="4820625" y="3874286"/>
                </a:lnTo>
                <a:lnTo>
                  <a:pt x="4820599" y="3874777"/>
                </a:lnTo>
                <a:lnTo>
                  <a:pt x="4803481" y="3873164"/>
                </a:lnTo>
                <a:cubicBezTo>
                  <a:pt x="4771106" y="3872641"/>
                  <a:pt x="4739226" y="3869683"/>
                  <a:pt x="4708054" y="3864173"/>
                </a:cubicBezTo>
                <a:cubicBezTo>
                  <a:pt x="4702477" y="3864589"/>
                  <a:pt x="4697148" y="3863648"/>
                  <a:pt x="4691837" y="3862645"/>
                </a:cubicBezTo>
                <a:lnTo>
                  <a:pt x="4691721" y="3861506"/>
                </a:lnTo>
                <a:cubicBezTo>
                  <a:pt x="4332870" y="3802574"/>
                  <a:pt x="4051831" y="3524002"/>
                  <a:pt x="4001556" y="3173908"/>
                </a:cubicBezTo>
                <a:cubicBezTo>
                  <a:pt x="4001388" y="3173856"/>
                  <a:pt x="4001220" y="3173851"/>
                  <a:pt x="4001050" y="3173846"/>
                </a:cubicBezTo>
                <a:lnTo>
                  <a:pt x="4000512" y="3167222"/>
                </a:lnTo>
                <a:cubicBezTo>
                  <a:pt x="3995453" y="3137210"/>
                  <a:pt x="3993003" y="3106561"/>
                  <a:pt x="3993045" y="3075472"/>
                </a:cubicBezTo>
                <a:cubicBezTo>
                  <a:pt x="3991733" y="3069889"/>
                  <a:pt x="3991674" y="3064266"/>
                  <a:pt x="3991674" y="3058630"/>
                </a:cubicBezTo>
                <a:close/>
                <a:moveTo>
                  <a:pt x="3293448" y="636203"/>
                </a:moveTo>
                <a:cubicBezTo>
                  <a:pt x="3346724" y="907109"/>
                  <a:pt x="3561567" y="1121906"/>
                  <a:pt x="3836757" y="1181049"/>
                </a:cubicBezTo>
                <a:cubicBezTo>
                  <a:pt x="3783482" y="910143"/>
                  <a:pt x="3568638" y="695346"/>
                  <a:pt x="3293448" y="636203"/>
                </a:cubicBezTo>
                <a:close/>
                <a:moveTo>
                  <a:pt x="3293448" y="2333028"/>
                </a:moveTo>
                <a:cubicBezTo>
                  <a:pt x="3346724" y="2603934"/>
                  <a:pt x="3561567" y="2818731"/>
                  <a:pt x="3836757" y="2877874"/>
                </a:cubicBezTo>
                <a:cubicBezTo>
                  <a:pt x="3783482" y="2606968"/>
                  <a:pt x="3568638" y="2392171"/>
                  <a:pt x="3293448" y="2333028"/>
                </a:cubicBezTo>
                <a:close/>
                <a:moveTo>
                  <a:pt x="3293446" y="2034258"/>
                </a:moveTo>
                <a:cubicBezTo>
                  <a:pt x="3568636" y="1975579"/>
                  <a:pt x="3783479" y="1762469"/>
                  <a:pt x="3836755" y="1493690"/>
                </a:cubicBezTo>
                <a:cubicBezTo>
                  <a:pt x="3561565" y="1552369"/>
                  <a:pt x="3346721" y="1765479"/>
                  <a:pt x="3293446" y="2034258"/>
                </a:cubicBezTo>
                <a:close/>
                <a:moveTo>
                  <a:pt x="3293446" y="3731083"/>
                </a:moveTo>
                <a:cubicBezTo>
                  <a:pt x="3568636" y="3672404"/>
                  <a:pt x="3783479" y="3459294"/>
                  <a:pt x="3836755" y="3190516"/>
                </a:cubicBezTo>
                <a:cubicBezTo>
                  <a:pt x="3561565" y="3249194"/>
                  <a:pt x="3346721" y="3462304"/>
                  <a:pt x="3293446" y="3731083"/>
                </a:cubicBezTo>
                <a:close/>
                <a:moveTo>
                  <a:pt x="3150081" y="503273"/>
                </a:moveTo>
                <a:lnTo>
                  <a:pt x="3150675" y="491833"/>
                </a:lnTo>
                <a:lnTo>
                  <a:pt x="3151173" y="491866"/>
                </a:lnTo>
                <a:lnTo>
                  <a:pt x="3151199" y="491372"/>
                </a:lnTo>
                <a:lnTo>
                  <a:pt x="3168287" y="492995"/>
                </a:lnTo>
                <a:cubicBezTo>
                  <a:pt x="3200672" y="493522"/>
                  <a:pt x="3232565" y="496503"/>
                  <a:pt x="3263748" y="502060"/>
                </a:cubicBezTo>
                <a:cubicBezTo>
                  <a:pt x="3269324" y="501641"/>
                  <a:pt x="3274652" y="502589"/>
                  <a:pt x="3279961" y="503599"/>
                </a:cubicBezTo>
                <a:lnTo>
                  <a:pt x="3280078" y="504747"/>
                </a:lnTo>
                <a:cubicBezTo>
                  <a:pt x="3638928" y="564145"/>
                  <a:pt x="3919967" y="844922"/>
                  <a:pt x="3970244" y="1197788"/>
                </a:cubicBezTo>
                <a:cubicBezTo>
                  <a:pt x="3970411" y="1197841"/>
                  <a:pt x="3970581" y="1197846"/>
                  <a:pt x="3970749" y="1197851"/>
                </a:cubicBezTo>
                <a:lnTo>
                  <a:pt x="3971290" y="1204541"/>
                </a:lnTo>
                <a:cubicBezTo>
                  <a:pt x="3976346" y="1234785"/>
                  <a:pt x="3978796" y="1265670"/>
                  <a:pt x="3978754" y="1296998"/>
                </a:cubicBezTo>
                <a:cubicBezTo>
                  <a:pt x="3980066" y="1302628"/>
                  <a:pt x="3980124" y="1308297"/>
                  <a:pt x="3980124" y="1313979"/>
                </a:cubicBezTo>
                <a:cubicBezTo>
                  <a:pt x="3980124" y="1317801"/>
                  <a:pt x="3980097" y="1321617"/>
                  <a:pt x="3979531" y="1325419"/>
                </a:cubicBezTo>
                <a:lnTo>
                  <a:pt x="3979032" y="1325386"/>
                </a:lnTo>
                <a:lnTo>
                  <a:pt x="3979006" y="1325881"/>
                </a:lnTo>
                <a:lnTo>
                  <a:pt x="3961888" y="1324255"/>
                </a:lnTo>
                <a:cubicBezTo>
                  <a:pt x="3929514" y="1323728"/>
                  <a:pt x="3897633" y="1320747"/>
                  <a:pt x="3866461" y="1315193"/>
                </a:cubicBezTo>
                <a:cubicBezTo>
                  <a:pt x="3860884" y="1315612"/>
                  <a:pt x="3855555" y="1314664"/>
                  <a:pt x="3850245" y="1313653"/>
                </a:cubicBezTo>
                <a:lnTo>
                  <a:pt x="3850129" y="1312505"/>
                </a:lnTo>
                <a:cubicBezTo>
                  <a:pt x="3491277" y="1253106"/>
                  <a:pt x="3210238" y="972329"/>
                  <a:pt x="3159963" y="619464"/>
                </a:cubicBezTo>
                <a:cubicBezTo>
                  <a:pt x="3159795" y="619411"/>
                  <a:pt x="3159627" y="619406"/>
                  <a:pt x="3159457" y="619401"/>
                </a:cubicBezTo>
                <a:lnTo>
                  <a:pt x="3158919" y="612725"/>
                </a:lnTo>
                <a:cubicBezTo>
                  <a:pt x="3153860" y="582475"/>
                  <a:pt x="3151410" y="551584"/>
                  <a:pt x="3151452" y="520249"/>
                </a:cubicBezTo>
                <a:cubicBezTo>
                  <a:pt x="3150140" y="514621"/>
                  <a:pt x="3150081" y="508954"/>
                  <a:pt x="3150081" y="503273"/>
                </a:cubicBezTo>
                <a:close/>
                <a:moveTo>
                  <a:pt x="3150081" y="2200098"/>
                </a:moveTo>
                <a:lnTo>
                  <a:pt x="3150675" y="2188658"/>
                </a:lnTo>
                <a:lnTo>
                  <a:pt x="3151173" y="2188691"/>
                </a:lnTo>
                <a:lnTo>
                  <a:pt x="3151199" y="2188197"/>
                </a:lnTo>
                <a:lnTo>
                  <a:pt x="3168287" y="2189820"/>
                </a:lnTo>
                <a:cubicBezTo>
                  <a:pt x="3200672" y="2190347"/>
                  <a:pt x="3232565" y="2193328"/>
                  <a:pt x="3263748" y="2198885"/>
                </a:cubicBezTo>
                <a:cubicBezTo>
                  <a:pt x="3269324" y="2198466"/>
                  <a:pt x="3274652" y="2199414"/>
                  <a:pt x="3279961" y="2200424"/>
                </a:cubicBezTo>
                <a:lnTo>
                  <a:pt x="3280078" y="2201572"/>
                </a:lnTo>
                <a:cubicBezTo>
                  <a:pt x="3638928" y="2260970"/>
                  <a:pt x="3919967" y="2541747"/>
                  <a:pt x="3970244" y="2894613"/>
                </a:cubicBezTo>
                <a:cubicBezTo>
                  <a:pt x="3970411" y="2894666"/>
                  <a:pt x="3970581" y="2894671"/>
                  <a:pt x="3970749" y="2894676"/>
                </a:cubicBezTo>
                <a:lnTo>
                  <a:pt x="3971290" y="2901366"/>
                </a:lnTo>
                <a:cubicBezTo>
                  <a:pt x="3976346" y="2931610"/>
                  <a:pt x="3978796" y="2962495"/>
                  <a:pt x="3978754" y="2993823"/>
                </a:cubicBezTo>
                <a:cubicBezTo>
                  <a:pt x="3980066" y="2999453"/>
                  <a:pt x="3980124" y="3005122"/>
                  <a:pt x="3980124" y="3010804"/>
                </a:cubicBezTo>
                <a:cubicBezTo>
                  <a:pt x="3980124" y="3014626"/>
                  <a:pt x="3980097" y="3018442"/>
                  <a:pt x="3979531" y="3022244"/>
                </a:cubicBezTo>
                <a:lnTo>
                  <a:pt x="3979032" y="3022211"/>
                </a:lnTo>
                <a:lnTo>
                  <a:pt x="3979006" y="3022706"/>
                </a:lnTo>
                <a:lnTo>
                  <a:pt x="3961888" y="3021080"/>
                </a:lnTo>
                <a:cubicBezTo>
                  <a:pt x="3929514" y="3020553"/>
                  <a:pt x="3897633" y="3017572"/>
                  <a:pt x="3866461" y="3012018"/>
                </a:cubicBezTo>
                <a:cubicBezTo>
                  <a:pt x="3860884" y="3012437"/>
                  <a:pt x="3855555" y="3011489"/>
                  <a:pt x="3850245" y="3010478"/>
                </a:cubicBezTo>
                <a:lnTo>
                  <a:pt x="3850129" y="3009330"/>
                </a:lnTo>
                <a:cubicBezTo>
                  <a:pt x="3491277" y="2949931"/>
                  <a:pt x="3210238" y="2669154"/>
                  <a:pt x="3159963" y="2316289"/>
                </a:cubicBezTo>
                <a:cubicBezTo>
                  <a:pt x="3159795" y="2316236"/>
                  <a:pt x="3159627" y="2316231"/>
                  <a:pt x="3159457" y="2316226"/>
                </a:cubicBezTo>
                <a:lnTo>
                  <a:pt x="3158919" y="2309550"/>
                </a:lnTo>
                <a:cubicBezTo>
                  <a:pt x="3153860" y="2279300"/>
                  <a:pt x="3151410" y="2248409"/>
                  <a:pt x="3151452" y="2217074"/>
                </a:cubicBezTo>
                <a:cubicBezTo>
                  <a:pt x="3150140" y="2211446"/>
                  <a:pt x="3150081" y="2205779"/>
                  <a:pt x="3150081" y="2200098"/>
                </a:cubicBezTo>
                <a:close/>
                <a:moveTo>
                  <a:pt x="3150081" y="3896923"/>
                </a:moveTo>
                <a:lnTo>
                  <a:pt x="3150675" y="3885483"/>
                </a:lnTo>
                <a:lnTo>
                  <a:pt x="3151173" y="3885516"/>
                </a:lnTo>
                <a:lnTo>
                  <a:pt x="3151199" y="3885022"/>
                </a:lnTo>
                <a:lnTo>
                  <a:pt x="3168287" y="3886645"/>
                </a:lnTo>
                <a:cubicBezTo>
                  <a:pt x="3200672" y="3887172"/>
                  <a:pt x="3232565" y="3890153"/>
                  <a:pt x="3263748" y="3895710"/>
                </a:cubicBezTo>
                <a:cubicBezTo>
                  <a:pt x="3269324" y="3895291"/>
                  <a:pt x="3274652" y="3896239"/>
                  <a:pt x="3279961" y="3897249"/>
                </a:cubicBezTo>
                <a:lnTo>
                  <a:pt x="3280078" y="3898397"/>
                </a:lnTo>
                <a:cubicBezTo>
                  <a:pt x="3514137" y="3937139"/>
                  <a:pt x="3715094" y="4070062"/>
                  <a:pt x="3840331" y="4255797"/>
                </a:cubicBezTo>
                <a:lnTo>
                  <a:pt x="3868775" y="4305008"/>
                </a:lnTo>
                <a:lnTo>
                  <a:pt x="3717725" y="4305008"/>
                </a:lnTo>
                <a:lnTo>
                  <a:pt x="3665602" y="4241205"/>
                </a:lnTo>
                <a:cubicBezTo>
                  <a:pt x="3568906" y="4136681"/>
                  <a:pt x="3439699" y="4061285"/>
                  <a:pt x="3293448" y="4029853"/>
                </a:cubicBezTo>
                <a:cubicBezTo>
                  <a:pt x="3310695" y="4117553"/>
                  <a:pt x="3344874" y="4199373"/>
                  <a:pt x="3392629" y="4271827"/>
                </a:cubicBezTo>
                <a:lnTo>
                  <a:pt x="3419311" y="4305008"/>
                </a:lnTo>
                <a:lnTo>
                  <a:pt x="3265201" y="4305008"/>
                </a:lnTo>
                <a:lnTo>
                  <a:pt x="3235080" y="4254710"/>
                </a:lnTo>
                <a:cubicBezTo>
                  <a:pt x="3197877" y="4179889"/>
                  <a:pt x="3172145" y="4098618"/>
                  <a:pt x="3159963" y="4013114"/>
                </a:cubicBezTo>
                <a:cubicBezTo>
                  <a:pt x="3159795" y="4013061"/>
                  <a:pt x="3159627" y="4013056"/>
                  <a:pt x="3159457" y="4013051"/>
                </a:cubicBezTo>
                <a:lnTo>
                  <a:pt x="3158919" y="4006375"/>
                </a:lnTo>
                <a:cubicBezTo>
                  <a:pt x="3153860" y="3976125"/>
                  <a:pt x="3151410" y="3945234"/>
                  <a:pt x="3151452" y="3913899"/>
                </a:cubicBezTo>
                <a:cubicBezTo>
                  <a:pt x="3150140" y="3908271"/>
                  <a:pt x="3150081" y="3902604"/>
                  <a:pt x="3150081" y="3896923"/>
                </a:cubicBezTo>
                <a:close/>
                <a:moveTo>
                  <a:pt x="3150079" y="469318"/>
                </a:moveTo>
                <a:cubicBezTo>
                  <a:pt x="3150079" y="463681"/>
                  <a:pt x="3150138" y="458057"/>
                  <a:pt x="3151450" y="452471"/>
                </a:cubicBezTo>
                <a:cubicBezTo>
                  <a:pt x="3151408" y="421389"/>
                  <a:pt x="3153857" y="390746"/>
                  <a:pt x="3158914" y="360740"/>
                </a:cubicBezTo>
                <a:lnTo>
                  <a:pt x="3159454" y="354103"/>
                </a:lnTo>
                <a:cubicBezTo>
                  <a:pt x="3159623" y="354098"/>
                  <a:pt x="3159792" y="354093"/>
                  <a:pt x="3159960" y="354040"/>
                </a:cubicBezTo>
                <a:cubicBezTo>
                  <a:pt x="3173111" y="262463"/>
                  <a:pt x="3202052" y="175780"/>
                  <a:pt x="3244173" y="96778"/>
                </a:cubicBezTo>
                <a:lnTo>
                  <a:pt x="3306807" y="0"/>
                </a:lnTo>
                <a:lnTo>
                  <a:pt x="3475182" y="0"/>
                </a:lnTo>
                <a:lnTo>
                  <a:pt x="3406954" y="76659"/>
                </a:lnTo>
                <a:cubicBezTo>
                  <a:pt x="3351687" y="153496"/>
                  <a:pt x="3312372" y="241952"/>
                  <a:pt x="3293446" y="337433"/>
                </a:cubicBezTo>
                <a:cubicBezTo>
                  <a:pt x="3476486" y="298404"/>
                  <a:pt x="3632827" y="191052"/>
                  <a:pt x="3732420" y="44350"/>
                </a:cubicBezTo>
                <a:lnTo>
                  <a:pt x="3754649" y="0"/>
                </a:lnTo>
                <a:lnTo>
                  <a:pt x="3903287" y="0"/>
                </a:lnTo>
                <a:lnTo>
                  <a:pt x="3851448" y="95636"/>
                </a:lnTo>
                <a:cubicBezTo>
                  <a:pt x="3727674" y="289169"/>
                  <a:pt x="3521481" y="428211"/>
                  <a:pt x="3280075" y="467856"/>
                </a:cubicBezTo>
                <a:lnTo>
                  <a:pt x="3279959" y="468995"/>
                </a:lnTo>
                <a:cubicBezTo>
                  <a:pt x="3274648" y="469998"/>
                  <a:pt x="3269319" y="470939"/>
                  <a:pt x="3263742" y="470523"/>
                </a:cubicBezTo>
                <a:cubicBezTo>
                  <a:pt x="3232570" y="476033"/>
                  <a:pt x="3200690" y="478991"/>
                  <a:pt x="3168316" y="479514"/>
                </a:cubicBezTo>
                <a:lnTo>
                  <a:pt x="3151197" y="481127"/>
                </a:lnTo>
                <a:lnTo>
                  <a:pt x="3151171" y="480636"/>
                </a:lnTo>
                <a:lnTo>
                  <a:pt x="3150672" y="480669"/>
                </a:lnTo>
                <a:cubicBezTo>
                  <a:pt x="3150106" y="476896"/>
                  <a:pt x="3150079" y="473110"/>
                  <a:pt x="3150079" y="469318"/>
                </a:cubicBezTo>
                <a:close/>
                <a:moveTo>
                  <a:pt x="3150079" y="2166144"/>
                </a:moveTo>
                <a:cubicBezTo>
                  <a:pt x="3150079" y="2160506"/>
                  <a:pt x="3150138" y="2154882"/>
                  <a:pt x="3151450" y="2149296"/>
                </a:cubicBezTo>
                <a:cubicBezTo>
                  <a:pt x="3151408" y="2118214"/>
                  <a:pt x="3153857" y="2087572"/>
                  <a:pt x="3158914" y="2057565"/>
                </a:cubicBezTo>
                <a:lnTo>
                  <a:pt x="3159454" y="2050928"/>
                </a:lnTo>
                <a:cubicBezTo>
                  <a:pt x="3159623" y="2050923"/>
                  <a:pt x="3159792" y="2050918"/>
                  <a:pt x="3159960" y="2050865"/>
                </a:cubicBezTo>
                <a:cubicBezTo>
                  <a:pt x="3210236" y="1700770"/>
                  <a:pt x="3491275" y="1422199"/>
                  <a:pt x="3850126" y="1363267"/>
                </a:cubicBezTo>
                <a:lnTo>
                  <a:pt x="3850243" y="1362128"/>
                </a:lnTo>
                <a:cubicBezTo>
                  <a:pt x="3855551" y="1361126"/>
                  <a:pt x="3860879" y="1360185"/>
                  <a:pt x="3866455" y="1360601"/>
                </a:cubicBezTo>
                <a:cubicBezTo>
                  <a:pt x="3897639" y="1355088"/>
                  <a:pt x="3929531" y="1352130"/>
                  <a:pt x="3961917" y="1351607"/>
                </a:cubicBezTo>
                <a:lnTo>
                  <a:pt x="3979004" y="1349997"/>
                </a:lnTo>
                <a:lnTo>
                  <a:pt x="3979030" y="1350487"/>
                </a:lnTo>
                <a:lnTo>
                  <a:pt x="3979528" y="1350455"/>
                </a:lnTo>
                <a:lnTo>
                  <a:pt x="3980122" y="1361805"/>
                </a:lnTo>
                <a:cubicBezTo>
                  <a:pt x="3980122" y="1367441"/>
                  <a:pt x="3980064" y="1373063"/>
                  <a:pt x="3978752" y="1378647"/>
                </a:cubicBezTo>
                <a:cubicBezTo>
                  <a:pt x="3978794" y="1409736"/>
                  <a:pt x="3976343" y="1440385"/>
                  <a:pt x="3971285" y="1470397"/>
                </a:cubicBezTo>
                <a:lnTo>
                  <a:pt x="3970746" y="1477021"/>
                </a:lnTo>
                <a:cubicBezTo>
                  <a:pt x="3970577" y="1477026"/>
                  <a:pt x="3970408" y="1477030"/>
                  <a:pt x="3970241" y="1477083"/>
                </a:cubicBezTo>
                <a:cubicBezTo>
                  <a:pt x="3919965" y="1827177"/>
                  <a:pt x="3638926" y="2105749"/>
                  <a:pt x="3280075" y="2164681"/>
                </a:cubicBezTo>
                <a:lnTo>
                  <a:pt x="3279959" y="2165820"/>
                </a:lnTo>
                <a:cubicBezTo>
                  <a:pt x="3274648" y="2166823"/>
                  <a:pt x="3269319" y="2167764"/>
                  <a:pt x="3263742" y="2167348"/>
                </a:cubicBezTo>
                <a:cubicBezTo>
                  <a:pt x="3232570" y="2172858"/>
                  <a:pt x="3200690" y="2175816"/>
                  <a:pt x="3168316" y="2176339"/>
                </a:cubicBezTo>
                <a:lnTo>
                  <a:pt x="3151197" y="2177952"/>
                </a:lnTo>
                <a:lnTo>
                  <a:pt x="3151171" y="2177461"/>
                </a:lnTo>
                <a:lnTo>
                  <a:pt x="3150672" y="2177494"/>
                </a:lnTo>
                <a:cubicBezTo>
                  <a:pt x="3150106" y="2173722"/>
                  <a:pt x="3150079" y="2169936"/>
                  <a:pt x="3150079" y="2166144"/>
                </a:cubicBezTo>
                <a:close/>
                <a:moveTo>
                  <a:pt x="3150079" y="3862969"/>
                </a:moveTo>
                <a:cubicBezTo>
                  <a:pt x="3150079" y="3857331"/>
                  <a:pt x="3150138" y="3851707"/>
                  <a:pt x="3151450" y="3846121"/>
                </a:cubicBezTo>
                <a:cubicBezTo>
                  <a:pt x="3151408" y="3815039"/>
                  <a:pt x="3153857" y="3784397"/>
                  <a:pt x="3158914" y="3754390"/>
                </a:cubicBezTo>
                <a:lnTo>
                  <a:pt x="3159454" y="3747753"/>
                </a:lnTo>
                <a:cubicBezTo>
                  <a:pt x="3159623" y="3747748"/>
                  <a:pt x="3159792" y="3747743"/>
                  <a:pt x="3159960" y="3747690"/>
                </a:cubicBezTo>
                <a:cubicBezTo>
                  <a:pt x="3210236" y="3397595"/>
                  <a:pt x="3491275" y="3119024"/>
                  <a:pt x="3850126" y="3060092"/>
                </a:cubicBezTo>
                <a:lnTo>
                  <a:pt x="3850243" y="3058953"/>
                </a:lnTo>
                <a:cubicBezTo>
                  <a:pt x="3855551" y="3057951"/>
                  <a:pt x="3860879" y="3057010"/>
                  <a:pt x="3866455" y="3057426"/>
                </a:cubicBezTo>
                <a:cubicBezTo>
                  <a:pt x="3897639" y="3051913"/>
                  <a:pt x="3929531" y="3048955"/>
                  <a:pt x="3961917" y="3048432"/>
                </a:cubicBezTo>
                <a:lnTo>
                  <a:pt x="3979004" y="3046822"/>
                </a:lnTo>
                <a:lnTo>
                  <a:pt x="3979030" y="3047312"/>
                </a:lnTo>
                <a:lnTo>
                  <a:pt x="3979528" y="3047280"/>
                </a:lnTo>
                <a:lnTo>
                  <a:pt x="3980122" y="3058630"/>
                </a:lnTo>
                <a:cubicBezTo>
                  <a:pt x="3980122" y="3064266"/>
                  <a:pt x="3980064" y="3069889"/>
                  <a:pt x="3978752" y="3075472"/>
                </a:cubicBezTo>
                <a:cubicBezTo>
                  <a:pt x="3978794" y="3106561"/>
                  <a:pt x="3976343" y="3137210"/>
                  <a:pt x="3971285" y="3167222"/>
                </a:cubicBezTo>
                <a:lnTo>
                  <a:pt x="3970746" y="3173846"/>
                </a:lnTo>
                <a:cubicBezTo>
                  <a:pt x="3970577" y="3173851"/>
                  <a:pt x="3970408" y="3173856"/>
                  <a:pt x="3970241" y="3173908"/>
                </a:cubicBezTo>
                <a:cubicBezTo>
                  <a:pt x="3919965" y="3524002"/>
                  <a:pt x="3638926" y="3802574"/>
                  <a:pt x="3280075" y="3861506"/>
                </a:cubicBezTo>
                <a:lnTo>
                  <a:pt x="3279959" y="3862645"/>
                </a:lnTo>
                <a:cubicBezTo>
                  <a:pt x="3274648" y="3863648"/>
                  <a:pt x="3269319" y="3864589"/>
                  <a:pt x="3263742" y="3864173"/>
                </a:cubicBezTo>
                <a:cubicBezTo>
                  <a:pt x="3232570" y="3869683"/>
                  <a:pt x="3200690" y="3872641"/>
                  <a:pt x="3168316" y="3873164"/>
                </a:cubicBezTo>
                <a:lnTo>
                  <a:pt x="3151197" y="3874777"/>
                </a:lnTo>
                <a:lnTo>
                  <a:pt x="3151171" y="3874286"/>
                </a:lnTo>
                <a:lnTo>
                  <a:pt x="3150672" y="3874319"/>
                </a:lnTo>
                <a:cubicBezTo>
                  <a:pt x="3150106" y="3870547"/>
                  <a:pt x="3150079" y="3866761"/>
                  <a:pt x="3150079" y="3862969"/>
                </a:cubicBezTo>
                <a:close/>
                <a:moveTo>
                  <a:pt x="2442890" y="1181049"/>
                </a:moveTo>
                <a:cubicBezTo>
                  <a:pt x="2718080" y="1121906"/>
                  <a:pt x="2932923" y="907109"/>
                  <a:pt x="2986199" y="636203"/>
                </a:cubicBezTo>
                <a:cubicBezTo>
                  <a:pt x="2711009" y="695346"/>
                  <a:pt x="2496165" y="910143"/>
                  <a:pt x="2442890" y="1181049"/>
                </a:cubicBezTo>
                <a:close/>
                <a:moveTo>
                  <a:pt x="2442890" y="1493690"/>
                </a:moveTo>
                <a:cubicBezTo>
                  <a:pt x="2496166" y="1762469"/>
                  <a:pt x="2711009" y="1975579"/>
                  <a:pt x="2986199" y="2034258"/>
                </a:cubicBezTo>
                <a:cubicBezTo>
                  <a:pt x="2932924" y="1765479"/>
                  <a:pt x="2718080" y="1552369"/>
                  <a:pt x="2442890" y="1493690"/>
                </a:cubicBezTo>
                <a:close/>
                <a:moveTo>
                  <a:pt x="2442890" y="2877874"/>
                </a:moveTo>
                <a:cubicBezTo>
                  <a:pt x="2718080" y="2818731"/>
                  <a:pt x="2932923" y="2603934"/>
                  <a:pt x="2986199" y="2333028"/>
                </a:cubicBezTo>
                <a:cubicBezTo>
                  <a:pt x="2711009" y="2392171"/>
                  <a:pt x="2496165" y="2606968"/>
                  <a:pt x="2442890" y="2877874"/>
                </a:cubicBezTo>
                <a:close/>
                <a:moveTo>
                  <a:pt x="2442890" y="3190516"/>
                </a:moveTo>
                <a:cubicBezTo>
                  <a:pt x="2496166" y="3459294"/>
                  <a:pt x="2711009" y="3672404"/>
                  <a:pt x="2986199" y="3731083"/>
                </a:cubicBezTo>
                <a:cubicBezTo>
                  <a:pt x="2932924" y="3462304"/>
                  <a:pt x="2718080" y="3249194"/>
                  <a:pt x="2442890" y="3190516"/>
                </a:cubicBezTo>
                <a:close/>
                <a:moveTo>
                  <a:pt x="2410871" y="4305008"/>
                </a:moveTo>
                <a:lnTo>
                  <a:pt x="2439316" y="4255797"/>
                </a:lnTo>
                <a:cubicBezTo>
                  <a:pt x="2564553" y="4070062"/>
                  <a:pt x="2765510" y="3937139"/>
                  <a:pt x="2999569" y="3898397"/>
                </a:cubicBezTo>
                <a:lnTo>
                  <a:pt x="2999686" y="3897249"/>
                </a:lnTo>
                <a:cubicBezTo>
                  <a:pt x="3004995" y="3896239"/>
                  <a:pt x="3010323" y="3895291"/>
                  <a:pt x="3015899" y="3895710"/>
                </a:cubicBezTo>
                <a:cubicBezTo>
                  <a:pt x="3047082" y="3890153"/>
                  <a:pt x="3078975" y="3887172"/>
                  <a:pt x="3111360" y="3886645"/>
                </a:cubicBezTo>
                <a:lnTo>
                  <a:pt x="3128448" y="3885022"/>
                </a:lnTo>
                <a:lnTo>
                  <a:pt x="3128474" y="3885516"/>
                </a:lnTo>
                <a:lnTo>
                  <a:pt x="3128972" y="3885483"/>
                </a:lnTo>
                <a:lnTo>
                  <a:pt x="3129566" y="3896923"/>
                </a:lnTo>
                <a:cubicBezTo>
                  <a:pt x="3129566" y="3902604"/>
                  <a:pt x="3129507" y="3908271"/>
                  <a:pt x="3128195" y="3913899"/>
                </a:cubicBezTo>
                <a:cubicBezTo>
                  <a:pt x="3128237" y="3945234"/>
                  <a:pt x="3125787" y="3976125"/>
                  <a:pt x="3120728" y="4006375"/>
                </a:cubicBezTo>
                <a:lnTo>
                  <a:pt x="3120190" y="4013051"/>
                </a:lnTo>
                <a:cubicBezTo>
                  <a:pt x="3120020" y="4013056"/>
                  <a:pt x="3119852" y="4013061"/>
                  <a:pt x="3119684" y="4013114"/>
                </a:cubicBezTo>
                <a:cubicBezTo>
                  <a:pt x="3107502" y="4098618"/>
                  <a:pt x="3081770" y="4179889"/>
                  <a:pt x="3044567" y="4254710"/>
                </a:cubicBezTo>
                <a:lnTo>
                  <a:pt x="3014445" y="4305008"/>
                </a:lnTo>
                <a:lnTo>
                  <a:pt x="2860336" y="4305008"/>
                </a:lnTo>
                <a:lnTo>
                  <a:pt x="2887018" y="4271827"/>
                </a:lnTo>
                <a:cubicBezTo>
                  <a:pt x="2934773" y="4199373"/>
                  <a:pt x="2968952" y="4117553"/>
                  <a:pt x="2986199" y="4029853"/>
                </a:cubicBezTo>
                <a:cubicBezTo>
                  <a:pt x="2839947" y="4061285"/>
                  <a:pt x="2710740" y="4136681"/>
                  <a:pt x="2614045" y="4241205"/>
                </a:cubicBezTo>
                <a:lnTo>
                  <a:pt x="2561922" y="4305008"/>
                </a:lnTo>
                <a:close/>
                <a:moveTo>
                  <a:pt x="2376360" y="0"/>
                </a:moveTo>
                <a:lnTo>
                  <a:pt x="2524998" y="0"/>
                </a:lnTo>
                <a:lnTo>
                  <a:pt x="2547226" y="44350"/>
                </a:lnTo>
                <a:cubicBezTo>
                  <a:pt x="2646819" y="191052"/>
                  <a:pt x="2803160" y="298404"/>
                  <a:pt x="2986199" y="337433"/>
                </a:cubicBezTo>
                <a:cubicBezTo>
                  <a:pt x="2967274" y="241952"/>
                  <a:pt x="2927959" y="153496"/>
                  <a:pt x="2872691" y="76659"/>
                </a:cubicBezTo>
                <a:lnTo>
                  <a:pt x="2804464" y="0"/>
                </a:lnTo>
                <a:lnTo>
                  <a:pt x="2972839" y="0"/>
                </a:lnTo>
                <a:lnTo>
                  <a:pt x="3035473" y="96778"/>
                </a:lnTo>
                <a:cubicBezTo>
                  <a:pt x="3077594" y="175780"/>
                  <a:pt x="3106535" y="262463"/>
                  <a:pt x="3119686" y="354040"/>
                </a:cubicBezTo>
                <a:cubicBezTo>
                  <a:pt x="3119853" y="354093"/>
                  <a:pt x="3120023" y="354098"/>
                  <a:pt x="3120191" y="354103"/>
                </a:cubicBezTo>
                <a:lnTo>
                  <a:pt x="3120732" y="360740"/>
                </a:lnTo>
                <a:cubicBezTo>
                  <a:pt x="3125788" y="390746"/>
                  <a:pt x="3128238" y="421389"/>
                  <a:pt x="3128196" y="452471"/>
                </a:cubicBezTo>
                <a:cubicBezTo>
                  <a:pt x="3129508" y="458057"/>
                  <a:pt x="3129566" y="463681"/>
                  <a:pt x="3129566" y="469318"/>
                </a:cubicBezTo>
                <a:cubicBezTo>
                  <a:pt x="3129566" y="473110"/>
                  <a:pt x="3129539" y="476896"/>
                  <a:pt x="3128973" y="480669"/>
                </a:cubicBezTo>
                <a:lnTo>
                  <a:pt x="3128474" y="480636"/>
                </a:lnTo>
                <a:lnTo>
                  <a:pt x="3128448" y="481127"/>
                </a:lnTo>
                <a:lnTo>
                  <a:pt x="3111330" y="479514"/>
                </a:lnTo>
                <a:cubicBezTo>
                  <a:pt x="3078956" y="478991"/>
                  <a:pt x="3047075" y="476033"/>
                  <a:pt x="3015903" y="470523"/>
                </a:cubicBezTo>
                <a:cubicBezTo>
                  <a:pt x="3010326" y="470939"/>
                  <a:pt x="3004997" y="469998"/>
                  <a:pt x="2999687" y="468995"/>
                </a:cubicBezTo>
                <a:lnTo>
                  <a:pt x="2999571" y="467856"/>
                </a:lnTo>
                <a:cubicBezTo>
                  <a:pt x="2758165" y="428211"/>
                  <a:pt x="2551973" y="289169"/>
                  <a:pt x="2428199" y="95636"/>
                </a:cubicBezTo>
                <a:close/>
                <a:moveTo>
                  <a:pt x="2299523" y="1313979"/>
                </a:moveTo>
                <a:cubicBezTo>
                  <a:pt x="2299523" y="1308297"/>
                  <a:pt x="2299582" y="1302628"/>
                  <a:pt x="2300894" y="1296998"/>
                </a:cubicBezTo>
                <a:cubicBezTo>
                  <a:pt x="2300852" y="1265670"/>
                  <a:pt x="2303301" y="1234785"/>
                  <a:pt x="2308358" y="1204541"/>
                </a:cubicBezTo>
                <a:lnTo>
                  <a:pt x="2308898" y="1197851"/>
                </a:lnTo>
                <a:cubicBezTo>
                  <a:pt x="2309067" y="1197846"/>
                  <a:pt x="2309236" y="1197841"/>
                  <a:pt x="2309404" y="1197788"/>
                </a:cubicBezTo>
                <a:cubicBezTo>
                  <a:pt x="2359680" y="844922"/>
                  <a:pt x="2640719" y="564145"/>
                  <a:pt x="2999570" y="504747"/>
                </a:cubicBezTo>
                <a:lnTo>
                  <a:pt x="2999687" y="503599"/>
                </a:lnTo>
                <a:cubicBezTo>
                  <a:pt x="3004995" y="502589"/>
                  <a:pt x="3010323" y="501641"/>
                  <a:pt x="3015899" y="502060"/>
                </a:cubicBezTo>
                <a:cubicBezTo>
                  <a:pt x="3047083" y="496503"/>
                  <a:pt x="3078975" y="493522"/>
                  <a:pt x="3111361" y="492995"/>
                </a:cubicBezTo>
                <a:lnTo>
                  <a:pt x="3128448" y="491372"/>
                </a:lnTo>
                <a:lnTo>
                  <a:pt x="3128474" y="491866"/>
                </a:lnTo>
                <a:lnTo>
                  <a:pt x="3128972" y="491833"/>
                </a:lnTo>
                <a:lnTo>
                  <a:pt x="3129566" y="503273"/>
                </a:lnTo>
                <a:cubicBezTo>
                  <a:pt x="3129566" y="508954"/>
                  <a:pt x="3129508" y="514621"/>
                  <a:pt x="3128196" y="520249"/>
                </a:cubicBezTo>
                <a:cubicBezTo>
                  <a:pt x="3128238" y="551584"/>
                  <a:pt x="3125787" y="582475"/>
                  <a:pt x="3120729" y="612725"/>
                </a:cubicBezTo>
                <a:lnTo>
                  <a:pt x="3120190" y="619401"/>
                </a:lnTo>
                <a:cubicBezTo>
                  <a:pt x="3120021" y="619406"/>
                  <a:pt x="3119852" y="619411"/>
                  <a:pt x="3119685" y="619464"/>
                </a:cubicBezTo>
                <a:cubicBezTo>
                  <a:pt x="3069409" y="972329"/>
                  <a:pt x="2788370" y="1253106"/>
                  <a:pt x="2429519" y="1312505"/>
                </a:cubicBezTo>
                <a:lnTo>
                  <a:pt x="2429403" y="1313653"/>
                </a:lnTo>
                <a:cubicBezTo>
                  <a:pt x="2424092" y="1314664"/>
                  <a:pt x="2418763" y="1315612"/>
                  <a:pt x="2413186" y="1315193"/>
                </a:cubicBezTo>
                <a:cubicBezTo>
                  <a:pt x="2382014" y="1320747"/>
                  <a:pt x="2350134" y="1323728"/>
                  <a:pt x="2317760" y="1324255"/>
                </a:cubicBezTo>
                <a:lnTo>
                  <a:pt x="2300641" y="1325881"/>
                </a:lnTo>
                <a:lnTo>
                  <a:pt x="2300615" y="1325386"/>
                </a:lnTo>
                <a:lnTo>
                  <a:pt x="2300116" y="1325419"/>
                </a:lnTo>
                <a:cubicBezTo>
                  <a:pt x="2299550" y="1321617"/>
                  <a:pt x="2299523" y="1317801"/>
                  <a:pt x="2299523" y="1313979"/>
                </a:cubicBezTo>
                <a:close/>
                <a:moveTo>
                  <a:pt x="2299523" y="1361805"/>
                </a:moveTo>
                <a:lnTo>
                  <a:pt x="2300117" y="1350455"/>
                </a:lnTo>
                <a:lnTo>
                  <a:pt x="2300615" y="1350487"/>
                </a:lnTo>
                <a:lnTo>
                  <a:pt x="2300641" y="1349997"/>
                </a:lnTo>
                <a:lnTo>
                  <a:pt x="2317729" y="1351607"/>
                </a:lnTo>
                <a:cubicBezTo>
                  <a:pt x="2350114" y="1352130"/>
                  <a:pt x="2382007" y="1355088"/>
                  <a:pt x="2413190" y="1360601"/>
                </a:cubicBezTo>
                <a:cubicBezTo>
                  <a:pt x="2418766" y="1360185"/>
                  <a:pt x="2424094" y="1361126"/>
                  <a:pt x="2429403" y="1362128"/>
                </a:cubicBezTo>
                <a:lnTo>
                  <a:pt x="2429520" y="1363267"/>
                </a:lnTo>
                <a:cubicBezTo>
                  <a:pt x="2788370" y="1422199"/>
                  <a:pt x="3069409" y="1700770"/>
                  <a:pt x="3119686" y="2050865"/>
                </a:cubicBezTo>
                <a:cubicBezTo>
                  <a:pt x="3119853" y="2050918"/>
                  <a:pt x="3120023" y="2050923"/>
                  <a:pt x="3120191" y="2050928"/>
                </a:cubicBezTo>
                <a:lnTo>
                  <a:pt x="3120732" y="2057565"/>
                </a:lnTo>
                <a:cubicBezTo>
                  <a:pt x="3125788" y="2087572"/>
                  <a:pt x="3128238" y="2118214"/>
                  <a:pt x="3128196" y="2149296"/>
                </a:cubicBezTo>
                <a:cubicBezTo>
                  <a:pt x="3129508" y="2154882"/>
                  <a:pt x="3129566" y="2160506"/>
                  <a:pt x="3129566" y="2166144"/>
                </a:cubicBezTo>
                <a:cubicBezTo>
                  <a:pt x="3129566" y="2169936"/>
                  <a:pt x="3129539" y="2173722"/>
                  <a:pt x="3128973" y="2177494"/>
                </a:cubicBezTo>
                <a:lnTo>
                  <a:pt x="3128474" y="2177461"/>
                </a:lnTo>
                <a:lnTo>
                  <a:pt x="3128448" y="2177952"/>
                </a:lnTo>
                <a:lnTo>
                  <a:pt x="3111330" y="2176339"/>
                </a:lnTo>
                <a:cubicBezTo>
                  <a:pt x="3078956" y="2175816"/>
                  <a:pt x="3047075" y="2172858"/>
                  <a:pt x="3015903" y="2167348"/>
                </a:cubicBezTo>
                <a:cubicBezTo>
                  <a:pt x="3010326" y="2167764"/>
                  <a:pt x="3004997" y="2166823"/>
                  <a:pt x="2999687" y="2165820"/>
                </a:cubicBezTo>
                <a:lnTo>
                  <a:pt x="2999571" y="2164681"/>
                </a:lnTo>
                <a:cubicBezTo>
                  <a:pt x="2640719" y="2105749"/>
                  <a:pt x="2359680" y="1827177"/>
                  <a:pt x="2309405" y="1477083"/>
                </a:cubicBezTo>
                <a:cubicBezTo>
                  <a:pt x="2309237" y="1477030"/>
                  <a:pt x="2309069" y="1477026"/>
                  <a:pt x="2308899" y="1477021"/>
                </a:cubicBezTo>
                <a:lnTo>
                  <a:pt x="2308361" y="1470397"/>
                </a:lnTo>
                <a:cubicBezTo>
                  <a:pt x="2303302" y="1440385"/>
                  <a:pt x="2300852" y="1409736"/>
                  <a:pt x="2300894" y="1378647"/>
                </a:cubicBezTo>
                <a:cubicBezTo>
                  <a:pt x="2299582" y="1373063"/>
                  <a:pt x="2299523" y="1367441"/>
                  <a:pt x="2299523" y="1361805"/>
                </a:cubicBezTo>
                <a:close/>
                <a:moveTo>
                  <a:pt x="2299523" y="3010804"/>
                </a:moveTo>
                <a:cubicBezTo>
                  <a:pt x="2299523" y="3005122"/>
                  <a:pt x="2299582" y="2999453"/>
                  <a:pt x="2300894" y="2993823"/>
                </a:cubicBezTo>
                <a:cubicBezTo>
                  <a:pt x="2300852" y="2962495"/>
                  <a:pt x="2303301" y="2931610"/>
                  <a:pt x="2308358" y="2901366"/>
                </a:cubicBezTo>
                <a:lnTo>
                  <a:pt x="2308898" y="2894676"/>
                </a:lnTo>
                <a:cubicBezTo>
                  <a:pt x="2309067" y="2894671"/>
                  <a:pt x="2309236" y="2894666"/>
                  <a:pt x="2309404" y="2894613"/>
                </a:cubicBezTo>
                <a:cubicBezTo>
                  <a:pt x="2359680" y="2541747"/>
                  <a:pt x="2640719" y="2260970"/>
                  <a:pt x="2999570" y="2201572"/>
                </a:cubicBezTo>
                <a:lnTo>
                  <a:pt x="2999687" y="2200424"/>
                </a:lnTo>
                <a:cubicBezTo>
                  <a:pt x="3004995" y="2199414"/>
                  <a:pt x="3010323" y="2198466"/>
                  <a:pt x="3015899" y="2198885"/>
                </a:cubicBezTo>
                <a:cubicBezTo>
                  <a:pt x="3047083" y="2193328"/>
                  <a:pt x="3078975" y="2190347"/>
                  <a:pt x="3111361" y="2189820"/>
                </a:cubicBezTo>
                <a:lnTo>
                  <a:pt x="3128448" y="2188197"/>
                </a:lnTo>
                <a:lnTo>
                  <a:pt x="3128474" y="2188691"/>
                </a:lnTo>
                <a:lnTo>
                  <a:pt x="3128972" y="2188658"/>
                </a:lnTo>
                <a:lnTo>
                  <a:pt x="3129566" y="2200098"/>
                </a:lnTo>
                <a:cubicBezTo>
                  <a:pt x="3129566" y="2205779"/>
                  <a:pt x="3129508" y="2211446"/>
                  <a:pt x="3128196" y="2217074"/>
                </a:cubicBezTo>
                <a:cubicBezTo>
                  <a:pt x="3128238" y="2248409"/>
                  <a:pt x="3125787" y="2279300"/>
                  <a:pt x="3120729" y="2309550"/>
                </a:cubicBezTo>
                <a:lnTo>
                  <a:pt x="3120190" y="2316226"/>
                </a:lnTo>
                <a:cubicBezTo>
                  <a:pt x="3120021" y="2316231"/>
                  <a:pt x="3119852" y="2316236"/>
                  <a:pt x="3119685" y="2316289"/>
                </a:cubicBezTo>
                <a:cubicBezTo>
                  <a:pt x="3069409" y="2669154"/>
                  <a:pt x="2788370" y="2949931"/>
                  <a:pt x="2429519" y="3009330"/>
                </a:cubicBezTo>
                <a:lnTo>
                  <a:pt x="2429403" y="3010478"/>
                </a:lnTo>
                <a:cubicBezTo>
                  <a:pt x="2424092" y="3011489"/>
                  <a:pt x="2418763" y="3012437"/>
                  <a:pt x="2413186" y="3012018"/>
                </a:cubicBezTo>
                <a:cubicBezTo>
                  <a:pt x="2382014" y="3017572"/>
                  <a:pt x="2350134" y="3020553"/>
                  <a:pt x="2317760" y="3021080"/>
                </a:cubicBezTo>
                <a:lnTo>
                  <a:pt x="2300641" y="3022706"/>
                </a:lnTo>
                <a:lnTo>
                  <a:pt x="2300615" y="3022211"/>
                </a:lnTo>
                <a:lnTo>
                  <a:pt x="2300116" y="3022244"/>
                </a:lnTo>
                <a:cubicBezTo>
                  <a:pt x="2299550" y="3018442"/>
                  <a:pt x="2299523" y="3014626"/>
                  <a:pt x="2299523" y="3010804"/>
                </a:cubicBezTo>
                <a:close/>
                <a:moveTo>
                  <a:pt x="2299523" y="3058630"/>
                </a:moveTo>
                <a:lnTo>
                  <a:pt x="2300117" y="3047280"/>
                </a:lnTo>
                <a:lnTo>
                  <a:pt x="2300615" y="3047312"/>
                </a:lnTo>
                <a:lnTo>
                  <a:pt x="2300641" y="3046822"/>
                </a:lnTo>
                <a:lnTo>
                  <a:pt x="2317729" y="3048432"/>
                </a:lnTo>
                <a:cubicBezTo>
                  <a:pt x="2350114" y="3048955"/>
                  <a:pt x="2382007" y="3051913"/>
                  <a:pt x="2413190" y="3057426"/>
                </a:cubicBezTo>
                <a:cubicBezTo>
                  <a:pt x="2418766" y="3057010"/>
                  <a:pt x="2424094" y="3057951"/>
                  <a:pt x="2429403" y="3058953"/>
                </a:cubicBezTo>
                <a:lnTo>
                  <a:pt x="2429520" y="3060092"/>
                </a:lnTo>
                <a:cubicBezTo>
                  <a:pt x="2788370" y="3119024"/>
                  <a:pt x="3069409" y="3397595"/>
                  <a:pt x="3119686" y="3747690"/>
                </a:cubicBezTo>
                <a:cubicBezTo>
                  <a:pt x="3119853" y="3747743"/>
                  <a:pt x="3120023" y="3747748"/>
                  <a:pt x="3120191" y="3747753"/>
                </a:cubicBezTo>
                <a:lnTo>
                  <a:pt x="3120732" y="3754390"/>
                </a:lnTo>
                <a:cubicBezTo>
                  <a:pt x="3125788" y="3784397"/>
                  <a:pt x="3128238" y="3815039"/>
                  <a:pt x="3128196" y="3846121"/>
                </a:cubicBezTo>
                <a:cubicBezTo>
                  <a:pt x="3129508" y="3851707"/>
                  <a:pt x="3129566" y="3857331"/>
                  <a:pt x="3129566" y="3862969"/>
                </a:cubicBezTo>
                <a:cubicBezTo>
                  <a:pt x="3129566" y="3866761"/>
                  <a:pt x="3129539" y="3870547"/>
                  <a:pt x="3128973" y="3874319"/>
                </a:cubicBezTo>
                <a:lnTo>
                  <a:pt x="3128474" y="3874286"/>
                </a:lnTo>
                <a:lnTo>
                  <a:pt x="3128448" y="3874777"/>
                </a:lnTo>
                <a:lnTo>
                  <a:pt x="3111330" y="3873164"/>
                </a:lnTo>
                <a:cubicBezTo>
                  <a:pt x="3078956" y="3872641"/>
                  <a:pt x="3047075" y="3869683"/>
                  <a:pt x="3015903" y="3864173"/>
                </a:cubicBezTo>
                <a:cubicBezTo>
                  <a:pt x="3010326" y="3864589"/>
                  <a:pt x="3004997" y="3863648"/>
                  <a:pt x="2999687" y="3862645"/>
                </a:cubicBezTo>
                <a:lnTo>
                  <a:pt x="2999571" y="3861506"/>
                </a:lnTo>
                <a:cubicBezTo>
                  <a:pt x="2640719" y="3802574"/>
                  <a:pt x="2359680" y="3524002"/>
                  <a:pt x="2309405" y="3173908"/>
                </a:cubicBezTo>
                <a:cubicBezTo>
                  <a:pt x="2309237" y="3173856"/>
                  <a:pt x="2309069" y="3173851"/>
                  <a:pt x="2308899" y="3173846"/>
                </a:cubicBezTo>
                <a:lnTo>
                  <a:pt x="2308361" y="3167222"/>
                </a:lnTo>
                <a:cubicBezTo>
                  <a:pt x="2303302" y="3137210"/>
                  <a:pt x="2300852" y="3106561"/>
                  <a:pt x="2300894" y="3075472"/>
                </a:cubicBezTo>
                <a:cubicBezTo>
                  <a:pt x="2299582" y="3069889"/>
                  <a:pt x="2299523" y="3064266"/>
                  <a:pt x="2299523" y="3058630"/>
                </a:cubicBezTo>
                <a:close/>
                <a:moveTo>
                  <a:pt x="1601297" y="636203"/>
                </a:moveTo>
                <a:cubicBezTo>
                  <a:pt x="1654573" y="907109"/>
                  <a:pt x="1869416" y="1121906"/>
                  <a:pt x="2144606" y="1181049"/>
                </a:cubicBezTo>
                <a:cubicBezTo>
                  <a:pt x="2091331" y="910143"/>
                  <a:pt x="1876487" y="695346"/>
                  <a:pt x="1601297" y="636203"/>
                </a:cubicBezTo>
                <a:close/>
                <a:moveTo>
                  <a:pt x="1601297" y="2333028"/>
                </a:moveTo>
                <a:cubicBezTo>
                  <a:pt x="1654573" y="2603934"/>
                  <a:pt x="1869416" y="2818731"/>
                  <a:pt x="2144606" y="2877874"/>
                </a:cubicBezTo>
                <a:cubicBezTo>
                  <a:pt x="2091331" y="2606968"/>
                  <a:pt x="1876487" y="2392171"/>
                  <a:pt x="1601297" y="2333028"/>
                </a:cubicBezTo>
                <a:close/>
                <a:moveTo>
                  <a:pt x="1601295" y="2034258"/>
                </a:moveTo>
                <a:cubicBezTo>
                  <a:pt x="1876485" y="1975579"/>
                  <a:pt x="2091328" y="1762469"/>
                  <a:pt x="2144604" y="1493690"/>
                </a:cubicBezTo>
                <a:cubicBezTo>
                  <a:pt x="1869414" y="1552369"/>
                  <a:pt x="1654570" y="1765479"/>
                  <a:pt x="1601295" y="2034258"/>
                </a:cubicBezTo>
                <a:close/>
                <a:moveTo>
                  <a:pt x="1601295" y="3731083"/>
                </a:moveTo>
                <a:cubicBezTo>
                  <a:pt x="1876485" y="3672404"/>
                  <a:pt x="2091328" y="3459294"/>
                  <a:pt x="2144604" y="3190516"/>
                </a:cubicBezTo>
                <a:cubicBezTo>
                  <a:pt x="1869414" y="3249194"/>
                  <a:pt x="1654570" y="3462304"/>
                  <a:pt x="1601295" y="3731083"/>
                </a:cubicBezTo>
                <a:close/>
                <a:moveTo>
                  <a:pt x="1457930" y="503273"/>
                </a:moveTo>
                <a:lnTo>
                  <a:pt x="1458524" y="491833"/>
                </a:lnTo>
                <a:lnTo>
                  <a:pt x="1459022" y="491866"/>
                </a:lnTo>
                <a:lnTo>
                  <a:pt x="1459048" y="491372"/>
                </a:lnTo>
                <a:lnTo>
                  <a:pt x="1476135" y="492995"/>
                </a:lnTo>
                <a:cubicBezTo>
                  <a:pt x="1508521" y="493522"/>
                  <a:pt x="1540413" y="496503"/>
                  <a:pt x="1571597" y="502060"/>
                </a:cubicBezTo>
                <a:cubicBezTo>
                  <a:pt x="1577173" y="501641"/>
                  <a:pt x="1582501" y="502589"/>
                  <a:pt x="1587809" y="503599"/>
                </a:cubicBezTo>
                <a:lnTo>
                  <a:pt x="1587926" y="504747"/>
                </a:lnTo>
                <a:cubicBezTo>
                  <a:pt x="1946777" y="564145"/>
                  <a:pt x="2227816" y="844922"/>
                  <a:pt x="2278092" y="1197788"/>
                </a:cubicBezTo>
                <a:cubicBezTo>
                  <a:pt x="2278260" y="1197841"/>
                  <a:pt x="2278429" y="1197846"/>
                  <a:pt x="2278598" y="1197851"/>
                </a:cubicBezTo>
                <a:lnTo>
                  <a:pt x="2279138" y="1204541"/>
                </a:lnTo>
                <a:cubicBezTo>
                  <a:pt x="2284195" y="1234785"/>
                  <a:pt x="2286644" y="1265670"/>
                  <a:pt x="2286602" y="1296998"/>
                </a:cubicBezTo>
                <a:cubicBezTo>
                  <a:pt x="2287914" y="1302628"/>
                  <a:pt x="2287973" y="1308297"/>
                  <a:pt x="2287973" y="1313979"/>
                </a:cubicBezTo>
                <a:cubicBezTo>
                  <a:pt x="2287973" y="1317801"/>
                  <a:pt x="2287946" y="1321617"/>
                  <a:pt x="2287380" y="1325419"/>
                </a:cubicBezTo>
                <a:lnTo>
                  <a:pt x="2286881" y="1325386"/>
                </a:lnTo>
                <a:lnTo>
                  <a:pt x="2286855" y="1325881"/>
                </a:lnTo>
                <a:lnTo>
                  <a:pt x="2269736" y="1324255"/>
                </a:lnTo>
                <a:cubicBezTo>
                  <a:pt x="2237362" y="1323728"/>
                  <a:pt x="2205482" y="1320747"/>
                  <a:pt x="2174310" y="1315193"/>
                </a:cubicBezTo>
                <a:cubicBezTo>
                  <a:pt x="2168733" y="1315612"/>
                  <a:pt x="2163404" y="1314664"/>
                  <a:pt x="2158093" y="1313653"/>
                </a:cubicBezTo>
                <a:lnTo>
                  <a:pt x="2157977" y="1312505"/>
                </a:lnTo>
                <a:cubicBezTo>
                  <a:pt x="1799126" y="1253106"/>
                  <a:pt x="1518087" y="972329"/>
                  <a:pt x="1467811" y="619464"/>
                </a:cubicBezTo>
                <a:cubicBezTo>
                  <a:pt x="1467644" y="619411"/>
                  <a:pt x="1467475" y="619406"/>
                  <a:pt x="1467306" y="619401"/>
                </a:cubicBezTo>
                <a:lnTo>
                  <a:pt x="1466767" y="612725"/>
                </a:lnTo>
                <a:cubicBezTo>
                  <a:pt x="1461709" y="582475"/>
                  <a:pt x="1459258" y="551584"/>
                  <a:pt x="1459300" y="520249"/>
                </a:cubicBezTo>
                <a:cubicBezTo>
                  <a:pt x="1457988" y="514621"/>
                  <a:pt x="1457930" y="508954"/>
                  <a:pt x="1457930" y="503273"/>
                </a:cubicBezTo>
                <a:close/>
                <a:moveTo>
                  <a:pt x="1457930" y="2200098"/>
                </a:moveTo>
                <a:lnTo>
                  <a:pt x="1458524" y="2188658"/>
                </a:lnTo>
                <a:lnTo>
                  <a:pt x="1459022" y="2188691"/>
                </a:lnTo>
                <a:lnTo>
                  <a:pt x="1459048" y="2188197"/>
                </a:lnTo>
                <a:lnTo>
                  <a:pt x="1476135" y="2189820"/>
                </a:lnTo>
                <a:cubicBezTo>
                  <a:pt x="1508521" y="2190347"/>
                  <a:pt x="1540413" y="2193328"/>
                  <a:pt x="1571597" y="2198885"/>
                </a:cubicBezTo>
                <a:cubicBezTo>
                  <a:pt x="1577173" y="2198466"/>
                  <a:pt x="1582501" y="2199414"/>
                  <a:pt x="1587809" y="2200424"/>
                </a:cubicBezTo>
                <a:lnTo>
                  <a:pt x="1587926" y="2201572"/>
                </a:lnTo>
                <a:cubicBezTo>
                  <a:pt x="1946777" y="2260970"/>
                  <a:pt x="2227816" y="2541747"/>
                  <a:pt x="2278092" y="2894613"/>
                </a:cubicBezTo>
                <a:cubicBezTo>
                  <a:pt x="2278260" y="2894666"/>
                  <a:pt x="2278429" y="2894671"/>
                  <a:pt x="2278598" y="2894676"/>
                </a:cubicBezTo>
                <a:lnTo>
                  <a:pt x="2279138" y="2901366"/>
                </a:lnTo>
                <a:cubicBezTo>
                  <a:pt x="2284195" y="2931610"/>
                  <a:pt x="2286644" y="2962495"/>
                  <a:pt x="2286602" y="2993823"/>
                </a:cubicBezTo>
                <a:cubicBezTo>
                  <a:pt x="2287914" y="2999453"/>
                  <a:pt x="2287973" y="3005122"/>
                  <a:pt x="2287973" y="3010804"/>
                </a:cubicBezTo>
                <a:cubicBezTo>
                  <a:pt x="2287973" y="3014626"/>
                  <a:pt x="2287946" y="3018442"/>
                  <a:pt x="2287380" y="3022244"/>
                </a:cubicBezTo>
                <a:lnTo>
                  <a:pt x="2286881" y="3022211"/>
                </a:lnTo>
                <a:lnTo>
                  <a:pt x="2286855" y="3022706"/>
                </a:lnTo>
                <a:lnTo>
                  <a:pt x="2269736" y="3021080"/>
                </a:lnTo>
                <a:cubicBezTo>
                  <a:pt x="2237362" y="3020553"/>
                  <a:pt x="2205482" y="3017572"/>
                  <a:pt x="2174310" y="3012018"/>
                </a:cubicBezTo>
                <a:cubicBezTo>
                  <a:pt x="2168733" y="3012437"/>
                  <a:pt x="2163404" y="3011489"/>
                  <a:pt x="2158093" y="3010478"/>
                </a:cubicBezTo>
                <a:lnTo>
                  <a:pt x="2157977" y="3009330"/>
                </a:lnTo>
                <a:cubicBezTo>
                  <a:pt x="1799126" y="2949931"/>
                  <a:pt x="1518087" y="2669154"/>
                  <a:pt x="1467811" y="2316289"/>
                </a:cubicBezTo>
                <a:cubicBezTo>
                  <a:pt x="1467644" y="2316236"/>
                  <a:pt x="1467475" y="2316231"/>
                  <a:pt x="1467306" y="2316226"/>
                </a:cubicBezTo>
                <a:lnTo>
                  <a:pt x="1466767" y="2309550"/>
                </a:lnTo>
                <a:cubicBezTo>
                  <a:pt x="1461709" y="2279300"/>
                  <a:pt x="1459258" y="2248409"/>
                  <a:pt x="1459300" y="2217074"/>
                </a:cubicBezTo>
                <a:cubicBezTo>
                  <a:pt x="1457988" y="2211446"/>
                  <a:pt x="1457930" y="2205779"/>
                  <a:pt x="1457930" y="2200098"/>
                </a:cubicBezTo>
                <a:close/>
                <a:moveTo>
                  <a:pt x="1457930" y="3896923"/>
                </a:moveTo>
                <a:lnTo>
                  <a:pt x="1458524" y="3885483"/>
                </a:lnTo>
                <a:lnTo>
                  <a:pt x="1459022" y="3885516"/>
                </a:lnTo>
                <a:lnTo>
                  <a:pt x="1459048" y="3885022"/>
                </a:lnTo>
                <a:lnTo>
                  <a:pt x="1476135" y="3886645"/>
                </a:lnTo>
                <a:cubicBezTo>
                  <a:pt x="1508521" y="3887172"/>
                  <a:pt x="1540413" y="3890153"/>
                  <a:pt x="1571597" y="3895710"/>
                </a:cubicBezTo>
                <a:cubicBezTo>
                  <a:pt x="1577173" y="3895291"/>
                  <a:pt x="1582501" y="3896239"/>
                  <a:pt x="1587809" y="3897249"/>
                </a:cubicBezTo>
                <a:lnTo>
                  <a:pt x="1587926" y="3898397"/>
                </a:lnTo>
                <a:cubicBezTo>
                  <a:pt x="1821986" y="3937139"/>
                  <a:pt x="2022942" y="4070062"/>
                  <a:pt x="2148179" y="4255797"/>
                </a:cubicBezTo>
                <a:lnTo>
                  <a:pt x="2176624" y="4305008"/>
                </a:lnTo>
                <a:lnTo>
                  <a:pt x="2025574" y="4305008"/>
                </a:lnTo>
                <a:lnTo>
                  <a:pt x="1973451" y="4241205"/>
                </a:lnTo>
                <a:cubicBezTo>
                  <a:pt x="1876755" y="4136681"/>
                  <a:pt x="1747549" y="4061285"/>
                  <a:pt x="1601297" y="4029853"/>
                </a:cubicBezTo>
                <a:cubicBezTo>
                  <a:pt x="1618544" y="4117553"/>
                  <a:pt x="1652724" y="4199373"/>
                  <a:pt x="1700478" y="4271827"/>
                </a:cubicBezTo>
                <a:lnTo>
                  <a:pt x="1727160" y="4305008"/>
                </a:lnTo>
                <a:lnTo>
                  <a:pt x="1573050" y="4305008"/>
                </a:lnTo>
                <a:lnTo>
                  <a:pt x="1542929" y="4254710"/>
                </a:lnTo>
                <a:cubicBezTo>
                  <a:pt x="1505726" y="4179889"/>
                  <a:pt x="1479994" y="4098618"/>
                  <a:pt x="1467811" y="4013114"/>
                </a:cubicBezTo>
                <a:cubicBezTo>
                  <a:pt x="1467644" y="4013061"/>
                  <a:pt x="1467475" y="4013056"/>
                  <a:pt x="1467306" y="4013051"/>
                </a:cubicBezTo>
                <a:lnTo>
                  <a:pt x="1466767" y="4006375"/>
                </a:lnTo>
                <a:cubicBezTo>
                  <a:pt x="1461709" y="3976125"/>
                  <a:pt x="1459258" y="3945234"/>
                  <a:pt x="1459300" y="3913899"/>
                </a:cubicBezTo>
                <a:cubicBezTo>
                  <a:pt x="1457988" y="3908271"/>
                  <a:pt x="1457930" y="3902604"/>
                  <a:pt x="1457930" y="3896923"/>
                </a:cubicBezTo>
                <a:close/>
                <a:moveTo>
                  <a:pt x="1457928" y="469318"/>
                </a:moveTo>
                <a:cubicBezTo>
                  <a:pt x="1457928" y="463681"/>
                  <a:pt x="1457986" y="458057"/>
                  <a:pt x="1459298" y="452471"/>
                </a:cubicBezTo>
                <a:cubicBezTo>
                  <a:pt x="1459256" y="421389"/>
                  <a:pt x="1461706" y="390746"/>
                  <a:pt x="1466762" y="360740"/>
                </a:cubicBezTo>
                <a:lnTo>
                  <a:pt x="1467303" y="354103"/>
                </a:lnTo>
                <a:cubicBezTo>
                  <a:pt x="1467471" y="354098"/>
                  <a:pt x="1467641" y="354093"/>
                  <a:pt x="1467808" y="354040"/>
                </a:cubicBezTo>
                <a:cubicBezTo>
                  <a:pt x="1480960" y="262463"/>
                  <a:pt x="1509901" y="175780"/>
                  <a:pt x="1552022" y="96778"/>
                </a:cubicBezTo>
                <a:lnTo>
                  <a:pt x="1614656" y="0"/>
                </a:lnTo>
                <a:lnTo>
                  <a:pt x="1783031" y="0"/>
                </a:lnTo>
                <a:lnTo>
                  <a:pt x="1714803" y="76659"/>
                </a:lnTo>
                <a:cubicBezTo>
                  <a:pt x="1659536" y="153496"/>
                  <a:pt x="1620221" y="241952"/>
                  <a:pt x="1601295" y="337433"/>
                </a:cubicBezTo>
                <a:cubicBezTo>
                  <a:pt x="1784335" y="298404"/>
                  <a:pt x="1940676" y="191052"/>
                  <a:pt x="2040269" y="44350"/>
                </a:cubicBezTo>
                <a:lnTo>
                  <a:pt x="2062497" y="0"/>
                </a:lnTo>
                <a:lnTo>
                  <a:pt x="2211135" y="0"/>
                </a:lnTo>
                <a:lnTo>
                  <a:pt x="2159296" y="95636"/>
                </a:lnTo>
                <a:cubicBezTo>
                  <a:pt x="2035522" y="289169"/>
                  <a:pt x="1829330" y="428211"/>
                  <a:pt x="1587923" y="467856"/>
                </a:cubicBezTo>
                <a:lnTo>
                  <a:pt x="1587807" y="468995"/>
                </a:lnTo>
                <a:cubicBezTo>
                  <a:pt x="1582497" y="469998"/>
                  <a:pt x="1577168" y="470939"/>
                  <a:pt x="1571591" y="470523"/>
                </a:cubicBezTo>
                <a:cubicBezTo>
                  <a:pt x="1540419" y="476033"/>
                  <a:pt x="1508538" y="478991"/>
                  <a:pt x="1476164" y="479514"/>
                </a:cubicBezTo>
                <a:lnTo>
                  <a:pt x="1459046" y="481127"/>
                </a:lnTo>
                <a:lnTo>
                  <a:pt x="1459020" y="480636"/>
                </a:lnTo>
                <a:lnTo>
                  <a:pt x="1458521" y="480669"/>
                </a:lnTo>
                <a:cubicBezTo>
                  <a:pt x="1457955" y="476896"/>
                  <a:pt x="1457928" y="473110"/>
                  <a:pt x="1457928" y="469318"/>
                </a:cubicBezTo>
                <a:close/>
                <a:moveTo>
                  <a:pt x="1457928" y="2166144"/>
                </a:moveTo>
                <a:cubicBezTo>
                  <a:pt x="1457928" y="2160506"/>
                  <a:pt x="1457986" y="2154882"/>
                  <a:pt x="1459298" y="2149296"/>
                </a:cubicBezTo>
                <a:cubicBezTo>
                  <a:pt x="1459256" y="2118214"/>
                  <a:pt x="1461706" y="2087572"/>
                  <a:pt x="1466762" y="2057565"/>
                </a:cubicBezTo>
                <a:lnTo>
                  <a:pt x="1467303" y="2050928"/>
                </a:lnTo>
                <a:cubicBezTo>
                  <a:pt x="1467471" y="2050923"/>
                  <a:pt x="1467641" y="2050918"/>
                  <a:pt x="1467808" y="2050865"/>
                </a:cubicBezTo>
                <a:cubicBezTo>
                  <a:pt x="1518085" y="1700770"/>
                  <a:pt x="1799124" y="1422199"/>
                  <a:pt x="2157974" y="1363267"/>
                </a:cubicBezTo>
                <a:lnTo>
                  <a:pt x="2158091" y="1362128"/>
                </a:lnTo>
                <a:cubicBezTo>
                  <a:pt x="2163400" y="1361126"/>
                  <a:pt x="2168728" y="1360185"/>
                  <a:pt x="2174304" y="1360601"/>
                </a:cubicBezTo>
                <a:cubicBezTo>
                  <a:pt x="2205487" y="1355088"/>
                  <a:pt x="2237380" y="1352130"/>
                  <a:pt x="2269765" y="1351607"/>
                </a:cubicBezTo>
                <a:lnTo>
                  <a:pt x="2286853" y="1349997"/>
                </a:lnTo>
                <a:lnTo>
                  <a:pt x="2286879" y="1350487"/>
                </a:lnTo>
                <a:lnTo>
                  <a:pt x="2287377" y="1350455"/>
                </a:lnTo>
                <a:lnTo>
                  <a:pt x="2287971" y="1361805"/>
                </a:lnTo>
                <a:cubicBezTo>
                  <a:pt x="2287971" y="1367441"/>
                  <a:pt x="2287912" y="1373063"/>
                  <a:pt x="2286600" y="1378647"/>
                </a:cubicBezTo>
                <a:cubicBezTo>
                  <a:pt x="2286642" y="1409736"/>
                  <a:pt x="2284192" y="1440385"/>
                  <a:pt x="2279133" y="1470397"/>
                </a:cubicBezTo>
                <a:lnTo>
                  <a:pt x="2278595" y="1477021"/>
                </a:lnTo>
                <a:cubicBezTo>
                  <a:pt x="2278425" y="1477026"/>
                  <a:pt x="2278257" y="1477030"/>
                  <a:pt x="2278089" y="1477083"/>
                </a:cubicBezTo>
                <a:cubicBezTo>
                  <a:pt x="2227814" y="1827177"/>
                  <a:pt x="1946775" y="2105749"/>
                  <a:pt x="1587923" y="2164681"/>
                </a:cubicBezTo>
                <a:lnTo>
                  <a:pt x="1587807" y="2165820"/>
                </a:lnTo>
                <a:cubicBezTo>
                  <a:pt x="1582497" y="2166823"/>
                  <a:pt x="1577168" y="2167764"/>
                  <a:pt x="1571591" y="2167348"/>
                </a:cubicBezTo>
                <a:cubicBezTo>
                  <a:pt x="1540419" y="2172858"/>
                  <a:pt x="1508538" y="2175816"/>
                  <a:pt x="1476164" y="2176339"/>
                </a:cubicBezTo>
                <a:lnTo>
                  <a:pt x="1459046" y="2177952"/>
                </a:lnTo>
                <a:lnTo>
                  <a:pt x="1459020" y="2177461"/>
                </a:lnTo>
                <a:lnTo>
                  <a:pt x="1458521" y="2177494"/>
                </a:lnTo>
                <a:cubicBezTo>
                  <a:pt x="1457955" y="2173722"/>
                  <a:pt x="1457928" y="2169936"/>
                  <a:pt x="1457928" y="2166144"/>
                </a:cubicBezTo>
                <a:close/>
                <a:moveTo>
                  <a:pt x="1457928" y="3862969"/>
                </a:moveTo>
                <a:cubicBezTo>
                  <a:pt x="1457928" y="3857331"/>
                  <a:pt x="1457986" y="3851707"/>
                  <a:pt x="1459298" y="3846121"/>
                </a:cubicBezTo>
                <a:cubicBezTo>
                  <a:pt x="1459256" y="3815039"/>
                  <a:pt x="1461706" y="3784397"/>
                  <a:pt x="1466762" y="3754390"/>
                </a:cubicBezTo>
                <a:lnTo>
                  <a:pt x="1467303" y="3747753"/>
                </a:lnTo>
                <a:cubicBezTo>
                  <a:pt x="1467471" y="3747748"/>
                  <a:pt x="1467641" y="3747743"/>
                  <a:pt x="1467808" y="3747690"/>
                </a:cubicBezTo>
                <a:cubicBezTo>
                  <a:pt x="1518085" y="3397595"/>
                  <a:pt x="1799124" y="3119024"/>
                  <a:pt x="2157974" y="3060092"/>
                </a:cubicBezTo>
                <a:lnTo>
                  <a:pt x="2158091" y="3058953"/>
                </a:lnTo>
                <a:cubicBezTo>
                  <a:pt x="2163400" y="3057951"/>
                  <a:pt x="2168728" y="3057010"/>
                  <a:pt x="2174304" y="3057426"/>
                </a:cubicBezTo>
                <a:cubicBezTo>
                  <a:pt x="2205487" y="3051913"/>
                  <a:pt x="2237380" y="3048955"/>
                  <a:pt x="2269765" y="3048432"/>
                </a:cubicBezTo>
                <a:lnTo>
                  <a:pt x="2286853" y="3046822"/>
                </a:lnTo>
                <a:lnTo>
                  <a:pt x="2286879" y="3047312"/>
                </a:lnTo>
                <a:lnTo>
                  <a:pt x="2287377" y="3047280"/>
                </a:lnTo>
                <a:lnTo>
                  <a:pt x="2287971" y="3058630"/>
                </a:lnTo>
                <a:cubicBezTo>
                  <a:pt x="2287971" y="3064266"/>
                  <a:pt x="2287912" y="3069889"/>
                  <a:pt x="2286600" y="3075472"/>
                </a:cubicBezTo>
                <a:cubicBezTo>
                  <a:pt x="2286642" y="3106561"/>
                  <a:pt x="2284192" y="3137210"/>
                  <a:pt x="2279133" y="3167222"/>
                </a:cubicBezTo>
                <a:lnTo>
                  <a:pt x="2278595" y="3173846"/>
                </a:lnTo>
                <a:cubicBezTo>
                  <a:pt x="2278425" y="3173851"/>
                  <a:pt x="2278257" y="3173856"/>
                  <a:pt x="2278089" y="3173908"/>
                </a:cubicBezTo>
                <a:cubicBezTo>
                  <a:pt x="2227814" y="3524002"/>
                  <a:pt x="1946775" y="3802574"/>
                  <a:pt x="1587923" y="3861506"/>
                </a:cubicBezTo>
                <a:lnTo>
                  <a:pt x="1587807" y="3862645"/>
                </a:lnTo>
                <a:cubicBezTo>
                  <a:pt x="1582497" y="3863648"/>
                  <a:pt x="1577168" y="3864589"/>
                  <a:pt x="1571591" y="3864173"/>
                </a:cubicBezTo>
                <a:cubicBezTo>
                  <a:pt x="1540419" y="3869683"/>
                  <a:pt x="1508538" y="3872641"/>
                  <a:pt x="1476164" y="3873164"/>
                </a:cubicBezTo>
                <a:lnTo>
                  <a:pt x="1459046" y="3874777"/>
                </a:lnTo>
                <a:lnTo>
                  <a:pt x="1459020" y="3874286"/>
                </a:lnTo>
                <a:lnTo>
                  <a:pt x="1458521" y="3874319"/>
                </a:lnTo>
                <a:cubicBezTo>
                  <a:pt x="1457955" y="3870547"/>
                  <a:pt x="1457928" y="3866761"/>
                  <a:pt x="1457928" y="3862969"/>
                </a:cubicBezTo>
                <a:close/>
                <a:moveTo>
                  <a:pt x="750739" y="1181049"/>
                </a:moveTo>
                <a:cubicBezTo>
                  <a:pt x="1025929" y="1121906"/>
                  <a:pt x="1240772" y="907109"/>
                  <a:pt x="1294048" y="636203"/>
                </a:cubicBezTo>
                <a:cubicBezTo>
                  <a:pt x="1018858" y="695346"/>
                  <a:pt x="804014" y="910143"/>
                  <a:pt x="750739" y="1181049"/>
                </a:cubicBezTo>
                <a:close/>
                <a:moveTo>
                  <a:pt x="750739" y="1493690"/>
                </a:moveTo>
                <a:cubicBezTo>
                  <a:pt x="804015" y="1762469"/>
                  <a:pt x="1018858" y="1975579"/>
                  <a:pt x="1294048" y="2034258"/>
                </a:cubicBezTo>
                <a:cubicBezTo>
                  <a:pt x="1240773" y="1765479"/>
                  <a:pt x="1025929" y="1552369"/>
                  <a:pt x="750739" y="1493690"/>
                </a:cubicBezTo>
                <a:close/>
                <a:moveTo>
                  <a:pt x="750739" y="2877874"/>
                </a:moveTo>
                <a:cubicBezTo>
                  <a:pt x="1025929" y="2818731"/>
                  <a:pt x="1240772" y="2603934"/>
                  <a:pt x="1294048" y="2333028"/>
                </a:cubicBezTo>
                <a:cubicBezTo>
                  <a:pt x="1018858" y="2392171"/>
                  <a:pt x="804014" y="2606968"/>
                  <a:pt x="750739" y="2877874"/>
                </a:cubicBezTo>
                <a:close/>
                <a:moveTo>
                  <a:pt x="750739" y="3190516"/>
                </a:moveTo>
                <a:cubicBezTo>
                  <a:pt x="804015" y="3459294"/>
                  <a:pt x="1018858" y="3672404"/>
                  <a:pt x="1294048" y="3731083"/>
                </a:cubicBezTo>
                <a:cubicBezTo>
                  <a:pt x="1240773" y="3462304"/>
                  <a:pt x="1025929" y="3249194"/>
                  <a:pt x="750739" y="3190516"/>
                </a:cubicBezTo>
                <a:close/>
                <a:moveTo>
                  <a:pt x="718720" y="4305008"/>
                </a:moveTo>
                <a:lnTo>
                  <a:pt x="747165" y="4255797"/>
                </a:lnTo>
                <a:cubicBezTo>
                  <a:pt x="872402" y="4070062"/>
                  <a:pt x="1073359" y="3937139"/>
                  <a:pt x="1307418" y="3898397"/>
                </a:cubicBezTo>
                <a:lnTo>
                  <a:pt x="1307535" y="3897249"/>
                </a:lnTo>
                <a:cubicBezTo>
                  <a:pt x="1312844" y="3896239"/>
                  <a:pt x="1318172" y="3895291"/>
                  <a:pt x="1323748" y="3895710"/>
                </a:cubicBezTo>
                <a:cubicBezTo>
                  <a:pt x="1354931" y="3890153"/>
                  <a:pt x="1386824" y="3887172"/>
                  <a:pt x="1419209" y="3886645"/>
                </a:cubicBezTo>
                <a:lnTo>
                  <a:pt x="1436297" y="3885022"/>
                </a:lnTo>
                <a:lnTo>
                  <a:pt x="1436323" y="3885516"/>
                </a:lnTo>
                <a:lnTo>
                  <a:pt x="1436821" y="3885483"/>
                </a:lnTo>
                <a:lnTo>
                  <a:pt x="1437415" y="3896923"/>
                </a:lnTo>
                <a:cubicBezTo>
                  <a:pt x="1437415" y="3902604"/>
                  <a:pt x="1437356" y="3908271"/>
                  <a:pt x="1436044" y="3913899"/>
                </a:cubicBezTo>
                <a:cubicBezTo>
                  <a:pt x="1436086" y="3945234"/>
                  <a:pt x="1433636" y="3976125"/>
                  <a:pt x="1428577" y="4006375"/>
                </a:cubicBezTo>
                <a:lnTo>
                  <a:pt x="1428039" y="4013051"/>
                </a:lnTo>
                <a:cubicBezTo>
                  <a:pt x="1427869" y="4013056"/>
                  <a:pt x="1427701" y="4013061"/>
                  <a:pt x="1427533" y="4013114"/>
                </a:cubicBezTo>
                <a:cubicBezTo>
                  <a:pt x="1415351" y="4098618"/>
                  <a:pt x="1389619" y="4179889"/>
                  <a:pt x="1352416" y="4254710"/>
                </a:cubicBezTo>
                <a:lnTo>
                  <a:pt x="1322295" y="4305008"/>
                </a:lnTo>
                <a:lnTo>
                  <a:pt x="1168185" y="4305008"/>
                </a:lnTo>
                <a:lnTo>
                  <a:pt x="1194867" y="4271827"/>
                </a:lnTo>
                <a:cubicBezTo>
                  <a:pt x="1242622" y="4199373"/>
                  <a:pt x="1276801" y="4117553"/>
                  <a:pt x="1294048" y="4029853"/>
                </a:cubicBezTo>
                <a:cubicBezTo>
                  <a:pt x="1147796" y="4061285"/>
                  <a:pt x="1018589" y="4136681"/>
                  <a:pt x="921894" y="4241205"/>
                </a:cubicBezTo>
                <a:lnTo>
                  <a:pt x="869771" y="4305008"/>
                </a:lnTo>
                <a:close/>
                <a:moveTo>
                  <a:pt x="684209" y="0"/>
                </a:moveTo>
                <a:lnTo>
                  <a:pt x="832847" y="0"/>
                </a:lnTo>
                <a:lnTo>
                  <a:pt x="855075" y="44350"/>
                </a:lnTo>
                <a:cubicBezTo>
                  <a:pt x="954668" y="191053"/>
                  <a:pt x="1111009" y="298404"/>
                  <a:pt x="1294048" y="337433"/>
                </a:cubicBezTo>
                <a:cubicBezTo>
                  <a:pt x="1275123" y="241952"/>
                  <a:pt x="1235808" y="153496"/>
                  <a:pt x="1180541" y="76659"/>
                </a:cubicBezTo>
                <a:lnTo>
                  <a:pt x="1112313" y="0"/>
                </a:lnTo>
                <a:lnTo>
                  <a:pt x="1280688" y="0"/>
                </a:lnTo>
                <a:lnTo>
                  <a:pt x="1343322" y="96778"/>
                </a:lnTo>
                <a:cubicBezTo>
                  <a:pt x="1385443" y="175780"/>
                  <a:pt x="1414383" y="262463"/>
                  <a:pt x="1427534" y="354040"/>
                </a:cubicBezTo>
                <a:cubicBezTo>
                  <a:pt x="1427702" y="354093"/>
                  <a:pt x="1427871" y="354098"/>
                  <a:pt x="1428040" y="354102"/>
                </a:cubicBezTo>
                <a:lnTo>
                  <a:pt x="1428580" y="360740"/>
                </a:lnTo>
                <a:cubicBezTo>
                  <a:pt x="1433637" y="390746"/>
                  <a:pt x="1436086" y="421389"/>
                  <a:pt x="1436044" y="452471"/>
                </a:cubicBezTo>
                <a:cubicBezTo>
                  <a:pt x="1437356" y="458057"/>
                  <a:pt x="1437415" y="463681"/>
                  <a:pt x="1437415" y="469318"/>
                </a:cubicBezTo>
                <a:cubicBezTo>
                  <a:pt x="1437415" y="473111"/>
                  <a:pt x="1437388" y="476896"/>
                  <a:pt x="1436822" y="480669"/>
                </a:cubicBezTo>
                <a:lnTo>
                  <a:pt x="1436323" y="480636"/>
                </a:lnTo>
                <a:lnTo>
                  <a:pt x="1436297" y="481127"/>
                </a:lnTo>
                <a:lnTo>
                  <a:pt x="1419178" y="479514"/>
                </a:lnTo>
                <a:cubicBezTo>
                  <a:pt x="1386804" y="478991"/>
                  <a:pt x="1354924" y="476033"/>
                  <a:pt x="1323752" y="470523"/>
                </a:cubicBezTo>
                <a:cubicBezTo>
                  <a:pt x="1318175" y="470939"/>
                  <a:pt x="1312846" y="469998"/>
                  <a:pt x="1307535" y="468995"/>
                </a:cubicBezTo>
                <a:lnTo>
                  <a:pt x="1307419" y="467856"/>
                </a:lnTo>
                <a:cubicBezTo>
                  <a:pt x="1066014" y="428211"/>
                  <a:pt x="859822" y="289169"/>
                  <a:pt x="736048" y="95636"/>
                </a:cubicBezTo>
                <a:close/>
                <a:moveTo>
                  <a:pt x="607372" y="1313979"/>
                </a:moveTo>
                <a:cubicBezTo>
                  <a:pt x="607372" y="1308297"/>
                  <a:pt x="607430" y="1302628"/>
                  <a:pt x="608742" y="1296998"/>
                </a:cubicBezTo>
                <a:cubicBezTo>
                  <a:pt x="608700" y="1265670"/>
                  <a:pt x="611150" y="1234785"/>
                  <a:pt x="616206" y="1204541"/>
                </a:cubicBezTo>
                <a:lnTo>
                  <a:pt x="616747" y="1197851"/>
                </a:lnTo>
                <a:cubicBezTo>
                  <a:pt x="616915" y="1197846"/>
                  <a:pt x="617085" y="1197841"/>
                  <a:pt x="617252" y="1197788"/>
                </a:cubicBezTo>
                <a:cubicBezTo>
                  <a:pt x="667529" y="844922"/>
                  <a:pt x="948568" y="564145"/>
                  <a:pt x="1307418" y="504747"/>
                </a:cubicBezTo>
                <a:lnTo>
                  <a:pt x="1307535" y="503599"/>
                </a:lnTo>
                <a:cubicBezTo>
                  <a:pt x="1312844" y="502589"/>
                  <a:pt x="1318172" y="501641"/>
                  <a:pt x="1323748" y="502060"/>
                </a:cubicBezTo>
                <a:cubicBezTo>
                  <a:pt x="1354931" y="496503"/>
                  <a:pt x="1386824" y="493522"/>
                  <a:pt x="1419209" y="492995"/>
                </a:cubicBezTo>
                <a:lnTo>
                  <a:pt x="1436297" y="491372"/>
                </a:lnTo>
                <a:lnTo>
                  <a:pt x="1436323" y="491866"/>
                </a:lnTo>
                <a:lnTo>
                  <a:pt x="1436821" y="491833"/>
                </a:lnTo>
                <a:lnTo>
                  <a:pt x="1437415" y="503273"/>
                </a:lnTo>
                <a:cubicBezTo>
                  <a:pt x="1437415" y="508954"/>
                  <a:pt x="1437356" y="514621"/>
                  <a:pt x="1436044" y="520249"/>
                </a:cubicBezTo>
                <a:cubicBezTo>
                  <a:pt x="1436086" y="551584"/>
                  <a:pt x="1433636" y="582475"/>
                  <a:pt x="1428577" y="612725"/>
                </a:cubicBezTo>
                <a:lnTo>
                  <a:pt x="1428039" y="619401"/>
                </a:lnTo>
                <a:cubicBezTo>
                  <a:pt x="1427869" y="619406"/>
                  <a:pt x="1427701" y="619411"/>
                  <a:pt x="1427533" y="619464"/>
                </a:cubicBezTo>
                <a:cubicBezTo>
                  <a:pt x="1377258" y="972329"/>
                  <a:pt x="1096219" y="1253106"/>
                  <a:pt x="737367" y="1312505"/>
                </a:cubicBezTo>
                <a:lnTo>
                  <a:pt x="737251" y="1313653"/>
                </a:lnTo>
                <a:cubicBezTo>
                  <a:pt x="731941" y="1314664"/>
                  <a:pt x="726612" y="1315612"/>
                  <a:pt x="721035" y="1315193"/>
                </a:cubicBezTo>
                <a:cubicBezTo>
                  <a:pt x="689863" y="1320747"/>
                  <a:pt x="657982" y="1323728"/>
                  <a:pt x="625608" y="1324255"/>
                </a:cubicBezTo>
                <a:lnTo>
                  <a:pt x="608490" y="1325881"/>
                </a:lnTo>
                <a:lnTo>
                  <a:pt x="608464" y="1325386"/>
                </a:lnTo>
                <a:lnTo>
                  <a:pt x="607965" y="1325419"/>
                </a:lnTo>
                <a:cubicBezTo>
                  <a:pt x="607399" y="1321617"/>
                  <a:pt x="607372" y="1317801"/>
                  <a:pt x="607372" y="1313979"/>
                </a:cubicBezTo>
                <a:close/>
                <a:moveTo>
                  <a:pt x="607372" y="1361805"/>
                </a:moveTo>
                <a:lnTo>
                  <a:pt x="607966" y="1350455"/>
                </a:lnTo>
                <a:lnTo>
                  <a:pt x="608464" y="1350487"/>
                </a:lnTo>
                <a:lnTo>
                  <a:pt x="608490" y="1349997"/>
                </a:lnTo>
                <a:lnTo>
                  <a:pt x="625577" y="1351607"/>
                </a:lnTo>
                <a:cubicBezTo>
                  <a:pt x="657963" y="1352130"/>
                  <a:pt x="689855" y="1355088"/>
                  <a:pt x="721039" y="1360601"/>
                </a:cubicBezTo>
                <a:cubicBezTo>
                  <a:pt x="726615" y="1360185"/>
                  <a:pt x="731943" y="1361126"/>
                  <a:pt x="737251" y="1362128"/>
                </a:cubicBezTo>
                <a:lnTo>
                  <a:pt x="737368" y="1363267"/>
                </a:lnTo>
                <a:cubicBezTo>
                  <a:pt x="1096219" y="1422199"/>
                  <a:pt x="1377258" y="1700770"/>
                  <a:pt x="1427534" y="2050865"/>
                </a:cubicBezTo>
                <a:cubicBezTo>
                  <a:pt x="1427702" y="2050918"/>
                  <a:pt x="1427871" y="2050923"/>
                  <a:pt x="1428040" y="2050928"/>
                </a:cubicBezTo>
                <a:lnTo>
                  <a:pt x="1428580" y="2057565"/>
                </a:lnTo>
                <a:cubicBezTo>
                  <a:pt x="1433637" y="2087572"/>
                  <a:pt x="1436086" y="2118214"/>
                  <a:pt x="1436044" y="2149296"/>
                </a:cubicBezTo>
                <a:cubicBezTo>
                  <a:pt x="1437356" y="2154882"/>
                  <a:pt x="1437415" y="2160506"/>
                  <a:pt x="1437415" y="2166144"/>
                </a:cubicBezTo>
                <a:cubicBezTo>
                  <a:pt x="1437415" y="2169936"/>
                  <a:pt x="1437388" y="2173722"/>
                  <a:pt x="1436822" y="2177494"/>
                </a:cubicBezTo>
                <a:lnTo>
                  <a:pt x="1436323" y="2177461"/>
                </a:lnTo>
                <a:lnTo>
                  <a:pt x="1436297" y="2177952"/>
                </a:lnTo>
                <a:lnTo>
                  <a:pt x="1419178" y="2176339"/>
                </a:lnTo>
                <a:cubicBezTo>
                  <a:pt x="1386804" y="2175816"/>
                  <a:pt x="1354924" y="2172858"/>
                  <a:pt x="1323752" y="2167348"/>
                </a:cubicBezTo>
                <a:cubicBezTo>
                  <a:pt x="1318175" y="2167764"/>
                  <a:pt x="1312846" y="2166823"/>
                  <a:pt x="1307535" y="2165820"/>
                </a:cubicBezTo>
                <a:lnTo>
                  <a:pt x="1307419" y="2164681"/>
                </a:lnTo>
                <a:cubicBezTo>
                  <a:pt x="948568" y="2105749"/>
                  <a:pt x="667529" y="1827177"/>
                  <a:pt x="617253" y="1477083"/>
                </a:cubicBezTo>
                <a:cubicBezTo>
                  <a:pt x="617086" y="1477030"/>
                  <a:pt x="616917" y="1477026"/>
                  <a:pt x="616748" y="1477021"/>
                </a:cubicBezTo>
                <a:lnTo>
                  <a:pt x="616209" y="1470397"/>
                </a:lnTo>
                <a:cubicBezTo>
                  <a:pt x="611151" y="1440385"/>
                  <a:pt x="608700" y="1409736"/>
                  <a:pt x="608742" y="1378647"/>
                </a:cubicBezTo>
                <a:cubicBezTo>
                  <a:pt x="607430" y="1373063"/>
                  <a:pt x="607372" y="1367441"/>
                  <a:pt x="607372" y="1361805"/>
                </a:cubicBezTo>
                <a:close/>
                <a:moveTo>
                  <a:pt x="607372" y="3010804"/>
                </a:moveTo>
                <a:cubicBezTo>
                  <a:pt x="607372" y="3005122"/>
                  <a:pt x="607430" y="2999453"/>
                  <a:pt x="608742" y="2993823"/>
                </a:cubicBezTo>
                <a:cubicBezTo>
                  <a:pt x="608700" y="2962495"/>
                  <a:pt x="611150" y="2931610"/>
                  <a:pt x="616206" y="2901366"/>
                </a:cubicBezTo>
                <a:lnTo>
                  <a:pt x="616747" y="2894676"/>
                </a:lnTo>
                <a:cubicBezTo>
                  <a:pt x="616915" y="2894671"/>
                  <a:pt x="617085" y="2894666"/>
                  <a:pt x="617252" y="2894613"/>
                </a:cubicBezTo>
                <a:cubicBezTo>
                  <a:pt x="667529" y="2541747"/>
                  <a:pt x="948568" y="2260970"/>
                  <a:pt x="1307418" y="2201572"/>
                </a:cubicBezTo>
                <a:lnTo>
                  <a:pt x="1307535" y="2200424"/>
                </a:lnTo>
                <a:cubicBezTo>
                  <a:pt x="1312844" y="2199414"/>
                  <a:pt x="1318172" y="2198466"/>
                  <a:pt x="1323748" y="2198885"/>
                </a:cubicBezTo>
                <a:cubicBezTo>
                  <a:pt x="1354931" y="2193328"/>
                  <a:pt x="1386824" y="2190347"/>
                  <a:pt x="1419209" y="2189820"/>
                </a:cubicBezTo>
                <a:lnTo>
                  <a:pt x="1436297" y="2188197"/>
                </a:lnTo>
                <a:lnTo>
                  <a:pt x="1436323" y="2188691"/>
                </a:lnTo>
                <a:lnTo>
                  <a:pt x="1436821" y="2188658"/>
                </a:lnTo>
                <a:lnTo>
                  <a:pt x="1437415" y="2200098"/>
                </a:lnTo>
                <a:cubicBezTo>
                  <a:pt x="1437415" y="2205779"/>
                  <a:pt x="1437356" y="2211446"/>
                  <a:pt x="1436044" y="2217074"/>
                </a:cubicBezTo>
                <a:cubicBezTo>
                  <a:pt x="1436086" y="2248409"/>
                  <a:pt x="1433636" y="2279300"/>
                  <a:pt x="1428577" y="2309550"/>
                </a:cubicBezTo>
                <a:lnTo>
                  <a:pt x="1428039" y="2316226"/>
                </a:lnTo>
                <a:cubicBezTo>
                  <a:pt x="1427869" y="2316231"/>
                  <a:pt x="1427701" y="2316236"/>
                  <a:pt x="1427533" y="2316289"/>
                </a:cubicBezTo>
                <a:cubicBezTo>
                  <a:pt x="1377258" y="2669154"/>
                  <a:pt x="1096219" y="2949931"/>
                  <a:pt x="737367" y="3009330"/>
                </a:cubicBezTo>
                <a:lnTo>
                  <a:pt x="737251" y="3010478"/>
                </a:lnTo>
                <a:cubicBezTo>
                  <a:pt x="731941" y="3011489"/>
                  <a:pt x="726612" y="3012437"/>
                  <a:pt x="721035" y="3012018"/>
                </a:cubicBezTo>
                <a:cubicBezTo>
                  <a:pt x="689863" y="3017572"/>
                  <a:pt x="657982" y="3020553"/>
                  <a:pt x="625608" y="3021080"/>
                </a:cubicBezTo>
                <a:lnTo>
                  <a:pt x="608490" y="3022706"/>
                </a:lnTo>
                <a:lnTo>
                  <a:pt x="608464" y="3022211"/>
                </a:lnTo>
                <a:lnTo>
                  <a:pt x="607965" y="3022244"/>
                </a:lnTo>
                <a:cubicBezTo>
                  <a:pt x="607399" y="3018442"/>
                  <a:pt x="607372" y="3014626"/>
                  <a:pt x="607372" y="3010804"/>
                </a:cubicBezTo>
                <a:close/>
                <a:moveTo>
                  <a:pt x="607372" y="3058630"/>
                </a:moveTo>
                <a:lnTo>
                  <a:pt x="607966" y="3047280"/>
                </a:lnTo>
                <a:lnTo>
                  <a:pt x="608464" y="3047312"/>
                </a:lnTo>
                <a:lnTo>
                  <a:pt x="608490" y="3046822"/>
                </a:lnTo>
                <a:lnTo>
                  <a:pt x="625577" y="3048432"/>
                </a:lnTo>
                <a:cubicBezTo>
                  <a:pt x="657963" y="3048955"/>
                  <a:pt x="689855" y="3051913"/>
                  <a:pt x="721039" y="3057426"/>
                </a:cubicBezTo>
                <a:cubicBezTo>
                  <a:pt x="726615" y="3057010"/>
                  <a:pt x="731943" y="3057951"/>
                  <a:pt x="737251" y="3058953"/>
                </a:cubicBezTo>
                <a:lnTo>
                  <a:pt x="737368" y="3060092"/>
                </a:lnTo>
                <a:cubicBezTo>
                  <a:pt x="1096219" y="3119024"/>
                  <a:pt x="1377258" y="3397595"/>
                  <a:pt x="1427534" y="3747690"/>
                </a:cubicBezTo>
                <a:cubicBezTo>
                  <a:pt x="1427702" y="3747743"/>
                  <a:pt x="1427871" y="3747748"/>
                  <a:pt x="1428040" y="3747753"/>
                </a:cubicBezTo>
                <a:lnTo>
                  <a:pt x="1428580" y="3754390"/>
                </a:lnTo>
                <a:cubicBezTo>
                  <a:pt x="1433637" y="3784397"/>
                  <a:pt x="1436086" y="3815039"/>
                  <a:pt x="1436044" y="3846121"/>
                </a:cubicBezTo>
                <a:cubicBezTo>
                  <a:pt x="1437356" y="3851707"/>
                  <a:pt x="1437415" y="3857331"/>
                  <a:pt x="1437415" y="3862969"/>
                </a:cubicBezTo>
                <a:cubicBezTo>
                  <a:pt x="1437415" y="3866761"/>
                  <a:pt x="1437388" y="3870547"/>
                  <a:pt x="1436822" y="3874319"/>
                </a:cubicBezTo>
                <a:lnTo>
                  <a:pt x="1436323" y="3874286"/>
                </a:lnTo>
                <a:lnTo>
                  <a:pt x="1436297" y="3874777"/>
                </a:lnTo>
                <a:lnTo>
                  <a:pt x="1419178" y="3873164"/>
                </a:lnTo>
                <a:cubicBezTo>
                  <a:pt x="1386804" y="3872641"/>
                  <a:pt x="1354924" y="3869683"/>
                  <a:pt x="1323752" y="3864173"/>
                </a:cubicBezTo>
                <a:cubicBezTo>
                  <a:pt x="1318175" y="3864589"/>
                  <a:pt x="1312846" y="3863648"/>
                  <a:pt x="1307535" y="3862645"/>
                </a:cubicBezTo>
                <a:lnTo>
                  <a:pt x="1307419" y="3861506"/>
                </a:lnTo>
                <a:cubicBezTo>
                  <a:pt x="948568" y="3802574"/>
                  <a:pt x="667529" y="3524002"/>
                  <a:pt x="617253" y="3173908"/>
                </a:cubicBezTo>
                <a:cubicBezTo>
                  <a:pt x="617086" y="3173856"/>
                  <a:pt x="616917" y="3173851"/>
                  <a:pt x="616748" y="3173846"/>
                </a:cubicBezTo>
                <a:lnTo>
                  <a:pt x="616209" y="3167222"/>
                </a:lnTo>
                <a:cubicBezTo>
                  <a:pt x="611151" y="3137210"/>
                  <a:pt x="608700" y="3106561"/>
                  <a:pt x="608742" y="3075472"/>
                </a:cubicBezTo>
                <a:cubicBezTo>
                  <a:pt x="607430" y="3069889"/>
                  <a:pt x="607372" y="3064266"/>
                  <a:pt x="607372" y="3058630"/>
                </a:cubicBezTo>
                <a:close/>
                <a:moveTo>
                  <a:pt x="0" y="116373"/>
                </a:moveTo>
                <a:lnTo>
                  <a:pt x="0" y="0"/>
                </a:lnTo>
                <a:lnTo>
                  <a:pt x="90880" y="0"/>
                </a:lnTo>
                <a:lnTo>
                  <a:pt x="22652" y="76659"/>
                </a:lnTo>
                <a:close/>
                <a:moveTo>
                  <a:pt x="0" y="443121"/>
                </a:moveTo>
                <a:lnTo>
                  <a:pt x="0" y="311637"/>
                </a:lnTo>
                <a:lnTo>
                  <a:pt x="82171" y="276703"/>
                </a:lnTo>
                <a:cubicBezTo>
                  <a:pt x="190106" y="222464"/>
                  <a:pt x="281723" y="142152"/>
                  <a:pt x="348118" y="44350"/>
                </a:cubicBezTo>
                <a:lnTo>
                  <a:pt x="370347" y="0"/>
                </a:lnTo>
                <a:lnTo>
                  <a:pt x="518984" y="0"/>
                </a:lnTo>
                <a:lnTo>
                  <a:pt x="467145" y="95636"/>
                </a:lnTo>
                <a:cubicBezTo>
                  <a:pt x="364000" y="256913"/>
                  <a:pt x="203621" y="380350"/>
                  <a:pt x="13323" y="439959"/>
                </a:cubicBezTo>
                <a:close/>
                <a:moveTo>
                  <a:pt x="0" y="1070142"/>
                </a:moveTo>
                <a:lnTo>
                  <a:pt x="0" y="862064"/>
                </a:lnTo>
                <a:lnTo>
                  <a:pt x="31905" y="912052"/>
                </a:lnTo>
                <a:cubicBezTo>
                  <a:pt x="132041" y="1046318"/>
                  <a:pt x="280461" y="1144085"/>
                  <a:pt x="452455" y="1181049"/>
                </a:cubicBezTo>
                <a:cubicBezTo>
                  <a:pt x="405840" y="944006"/>
                  <a:pt x="235523" y="749922"/>
                  <a:pt x="9316" y="665484"/>
                </a:cubicBezTo>
                <a:lnTo>
                  <a:pt x="0" y="662760"/>
                </a:lnTo>
                <a:lnTo>
                  <a:pt x="0" y="530567"/>
                </a:lnTo>
                <a:lnTo>
                  <a:pt x="26399" y="537107"/>
                </a:lnTo>
                <a:cubicBezTo>
                  <a:pt x="321280" y="635466"/>
                  <a:pt x="541950" y="889030"/>
                  <a:pt x="585941" y="1197788"/>
                </a:cubicBezTo>
                <a:cubicBezTo>
                  <a:pt x="586109" y="1197841"/>
                  <a:pt x="586278" y="1197846"/>
                  <a:pt x="586447" y="1197851"/>
                </a:cubicBezTo>
                <a:lnTo>
                  <a:pt x="586987" y="1204541"/>
                </a:lnTo>
                <a:cubicBezTo>
                  <a:pt x="592044" y="1234785"/>
                  <a:pt x="594493" y="1265670"/>
                  <a:pt x="594451" y="1296998"/>
                </a:cubicBezTo>
                <a:cubicBezTo>
                  <a:pt x="595763" y="1302628"/>
                  <a:pt x="595822" y="1308297"/>
                  <a:pt x="595822" y="1313979"/>
                </a:cubicBezTo>
                <a:cubicBezTo>
                  <a:pt x="595822" y="1317801"/>
                  <a:pt x="595795" y="1321617"/>
                  <a:pt x="595229" y="1325419"/>
                </a:cubicBezTo>
                <a:lnTo>
                  <a:pt x="594730" y="1325386"/>
                </a:lnTo>
                <a:lnTo>
                  <a:pt x="594704" y="1325881"/>
                </a:lnTo>
                <a:lnTo>
                  <a:pt x="577585" y="1324255"/>
                </a:lnTo>
                <a:cubicBezTo>
                  <a:pt x="545211" y="1323728"/>
                  <a:pt x="513331" y="1320747"/>
                  <a:pt x="482159" y="1315193"/>
                </a:cubicBezTo>
                <a:cubicBezTo>
                  <a:pt x="476582" y="1315612"/>
                  <a:pt x="471253" y="1314664"/>
                  <a:pt x="465942" y="1313653"/>
                </a:cubicBezTo>
                <a:lnTo>
                  <a:pt x="465826" y="1312505"/>
                </a:lnTo>
                <a:cubicBezTo>
                  <a:pt x="286401" y="1282806"/>
                  <a:pt x="126428" y="1197762"/>
                  <a:pt x="5028" y="1076034"/>
                </a:cubicBezTo>
                <a:close/>
                <a:moveTo>
                  <a:pt x="0" y="2139063"/>
                </a:moveTo>
                <a:lnTo>
                  <a:pt x="0" y="2007909"/>
                </a:lnTo>
                <a:lnTo>
                  <a:pt x="9314" y="2005207"/>
                </a:lnTo>
                <a:cubicBezTo>
                  <a:pt x="235521" y="1921432"/>
                  <a:pt x="405837" y="1728872"/>
                  <a:pt x="452453" y="1493690"/>
                </a:cubicBezTo>
                <a:cubicBezTo>
                  <a:pt x="280459" y="1530364"/>
                  <a:pt x="132038" y="1627363"/>
                  <a:pt x="31903" y="1760575"/>
                </a:cubicBezTo>
                <a:lnTo>
                  <a:pt x="0" y="1810167"/>
                </a:lnTo>
                <a:lnTo>
                  <a:pt x="0" y="1603724"/>
                </a:lnTo>
                <a:lnTo>
                  <a:pt x="5025" y="1597880"/>
                </a:lnTo>
                <a:cubicBezTo>
                  <a:pt x="126426" y="1477109"/>
                  <a:pt x="286398" y="1392733"/>
                  <a:pt x="465823" y="1363267"/>
                </a:cubicBezTo>
                <a:lnTo>
                  <a:pt x="465940" y="1362128"/>
                </a:lnTo>
                <a:cubicBezTo>
                  <a:pt x="471249" y="1361126"/>
                  <a:pt x="476577" y="1360185"/>
                  <a:pt x="482153" y="1360601"/>
                </a:cubicBezTo>
                <a:cubicBezTo>
                  <a:pt x="513336" y="1355088"/>
                  <a:pt x="545229" y="1352130"/>
                  <a:pt x="577614" y="1351607"/>
                </a:cubicBezTo>
                <a:lnTo>
                  <a:pt x="594702" y="1349997"/>
                </a:lnTo>
                <a:lnTo>
                  <a:pt x="594728" y="1350487"/>
                </a:lnTo>
                <a:lnTo>
                  <a:pt x="595226" y="1350455"/>
                </a:lnTo>
                <a:lnTo>
                  <a:pt x="595820" y="1361805"/>
                </a:lnTo>
                <a:cubicBezTo>
                  <a:pt x="595820" y="1367441"/>
                  <a:pt x="595761" y="1373063"/>
                  <a:pt x="594449" y="1378647"/>
                </a:cubicBezTo>
                <a:cubicBezTo>
                  <a:pt x="594491" y="1409736"/>
                  <a:pt x="592041" y="1440385"/>
                  <a:pt x="586982" y="1470397"/>
                </a:cubicBezTo>
                <a:lnTo>
                  <a:pt x="586444" y="1477021"/>
                </a:lnTo>
                <a:cubicBezTo>
                  <a:pt x="586274" y="1477026"/>
                  <a:pt x="586106" y="1477030"/>
                  <a:pt x="585938" y="1477083"/>
                </a:cubicBezTo>
                <a:cubicBezTo>
                  <a:pt x="541948" y="1783415"/>
                  <a:pt x="321278" y="2034989"/>
                  <a:pt x="26396" y="2132575"/>
                </a:cubicBezTo>
                <a:close/>
                <a:moveTo>
                  <a:pt x="0" y="2766967"/>
                </a:moveTo>
                <a:lnTo>
                  <a:pt x="0" y="2558889"/>
                </a:lnTo>
                <a:lnTo>
                  <a:pt x="31905" y="2608877"/>
                </a:lnTo>
                <a:cubicBezTo>
                  <a:pt x="132041" y="2743143"/>
                  <a:pt x="280461" y="2840910"/>
                  <a:pt x="452455" y="2877874"/>
                </a:cubicBezTo>
                <a:cubicBezTo>
                  <a:pt x="405840" y="2640831"/>
                  <a:pt x="235523" y="2446747"/>
                  <a:pt x="9316" y="2362309"/>
                </a:cubicBezTo>
                <a:lnTo>
                  <a:pt x="0" y="2359585"/>
                </a:lnTo>
                <a:lnTo>
                  <a:pt x="0" y="2227392"/>
                </a:lnTo>
                <a:lnTo>
                  <a:pt x="26399" y="2233932"/>
                </a:lnTo>
                <a:cubicBezTo>
                  <a:pt x="321280" y="2332291"/>
                  <a:pt x="541950" y="2585855"/>
                  <a:pt x="585941" y="2894613"/>
                </a:cubicBezTo>
                <a:cubicBezTo>
                  <a:pt x="586109" y="2894666"/>
                  <a:pt x="586278" y="2894671"/>
                  <a:pt x="586447" y="2894676"/>
                </a:cubicBezTo>
                <a:lnTo>
                  <a:pt x="586987" y="2901366"/>
                </a:lnTo>
                <a:cubicBezTo>
                  <a:pt x="592044" y="2931610"/>
                  <a:pt x="594493" y="2962495"/>
                  <a:pt x="594451" y="2993823"/>
                </a:cubicBezTo>
                <a:cubicBezTo>
                  <a:pt x="595763" y="2999453"/>
                  <a:pt x="595822" y="3005122"/>
                  <a:pt x="595822" y="3010804"/>
                </a:cubicBezTo>
                <a:cubicBezTo>
                  <a:pt x="595822" y="3014626"/>
                  <a:pt x="595795" y="3018442"/>
                  <a:pt x="595229" y="3022244"/>
                </a:cubicBezTo>
                <a:lnTo>
                  <a:pt x="594730" y="3022211"/>
                </a:lnTo>
                <a:lnTo>
                  <a:pt x="594704" y="3022706"/>
                </a:lnTo>
                <a:lnTo>
                  <a:pt x="577585" y="3021080"/>
                </a:lnTo>
                <a:cubicBezTo>
                  <a:pt x="545211" y="3020553"/>
                  <a:pt x="513331" y="3017572"/>
                  <a:pt x="482159" y="3012018"/>
                </a:cubicBezTo>
                <a:cubicBezTo>
                  <a:pt x="476582" y="3012437"/>
                  <a:pt x="471253" y="3011489"/>
                  <a:pt x="465942" y="3010478"/>
                </a:cubicBezTo>
                <a:lnTo>
                  <a:pt x="465826" y="3009330"/>
                </a:lnTo>
                <a:cubicBezTo>
                  <a:pt x="286401" y="2979630"/>
                  <a:pt x="126428" y="2894586"/>
                  <a:pt x="5028" y="2772859"/>
                </a:cubicBezTo>
                <a:close/>
                <a:moveTo>
                  <a:pt x="0" y="3835888"/>
                </a:moveTo>
                <a:lnTo>
                  <a:pt x="0" y="3704734"/>
                </a:lnTo>
                <a:lnTo>
                  <a:pt x="9314" y="3702032"/>
                </a:lnTo>
                <a:cubicBezTo>
                  <a:pt x="235521" y="3618257"/>
                  <a:pt x="405837" y="3425697"/>
                  <a:pt x="452453" y="3190516"/>
                </a:cubicBezTo>
                <a:cubicBezTo>
                  <a:pt x="280459" y="3227190"/>
                  <a:pt x="132038" y="3324188"/>
                  <a:pt x="31903" y="3457400"/>
                </a:cubicBezTo>
                <a:lnTo>
                  <a:pt x="0" y="3506992"/>
                </a:lnTo>
                <a:lnTo>
                  <a:pt x="0" y="3300549"/>
                </a:lnTo>
                <a:lnTo>
                  <a:pt x="5025" y="3294705"/>
                </a:lnTo>
                <a:cubicBezTo>
                  <a:pt x="126426" y="3173934"/>
                  <a:pt x="286398" y="3089558"/>
                  <a:pt x="465823" y="3060092"/>
                </a:cubicBezTo>
                <a:lnTo>
                  <a:pt x="465940" y="3058953"/>
                </a:lnTo>
                <a:cubicBezTo>
                  <a:pt x="471249" y="3057951"/>
                  <a:pt x="476577" y="3057010"/>
                  <a:pt x="482153" y="3057426"/>
                </a:cubicBezTo>
                <a:cubicBezTo>
                  <a:pt x="513336" y="3051913"/>
                  <a:pt x="545229" y="3048955"/>
                  <a:pt x="577614" y="3048432"/>
                </a:cubicBezTo>
                <a:lnTo>
                  <a:pt x="594702" y="3046822"/>
                </a:lnTo>
                <a:lnTo>
                  <a:pt x="594728" y="3047312"/>
                </a:lnTo>
                <a:lnTo>
                  <a:pt x="595226" y="3047280"/>
                </a:lnTo>
                <a:lnTo>
                  <a:pt x="595820" y="3058630"/>
                </a:lnTo>
                <a:cubicBezTo>
                  <a:pt x="595820" y="3064266"/>
                  <a:pt x="595761" y="3069889"/>
                  <a:pt x="594449" y="3075472"/>
                </a:cubicBezTo>
                <a:cubicBezTo>
                  <a:pt x="594491" y="3106561"/>
                  <a:pt x="592041" y="3137210"/>
                  <a:pt x="586982" y="3167222"/>
                </a:cubicBezTo>
                <a:lnTo>
                  <a:pt x="586444" y="3173846"/>
                </a:lnTo>
                <a:cubicBezTo>
                  <a:pt x="586274" y="3173851"/>
                  <a:pt x="586106" y="3173856"/>
                  <a:pt x="585938" y="3173908"/>
                </a:cubicBezTo>
                <a:cubicBezTo>
                  <a:pt x="541948" y="3480240"/>
                  <a:pt x="321278" y="3731813"/>
                  <a:pt x="26396" y="3829400"/>
                </a:cubicBezTo>
                <a:close/>
                <a:moveTo>
                  <a:pt x="0" y="4056079"/>
                </a:moveTo>
                <a:lnTo>
                  <a:pt x="0" y="3923091"/>
                </a:lnTo>
                <a:lnTo>
                  <a:pt x="9850" y="3925425"/>
                </a:lnTo>
                <a:cubicBezTo>
                  <a:pt x="194718" y="3982914"/>
                  <a:pt x="351664" y="4101018"/>
                  <a:pt x="456028" y="4255797"/>
                </a:cubicBezTo>
                <a:lnTo>
                  <a:pt x="484473" y="4305008"/>
                </a:lnTo>
                <a:lnTo>
                  <a:pt x="333423" y="4305008"/>
                </a:lnTo>
                <a:lnTo>
                  <a:pt x="281300" y="4241205"/>
                </a:lnTo>
                <a:cubicBezTo>
                  <a:pt x="223282" y="4178491"/>
                  <a:pt x="153561" y="4126262"/>
                  <a:pt x="75476" y="4087725"/>
                </a:cubicBezTo>
                <a:close/>
                <a:moveTo>
                  <a:pt x="0" y="4305008"/>
                </a:moveTo>
                <a:lnTo>
                  <a:pt x="0" y="4256099"/>
                </a:lnTo>
                <a:lnTo>
                  <a:pt x="8327" y="4271827"/>
                </a:lnTo>
                <a:lnTo>
                  <a:pt x="35009" y="430500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2" name="Rectangle 11">
            <a:extLst>
              <a:ext uri="{FF2B5EF4-FFF2-40B4-BE49-F238E27FC236}">
                <a16:creationId xmlns:a16="http://schemas.microsoft.com/office/drawing/2014/main" id="{DD55625A-63F9-6BAE-34F2-8A58B2160F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28592" y="620720"/>
            <a:ext cx="7323231" cy="55931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2" name="Title 1">
            <a:extLst>
              <a:ext uri="{FF2B5EF4-FFF2-40B4-BE49-F238E27FC236}">
                <a16:creationId xmlns:a16="http://schemas.microsoft.com/office/drawing/2014/main" id="{BC180295-0016-34FF-3806-B99B4699F20D}"/>
              </a:ext>
            </a:extLst>
          </p:cNvPr>
          <p:cNvSpPr>
            <a:spLocks noGrp="1"/>
          </p:cNvSpPr>
          <p:nvPr>
            <p:ph type="ctrTitle"/>
          </p:nvPr>
        </p:nvSpPr>
        <p:spPr>
          <a:xfrm>
            <a:off x="4713224" y="1105351"/>
            <a:ext cx="6353967" cy="3023981"/>
          </a:xfrm>
        </p:spPr>
        <p:txBody>
          <a:bodyPr anchor="b">
            <a:normAutofit/>
          </a:bodyPr>
          <a:lstStyle/>
          <a:p>
            <a:pPr algn="l"/>
            <a:r>
              <a:rPr lang="en-US" sz="4800" dirty="0">
                <a:solidFill>
                  <a:srgbClr val="FFFFFF"/>
                </a:solidFill>
              </a:rPr>
              <a:t>Let’s try it</a:t>
            </a:r>
          </a:p>
        </p:txBody>
      </p:sp>
      <p:sp>
        <p:nvSpPr>
          <p:cNvPr id="3" name="Subtitle 2">
            <a:extLst>
              <a:ext uri="{FF2B5EF4-FFF2-40B4-BE49-F238E27FC236}">
                <a16:creationId xmlns:a16="http://schemas.microsoft.com/office/drawing/2014/main" id="{06D9B05B-2F60-2B52-91D2-94EA5DBB7F9D}"/>
              </a:ext>
            </a:extLst>
          </p:cNvPr>
          <p:cNvSpPr>
            <a:spLocks noGrp="1"/>
          </p:cNvSpPr>
          <p:nvPr>
            <p:ph type="subTitle" idx="1"/>
          </p:nvPr>
        </p:nvSpPr>
        <p:spPr>
          <a:xfrm>
            <a:off x="4713224" y="4297556"/>
            <a:ext cx="6353968" cy="1433391"/>
          </a:xfrm>
        </p:spPr>
        <p:txBody>
          <a:bodyPr anchor="t">
            <a:normAutofit/>
          </a:bodyPr>
          <a:lstStyle/>
          <a:p>
            <a:endParaRPr lang="en-US">
              <a:solidFill>
                <a:srgbClr val="FFFFFF"/>
              </a:solidFill>
            </a:endParaRPr>
          </a:p>
        </p:txBody>
      </p:sp>
      <p:cxnSp>
        <p:nvCxnSpPr>
          <p:cNvPr id="14" name="Straight Connector 13">
            <a:extLst>
              <a:ext uri="{FF2B5EF4-FFF2-40B4-BE49-F238E27FC236}">
                <a16:creationId xmlns:a16="http://schemas.microsoft.com/office/drawing/2014/main" id="{C05AB8D6-5CDA-AB11-50B3-3BB59F90D21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42932" y="4214336"/>
            <a:ext cx="5120640"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useBgFill="1">
        <p:nvSpPr>
          <p:cNvPr id="16" name="Rectangle 15">
            <a:extLst>
              <a:ext uri="{FF2B5EF4-FFF2-40B4-BE49-F238E27FC236}">
                <a16:creationId xmlns:a16="http://schemas.microsoft.com/office/drawing/2014/main" id="{EFC18227-0BA1-B045-A8F5-DB8F3F373C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4000" y="-2"/>
            <a:ext cx="164592"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Tree>
    <p:extLst>
      <p:ext uri="{BB962C8B-B14F-4D97-AF65-F5344CB8AC3E}">
        <p14:creationId xmlns:p14="http://schemas.microsoft.com/office/powerpoint/2010/main" val="373446347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normAutofit/>
          </a:bodyPr>
          <a:lstStyle/>
          <a:p>
            <a:r>
              <a:rPr lang="en-US" dirty="0"/>
              <a:t>Abstraction</a:t>
            </a:r>
          </a:p>
        </p:txBody>
      </p:sp>
      <p:sp>
        <p:nvSpPr>
          <p:cNvPr id="12" name="TextBox 12"/>
          <p:cNvSpPr txBox="1"/>
          <p:nvPr/>
        </p:nvSpPr>
        <p:spPr>
          <a:xfrm>
            <a:off x="8778240" y="109728"/>
            <a:ext cx="3017520" cy="566928"/>
          </a:xfrm>
          <a:prstGeom prst="rect">
            <a:avLst/>
          </a:prstGeom>
          <a:noFill/>
        </p:spPr>
        <p:txBody>
          <a:bodyPr wrap="square" lIns="0" tIns="0" rIns="0" bIns="0" rtlCol="0" anchor="t"/>
          <a:lstStyle/>
          <a:p>
            <a:pPr algn="r"/>
            <a:r>
              <a:rPr lang="en-US" sz="3600" b="1" dirty="0">
                <a:solidFill>
                  <a:srgbClr val="1CADE4"/>
                </a:solidFill>
              </a:rPr>
              <a:t>Exercise</a:t>
            </a:r>
          </a:p>
        </p:txBody>
      </p:sp>
      <p:sp>
        <p:nvSpPr>
          <p:cNvPr id="13" name="TextBox 13"/>
          <p:cNvSpPr txBox="1"/>
          <p:nvPr/>
        </p:nvSpPr>
        <p:spPr>
          <a:xfrm>
            <a:off x="1024128" y="1965960"/>
            <a:ext cx="9692640" cy="384048"/>
          </a:xfrm>
          <a:prstGeom prst="rect">
            <a:avLst/>
          </a:prstGeom>
          <a:noFill/>
        </p:spPr>
        <p:txBody>
          <a:bodyPr wrap="square" lIns="0" tIns="0" rIns="0" bIns="0" rtlCol="0" anchor="t"/>
          <a:lstStyle/>
          <a:p>
            <a:r>
              <a:rPr lang="en-US" sz="2000" b="1" dirty="0">
                <a:solidFill>
                  <a:srgbClr val="1B7FA6"/>
                </a:solidFill>
              </a:rPr>
              <a:t>Objective 3: Create a simplified model</a:t>
            </a:r>
          </a:p>
        </p:txBody>
      </p:sp>
      <p:sp>
        <p:nvSpPr>
          <p:cNvPr id="14" name="TextBox 14"/>
          <p:cNvSpPr txBox="1"/>
          <p:nvPr/>
        </p:nvSpPr>
        <p:spPr>
          <a:xfrm>
            <a:off x="1024128" y="2514600"/>
            <a:ext cx="5251412" cy="3383280"/>
          </a:xfrm>
          <a:prstGeom prst="rect">
            <a:avLst/>
          </a:prstGeom>
          <a:noFill/>
        </p:spPr>
        <p:txBody>
          <a:bodyPr wrap="square" lIns="91440" tIns="91440" rIns="91440" bIns="91440" rtlCol="0" anchor="t"/>
          <a:lstStyle/>
          <a:p>
            <a:pPr marL="0" indent="0">
              <a:spcAft>
                <a:spcPts val="900"/>
              </a:spcAft>
              <a:buNone/>
            </a:pPr>
            <a:r>
              <a:rPr lang="en-US" b="1" dirty="0">
                <a:solidFill>
                  <a:schemeClr val="accent1">
                    <a:lumMod val="75000"/>
                  </a:schemeClr>
                </a:solidFill>
              </a:rPr>
              <a:t>Think.  </a:t>
            </a:r>
            <a:r>
              <a:rPr lang="en-US" dirty="0"/>
              <a:t>Run the two code blocks in Exercise 3. Find the two things that differ in the code blocks. Those are what the user chooses.</a:t>
            </a:r>
          </a:p>
          <a:p>
            <a:pPr marL="0" indent="0">
              <a:spcAft>
                <a:spcPts val="900"/>
              </a:spcAft>
              <a:buNone/>
            </a:pPr>
            <a:r>
              <a:rPr lang="en-US" b="1" dirty="0">
                <a:solidFill>
                  <a:schemeClr val="accent1">
                    <a:lumMod val="75000"/>
                  </a:schemeClr>
                </a:solidFill>
              </a:rPr>
              <a:t>Prompt.  </a:t>
            </a:r>
            <a:r>
              <a:rPr lang="en-US" dirty="0"/>
              <a:t>Fill in the two blanks in the template at right: creatinine (the test) and 1.2 (the cutoff). Send it to Claude in a new chat.</a:t>
            </a:r>
          </a:p>
          <a:p>
            <a:pPr marL="0" indent="0">
              <a:spcAft>
                <a:spcPts val="900"/>
              </a:spcAft>
              <a:buNone/>
            </a:pPr>
            <a:r>
              <a:rPr lang="en-US" b="1" dirty="0">
                <a:solidFill>
                  <a:schemeClr val="accent1">
                    <a:lumMod val="75000"/>
                  </a:schemeClr>
                </a:solidFill>
              </a:rPr>
              <a:t>Check.  </a:t>
            </a:r>
            <a:r>
              <a:rPr lang="en-US" dirty="0"/>
              <a:t>Run Claude's code. For ICU patients, the percent of creatinine results above 1.2 should be 7.4%. Then fill in the template for glucose above 125, send it in the same chat, and run that code. ICU should be 9.1%, the same as the glucose block in your workbook.</a:t>
            </a:r>
          </a:p>
        </p:txBody>
      </p:sp>
      <p:sp>
        <p:nvSpPr>
          <p:cNvPr id="15" name="TextBox 15"/>
          <p:cNvSpPr txBox="1"/>
          <p:nvPr/>
        </p:nvSpPr>
        <p:spPr>
          <a:xfrm>
            <a:off x="6629400" y="2606040"/>
            <a:ext cx="4526280" cy="3291840"/>
          </a:xfrm>
          <a:prstGeom prst="rect">
            <a:avLst/>
          </a:prstGeom>
          <a:solidFill>
            <a:srgbClr val="EEF3F6"/>
          </a:solidFill>
        </p:spPr>
        <p:txBody>
          <a:bodyPr wrap="square" lIns="137160" tIns="137160" rIns="137160" bIns="137160" rtlCol="0" anchor="t"/>
          <a:lstStyle/>
          <a:p>
            <a:pPr marL="0" indent="0">
              <a:buNone/>
            </a:pPr>
            <a:r>
              <a:rPr lang="en-US" sz="1500" dirty="0">
                <a:solidFill>
                  <a:srgbClr val="1F2A30"/>
                </a:solidFill>
                <a:latin typeface="Courier New"/>
                <a:cs typeface="Courier New"/>
              </a:rPr>
              <a:t>Write R code that reports the</a:t>
            </a:r>
          </a:p>
          <a:p>
            <a:pPr marL="0" indent="0">
              <a:buNone/>
            </a:pPr>
            <a:r>
              <a:rPr lang="en-US" sz="1500" dirty="0">
                <a:solidFill>
                  <a:srgbClr val="1F2A30"/>
                </a:solidFill>
                <a:latin typeface="Courier New"/>
                <a:cs typeface="Courier New"/>
              </a:rPr>
              <a:t>percent of ______ results</a:t>
            </a:r>
          </a:p>
          <a:p>
            <a:pPr marL="0" indent="0">
              <a:buNone/>
            </a:pPr>
            <a:r>
              <a:rPr lang="en-US" sz="1500" dirty="0">
                <a:solidFill>
                  <a:srgbClr val="1F2A30"/>
                </a:solidFill>
                <a:latin typeface="Courier New"/>
                <a:cs typeface="Courier New"/>
              </a:rPr>
              <a:t>above ______, by patient type.</a:t>
            </a:r>
          </a:p>
          <a:p>
            <a:pPr marL="0" indent="0">
              <a:buNone/>
            </a:pPr>
            <a:r>
              <a:rPr lang="en-US" sz="1500" dirty="0">
                <a:solidFill>
                  <a:srgbClr val="1F2A30"/>
                </a:solidFill>
                <a:latin typeface="Courier New"/>
                <a:cs typeface="Courier New"/>
              </a:rPr>
              <a:t> </a:t>
            </a:r>
          </a:p>
          <a:p>
            <a:pPr marL="0" indent="0">
              <a:buNone/>
            </a:pPr>
            <a:r>
              <a:rPr lang="en-US" sz="1500" dirty="0">
                <a:solidFill>
                  <a:srgbClr val="1F2A30"/>
                </a:solidFill>
                <a:latin typeface="Courier New"/>
                <a:cs typeface="Courier New"/>
              </a:rPr>
              <a:t>My data frame is called chem.</a:t>
            </a:r>
          </a:p>
          <a:p>
            <a:pPr marL="0" indent="0">
              <a:buNone/>
            </a:pPr>
            <a:r>
              <a:rPr lang="en-US" sz="1500" dirty="0">
                <a:solidFill>
                  <a:srgbClr val="1F2A30"/>
                </a:solidFill>
                <a:latin typeface="Courier New"/>
                <a:cs typeface="Courier New"/>
              </a:rPr>
              <a:t>Columns: test (text),</a:t>
            </a:r>
          </a:p>
          <a:p>
            <a:pPr marL="0" indent="0">
              <a:buNone/>
            </a:pPr>
            <a:r>
              <a:rPr lang="en-US" sz="1500" dirty="0">
                <a:solidFill>
                  <a:srgbClr val="1F2A30"/>
                </a:solidFill>
                <a:latin typeface="Courier New"/>
                <a:cs typeface="Courier New"/>
              </a:rPr>
              <a:t>value (number), pat_type (text).</a:t>
            </a:r>
          </a:p>
          <a:p>
            <a:pPr marL="0" indent="0">
              <a:buNone/>
            </a:pPr>
            <a:r>
              <a:rPr lang="en-US" sz="1500" dirty="0">
                <a:solidFill>
                  <a:srgbClr val="1F2A30"/>
                </a:solidFill>
                <a:latin typeface="Courier New"/>
                <a:cs typeface="Courier New"/>
              </a:rPr>
              <a:t>Use dplyr.</a:t>
            </a:r>
          </a:p>
        </p:txBody>
      </p:sp>
      <p:sp>
        <p:nvSpPr>
          <p:cNvPr id="2" name="TextBox 1">
            <a:extLst>
              <a:ext uri="{FF2B5EF4-FFF2-40B4-BE49-F238E27FC236}">
                <a16:creationId xmlns:a16="http://schemas.microsoft.com/office/drawing/2014/main" id="{10F40175-DFD8-BD0E-DE56-69D778E13BEA}"/>
              </a:ext>
            </a:extLst>
          </p:cNvPr>
          <p:cNvSpPr txBox="1"/>
          <p:nvPr/>
        </p:nvSpPr>
        <p:spPr>
          <a:xfrm>
            <a:off x="6629400" y="2190988"/>
            <a:ext cx="2496389" cy="369332"/>
          </a:xfrm>
          <a:prstGeom prst="rect">
            <a:avLst/>
          </a:prstGeom>
          <a:noFill/>
        </p:spPr>
        <p:txBody>
          <a:bodyPr wrap="none" rtlCol="0">
            <a:spAutoFit/>
          </a:bodyPr>
          <a:lstStyle/>
          <a:p>
            <a:r>
              <a:rPr lang="en-US" dirty="0"/>
              <a:t>Claude prompt template:</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normAutofit/>
          </a:bodyPr>
          <a:lstStyle/>
          <a:p>
            <a:r>
              <a:rPr lang="en-US" dirty="0"/>
              <a:t>Abstraction: what you should see</a:t>
            </a:r>
          </a:p>
        </p:txBody>
      </p:sp>
      <p:sp>
        <p:nvSpPr>
          <p:cNvPr id="12" name="TextBox 12"/>
          <p:cNvSpPr txBox="1"/>
          <p:nvPr/>
        </p:nvSpPr>
        <p:spPr>
          <a:xfrm>
            <a:off x="1024128" y="2103120"/>
            <a:ext cx="5394960" cy="2651760"/>
          </a:xfrm>
          <a:prstGeom prst="rect">
            <a:avLst/>
          </a:prstGeom>
          <a:solidFill>
            <a:srgbClr val="EEF3F6"/>
          </a:solidFill>
        </p:spPr>
        <p:txBody>
          <a:bodyPr wrap="square" lIns="137160" tIns="137160" rIns="137160" bIns="137160" rtlCol="0" anchor="t"/>
          <a:lstStyle/>
          <a:p>
            <a:pPr marL="0" indent="0">
              <a:buNone/>
            </a:pPr>
            <a:r>
              <a:rPr lang="en-US" sz="1400" dirty="0">
                <a:solidFill>
                  <a:srgbClr val="1F2A30"/>
                </a:solidFill>
                <a:latin typeface="Courier New"/>
                <a:cs typeface="Courier New"/>
              </a:rPr>
              <a:t># creatinine above 1.2</a:t>
            </a:r>
          </a:p>
          <a:p>
            <a:pPr marL="0" indent="0">
              <a:buNone/>
            </a:pPr>
            <a:r>
              <a:rPr lang="en-US" sz="1400" dirty="0">
                <a:solidFill>
                  <a:srgbClr val="1F2A30"/>
                </a:solidFill>
                <a:latin typeface="Courier New"/>
                <a:cs typeface="Courier New"/>
              </a:rPr>
              <a:t>  pat_type      n_results pct_above</a:t>
            </a:r>
          </a:p>
          <a:p>
            <a:pPr marL="0" indent="0">
              <a:buNone/>
            </a:pPr>
            <a:r>
              <a:rPr lang="en-US" sz="1400" dirty="0">
                <a:solidFill>
                  <a:srgbClr val="1F2A30"/>
                </a:solidFill>
                <a:latin typeface="Courier New"/>
                <a:cs typeface="Courier New"/>
              </a:rPr>
              <a:t>1 cancer center      1059       8.2</a:t>
            </a:r>
          </a:p>
          <a:p>
            <a:pPr marL="0" indent="0">
              <a:buNone/>
            </a:pPr>
            <a:r>
              <a:rPr lang="en-US" sz="1400" dirty="0">
                <a:solidFill>
                  <a:srgbClr val="1F2A30"/>
                </a:solidFill>
                <a:latin typeface="Courier New"/>
                <a:cs typeface="Courier New"/>
              </a:rPr>
              <a:t>2 client             1092       6.8</a:t>
            </a:r>
          </a:p>
          <a:p>
            <a:pPr marL="0" indent="0">
              <a:buNone/>
            </a:pPr>
            <a:r>
              <a:rPr lang="en-US" sz="1400" dirty="0">
                <a:solidFill>
                  <a:srgbClr val="1F2A30"/>
                </a:solidFill>
                <a:latin typeface="Courier New"/>
                <a:cs typeface="Courier New"/>
              </a:rPr>
              <a:t>3 icu                1103       7.4</a:t>
            </a:r>
          </a:p>
          <a:p>
            <a:pPr marL="0" indent="0">
              <a:buNone/>
            </a:pPr>
            <a:r>
              <a:rPr lang="en-US" sz="1400" dirty="0">
                <a:solidFill>
                  <a:srgbClr val="1F2A30"/>
                </a:solidFill>
                <a:latin typeface="Courier New"/>
                <a:cs typeface="Courier New"/>
              </a:rPr>
              <a:t>4 inpatient          1067       9.1</a:t>
            </a:r>
          </a:p>
          <a:p>
            <a:pPr marL="0" indent="0">
              <a:buNone/>
            </a:pPr>
            <a:r>
              <a:rPr lang="en-US" sz="1400" dirty="0">
                <a:solidFill>
                  <a:srgbClr val="1F2A30"/>
                </a:solidFill>
                <a:latin typeface="Courier New"/>
                <a:cs typeface="Courier New"/>
              </a:rPr>
              <a:t>5 outpatient         1072       7.6</a:t>
            </a:r>
          </a:p>
          <a:p>
            <a:pPr marL="0" indent="0">
              <a:buNone/>
            </a:pPr>
            <a:r>
              <a:rPr lang="en-US" sz="1400" dirty="0">
                <a:solidFill>
                  <a:srgbClr val="1F2A30"/>
                </a:solidFill>
                <a:latin typeface="Courier New"/>
                <a:cs typeface="Courier New"/>
              </a:rPr>
              <a:t>6 NA                 1088       9.4</a:t>
            </a:r>
          </a:p>
        </p:txBody>
      </p:sp>
      <p:sp>
        <p:nvSpPr>
          <p:cNvPr id="13" name="TextBox 13"/>
          <p:cNvSpPr txBox="1"/>
          <p:nvPr/>
        </p:nvSpPr>
        <p:spPr>
          <a:xfrm>
            <a:off x="6675120" y="2103120"/>
            <a:ext cx="4480560" cy="3333176"/>
          </a:xfrm>
          <a:prstGeom prst="rect">
            <a:avLst/>
          </a:prstGeom>
          <a:noFill/>
        </p:spPr>
        <p:txBody>
          <a:bodyPr wrap="square" lIns="91440" tIns="91440" rIns="91440" bIns="91440" rtlCol="0" anchor="t"/>
          <a:lstStyle/>
          <a:p>
            <a:pPr marL="285750" lvl="0" indent="-285750">
              <a:spcAft>
                <a:spcPts val="600"/>
              </a:spcAft>
              <a:buFont typeface="Arial"/>
              <a:buChar char="•"/>
            </a:pPr>
            <a:r>
              <a:rPr lang="en-US" sz="1800" dirty="0"/>
              <a:t>Your template has fixed text and two blanks. It is a function written in English.</a:t>
            </a:r>
          </a:p>
          <a:p>
            <a:pPr marL="285750" lvl="0" indent="-285750">
              <a:spcAft>
                <a:spcPts val="600"/>
              </a:spcAft>
              <a:buFont typeface="Arial"/>
              <a:buChar char="•"/>
            </a:pPr>
            <a:r>
              <a:rPr lang="en-US" sz="1800" dirty="0"/>
              <a:t>The blanks are the arguments: </a:t>
            </a:r>
            <a:r>
              <a:rPr lang="en-US" sz="1800" b="1" dirty="0"/>
              <a:t>test</a:t>
            </a:r>
            <a:r>
              <a:rPr lang="en-US" sz="1800" dirty="0"/>
              <a:t> and </a:t>
            </a:r>
            <a:r>
              <a:rPr lang="en-US" sz="1800" b="1" dirty="0"/>
              <a:t>cutoff</a:t>
            </a:r>
            <a:r>
              <a:rPr lang="en-US" sz="1800" dirty="0"/>
              <a:t>.</a:t>
            </a:r>
          </a:p>
          <a:p>
            <a:pPr marL="285750" lvl="0" indent="-285750">
              <a:spcAft>
                <a:spcPts val="600"/>
              </a:spcAft>
              <a:buFont typeface="Arial"/>
              <a:buChar char="•"/>
            </a:pPr>
            <a:r>
              <a:rPr lang="en-US" sz="1800" dirty="0"/>
              <a:t>A new question costs two words, not a new prompt.</a:t>
            </a:r>
          </a:p>
          <a:p>
            <a:pPr marL="285750" lvl="0" indent="-285750">
              <a:spcAft>
                <a:spcPts val="600"/>
              </a:spcAft>
              <a:buFont typeface="Arial"/>
              <a:buChar char="•"/>
            </a:pPr>
            <a:r>
              <a:rPr lang="en-US" dirty="0"/>
              <a:t>Previously we recognized a pattern and used an existing function, now we’ve identified the model and used a pattern to write our own function.</a:t>
            </a:r>
            <a:endParaRPr lang="en-US" sz="1800" dirty="0"/>
          </a:p>
        </p:txBody>
      </p:sp>
      <p:sp>
        <p:nvSpPr>
          <p:cNvPr id="14" name="TextBox 14"/>
          <p:cNvSpPr txBox="1"/>
          <p:nvPr/>
        </p:nvSpPr>
        <p:spPr>
          <a:xfrm>
            <a:off x="1024128" y="5614416"/>
            <a:ext cx="10149840" cy="868680"/>
          </a:xfrm>
          <a:prstGeom prst="rect">
            <a:avLst/>
          </a:prstGeom>
          <a:solidFill>
            <a:srgbClr val="EEF3F6"/>
          </a:solidFill>
        </p:spPr>
        <p:txBody>
          <a:bodyPr wrap="square" lIns="137160" tIns="137160" rIns="137160" bIns="137160" rtlCol="0" anchor="t"/>
          <a:lstStyle/>
          <a:p>
            <a:pPr marL="0" indent="0">
              <a:buNone/>
            </a:pPr>
            <a:r>
              <a:rPr lang="en-US" sz="1500" dirty="0">
                <a:solidFill>
                  <a:srgbClr val="1F2A30"/>
                </a:solidFill>
                <a:latin typeface="Courier New"/>
                <a:cs typeface="Courier New"/>
              </a:rPr>
              <a:t># Demo: the same template as an R function</a:t>
            </a:r>
          </a:p>
          <a:p>
            <a:pPr marL="0" indent="0">
              <a:buNone/>
            </a:pPr>
            <a:r>
              <a:rPr lang="en-US" sz="1500" dirty="0">
                <a:solidFill>
                  <a:srgbClr val="1F2A30"/>
                </a:solidFill>
                <a:latin typeface="Courier New"/>
                <a:cs typeface="Courier New"/>
              </a:rPr>
              <a:t>pct_above("creatinine", 1.2)</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B4B01-6ACD-06F8-5AAF-FD1F9D942A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D9EC7E-CEC3-E450-24DE-DDEE841A20C3}"/>
              </a:ext>
            </a:extLst>
          </p:cNvPr>
          <p:cNvSpPr>
            <a:spLocks noGrp="1"/>
          </p:cNvSpPr>
          <p:nvPr>
            <p:ph type="title"/>
          </p:nvPr>
        </p:nvSpPr>
        <p:spPr/>
        <p:txBody>
          <a:bodyPr/>
          <a:lstStyle/>
          <a:p>
            <a:r>
              <a:rPr lang="en-US" dirty="0"/>
              <a:t>How does this help us?</a:t>
            </a:r>
          </a:p>
        </p:txBody>
      </p:sp>
      <p:sp>
        <p:nvSpPr>
          <p:cNvPr id="3" name="Content Placeholder 2">
            <a:extLst>
              <a:ext uri="{FF2B5EF4-FFF2-40B4-BE49-F238E27FC236}">
                <a16:creationId xmlns:a16="http://schemas.microsoft.com/office/drawing/2014/main" id="{D3C0F10C-7EDF-BFAB-D571-CF4D16870DE8}"/>
              </a:ext>
            </a:extLst>
          </p:cNvPr>
          <p:cNvSpPr>
            <a:spLocks noGrp="1"/>
          </p:cNvSpPr>
          <p:nvPr>
            <p:ph idx="1"/>
          </p:nvPr>
        </p:nvSpPr>
        <p:spPr/>
        <p:txBody>
          <a:bodyPr>
            <a:normAutofit fontScale="92500" lnSpcReduction="10000"/>
          </a:bodyPr>
          <a:lstStyle/>
          <a:p>
            <a:pPr marL="241300" indent="-241300"/>
            <a:r>
              <a:rPr lang="en-US" dirty="0"/>
              <a:t>Simplifies the situation to help focus on most important aspects, highlights similarities, and makes actions efficient and easier to perform</a:t>
            </a:r>
          </a:p>
          <a:p>
            <a:pPr marL="241300" indent="-241300"/>
            <a:r>
              <a:rPr lang="en-US" dirty="0"/>
              <a:t>Already seen examples of how this can make decision making easier in data visualization context and generating simple statistical summaries of large data sets</a:t>
            </a:r>
          </a:p>
          <a:p>
            <a:pPr marL="241300" indent="-241300"/>
            <a:endParaRPr lang="en-US" dirty="0"/>
          </a:p>
          <a:p>
            <a:pPr marL="241300" indent="-241300"/>
            <a:r>
              <a:rPr lang="en-US" b="1" dirty="0"/>
              <a:t>Computational examples: </a:t>
            </a:r>
            <a:r>
              <a:rPr lang="en-US" dirty="0"/>
              <a:t>APIs, programming functions, LLM prompting, business intelligence tools</a:t>
            </a:r>
          </a:p>
        </p:txBody>
      </p:sp>
    </p:spTree>
    <p:extLst>
      <p:ext uri="{BB962C8B-B14F-4D97-AF65-F5344CB8AC3E}">
        <p14:creationId xmlns:p14="http://schemas.microsoft.com/office/powerpoint/2010/main" val="393487280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B91151F9-A3F5-98D0-7959-C20782A8E99B}"/>
              </a:ext>
            </a:extLst>
          </p:cNvPr>
          <p:cNvGraphicFramePr>
            <a:graphicFrameLocks noGrp="1"/>
          </p:cNvGraphicFramePr>
          <p:nvPr>
            <p:extLst>
              <p:ext uri="{D42A27DB-BD31-4B8C-83A1-F6EECF244321}">
                <p14:modId xmlns:p14="http://schemas.microsoft.com/office/powerpoint/2010/main" val="3079491650"/>
              </p:ext>
            </p:extLst>
          </p:nvPr>
        </p:nvGraphicFramePr>
        <p:xfrm>
          <a:off x="815867" y="2084832"/>
          <a:ext cx="10136594" cy="3803584"/>
        </p:xfrm>
        <a:graphic>
          <a:graphicData uri="http://schemas.openxmlformats.org/drawingml/2006/table">
            <a:tbl>
              <a:tblPr>
                <a:tableStyleId>{5C22544A-7EE6-4342-B048-85BDC9FD1C3A}</a:tableStyleId>
              </a:tblPr>
              <a:tblGrid>
                <a:gridCol w="1155432">
                  <a:extLst>
                    <a:ext uri="{9D8B030D-6E8A-4147-A177-3AD203B41FA5}">
                      <a16:colId xmlns:a16="http://schemas.microsoft.com/office/drawing/2014/main" val="2908230292"/>
                    </a:ext>
                  </a:extLst>
                </a:gridCol>
                <a:gridCol w="3673273">
                  <a:extLst>
                    <a:ext uri="{9D8B030D-6E8A-4147-A177-3AD203B41FA5}">
                      <a16:colId xmlns:a16="http://schemas.microsoft.com/office/drawing/2014/main" val="2342720302"/>
                    </a:ext>
                  </a:extLst>
                </a:gridCol>
                <a:gridCol w="5307889">
                  <a:extLst>
                    <a:ext uri="{9D8B030D-6E8A-4147-A177-3AD203B41FA5}">
                      <a16:colId xmlns:a16="http://schemas.microsoft.com/office/drawing/2014/main" val="2681456211"/>
                    </a:ext>
                  </a:extLst>
                </a:gridCol>
              </a:tblGrid>
              <a:tr h="240632">
                <a:tc>
                  <a:txBody>
                    <a:bodyPr/>
                    <a:lstStyle/>
                    <a:p>
                      <a:pPr marL="0" marR="0">
                        <a:buNone/>
                      </a:pPr>
                      <a:r>
                        <a:rPr lang="en-US" sz="1400" b="1" dirty="0">
                          <a:effectLst/>
                        </a:rPr>
                        <a:t>Component</a:t>
                      </a:r>
                      <a:endParaRPr lang="en-US" sz="1400" b="1" dirty="0">
                        <a:effectLst/>
                        <a:latin typeface="Calibri" panose="020F0502020204030204" pitchFamily="34" charset="0"/>
                        <a:ea typeface="Calibri" panose="020F0502020204030204" pitchFamily="34" charset="0"/>
                      </a:endParaRPr>
                    </a:p>
                  </a:txBody>
                  <a:tcPr marL="66174" marR="66174" marT="48126" marB="48126"/>
                </a:tc>
                <a:tc>
                  <a:txBody>
                    <a:bodyPr/>
                    <a:lstStyle/>
                    <a:p>
                      <a:pPr marL="0" marR="0">
                        <a:buNone/>
                      </a:pPr>
                      <a:r>
                        <a:rPr lang="en-US" sz="1400" b="1">
                          <a:effectLst/>
                        </a:rPr>
                        <a:t>What the user supplies</a:t>
                      </a:r>
                      <a:endParaRPr lang="en-US" sz="1400" b="1">
                        <a:effectLst/>
                        <a:latin typeface="Calibri" panose="020F0502020204030204" pitchFamily="34" charset="0"/>
                        <a:ea typeface="Calibri" panose="020F0502020204030204" pitchFamily="34" charset="0"/>
                      </a:endParaRPr>
                    </a:p>
                  </a:txBody>
                  <a:tcPr marL="66174" marR="66174" marT="48126" marB="48126"/>
                </a:tc>
                <a:tc>
                  <a:txBody>
                    <a:bodyPr/>
                    <a:lstStyle/>
                    <a:p>
                      <a:pPr marL="0" marR="0">
                        <a:buNone/>
                      </a:pPr>
                      <a:r>
                        <a:rPr lang="en-US" sz="1400" b="1">
                          <a:effectLst/>
                        </a:rPr>
                        <a:t>Plain version</a:t>
                      </a:r>
                      <a:endParaRPr lang="en-US" sz="1400" b="1">
                        <a:effectLst/>
                        <a:latin typeface="Calibri" panose="020F0502020204030204" pitchFamily="34" charset="0"/>
                        <a:ea typeface="Calibri" panose="020F0502020204030204" pitchFamily="34" charset="0"/>
                      </a:endParaRPr>
                    </a:p>
                  </a:txBody>
                  <a:tcPr marL="66174" marR="66174" marT="48126" marB="48126"/>
                </a:tc>
                <a:extLst>
                  <a:ext uri="{0D108BD9-81ED-4DB2-BD59-A6C34878D82A}">
                    <a16:rowId xmlns:a16="http://schemas.microsoft.com/office/drawing/2014/main" val="2959074332"/>
                  </a:ext>
                </a:extLst>
              </a:tr>
              <a:tr h="616017">
                <a:tc>
                  <a:txBody>
                    <a:bodyPr/>
                    <a:lstStyle/>
                    <a:p>
                      <a:pPr marL="0" marR="0">
                        <a:buNone/>
                      </a:pPr>
                      <a:r>
                        <a:rPr lang="en-US" sz="1400" dirty="0">
                          <a:effectLst/>
                        </a:rPr>
                        <a:t>Task</a:t>
                      </a:r>
                      <a:endParaRPr lang="en-US" sz="1400" dirty="0">
                        <a:effectLst/>
                        <a:latin typeface="Calibri" panose="020F0502020204030204" pitchFamily="34" charset="0"/>
                        <a:ea typeface="Calibri" panose="020F0502020204030204" pitchFamily="34" charset="0"/>
                      </a:endParaRPr>
                    </a:p>
                  </a:txBody>
                  <a:tcPr marL="66174" marR="66174" marT="48126" marB="48126">
                    <a:noFill/>
                  </a:tcPr>
                </a:tc>
                <a:tc>
                  <a:txBody>
                    <a:bodyPr/>
                    <a:lstStyle/>
                    <a:p>
                      <a:pPr marL="0" marR="0">
                        <a:buNone/>
                      </a:pPr>
                      <a:r>
                        <a:rPr lang="en-US" sz="1400" dirty="0">
                          <a:effectLst/>
                        </a:rPr>
                        <a:t>The job, in one sentence</a:t>
                      </a:r>
                      <a:endParaRPr lang="en-US" sz="1400" dirty="0">
                        <a:effectLst/>
                        <a:latin typeface="Calibri" panose="020F0502020204030204" pitchFamily="34" charset="0"/>
                        <a:ea typeface="Calibri" panose="020F0502020204030204" pitchFamily="34" charset="0"/>
                      </a:endParaRPr>
                    </a:p>
                  </a:txBody>
                  <a:tcPr marL="66174" marR="66174" marT="48126" marB="48126">
                    <a:noFill/>
                  </a:tcPr>
                </a:tc>
                <a:tc>
                  <a:txBody>
                    <a:bodyPr/>
                    <a:lstStyle/>
                    <a:p>
                      <a:pPr marL="0" marR="0">
                        <a:buNone/>
                      </a:pPr>
                      <a:r>
                        <a:rPr lang="en-US" sz="1400">
                          <a:effectLst/>
                        </a:rPr>
                        <a:t>Review this proposal from four perspectives: lab director, bench technologist, finance, and clinician [specify].</a:t>
                      </a:r>
                      <a:endParaRPr lang="en-US" sz="1400">
                        <a:effectLst/>
                        <a:latin typeface="Calibri" panose="020F0502020204030204" pitchFamily="34" charset="0"/>
                        <a:ea typeface="Calibri" panose="020F0502020204030204" pitchFamily="34" charset="0"/>
                      </a:endParaRPr>
                    </a:p>
                  </a:txBody>
                  <a:tcPr marL="66174" marR="66174" marT="48126" marB="48126">
                    <a:noFill/>
                  </a:tcPr>
                </a:tc>
                <a:extLst>
                  <a:ext uri="{0D108BD9-81ED-4DB2-BD59-A6C34878D82A}">
                    <a16:rowId xmlns:a16="http://schemas.microsoft.com/office/drawing/2014/main" val="3420244222"/>
                  </a:ext>
                </a:extLst>
              </a:tr>
              <a:tr h="745958">
                <a:tc>
                  <a:txBody>
                    <a:bodyPr/>
                    <a:lstStyle/>
                    <a:p>
                      <a:pPr marL="0" marR="0">
                        <a:buNone/>
                      </a:pPr>
                      <a:r>
                        <a:rPr lang="en-US" sz="1400">
                          <a:effectLst/>
                        </a:rPr>
                        <a:t>Context</a:t>
                      </a:r>
                      <a:endParaRPr lang="en-US" sz="1400">
                        <a:effectLst/>
                        <a:latin typeface="Calibri" panose="020F0502020204030204" pitchFamily="34" charset="0"/>
                        <a:ea typeface="Calibri" panose="020F0502020204030204" pitchFamily="34" charset="0"/>
                      </a:endParaRPr>
                    </a:p>
                  </a:txBody>
                  <a:tcPr marL="66174" marR="66174" marT="48126" marB="48126">
                    <a:noFill/>
                  </a:tcPr>
                </a:tc>
                <a:tc>
                  <a:txBody>
                    <a:bodyPr/>
                    <a:lstStyle/>
                    <a:p>
                      <a:pPr marL="0" marR="0">
                        <a:buNone/>
                      </a:pPr>
                      <a:r>
                        <a:rPr lang="en-US" sz="1400" dirty="0">
                          <a:effectLst/>
                        </a:rPr>
                        <a:t>The decision, deadline, key facts, and audience. Specifying role may be useful.</a:t>
                      </a:r>
                      <a:endParaRPr lang="en-US" sz="1400" dirty="0">
                        <a:effectLst/>
                        <a:latin typeface="Calibri" panose="020F0502020204030204" pitchFamily="34" charset="0"/>
                        <a:ea typeface="Calibri" panose="020F0502020204030204" pitchFamily="34" charset="0"/>
                      </a:endParaRPr>
                    </a:p>
                  </a:txBody>
                  <a:tcPr marL="66174" marR="66174" marT="48126" marB="48126">
                    <a:noFill/>
                  </a:tcPr>
                </a:tc>
                <a:tc>
                  <a:txBody>
                    <a:bodyPr/>
                    <a:lstStyle/>
                    <a:p>
                      <a:pPr marL="0" marR="0">
                        <a:buNone/>
                      </a:pPr>
                      <a:r>
                        <a:rPr lang="en-US" sz="1400" dirty="0">
                          <a:effectLst/>
                        </a:rPr>
                        <a:t>We are deciding whether to bring [test] in-house by [date]. Current send-out volume is [N] per year at $[X]. The audience is the department leadership team.</a:t>
                      </a:r>
                      <a:endParaRPr lang="en-US" sz="1400" dirty="0">
                        <a:effectLst/>
                        <a:latin typeface="Calibri" panose="020F0502020204030204" pitchFamily="34" charset="0"/>
                        <a:ea typeface="Calibri" panose="020F0502020204030204" pitchFamily="34" charset="0"/>
                      </a:endParaRPr>
                    </a:p>
                  </a:txBody>
                  <a:tcPr marL="66174" marR="66174" marT="48126" marB="48126">
                    <a:noFill/>
                  </a:tcPr>
                </a:tc>
                <a:extLst>
                  <a:ext uri="{0D108BD9-81ED-4DB2-BD59-A6C34878D82A}">
                    <a16:rowId xmlns:a16="http://schemas.microsoft.com/office/drawing/2014/main" val="427035114"/>
                  </a:ext>
                </a:extLst>
              </a:tr>
              <a:tr h="385011">
                <a:tc>
                  <a:txBody>
                    <a:bodyPr/>
                    <a:lstStyle/>
                    <a:p>
                      <a:pPr marL="0" marR="0">
                        <a:buNone/>
                      </a:pPr>
                      <a:r>
                        <a:rPr lang="en-US" sz="1400">
                          <a:effectLst/>
                        </a:rPr>
                        <a:t>Material</a:t>
                      </a:r>
                      <a:endParaRPr lang="en-US" sz="1400">
                        <a:effectLst/>
                        <a:latin typeface="Calibri" panose="020F0502020204030204" pitchFamily="34" charset="0"/>
                        <a:ea typeface="Calibri" panose="020F0502020204030204" pitchFamily="34" charset="0"/>
                      </a:endParaRPr>
                    </a:p>
                  </a:txBody>
                  <a:tcPr marL="66174" marR="66174" marT="48126" marB="48126">
                    <a:noFill/>
                  </a:tcPr>
                </a:tc>
                <a:tc>
                  <a:txBody>
                    <a:bodyPr/>
                    <a:lstStyle/>
                    <a:p>
                      <a:pPr marL="0" marR="0">
                        <a:buNone/>
                      </a:pPr>
                      <a:r>
                        <a:rPr lang="en-US" sz="1400" dirty="0">
                          <a:effectLst/>
                        </a:rPr>
                        <a:t>The documents or data to work from</a:t>
                      </a:r>
                      <a:endParaRPr lang="en-US" sz="1400" dirty="0">
                        <a:effectLst/>
                        <a:latin typeface="Calibri" panose="020F0502020204030204" pitchFamily="34" charset="0"/>
                        <a:ea typeface="Calibri" panose="020F0502020204030204" pitchFamily="34" charset="0"/>
                      </a:endParaRPr>
                    </a:p>
                  </a:txBody>
                  <a:tcPr marL="66174" marR="66174" marT="48126" marB="48126">
                    <a:noFill/>
                  </a:tcPr>
                </a:tc>
                <a:tc>
                  <a:txBody>
                    <a:bodyPr/>
                    <a:lstStyle/>
                    <a:p>
                      <a:pPr marL="0" marR="0">
                        <a:buNone/>
                      </a:pPr>
                      <a:r>
                        <a:rPr lang="en-US" sz="1400" dirty="0">
                          <a:effectLst/>
                        </a:rPr>
                        <a:t>Here is the proposal: [paste proposal]</a:t>
                      </a:r>
                      <a:endParaRPr lang="en-US" sz="1400" dirty="0">
                        <a:effectLst/>
                        <a:latin typeface="Calibri" panose="020F0502020204030204" pitchFamily="34" charset="0"/>
                        <a:ea typeface="Calibri" panose="020F0502020204030204" pitchFamily="34" charset="0"/>
                      </a:endParaRPr>
                    </a:p>
                  </a:txBody>
                  <a:tcPr marL="66174" marR="66174" marT="48126" marB="48126">
                    <a:noFill/>
                  </a:tcPr>
                </a:tc>
                <a:extLst>
                  <a:ext uri="{0D108BD9-81ED-4DB2-BD59-A6C34878D82A}">
                    <a16:rowId xmlns:a16="http://schemas.microsoft.com/office/drawing/2014/main" val="3020466204"/>
                  </a:ext>
                </a:extLst>
              </a:tr>
              <a:tr h="616017">
                <a:tc>
                  <a:txBody>
                    <a:bodyPr/>
                    <a:lstStyle/>
                    <a:p>
                      <a:pPr marL="0" marR="0">
                        <a:buNone/>
                      </a:pPr>
                      <a:r>
                        <a:rPr lang="en-US" sz="1400">
                          <a:effectLst/>
                        </a:rPr>
                        <a:t>Constraints</a:t>
                      </a:r>
                      <a:endParaRPr lang="en-US" sz="1400">
                        <a:effectLst/>
                        <a:latin typeface="Calibri" panose="020F0502020204030204" pitchFamily="34" charset="0"/>
                        <a:ea typeface="Calibri" panose="020F0502020204030204" pitchFamily="34" charset="0"/>
                      </a:endParaRPr>
                    </a:p>
                  </a:txBody>
                  <a:tcPr marL="66174" marR="66174" marT="48126" marB="48126">
                    <a:noFill/>
                  </a:tcPr>
                </a:tc>
                <a:tc>
                  <a:txBody>
                    <a:bodyPr/>
                    <a:lstStyle/>
                    <a:p>
                      <a:pPr marL="0" marR="0">
                        <a:buNone/>
                      </a:pPr>
                      <a:r>
                        <a:rPr lang="en-US" sz="1400">
                          <a:effectLst/>
                        </a:rPr>
                        <a:t>Limits, allowed sources, and what to flag</a:t>
                      </a:r>
                      <a:endParaRPr lang="en-US" sz="1400">
                        <a:effectLst/>
                        <a:latin typeface="Calibri" panose="020F0502020204030204" pitchFamily="34" charset="0"/>
                        <a:ea typeface="Calibri" panose="020F0502020204030204" pitchFamily="34" charset="0"/>
                      </a:endParaRPr>
                    </a:p>
                  </a:txBody>
                  <a:tcPr marL="66174" marR="66174" marT="48126" marB="48126">
                    <a:noFill/>
                  </a:tcPr>
                </a:tc>
                <a:tc>
                  <a:txBody>
                    <a:bodyPr/>
                    <a:lstStyle/>
                    <a:p>
                      <a:pPr marL="0" marR="0">
                        <a:buNone/>
                      </a:pPr>
                      <a:r>
                        <a:rPr lang="en-US" sz="1400" dirty="0">
                          <a:effectLst/>
                        </a:rPr>
                        <a:t>Use only the proposal above. Mark any point based on your own assumptions. Capital budget is capped at $[Y].</a:t>
                      </a:r>
                      <a:endParaRPr lang="en-US" sz="1400" dirty="0">
                        <a:effectLst/>
                        <a:latin typeface="Calibri" panose="020F0502020204030204" pitchFamily="34" charset="0"/>
                        <a:ea typeface="Calibri" panose="020F0502020204030204" pitchFamily="34" charset="0"/>
                      </a:endParaRPr>
                    </a:p>
                  </a:txBody>
                  <a:tcPr marL="66174" marR="66174" marT="48126" marB="48126">
                    <a:noFill/>
                  </a:tcPr>
                </a:tc>
                <a:extLst>
                  <a:ext uri="{0D108BD9-81ED-4DB2-BD59-A6C34878D82A}">
                    <a16:rowId xmlns:a16="http://schemas.microsoft.com/office/drawing/2014/main" val="793789806"/>
                  </a:ext>
                </a:extLst>
              </a:tr>
              <a:tr h="745958">
                <a:tc>
                  <a:txBody>
                    <a:bodyPr/>
                    <a:lstStyle/>
                    <a:p>
                      <a:pPr marL="0" marR="0">
                        <a:buNone/>
                      </a:pPr>
                      <a:r>
                        <a:rPr lang="en-US" sz="1400">
                          <a:effectLst/>
                        </a:rPr>
                        <a:t>Output</a:t>
                      </a:r>
                      <a:endParaRPr lang="en-US" sz="1400">
                        <a:effectLst/>
                        <a:latin typeface="Calibri" panose="020F0502020204030204" pitchFamily="34" charset="0"/>
                        <a:ea typeface="Calibri" panose="020F0502020204030204" pitchFamily="34" charset="0"/>
                      </a:endParaRPr>
                    </a:p>
                  </a:txBody>
                  <a:tcPr marL="66174" marR="66174" marT="48126" marB="48126">
                    <a:noFill/>
                  </a:tcPr>
                </a:tc>
                <a:tc>
                  <a:txBody>
                    <a:bodyPr/>
                    <a:lstStyle/>
                    <a:p>
                      <a:pPr marL="0" marR="0">
                        <a:buNone/>
                      </a:pPr>
                      <a:r>
                        <a:rPr lang="en-US" sz="1400">
                          <a:effectLst/>
                        </a:rPr>
                        <a:t>Format, length, and what a good answer contains</a:t>
                      </a:r>
                      <a:endParaRPr lang="en-US" sz="1400">
                        <a:effectLst/>
                        <a:latin typeface="Calibri" panose="020F0502020204030204" pitchFamily="34" charset="0"/>
                        <a:ea typeface="Calibri" panose="020F0502020204030204" pitchFamily="34" charset="0"/>
                      </a:endParaRPr>
                    </a:p>
                  </a:txBody>
                  <a:tcPr marL="66174" marR="66174" marT="48126" marB="48126">
                    <a:noFill/>
                  </a:tcPr>
                </a:tc>
                <a:tc>
                  <a:txBody>
                    <a:bodyPr/>
                    <a:lstStyle/>
                    <a:p>
                      <a:pPr marL="0" marR="0">
                        <a:buNone/>
                      </a:pPr>
                      <a:r>
                        <a:rPr lang="en-US" sz="1400" dirty="0">
                          <a:effectLst/>
                        </a:rPr>
                        <a:t>For each perspective, give the top concern in 2 sentences and one question they would ask. Then list where the perspectives conflict and what data would resolve each conflict.</a:t>
                      </a:r>
                      <a:endParaRPr lang="en-US" sz="1400" dirty="0">
                        <a:effectLst/>
                        <a:latin typeface="Calibri" panose="020F0502020204030204" pitchFamily="34" charset="0"/>
                        <a:ea typeface="Calibri" panose="020F0502020204030204" pitchFamily="34" charset="0"/>
                      </a:endParaRPr>
                    </a:p>
                  </a:txBody>
                  <a:tcPr marL="66174" marR="66174" marT="48126" marB="48126">
                    <a:noFill/>
                  </a:tcPr>
                </a:tc>
                <a:extLst>
                  <a:ext uri="{0D108BD9-81ED-4DB2-BD59-A6C34878D82A}">
                    <a16:rowId xmlns:a16="http://schemas.microsoft.com/office/drawing/2014/main" val="819683976"/>
                  </a:ext>
                </a:extLst>
              </a:tr>
              <a:tr h="385011">
                <a:tc>
                  <a:txBody>
                    <a:bodyPr/>
                    <a:lstStyle/>
                    <a:p>
                      <a:pPr marL="0" marR="0">
                        <a:buNone/>
                      </a:pPr>
                      <a:r>
                        <a:rPr lang="en-US" sz="1400">
                          <a:effectLst/>
                        </a:rPr>
                        <a:t>Ask first</a:t>
                      </a:r>
                      <a:endParaRPr lang="en-US" sz="1400">
                        <a:effectLst/>
                        <a:latin typeface="Calibri" panose="020F0502020204030204" pitchFamily="34" charset="0"/>
                        <a:ea typeface="Calibri" panose="020F0502020204030204" pitchFamily="34" charset="0"/>
                      </a:endParaRPr>
                    </a:p>
                  </a:txBody>
                  <a:tcPr marL="66174" marR="66174" marT="48126" marB="48126">
                    <a:noFill/>
                  </a:tcPr>
                </a:tc>
                <a:tc>
                  <a:txBody>
                    <a:bodyPr/>
                    <a:lstStyle/>
                    <a:p>
                      <a:pPr marL="0" marR="0">
                        <a:buNone/>
                      </a:pPr>
                      <a:r>
                        <a:rPr lang="en-US" sz="1400">
                          <a:effectLst/>
                        </a:rPr>
                        <a:t>Nothing; it is a fixed line</a:t>
                      </a:r>
                      <a:endParaRPr lang="en-US" sz="1400">
                        <a:effectLst/>
                        <a:latin typeface="Calibri" panose="020F0502020204030204" pitchFamily="34" charset="0"/>
                        <a:ea typeface="Calibri" panose="020F0502020204030204" pitchFamily="34" charset="0"/>
                      </a:endParaRPr>
                    </a:p>
                  </a:txBody>
                  <a:tcPr marL="66174" marR="66174" marT="48126" marB="48126">
                    <a:noFill/>
                  </a:tcPr>
                </a:tc>
                <a:tc>
                  <a:txBody>
                    <a:bodyPr/>
                    <a:lstStyle/>
                    <a:p>
                      <a:pPr marL="0" marR="0">
                        <a:buNone/>
                      </a:pPr>
                      <a:r>
                        <a:rPr lang="en-US" sz="1400" dirty="0">
                          <a:effectLst/>
                        </a:rPr>
                        <a:t>If anything essential is missing, ask me before answering.</a:t>
                      </a:r>
                      <a:endParaRPr lang="en-US" sz="1400" dirty="0">
                        <a:effectLst/>
                        <a:latin typeface="Calibri" panose="020F0502020204030204" pitchFamily="34" charset="0"/>
                        <a:ea typeface="Calibri" panose="020F0502020204030204" pitchFamily="34" charset="0"/>
                      </a:endParaRPr>
                    </a:p>
                  </a:txBody>
                  <a:tcPr marL="66174" marR="66174" marT="48126" marB="48126">
                    <a:noFill/>
                  </a:tcPr>
                </a:tc>
                <a:extLst>
                  <a:ext uri="{0D108BD9-81ED-4DB2-BD59-A6C34878D82A}">
                    <a16:rowId xmlns:a16="http://schemas.microsoft.com/office/drawing/2014/main" val="1884084151"/>
                  </a:ext>
                </a:extLst>
              </a:tr>
            </a:tbl>
          </a:graphicData>
        </a:graphic>
      </p:graphicFrame>
      <p:sp>
        <p:nvSpPr>
          <p:cNvPr id="5" name="Title 4">
            <a:extLst>
              <a:ext uri="{FF2B5EF4-FFF2-40B4-BE49-F238E27FC236}">
                <a16:creationId xmlns:a16="http://schemas.microsoft.com/office/drawing/2014/main" id="{E2EC31E1-2C65-D7C6-756F-8BDC089DE6F4}"/>
              </a:ext>
            </a:extLst>
          </p:cNvPr>
          <p:cNvSpPr>
            <a:spLocks noGrp="1"/>
          </p:cNvSpPr>
          <p:nvPr>
            <p:ph type="title"/>
          </p:nvPr>
        </p:nvSpPr>
        <p:spPr/>
        <p:txBody>
          <a:bodyPr/>
          <a:lstStyle/>
          <a:p>
            <a:r>
              <a:rPr lang="en-US" dirty="0"/>
              <a:t>LLM prompting framework</a:t>
            </a:r>
          </a:p>
        </p:txBody>
      </p:sp>
    </p:spTree>
    <p:extLst>
      <p:ext uri="{BB962C8B-B14F-4D97-AF65-F5344CB8AC3E}">
        <p14:creationId xmlns:p14="http://schemas.microsoft.com/office/powerpoint/2010/main" val="89467806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normAutofit/>
          </a:bodyPr>
          <a:lstStyle/>
          <a:p>
            <a:r>
              <a:rPr lang="en-US" dirty="0"/>
              <a:t>Templates, projects and saved instructions</a:t>
            </a:r>
          </a:p>
        </p:txBody>
      </p:sp>
      <p:graphicFrame>
        <p:nvGraphicFramePr>
          <p:cNvPr id="12" name="Table 12"/>
          <p:cNvGraphicFramePr>
            <a:graphicFrameLocks noGrp="1"/>
          </p:cNvGraphicFramePr>
          <p:nvPr/>
        </p:nvGraphicFramePr>
        <p:xfrm>
          <a:off x="1024128" y="2103120"/>
          <a:ext cx="9875520" cy="3108960"/>
        </p:xfrm>
        <a:graphic>
          <a:graphicData uri="http://schemas.openxmlformats.org/drawingml/2006/table">
            <a:tbl>
              <a:tblPr/>
              <a:tblGrid>
                <a:gridCol w="274320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tblGrid>
              <a:tr h="777240">
                <a:tc>
                  <a:txBody>
                    <a:bodyPr/>
                    <a:lstStyle/>
                    <a:p>
                      <a:pPr marL="0" indent="0">
                        <a:buNone/>
                      </a:pPr>
                      <a:endParaRPr/>
                    </a:p>
                  </a:txBody>
                  <a:tcPr marT="64008" marB="64008" anchor="ctr">
                    <a:lnL w="6350">
                      <a:solidFill>
                        <a:srgbClr val="BFCBD2"/>
                      </a:solidFill>
                    </a:lnL>
                    <a:lnR w="6350">
                      <a:solidFill>
                        <a:srgbClr val="BFCBD2"/>
                      </a:solidFill>
                    </a:lnR>
                    <a:lnT w="6350">
                      <a:solidFill>
                        <a:srgbClr val="BFCBD2"/>
                      </a:solidFill>
                    </a:lnT>
                    <a:lnB w="6350">
                      <a:solidFill>
                        <a:srgbClr val="BFCBD2"/>
                      </a:solidFill>
                    </a:lnB>
                    <a:solidFill>
                      <a:srgbClr val="D9E6EC"/>
                    </a:solidFill>
                  </a:tcPr>
                </a:tc>
                <a:tc>
                  <a:txBody>
                    <a:bodyPr/>
                    <a:lstStyle/>
                    <a:p>
                      <a:pPr marL="0" indent="0">
                        <a:buNone/>
                      </a:pPr>
                      <a:r>
                        <a:rPr lang="en-US" sz="1600" b="1" dirty="0"/>
                        <a:t>Written once</a:t>
                      </a:r>
                    </a:p>
                  </a:txBody>
                  <a:tcPr marT="64008" marB="64008" anchor="ctr">
                    <a:lnL w="6350">
                      <a:solidFill>
                        <a:srgbClr val="BFCBD2"/>
                      </a:solidFill>
                    </a:lnL>
                    <a:lnR w="6350">
                      <a:solidFill>
                        <a:srgbClr val="BFCBD2"/>
                      </a:solidFill>
                    </a:lnR>
                    <a:lnT w="6350">
                      <a:solidFill>
                        <a:srgbClr val="BFCBD2"/>
                      </a:solidFill>
                    </a:lnT>
                    <a:lnB w="6350">
                      <a:solidFill>
                        <a:srgbClr val="BFCBD2"/>
                      </a:solidFill>
                    </a:lnB>
                    <a:solidFill>
                      <a:srgbClr val="D9E6EC"/>
                    </a:solidFill>
                  </a:tcPr>
                </a:tc>
                <a:tc>
                  <a:txBody>
                    <a:bodyPr/>
                    <a:lstStyle/>
                    <a:p>
                      <a:pPr marL="0" indent="0">
                        <a:buNone/>
                      </a:pPr>
                      <a:r>
                        <a:rPr lang="en-US" sz="1600" b="1" dirty="0"/>
                        <a:t>Supplied each time</a:t>
                      </a:r>
                    </a:p>
                  </a:txBody>
                  <a:tcPr marT="64008" marB="64008" anchor="ctr">
                    <a:lnL w="6350">
                      <a:solidFill>
                        <a:srgbClr val="BFCBD2"/>
                      </a:solidFill>
                    </a:lnL>
                    <a:lnR w="6350">
                      <a:solidFill>
                        <a:srgbClr val="BFCBD2"/>
                      </a:solidFill>
                    </a:lnR>
                    <a:lnT w="6350">
                      <a:solidFill>
                        <a:srgbClr val="BFCBD2"/>
                      </a:solidFill>
                    </a:lnT>
                    <a:lnB w="6350">
                      <a:solidFill>
                        <a:srgbClr val="BFCBD2"/>
                      </a:solidFill>
                    </a:lnB>
                    <a:solidFill>
                      <a:srgbClr val="D9E6EC"/>
                    </a:solidFill>
                  </a:tcPr>
                </a:tc>
                <a:extLst>
                  <a:ext uri="{0D108BD9-81ED-4DB2-BD59-A6C34878D82A}">
                    <a16:rowId xmlns:a16="http://schemas.microsoft.com/office/drawing/2014/main" val="10000"/>
                  </a:ext>
                </a:extLst>
              </a:tr>
              <a:tr h="777240">
                <a:tc>
                  <a:txBody>
                    <a:bodyPr/>
                    <a:lstStyle/>
                    <a:p>
                      <a:pPr marL="0" indent="0">
                        <a:buNone/>
                      </a:pPr>
                      <a:r>
                        <a:rPr lang="en-US" sz="1600" b="1" dirty="0"/>
                        <a:t>Our prompt template</a:t>
                      </a:r>
                    </a:p>
                  </a:txBody>
                  <a:tcPr marT="64008" marB="64008" anchor="ctr">
                    <a:lnL w="6350">
                      <a:solidFill>
                        <a:srgbClr val="BFCBD2"/>
                      </a:solidFill>
                    </a:lnL>
                    <a:lnR w="6350">
                      <a:solidFill>
                        <a:srgbClr val="BFCBD2"/>
                      </a:solidFill>
                    </a:lnR>
                    <a:lnT w="6350">
                      <a:solidFill>
                        <a:srgbClr val="BFCBD2"/>
                      </a:solidFill>
                    </a:lnT>
                    <a:lnB w="6350">
                      <a:solidFill>
                        <a:srgbClr val="BFCBD2"/>
                      </a:solidFill>
                    </a:lnB>
                    <a:solidFill>
                      <a:srgbClr val="FFFFFF"/>
                    </a:solidFill>
                  </a:tcPr>
                </a:tc>
                <a:tc>
                  <a:txBody>
                    <a:bodyPr/>
                    <a:lstStyle/>
                    <a:p>
                      <a:pPr marL="0" indent="0">
                        <a:buNone/>
                      </a:pPr>
                      <a:r>
                        <a:rPr lang="en-US" sz="1600" dirty="0"/>
                        <a:t>The wording and the data description</a:t>
                      </a:r>
                    </a:p>
                  </a:txBody>
                  <a:tcPr marT="64008" marB="64008" anchor="ctr">
                    <a:lnL w="6350">
                      <a:solidFill>
                        <a:srgbClr val="BFCBD2"/>
                      </a:solidFill>
                    </a:lnL>
                    <a:lnR w="6350">
                      <a:solidFill>
                        <a:srgbClr val="BFCBD2"/>
                      </a:solidFill>
                    </a:lnR>
                    <a:lnT w="6350">
                      <a:solidFill>
                        <a:srgbClr val="BFCBD2"/>
                      </a:solidFill>
                    </a:lnT>
                    <a:lnB w="6350">
                      <a:solidFill>
                        <a:srgbClr val="BFCBD2"/>
                      </a:solidFill>
                    </a:lnB>
                    <a:solidFill>
                      <a:srgbClr val="FFFFFF"/>
                    </a:solidFill>
                  </a:tcPr>
                </a:tc>
                <a:tc>
                  <a:txBody>
                    <a:bodyPr/>
                    <a:lstStyle/>
                    <a:p>
                      <a:pPr marL="0" indent="0">
                        <a:buNone/>
                      </a:pPr>
                      <a:r>
                        <a:rPr lang="en-US" sz="1600" dirty="0"/>
                        <a:t>The test and the cutoff</a:t>
                      </a:r>
                    </a:p>
                  </a:txBody>
                  <a:tcPr marT="64008" marB="64008" anchor="ctr">
                    <a:lnL w="6350">
                      <a:solidFill>
                        <a:srgbClr val="BFCBD2"/>
                      </a:solidFill>
                    </a:lnL>
                    <a:lnR w="6350">
                      <a:solidFill>
                        <a:srgbClr val="BFCBD2"/>
                      </a:solidFill>
                    </a:lnR>
                    <a:lnT w="6350">
                      <a:solidFill>
                        <a:srgbClr val="BFCBD2"/>
                      </a:solidFill>
                    </a:lnT>
                    <a:lnB w="6350">
                      <a:solidFill>
                        <a:srgbClr val="BFCBD2"/>
                      </a:solidFill>
                    </a:lnB>
                    <a:solidFill>
                      <a:srgbClr val="FFFFFF"/>
                    </a:solidFill>
                  </a:tcPr>
                </a:tc>
                <a:extLst>
                  <a:ext uri="{0D108BD9-81ED-4DB2-BD59-A6C34878D82A}">
                    <a16:rowId xmlns:a16="http://schemas.microsoft.com/office/drawing/2014/main" val="10001"/>
                  </a:ext>
                </a:extLst>
              </a:tr>
              <a:tr h="777240">
                <a:tc>
                  <a:txBody>
                    <a:bodyPr/>
                    <a:lstStyle/>
                    <a:p>
                      <a:pPr marL="0" indent="0">
                        <a:buNone/>
                      </a:pPr>
                      <a:r>
                        <a:rPr lang="en-US" sz="1600" b="1" dirty="0"/>
                        <a:t>The prompting framework</a:t>
                      </a:r>
                    </a:p>
                  </a:txBody>
                  <a:tcPr marT="64008" marB="64008" anchor="ctr">
                    <a:lnL w="6350">
                      <a:solidFill>
                        <a:srgbClr val="BFCBD2"/>
                      </a:solidFill>
                    </a:lnL>
                    <a:lnR w="6350">
                      <a:solidFill>
                        <a:srgbClr val="BFCBD2"/>
                      </a:solidFill>
                    </a:lnR>
                    <a:lnT w="6350">
                      <a:solidFill>
                        <a:srgbClr val="BFCBD2"/>
                      </a:solidFill>
                    </a:lnT>
                    <a:lnB w="6350">
                      <a:solidFill>
                        <a:srgbClr val="BFCBD2"/>
                      </a:solidFill>
                    </a:lnB>
                    <a:solidFill>
                      <a:srgbClr val="F4F7F9"/>
                    </a:solidFill>
                  </a:tcPr>
                </a:tc>
                <a:tc>
                  <a:txBody>
                    <a:bodyPr/>
                    <a:lstStyle/>
                    <a:p>
                      <a:pPr marL="0" indent="0">
                        <a:buNone/>
                      </a:pPr>
                      <a:r>
                        <a:rPr lang="en-US" sz="1600" dirty="0"/>
                        <a:t>Six components: Task, Context, Material, Constraints, Output, Ask first</a:t>
                      </a:r>
                    </a:p>
                  </a:txBody>
                  <a:tcPr marT="64008" marB="64008" anchor="ctr">
                    <a:lnL w="6350">
                      <a:solidFill>
                        <a:srgbClr val="BFCBD2"/>
                      </a:solidFill>
                    </a:lnL>
                    <a:lnR w="6350">
                      <a:solidFill>
                        <a:srgbClr val="BFCBD2"/>
                      </a:solidFill>
                    </a:lnR>
                    <a:lnT w="6350">
                      <a:solidFill>
                        <a:srgbClr val="BFCBD2"/>
                      </a:solidFill>
                    </a:lnT>
                    <a:lnB w="6350">
                      <a:solidFill>
                        <a:srgbClr val="BFCBD2"/>
                      </a:solidFill>
                    </a:lnB>
                    <a:solidFill>
                      <a:srgbClr val="F4F7F9"/>
                    </a:solidFill>
                  </a:tcPr>
                </a:tc>
                <a:tc>
                  <a:txBody>
                    <a:bodyPr/>
                    <a:lstStyle/>
                    <a:p>
                      <a:pPr marL="0" indent="0">
                        <a:buNone/>
                      </a:pPr>
                      <a:r>
                        <a:rPr lang="en-US" sz="1600" dirty="0"/>
                        <a:t>What goes under each</a:t>
                      </a:r>
                    </a:p>
                  </a:txBody>
                  <a:tcPr marT="64008" marB="64008" anchor="ctr">
                    <a:lnL w="6350">
                      <a:solidFill>
                        <a:srgbClr val="BFCBD2"/>
                      </a:solidFill>
                    </a:lnL>
                    <a:lnR w="6350">
                      <a:solidFill>
                        <a:srgbClr val="BFCBD2"/>
                      </a:solidFill>
                    </a:lnR>
                    <a:lnT w="6350">
                      <a:solidFill>
                        <a:srgbClr val="BFCBD2"/>
                      </a:solidFill>
                    </a:lnT>
                    <a:lnB w="6350">
                      <a:solidFill>
                        <a:srgbClr val="BFCBD2"/>
                      </a:solidFill>
                    </a:lnB>
                    <a:solidFill>
                      <a:srgbClr val="F4F7F9"/>
                    </a:solidFill>
                  </a:tcPr>
                </a:tc>
                <a:extLst>
                  <a:ext uri="{0D108BD9-81ED-4DB2-BD59-A6C34878D82A}">
                    <a16:rowId xmlns:a16="http://schemas.microsoft.com/office/drawing/2014/main" val="10002"/>
                  </a:ext>
                </a:extLst>
              </a:tr>
              <a:tr h="777240">
                <a:tc>
                  <a:txBody>
                    <a:bodyPr/>
                    <a:lstStyle/>
                    <a:p>
                      <a:pPr marL="0" indent="0">
                        <a:buNone/>
                      </a:pPr>
                      <a:r>
                        <a:rPr lang="en-US" sz="1600" b="1" dirty="0"/>
                        <a:t>Projects and saved instructions</a:t>
                      </a:r>
                    </a:p>
                  </a:txBody>
                  <a:tcPr marT="64008" marB="64008" anchor="ctr">
                    <a:lnL w="6350">
                      <a:solidFill>
                        <a:srgbClr val="BFCBD2"/>
                      </a:solidFill>
                    </a:lnL>
                    <a:lnR w="6350">
                      <a:solidFill>
                        <a:srgbClr val="BFCBD2"/>
                      </a:solidFill>
                    </a:lnR>
                    <a:lnT w="6350">
                      <a:solidFill>
                        <a:srgbClr val="BFCBD2"/>
                      </a:solidFill>
                    </a:lnT>
                    <a:lnB w="6350">
                      <a:solidFill>
                        <a:srgbClr val="BFCBD2"/>
                      </a:solidFill>
                    </a:lnB>
                    <a:solidFill>
                      <a:srgbClr val="FFFFFF"/>
                    </a:solidFill>
                  </a:tcPr>
                </a:tc>
                <a:tc>
                  <a:txBody>
                    <a:bodyPr/>
                    <a:lstStyle/>
                    <a:p>
                      <a:pPr marL="0" indent="0">
                        <a:buNone/>
                      </a:pPr>
                      <a:r>
                        <a:rPr lang="en-US" sz="1600" dirty="0"/>
                        <a:t>What rarely changes: often Context, Constraints, Output and Ask first</a:t>
                      </a:r>
                    </a:p>
                  </a:txBody>
                  <a:tcPr marT="64008" marB="64008" anchor="ctr">
                    <a:lnL w="6350">
                      <a:solidFill>
                        <a:srgbClr val="BFCBD2"/>
                      </a:solidFill>
                    </a:lnL>
                    <a:lnR w="6350">
                      <a:solidFill>
                        <a:srgbClr val="BFCBD2"/>
                      </a:solidFill>
                    </a:lnR>
                    <a:lnT w="6350">
                      <a:solidFill>
                        <a:srgbClr val="BFCBD2"/>
                      </a:solidFill>
                    </a:lnT>
                    <a:lnB w="6350">
                      <a:solidFill>
                        <a:srgbClr val="BFCBD2"/>
                      </a:solidFill>
                    </a:lnB>
                    <a:solidFill>
                      <a:srgbClr val="FFFFFF"/>
                    </a:solidFill>
                  </a:tcPr>
                </a:tc>
                <a:tc>
                  <a:txBody>
                    <a:bodyPr/>
                    <a:lstStyle/>
                    <a:p>
                      <a:pPr marL="0" indent="0">
                        <a:buNone/>
                      </a:pPr>
                      <a:r>
                        <a:rPr lang="en-US" sz="1600" dirty="0"/>
                        <a:t>Today's Task and Material</a:t>
                      </a:r>
                    </a:p>
                  </a:txBody>
                  <a:tcPr marT="64008" marB="64008" anchor="ctr">
                    <a:lnL w="6350">
                      <a:solidFill>
                        <a:srgbClr val="BFCBD2"/>
                      </a:solidFill>
                    </a:lnL>
                    <a:lnR w="6350">
                      <a:solidFill>
                        <a:srgbClr val="BFCBD2"/>
                      </a:solidFill>
                    </a:lnR>
                    <a:lnT w="6350">
                      <a:solidFill>
                        <a:srgbClr val="BFCBD2"/>
                      </a:solidFill>
                    </a:lnT>
                    <a:lnB w="6350">
                      <a:solidFill>
                        <a:srgbClr val="BFCBD2"/>
                      </a:solidFill>
                    </a:lnB>
                    <a:solidFill>
                      <a:srgbClr val="FFFFFF"/>
                    </a:solidFill>
                  </a:tcPr>
                </a:tc>
                <a:extLst>
                  <a:ext uri="{0D108BD9-81ED-4DB2-BD59-A6C34878D82A}">
                    <a16:rowId xmlns:a16="http://schemas.microsoft.com/office/drawing/2014/main" val="10003"/>
                  </a:ext>
                </a:extLst>
              </a:tr>
            </a:tbl>
          </a:graphicData>
        </a:graphic>
      </p:graphicFrame>
      <p:sp>
        <p:nvSpPr>
          <p:cNvPr id="13" name="TextBox 13"/>
          <p:cNvSpPr txBox="1"/>
          <p:nvPr/>
        </p:nvSpPr>
        <p:spPr>
          <a:xfrm>
            <a:off x="1024128" y="5440680"/>
            <a:ext cx="9875520" cy="457200"/>
          </a:xfrm>
          <a:prstGeom prst="rect">
            <a:avLst/>
          </a:prstGeom>
          <a:noFill/>
        </p:spPr>
        <p:txBody>
          <a:bodyPr wrap="square" lIns="0" tIns="0" rIns="0" bIns="0" rtlCol="0" anchor="t"/>
          <a:lstStyle/>
          <a:p>
            <a:pPr marL="0" indent="0">
              <a:spcAft>
                <a:spcPts val="0"/>
              </a:spcAft>
              <a:buNone/>
            </a:pPr>
            <a:r>
              <a:rPr lang="en-US" sz="2000" b="1" dirty="0"/>
              <a:t>Same move each time: decide what stays fixed and what changes.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814D7A-54E8-4B0F-11B7-8F7F6E6BCA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E3DFF4-A998-8F92-31A3-E0070DE87A15}"/>
              </a:ext>
            </a:extLst>
          </p:cNvPr>
          <p:cNvSpPr>
            <a:spLocks noGrp="1"/>
          </p:cNvSpPr>
          <p:nvPr>
            <p:ph type="title"/>
          </p:nvPr>
        </p:nvSpPr>
        <p:spPr/>
        <p:txBody>
          <a:bodyPr/>
          <a:lstStyle/>
          <a:p>
            <a:r>
              <a:rPr lang="en-US" dirty="0"/>
              <a:t>computational thinking skills</a:t>
            </a:r>
          </a:p>
        </p:txBody>
      </p:sp>
      <p:graphicFrame>
        <p:nvGraphicFramePr>
          <p:cNvPr id="6" name="Diagram 5">
            <a:extLst>
              <a:ext uri="{FF2B5EF4-FFF2-40B4-BE49-F238E27FC236}">
                <a16:creationId xmlns:a16="http://schemas.microsoft.com/office/drawing/2014/main" id="{559BC3EF-EC19-7FF6-3C1C-21DF41797774}"/>
              </a:ext>
            </a:extLst>
          </p:cNvPr>
          <p:cNvGraphicFramePr/>
          <p:nvPr/>
        </p:nvGraphicFramePr>
        <p:xfrm>
          <a:off x="2815771" y="2002391"/>
          <a:ext cx="6342743" cy="42284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Rectangle 2">
            <a:extLst>
              <a:ext uri="{FF2B5EF4-FFF2-40B4-BE49-F238E27FC236}">
                <a16:creationId xmlns:a16="http://schemas.microsoft.com/office/drawing/2014/main" id="{D6B53797-F06B-722A-995C-9DBC4FA04B78}"/>
              </a:ext>
            </a:extLst>
          </p:cNvPr>
          <p:cNvSpPr/>
          <p:nvPr/>
        </p:nvSpPr>
        <p:spPr>
          <a:xfrm>
            <a:off x="2718148" y="1853852"/>
            <a:ext cx="6538586" cy="2669162"/>
          </a:xfrm>
          <a:prstGeom prst="rect">
            <a:avLst/>
          </a:prstGeom>
          <a:solidFill>
            <a:schemeClr val="bg1">
              <a:alpha val="70329"/>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2D4CDA87-39E8-CDD0-9C9A-A7AA267B3FEE}"/>
              </a:ext>
            </a:extLst>
          </p:cNvPr>
          <p:cNvSpPr/>
          <p:nvPr/>
        </p:nvSpPr>
        <p:spPr>
          <a:xfrm>
            <a:off x="2718148" y="5372100"/>
            <a:ext cx="6538586" cy="900684"/>
          </a:xfrm>
          <a:prstGeom prst="rect">
            <a:avLst/>
          </a:prstGeom>
          <a:solidFill>
            <a:schemeClr val="bg1">
              <a:alpha val="70329"/>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2238147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B6CAA-63C9-87A4-F89D-A9B9D56C7A87}"/>
              </a:ext>
            </a:extLst>
          </p:cNvPr>
          <p:cNvSpPr>
            <a:spLocks noGrp="1"/>
          </p:cNvSpPr>
          <p:nvPr>
            <p:ph type="title"/>
          </p:nvPr>
        </p:nvSpPr>
        <p:spPr/>
        <p:txBody>
          <a:bodyPr/>
          <a:lstStyle/>
          <a:p>
            <a:r>
              <a:rPr lang="en-US" dirty="0"/>
              <a:t>Algorithm Design</a:t>
            </a:r>
          </a:p>
        </p:txBody>
      </p:sp>
      <p:sp>
        <p:nvSpPr>
          <p:cNvPr id="3" name="Content Placeholder 2">
            <a:extLst>
              <a:ext uri="{FF2B5EF4-FFF2-40B4-BE49-F238E27FC236}">
                <a16:creationId xmlns:a16="http://schemas.microsoft.com/office/drawing/2014/main" id="{7827460C-A229-BDB8-2E79-97BD0565D772}"/>
              </a:ext>
            </a:extLst>
          </p:cNvPr>
          <p:cNvSpPr>
            <a:spLocks noGrp="1"/>
          </p:cNvSpPr>
          <p:nvPr>
            <p:ph idx="1"/>
          </p:nvPr>
        </p:nvSpPr>
        <p:spPr/>
        <p:txBody>
          <a:bodyPr>
            <a:normAutofit lnSpcReduction="10000"/>
          </a:bodyPr>
          <a:lstStyle/>
          <a:p>
            <a:pPr marL="0" indent="0">
              <a:buNone/>
            </a:pPr>
            <a:r>
              <a:rPr lang="en-US" dirty="0"/>
              <a:t>Develop clear, step-by-step instructions or plans for how to solve a problem, which can then be executed by a human or computer. </a:t>
            </a:r>
          </a:p>
          <a:p>
            <a:pPr marL="0" indent="0">
              <a:buNone/>
            </a:pPr>
            <a:endParaRPr lang="en-US" dirty="0"/>
          </a:p>
          <a:p>
            <a:pPr marL="514350" indent="-514350">
              <a:buAutoNum type="arabicPeriod"/>
            </a:pPr>
            <a:r>
              <a:rPr lang="en-US" dirty="0"/>
              <a:t>Define starting point (input) and ending point (output) with sequential steps in between</a:t>
            </a:r>
          </a:p>
          <a:p>
            <a:pPr marL="514350" indent="-514350">
              <a:buAutoNum type="arabicPeriod"/>
            </a:pPr>
            <a:r>
              <a:rPr lang="en-US" dirty="0"/>
              <a:t>Represent with words/pseudocode/code or flow diagram</a:t>
            </a:r>
          </a:p>
        </p:txBody>
      </p:sp>
      <p:grpSp>
        <p:nvGrpSpPr>
          <p:cNvPr id="4" name="Group 3">
            <a:extLst>
              <a:ext uri="{FF2B5EF4-FFF2-40B4-BE49-F238E27FC236}">
                <a16:creationId xmlns:a16="http://schemas.microsoft.com/office/drawing/2014/main" id="{E6607710-E00B-A76D-7502-E01484B4960D}"/>
              </a:ext>
            </a:extLst>
          </p:cNvPr>
          <p:cNvGrpSpPr/>
          <p:nvPr/>
        </p:nvGrpSpPr>
        <p:grpSpPr>
          <a:xfrm>
            <a:off x="876300" y="886261"/>
            <a:ext cx="6342743" cy="782519"/>
            <a:chOff x="0" y="2582314"/>
            <a:chExt cx="6342743" cy="782519"/>
          </a:xfrm>
        </p:grpSpPr>
        <p:sp>
          <p:nvSpPr>
            <p:cNvPr id="6" name="Rounded Rectangle 5">
              <a:extLst>
                <a:ext uri="{FF2B5EF4-FFF2-40B4-BE49-F238E27FC236}">
                  <a16:creationId xmlns:a16="http://schemas.microsoft.com/office/drawing/2014/main" id="{898B8233-6D22-3E52-BB13-A24F9A4B6674}"/>
                </a:ext>
              </a:extLst>
            </p:cNvPr>
            <p:cNvSpPr/>
            <p:nvPr/>
          </p:nvSpPr>
          <p:spPr>
            <a:xfrm>
              <a:off x="0" y="2582314"/>
              <a:ext cx="6342743" cy="782519"/>
            </a:xfrm>
            <a:prstGeom prst="roundRect">
              <a:avLst>
                <a:gd name="adj" fmla="val 10000"/>
              </a:avLst>
            </a:pr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a:lstStyle/>
            <a:p>
              <a:endParaRPr lang="en-US"/>
            </a:p>
          </p:txBody>
        </p:sp>
        <p:sp>
          <p:nvSpPr>
            <p:cNvPr id="7" name="Rounded Rectangle 4">
              <a:extLst>
                <a:ext uri="{FF2B5EF4-FFF2-40B4-BE49-F238E27FC236}">
                  <a16:creationId xmlns:a16="http://schemas.microsoft.com/office/drawing/2014/main" id="{FB39ED99-69A4-B43A-8F8C-6568BADEE7B4}"/>
                </a:ext>
              </a:extLst>
            </p:cNvPr>
            <p:cNvSpPr txBox="1"/>
            <p:nvPr/>
          </p:nvSpPr>
          <p:spPr>
            <a:xfrm>
              <a:off x="1346800" y="2582314"/>
              <a:ext cx="4995942" cy="7825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Algorithm design</a:t>
              </a:r>
            </a:p>
          </p:txBody>
        </p:sp>
      </p:grpSp>
      <p:sp>
        <p:nvSpPr>
          <p:cNvPr id="5" name="Rounded Rectangle 4" descr="Dance steps with solid fill">
            <a:extLst>
              <a:ext uri="{FF2B5EF4-FFF2-40B4-BE49-F238E27FC236}">
                <a16:creationId xmlns:a16="http://schemas.microsoft.com/office/drawing/2014/main" id="{3DB3F710-A4DF-8640-60D0-244EB1B21FE5}"/>
              </a:ext>
            </a:extLst>
          </p:cNvPr>
          <p:cNvSpPr/>
          <p:nvPr/>
        </p:nvSpPr>
        <p:spPr>
          <a:xfrm>
            <a:off x="954551" y="964513"/>
            <a:ext cx="1268548" cy="626015"/>
          </a:xfrm>
          <a:prstGeom prst="roundRect">
            <a:avLst>
              <a:gd name="adj" fmla="val 10000"/>
            </a:avLst>
          </a:prstGeom>
          <a:blipFill>
            <a:blip>
              <a:extLst>
                <a:ext uri="{96DAC541-7B7A-43D3-8B79-37D633B846F1}">
                  <asvg:svgBlip xmlns:asvg="http://schemas.microsoft.com/office/drawing/2016/SVG/main" r:embed="rId3"/>
                </a:ext>
              </a:extLst>
            </a:blip>
            <a:srcRect/>
            <a:stretch>
              <a:fillRect t="-10000" b="-10000"/>
            </a:stretch>
          </a:blipFill>
        </p:spPr>
        <p:style>
          <a:lnRef idx="2">
            <a:schemeClr val="lt1">
              <a:hueOff val="0"/>
              <a:satOff val="0"/>
              <a:lumOff val="0"/>
              <a:alphaOff val="0"/>
            </a:schemeClr>
          </a:lnRef>
          <a:fillRef idx="1">
            <a:scrgbClr r="0" g="0" b="0"/>
          </a:fillRef>
          <a:effectRef idx="0">
            <a:schemeClr val="accent5">
              <a:tint val="50000"/>
              <a:hueOff val="0"/>
              <a:satOff val="0"/>
              <a:lumOff val="0"/>
              <a:alphaOff val="0"/>
            </a:schemeClr>
          </a:effectRef>
          <a:fontRef idx="minor">
            <a:schemeClr val="lt1">
              <a:hueOff val="0"/>
              <a:satOff val="0"/>
              <a:lumOff val="0"/>
              <a:alphaOff val="0"/>
            </a:schemeClr>
          </a:fontRef>
        </p:style>
        <p:txBody>
          <a:bodyPr/>
          <a:lstStyle/>
          <a:p>
            <a:endParaRPr lang="en-US"/>
          </a:p>
        </p:txBody>
      </p:sp>
    </p:spTree>
    <p:extLst>
      <p:ext uri="{BB962C8B-B14F-4D97-AF65-F5344CB8AC3E}">
        <p14:creationId xmlns:p14="http://schemas.microsoft.com/office/powerpoint/2010/main" val="328753390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52820B-3D3B-2C5A-F7DE-4635DDEC36C1}"/>
              </a:ext>
            </a:extLst>
          </p:cNvPr>
          <p:cNvSpPr>
            <a:spLocks noGrp="1"/>
          </p:cNvSpPr>
          <p:nvPr>
            <p:ph type="title"/>
          </p:nvPr>
        </p:nvSpPr>
        <p:spPr/>
        <p:txBody>
          <a:bodyPr/>
          <a:lstStyle/>
          <a:p>
            <a:r>
              <a:rPr lang="en-US" dirty="0"/>
              <a:t>Detailed recipe: algorithm for baking</a:t>
            </a:r>
          </a:p>
        </p:txBody>
      </p:sp>
      <p:pic>
        <p:nvPicPr>
          <p:cNvPr id="7" name="Picture 6">
            <a:extLst>
              <a:ext uri="{FF2B5EF4-FFF2-40B4-BE49-F238E27FC236}">
                <a16:creationId xmlns:a16="http://schemas.microsoft.com/office/drawing/2014/main" id="{70BA3AFF-DAD1-CBB7-2A8C-F91EEBB36474}"/>
              </a:ext>
            </a:extLst>
          </p:cNvPr>
          <p:cNvPicPr>
            <a:picLocks noChangeAspect="1"/>
          </p:cNvPicPr>
          <p:nvPr/>
        </p:nvPicPr>
        <p:blipFill>
          <a:blip r:embed="rId3"/>
          <a:srcRect l="7888" t="2932" r="10123" b="33975"/>
          <a:stretch>
            <a:fillRect/>
          </a:stretch>
        </p:blipFill>
        <p:spPr>
          <a:xfrm>
            <a:off x="6491551" y="2242414"/>
            <a:ext cx="5237403" cy="4030370"/>
          </a:xfrm>
          <a:prstGeom prst="rect">
            <a:avLst/>
          </a:prstGeom>
        </p:spPr>
      </p:pic>
      <p:sp>
        <p:nvSpPr>
          <p:cNvPr id="4" name="TextBox 3">
            <a:extLst>
              <a:ext uri="{FF2B5EF4-FFF2-40B4-BE49-F238E27FC236}">
                <a16:creationId xmlns:a16="http://schemas.microsoft.com/office/drawing/2014/main" id="{8462FCF1-E1C7-6996-0075-58B6A3C03E41}"/>
              </a:ext>
            </a:extLst>
          </p:cNvPr>
          <p:cNvSpPr txBox="1"/>
          <p:nvPr/>
        </p:nvSpPr>
        <p:spPr>
          <a:xfrm>
            <a:off x="463046" y="3141184"/>
            <a:ext cx="5421118" cy="2246769"/>
          </a:xfrm>
          <a:prstGeom prst="rect">
            <a:avLst/>
          </a:prstGeom>
          <a:noFill/>
        </p:spPr>
        <p:txBody>
          <a:bodyPr wrap="square">
            <a:spAutoFit/>
          </a:bodyPr>
          <a:lstStyle/>
          <a:p>
            <a:r>
              <a:rPr lang="en-US" sz="1400" dirty="0">
                <a:latin typeface="Courier New" panose="02070309020205020404" pitchFamily="49" charset="0"/>
                <a:cs typeface="Courier New" panose="02070309020205020404" pitchFamily="49" charset="0"/>
              </a:rPr>
              <a:t>bake &lt;- </a:t>
            </a:r>
            <a:r>
              <a:rPr lang="en-US" sz="1400" dirty="0">
                <a:solidFill>
                  <a:srgbClr val="7030A0"/>
                </a:solidFill>
                <a:latin typeface="Courier New" panose="02070309020205020404" pitchFamily="49" charset="0"/>
                <a:cs typeface="Courier New" panose="02070309020205020404" pitchFamily="49" charset="0"/>
              </a:rPr>
              <a:t>function</a:t>
            </a:r>
            <a:r>
              <a:rPr lang="en-US" sz="1400" dirty="0">
                <a:latin typeface="Courier New" panose="02070309020205020404" pitchFamily="49" charset="0"/>
                <a:cs typeface="Courier New" panose="02070309020205020404" pitchFamily="49" charset="0"/>
              </a:rPr>
              <a:t>(</a:t>
            </a:r>
            <a:r>
              <a:rPr lang="en-US" sz="1400" dirty="0">
                <a:solidFill>
                  <a:srgbClr val="FF0000"/>
                </a:solidFill>
                <a:latin typeface="Courier New" panose="02070309020205020404" pitchFamily="49" charset="0"/>
                <a:cs typeface="Courier New" panose="02070309020205020404" pitchFamily="49" charset="0"/>
              </a:rPr>
              <a:t>item</a:t>
            </a:r>
            <a:r>
              <a:rPr lang="en-US" sz="1400" dirty="0">
                <a:latin typeface="Courier New" panose="02070309020205020404" pitchFamily="49" charset="0"/>
                <a:cs typeface="Courier New" panose="02070309020205020404" pitchFamily="49" charset="0"/>
              </a:rPr>
              <a:t>,</a:t>
            </a:r>
            <a:r>
              <a:rPr lang="en-US" sz="1400" dirty="0">
                <a:solidFill>
                  <a:srgbClr val="FF0000"/>
                </a:solidFill>
                <a:latin typeface="Courier New" panose="02070309020205020404" pitchFamily="49" charset="0"/>
                <a:cs typeface="Courier New" panose="02070309020205020404" pitchFamily="49" charset="0"/>
              </a:rPr>
              <a:t> flavor</a:t>
            </a:r>
            <a:r>
              <a:rPr lang="en-US" sz="1400" dirty="0">
                <a:latin typeface="Courier New" panose="02070309020205020404" pitchFamily="49" charset="0"/>
                <a:cs typeface="Courier New" panose="02070309020205020404" pitchFamily="49" charset="0"/>
              </a:rPr>
              <a:t>,</a:t>
            </a:r>
            <a:r>
              <a:rPr lang="en-US" sz="1400" dirty="0">
                <a:solidFill>
                  <a:srgbClr val="FF0000"/>
                </a:solidFill>
                <a:latin typeface="Courier New" panose="02070309020205020404" pitchFamily="49" charset="0"/>
                <a:cs typeface="Courier New" panose="02070309020205020404" pitchFamily="49" charset="0"/>
              </a:rPr>
              <a:t> frosted</a:t>
            </a:r>
            <a:r>
              <a:rPr lang="en-US" sz="1400" dirty="0">
                <a:latin typeface="Courier New" panose="02070309020205020404" pitchFamily="49" charset="0"/>
                <a:cs typeface="Courier New" panose="02070309020205020404" pitchFamily="49" charset="0"/>
              </a:rPr>
              <a:t>) {</a:t>
            </a:r>
          </a:p>
          <a:p>
            <a:r>
              <a:rPr lang="en-US" sz="1400" dirty="0">
                <a:latin typeface="Courier New" panose="02070309020205020404" pitchFamily="49" charset="0"/>
                <a:cs typeface="Courier New" panose="02070309020205020404" pitchFamily="49" charset="0"/>
              </a:rPr>
              <a:t>  ingredients &lt;- </a:t>
            </a:r>
            <a:r>
              <a:rPr lang="en-US" sz="1400" dirty="0" err="1">
                <a:solidFill>
                  <a:srgbClr val="0070C0"/>
                </a:solidFill>
                <a:latin typeface="Courier New" panose="02070309020205020404" pitchFamily="49" charset="0"/>
                <a:cs typeface="Courier New" panose="02070309020205020404" pitchFamily="49" charset="0"/>
              </a:rPr>
              <a:t>gather_ingredients</a:t>
            </a:r>
            <a:r>
              <a:rPr lang="en-US" sz="1400" dirty="0">
                <a:latin typeface="Courier New" panose="02070309020205020404" pitchFamily="49" charset="0"/>
                <a:cs typeface="Courier New" panose="02070309020205020404" pitchFamily="49" charset="0"/>
              </a:rPr>
              <a:t>(item, flavor)</a:t>
            </a:r>
            <a:endParaRPr lang="en-US" sz="1400" dirty="0">
              <a:solidFill>
                <a:schemeClr val="bg1">
                  <a:lumMod val="50000"/>
                </a:schemeClr>
              </a:solidFill>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  pan         &lt;- </a:t>
            </a:r>
            <a:r>
              <a:rPr lang="en-US" sz="1400" dirty="0" err="1">
                <a:solidFill>
                  <a:srgbClr val="0070C0"/>
                </a:solidFill>
                <a:latin typeface="Courier New" panose="02070309020205020404" pitchFamily="49" charset="0"/>
                <a:cs typeface="Courier New" panose="02070309020205020404" pitchFamily="49" charset="0"/>
              </a:rPr>
              <a:t>select_pan</a:t>
            </a:r>
            <a:r>
              <a:rPr lang="en-US" sz="1400" dirty="0">
                <a:latin typeface="Courier New" panose="02070309020205020404" pitchFamily="49" charset="0"/>
                <a:cs typeface="Courier New" panose="02070309020205020404" pitchFamily="49" charset="0"/>
              </a:rPr>
              <a:t>(item)</a:t>
            </a:r>
            <a:endParaRPr lang="en-US" sz="1400" dirty="0">
              <a:solidFill>
                <a:schemeClr val="bg1">
                  <a:lumMod val="50000"/>
                </a:schemeClr>
              </a:solidFill>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  oven        &lt;- </a:t>
            </a:r>
            <a:r>
              <a:rPr lang="en-US" sz="1400" dirty="0" err="1">
                <a:solidFill>
                  <a:srgbClr val="0070C0"/>
                </a:solidFill>
                <a:latin typeface="Courier New" panose="02070309020205020404" pitchFamily="49" charset="0"/>
                <a:cs typeface="Courier New" panose="02070309020205020404" pitchFamily="49" charset="0"/>
              </a:rPr>
              <a:t>set_temp_time</a:t>
            </a:r>
            <a:r>
              <a:rPr lang="en-US" sz="1400" dirty="0">
                <a:latin typeface="Courier New" panose="02070309020205020404" pitchFamily="49" charset="0"/>
                <a:cs typeface="Courier New" panose="02070309020205020404" pitchFamily="49" charset="0"/>
              </a:rPr>
              <a:t>(item)</a:t>
            </a:r>
            <a:endParaRPr lang="en-US" sz="1400" dirty="0">
              <a:solidFill>
                <a:schemeClr val="bg1">
                  <a:lumMod val="50000"/>
                </a:schemeClr>
              </a:solidFill>
              <a:latin typeface="Courier New" panose="02070309020205020404" pitchFamily="49" charset="0"/>
              <a:cs typeface="Courier New" panose="02070309020205020404" pitchFamily="49" charset="0"/>
            </a:endParaRPr>
          </a:p>
          <a:p>
            <a:r>
              <a:rPr lang="en-US" sz="1400" dirty="0">
                <a:solidFill>
                  <a:schemeClr val="bg1">
                    <a:lumMod val="50000"/>
                  </a:schemeClr>
                </a:solidFill>
                <a:latin typeface="Courier New" panose="02070309020205020404" pitchFamily="49" charset="0"/>
                <a:cs typeface="Courier New" panose="02070309020205020404" pitchFamily="49" charset="0"/>
              </a:rPr>
              <a:t>  </a:t>
            </a:r>
            <a:r>
              <a:rPr lang="en-US" sz="1400" dirty="0">
                <a:latin typeface="Courier New" panose="02070309020205020404" pitchFamily="49" charset="0"/>
                <a:cs typeface="Courier New" panose="02070309020205020404" pitchFamily="49" charset="0"/>
              </a:rPr>
              <a:t>decorate	</a:t>
            </a:r>
            <a:r>
              <a:rPr lang="en-US" sz="1400" dirty="0">
                <a:solidFill>
                  <a:schemeClr val="bg1">
                    <a:lumMod val="50000"/>
                  </a:schemeClr>
                </a:solidFill>
                <a:latin typeface="Courier New" panose="02070309020205020404" pitchFamily="49" charset="0"/>
                <a:cs typeface="Courier New" panose="02070309020205020404" pitchFamily="49" charset="0"/>
              </a:rPr>
              <a:t>    </a:t>
            </a:r>
            <a:r>
              <a:rPr lang="en-US" sz="1400" dirty="0">
                <a:latin typeface="Courier New" panose="02070309020205020404" pitchFamily="49" charset="0"/>
                <a:cs typeface="Courier New" panose="02070309020205020404" pitchFamily="49" charset="0"/>
              </a:rPr>
              <a:t>&lt;- </a:t>
            </a:r>
            <a:r>
              <a:rPr lang="en-US" sz="1400" dirty="0">
                <a:solidFill>
                  <a:srgbClr val="0070C0"/>
                </a:solidFill>
                <a:latin typeface="Courier New" panose="02070309020205020404" pitchFamily="49" charset="0"/>
                <a:cs typeface="Courier New" panose="02070309020205020404" pitchFamily="49" charset="0"/>
              </a:rPr>
              <a:t>decorate</a:t>
            </a:r>
            <a:r>
              <a:rPr lang="en-US" sz="1400" dirty="0">
                <a:latin typeface="Courier New" panose="02070309020205020404" pitchFamily="49" charset="0"/>
                <a:cs typeface="Courier New" panose="02070309020205020404" pitchFamily="49" charset="0"/>
              </a:rPr>
              <a:t>(frosted)</a:t>
            </a:r>
            <a:endParaRPr lang="en-US" sz="1400" dirty="0">
              <a:solidFill>
                <a:schemeClr val="bg1">
                  <a:lumMod val="50000"/>
                </a:schemeClr>
              </a:solidFill>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  </a:t>
            </a:r>
            <a:r>
              <a:rPr lang="en-US" sz="1400" dirty="0">
                <a:solidFill>
                  <a:schemeClr val="bg1">
                    <a:lumMod val="50000"/>
                  </a:schemeClr>
                </a:solidFill>
                <a:latin typeface="Courier New" panose="02070309020205020404" pitchFamily="49" charset="0"/>
                <a:cs typeface="Courier New" panose="02070309020205020404" pitchFamily="49" charset="0"/>
              </a:rPr>
              <a:t># prepare and combine</a:t>
            </a:r>
          </a:p>
          <a:p>
            <a:r>
              <a:rPr lang="en-US" sz="1400" dirty="0">
                <a:solidFill>
                  <a:schemeClr val="bg1">
                    <a:lumMod val="50000"/>
                  </a:schemeClr>
                </a:solidFill>
                <a:latin typeface="Courier New" panose="02070309020205020404" pitchFamily="49" charset="0"/>
                <a:cs typeface="Courier New" panose="02070309020205020404" pitchFamily="49" charset="0"/>
              </a:rPr>
              <a:t>  # bake</a:t>
            </a:r>
          </a:p>
          <a:p>
            <a:r>
              <a:rPr lang="en-US" sz="1400" dirty="0">
                <a:solidFill>
                  <a:schemeClr val="bg1">
                    <a:lumMod val="50000"/>
                  </a:schemeClr>
                </a:solidFill>
                <a:latin typeface="Courier New" panose="02070309020205020404" pitchFamily="49" charset="0"/>
                <a:cs typeface="Courier New" panose="02070309020205020404" pitchFamily="49" charset="0"/>
              </a:rPr>
              <a:t>  # check for doneness</a:t>
            </a:r>
          </a:p>
          <a:p>
            <a:r>
              <a:rPr lang="en-US" sz="1400" dirty="0">
                <a:solidFill>
                  <a:schemeClr val="bg1">
                    <a:lumMod val="50000"/>
                  </a:schemeClr>
                </a:solidFill>
                <a:latin typeface="Courier New" panose="02070309020205020404" pitchFamily="49" charset="0"/>
                <a:cs typeface="Courier New" panose="02070309020205020404" pitchFamily="49" charset="0"/>
              </a:rPr>
              <a:t>  # finish and serve</a:t>
            </a:r>
          </a:p>
          <a:p>
            <a:r>
              <a:rPr lang="en-US" sz="1400" dirty="0">
                <a:latin typeface="Courier New" panose="02070309020205020404" pitchFamily="49" charset="0"/>
                <a:cs typeface="Courier New" panose="02070309020205020404" pitchFamily="49" charset="0"/>
              </a:rPr>
              <a:t>}</a:t>
            </a:r>
          </a:p>
        </p:txBody>
      </p:sp>
      <p:sp>
        <p:nvSpPr>
          <p:cNvPr id="5" name="TextBox 4">
            <a:extLst>
              <a:ext uri="{FF2B5EF4-FFF2-40B4-BE49-F238E27FC236}">
                <a16:creationId xmlns:a16="http://schemas.microsoft.com/office/drawing/2014/main" id="{B0E57392-DE97-0A8A-B13A-482AEA365901}"/>
              </a:ext>
            </a:extLst>
          </p:cNvPr>
          <p:cNvSpPr txBox="1"/>
          <p:nvPr/>
        </p:nvSpPr>
        <p:spPr>
          <a:xfrm>
            <a:off x="463046" y="2590800"/>
            <a:ext cx="3449534" cy="369332"/>
          </a:xfrm>
          <a:prstGeom prst="rect">
            <a:avLst/>
          </a:prstGeom>
          <a:noFill/>
        </p:spPr>
        <p:txBody>
          <a:bodyPr wrap="none" rtlCol="0">
            <a:spAutoFit/>
          </a:bodyPr>
          <a:lstStyle/>
          <a:p>
            <a:r>
              <a:rPr lang="en-US" dirty="0"/>
              <a:t>Abstraction provided a basic model</a:t>
            </a:r>
          </a:p>
        </p:txBody>
      </p:sp>
      <p:sp>
        <p:nvSpPr>
          <p:cNvPr id="6" name="TextBox 5">
            <a:extLst>
              <a:ext uri="{FF2B5EF4-FFF2-40B4-BE49-F238E27FC236}">
                <a16:creationId xmlns:a16="http://schemas.microsoft.com/office/drawing/2014/main" id="{5E3DFEEE-6BAD-E10F-4D3D-7D9B2459FA6F}"/>
              </a:ext>
            </a:extLst>
          </p:cNvPr>
          <p:cNvSpPr txBox="1"/>
          <p:nvPr/>
        </p:nvSpPr>
        <p:spPr>
          <a:xfrm>
            <a:off x="1024128" y="1774134"/>
            <a:ext cx="7353808" cy="369332"/>
          </a:xfrm>
          <a:prstGeom prst="rect">
            <a:avLst/>
          </a:prstGeom>
          <a:noFill/>
        </p:spPr>
        <p:txBody>
          <a:bodyPr wrap="none" rtlCol="0">
            <a:spAutoFit/>
          </a:bodyPr>
          <a:lstStyle/>
          <a:p>
            <a:r>
              <a:rPr lang="en-US" dirty="0"/>
              <a:t>The model says what goes in. The algorithm says what happens, in what order.</a:t>
            </a:r>
          </a:p>
        </p:txBody>
      </p:sp>
    </p:spTree>
    <p:extLst>
      <p:ext uri="{BB962C8B-B14F-4D97-AF65-F5344CB8AC3E}">
        <p14:creationId xmlns:p14="http://schemas.microsoft.com/office/powerpoint/2010/main" val="214961244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466B99-B0E7-F4EE-CEC8-C6D3A7CF150B}"/>
              </a:ext>
            </a:extLst>
          </p:cNvPr>
          <p:cNvSpPr>
            <a:spLocks noGrp="1"/>
          </p:cNvSpPr>
          <p:nvPr>
            <p:ph type="title"/>
          </p:nvPr>
        </p:nvSpPr>
        <p:spPr/>
        <p:txBody>
          <a:bodyPr/>
          <a:lstStyle/>
          <a:p>
            <a:r>
              <a:rPr lang="en-US" dirty="0"/>
              <a:t>What is a condition?</a:t>
            </a:r>
          </a:p>
        </p:txBody>
      </p:sp>
      <p:sp>
        <p:nvSpPr>
          <p:cNvPr id="3" name="Content Placeholder 2">
            <a:extLst>
              <a:ext uri="{FF2B5EF4-FFF2-40B4-BE49-F238E27FC236}">
                <a16:creationId xmlns:a16="http://schemas.microsoft.com/office/drawing/2014/main" id="{109C9EB6-83AF-EEE5-4BCB-6AB81258BF4E}"/>
              </a:ext>
            </a:extLst>
          </p:cNvPr>
          <p:cNvSpPr>
            <a:spLocks noGrp="1"/>
          </p:cNvSpPr>
          <p:nvPr>
            <p:ph idx="1"/>
          </p:nvPr>
        </p:nvSpPr>
        <p:spPr>
          <a:xfrm>
            <a:off x="1024129" y="2286000"/>
            <a:ext cx="9580182" cy="4023360"/>
          </a:xfrm>
        </p:spPr>
        <p:txBody>
          <a:bodyPr>
            <a:noAutofit/>
          </a:bodyPr>
          <a:lstStyle/>
          <a:p>
            <a:pPr marL="296863" indent="-296863"/>
            <a:r>
              <a:rPr lang="en-US" sz="2400" dirty="0"/>
              <a:t>Algorithms frequently include decision points with different actions taken based on decision result</a:t>
            </a:r>
          </a:p>
          <a:p>
            <a:pPr marL="296863" indent="-296863"/>
            <a:r>
              <a:rPr lang="en-US" sz="2400" dirty="0"/>
              <a:t>Use conditionals to apply functions appropriately given situation, whether statements are true or false</a:t>
            </a:r>
          </a:p>
          <a:p>
            <a:pPr marL="296863" indent="-296863"/>
            <a:r>
              <a:rPr lang="en-US" sz="2400" dirty="0"/>
              <a:t>If, else if, and else are very commonly used examples</a:t>
            </a:r>
          </a:p>
          <a:p>
            <a:pPr marL="0" indent="0">
              <a:buNone/>
            </a:pPr>
            <a:endParaRPr lang="en-US" sz="1100" dirty="0"/>
          </a:p>
          <a:p>
            <a:pPr marL="0" indent="0">
              <a:buNone/>
            </a:pPr>
            <a:r>
              <a:rPr lang="en-US" sz="2400" dirty="0"/>
              <a:t>When selecting a pan:</a:t>
            </a:r>
          </a:p>
          <a:p>
            <a:pPr marL="296863" indent="-296863"/>
            <a:r>
              <a:rPr lang="en-US" sz="2400" dirty="0">
                <a:solidFill>
                  <a:schemeClr val="accent1"/>
                </a:solidFill>
              </a:rPr>
              <a:t>If</a:t>
            </a:r>
            <a:r>
              <a:rPr lang="en-US" sz="2400" dirty="0"/>
              <a:t> baking cupcakes, use cupcake tin</a:t>
            </a:r>
          </a:p>
          <a:p>
            <a:pPr marL="479743" lvl="2" indent="-296863"/>
            <a:r>
              <a:rPr lang="en-US" dirty="0"/>
              <a:t>If not cupcakes, but is (</a:t>
            </a:r>
            <a:r>
              <a:rPr lang="en-US" dirty="0">
                <a:solidFill>
                  <a:schemeClr val="accent1"/>
                </a:solidFill>
              </a:rPr>
              <a:t>else if</a:t>
            </a:r>
            <a:r>
              <a:rPr lang="en-US" dirty="0"/>
              <a:t>) a cake, use round cake pan, </a:t>
            </a:r>
          </a:p>
          <a:p>
            <a:pPr marL="626047" lvl="4" indent="-296863"/>
            <a:r>
              <a:rPr lang="en-US" sz="2400" dirty="0"/>
              <a:t>Otherwise (</a:t>
            </a:r>
            <a:r>
              <a:rPr lang="en-US" sz="2400" dirty="0">
                <a:solidFill>
                  <a:schemeClr val="accent1"/>
                </a:solidFill>
              </a:rPr>
              <a:t>else</a:t>
            </a:r>
            <a:r>
              <a:rPr lang="en-US" sz="2400" dirty="0"/>
              <a:t>), use square pan</a:t>
            </a:r>
          </a:p>
        </p:txBody>
      </p:sp>
    </p:spTree>
    <p:extLst>
      <p:ext uri="{BB962C8B-B14F-4D97-AF65-F5344CB8AC3E}">
        <p14:creationId xmlns:p14="http://schemas.microsoft.com/office/powerpoint/2010/main" val="95033330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60A18EE-01E2-5AA7-5CE7-0E02E6915767}"/>
              </a:ext>
            </a:extLst>
          </p:cNvPr>
          <p:cNvSpPr>
            <a:spLocks noGrp="1"/>
          </p:cNvSpPr>
          <p:nvPr>
            <p:ph type="title"/>
          </p:nvPr>
        </p:nvSpPr>
        <p:spPr/>
        <p:txBody>
          <a:bodyPr/>
          <a:lstStyle/>
          <a:p>
            <a:r>
              <a:rPr lang="en-US" dirty="0"/>
              <a:t>Combining functions with conditionals</a:t>
            </a:r>
          </a:p>
        </p:txBody>
      </p:sp>
      <p:sp>
        <p:nvSpPr>
          <p:cNvPr id="7" name="TextBox 6">
            <a:extLst>
              <a:ext uri="{FF2B5EF4-FFF2-40B4-BE49-F238E27FC236}">
                <a16:creationId xmlns:a16="http://schemas.microsoft.com/office/drawing/2014/main" id="{A2D5F2FE-FE68-8C68-1F1D-9F60B07D2CFC}"/>
              </a:ext>
            </a:extLst>
          </p:cNvPr>
          <p:cNvSpPr txBox="1"/>
          <p:nvPr/>
        </p:nvSpPr>
        <p:spPr>
          <a:xfrm>
            <a:off x="693399" y="1908229"/>
            <a:ext cx="8724120" cy="461665"/>
          </a:xfrm>
          <a:prstGeom prst="rect">
            <a:avLst/>
          </a:prstGeom>
          <a:noFill/>
        </p:spPr>
        <p:txBody>
          <a:bodyPr wrap="none" rtlCol="0">
            <a:spAutoFit/>
          </a:bodyPr>
          <a:lstStyle/>
          <a:p>
            <a:r>
              <a:rPr lang="en-US" sz="2400" dirty="0"/>
              <a:t>Functions can provide different outputs based on inputs and conditions</a:t>
            </a:r>
          </a:p>
        </p:txBody>
      </p:sp>
      <p:sp>
        <p:nvSpPr>
          <p:cNvPr id="2" name="TextBox 1">
            <a:extLst>
              <a:ext uri="{FF2B5EF4-FFF2-40B4-BE49-F238E27FC236}">
                <a16:creationId xmlns:a16="http://schemas.microsoft.com/office/drawing/2014/main" id="{8B331A49-C541-C470-1DDF-B1F6AC0CB0DB}"/>
              </a:ext>
            </a:extLst>
          </p:cNvPr>
          <p:cNvSpPr txBox="1"/>
          <p:nvPr/>
        </p:nvSpPr>
        <p:spPr>
          <a:xfrm>
            <a:off x="483723" y="3397525"/>
            <a:ext cx="5849123" cy="2893100"/>
          </a:xfrm>
          <a:prstGeom prst="rect">
            <a:avLst/>
          </a:prstGeom>
          <a:solidFill>
            <a:schemeClr val="bg1">
              <a:lumMod val="95000"/>
            </a:schemeClr>
          </a:solidFill>
        </p:spPr>
        <p:txBody>
          <a:bodyPr wrap="square" rtlCol="0">
            <a:spAutoFit/>
          </a:bodyPr>
          <a:lstStyle/>
          <a:p>
            <a:r>
              <a:rPr lang="en-US" sz="1600" dirty="0">
                <a:latin typeface="Courier New" panose="02070309020205020404" pitchFamily="49" charset="0"/>
                <a:cs typeface="Courier New" panose="02070309020205020404" pitchFamily="49" charset="0"/>
              </a:rPr>
              <a:t>{r}</a:t>
            </a:r>
          </a:p>
          <a:p>
            <a:r>
              <a:rPr lang="en-US" sz="1600" dirty="0" err="1">
                <a:latin typeface="Courier New" panose="02070309020205020404" pitchFamily="49" charset="0"/>
                <a:cs typeface="Courier New" panose="02070309020205020404" pitchFamily="49" charset="0"/>
              </a:rPr>
              <a:t>select_pan</a:t>
            </a:r>
            <a:r>
              <a:rPr lang="en-US" sz="1600" dirty="0">
                <a:latin typeface="Courier New" panose="02070309020205020404" pitchFamily="49" charset="0"/>
                <a:cs typeface="Courier New" panose="02070309020205020404" pitchFamily="49" charset="0"/>
              </a:rPr>
              <a:t> &lt;- </a:t>
            </a:r>
            <a:r>
              <a:rPr lang="en-US" sz="1600" dirty="0">
                <a:solidFill>
                  <a:srgbClr val="0070C0"/>
                </a:solidFill>
                <a:latin typeface="Courier New" panose="02070309020205020404" pitchFamily="49" charset="0"/>
                <a:cs typeface="Courier New" panose="02070309020205020404" pitchFamily="49" charset="0"/>
              </a:rPr>
              <a:t>function</a:t>
            </a:r>
            <a:r>
              <a:rPr lang="en-US" sz="1600" dirty="0">
                <a:latin typeface="Courier New" panose="02070309020205020404" pitchFamily="49" charset="0"/>
                <a:cs typeface="Courier New" panose="02070309020205020404" pitchFamily="49" charset="0"/>
              </a:rPr>
              <a:t>(</a:t>
            </a:r>
            <a:r>
              <a:rPr lang="en-US" sz="1600" dirty="0">
                <a:solidFill>
                  <a:srgbClr val="FF0000"/>
                </a:solidFill>
                <a:latin typeface="Courier New" panose="02070309020205020404" pitchFamily="49" charset="0"/>
                <a:cs typeface="Courier New" panose="02070309020205020404" pitchFamily="49" charset="0"/>
              </a:rPr>
              <a:t>item</a:t>
            </a:r>
            <a:r>
              <a:rPr lang="en-US" sz="1600" dirty="0">
                <a:latin typeface="Courier New" panose="02070309020205020404" pitchFamily="49" charset="0"/>
                <a:cs typeface="Courier New" panose="02070309020205020404" pitchFamily="49" charset="0"/>
              </a:rPr>
              <a:t>) {</a:t>
            </a:r>
          </a:p>
          <a:p>
            <a:r>
              <a:rPr lang="en-US" sz="1600" dirty="0">
                <a:latin typeface="Courier New" panose="02070309020205020404" pitchFamily="49" charset="0"/>
                <a:cs typeface="Courier New" panose="02070309020205020404" pitchFamily="49" charset="0"/>
              </a:rPr>
              <a:t>  </a:t>
            </a:r>
            <a:r>
              <a:rPr lang="en-US" sz="1600" dirty="0">
                <a:solidFill>
                  <a:srgbClr val="0070C0"/>
                </a:solidFill>
                <a:latin typeface="Courier New" panose="02070309020205020404" pitchFamily="49" charset="0"/>
                <a:cs typeface="Courier New" panose="02070309020205020404" pitchFamily="49" charset="0"/>
              </a:rPr>
              <a:t>if</a:t>
            </a:r>
            <a:r>
              <a:rPr lang="en-US" sz="1600" dirty="0">
                <a:latin typeface="Courier New" panose="02070309020205020404" pitchFamily="49" charset="0"/>
                <a:cs typeface="Courier New" panose="02070309020205020404" pitchFamily="49" charset="0"/>
              </a:rPr>
              <a:t>(item == </a:t>
            </a:r>
            <a:r>
              <a:rPr lang="en-US" sz="1600" dirty="0">
                <a:solidFill>
                  <a:schemeClr val="accent5"/>
                </a:solidFill>
                <a:latin typeface="Courier New" panose="02070309020205020404" pitchFamily="49" charset="0"/>
                <a:cs typeface="Courier New" panose="02070309020205020404" pitchFamily="49" charset="0"/>
              </a:rPr>
              <a:t>"cupcake"</a:t>
            </a:r>
            <a:r>
              <a:rPr lang="en-US" sz="1600" dirty="0">
                <a:latin typeface="Courier New" panose="02070309020205020404" pitchFamily="49" charset="0"/>
                <a:cs typeface="Courier New" panose="02070309020205020404" pitchFamily="49" charset="0"/>
              </a:rPr>
              <a:t> | item == </a:t>
            </a:r>
            <a:r>
              <a:rPr lang="en-US" sz="1600" dirty="0">
                <a:solidFill>
                  <a:schemeClr val="accent5"/>
                </a:solidFill>
                <a:latin typeface="Courier New" panose="02070309020205020404" pitchFamily="49" charset="0"/>
                <a:cs typeface="Courier New" panose="02070309020205020404" pitchFamily="49" charset="0"/>
              </a:rPr>
              <a:t>"muffin"</a:t>
            </a:r>
            <a:r>
              <a:rPr lang="en-US" sz="1600" dirty="0">
                <a:latin typeface="Courier New" panose="02070309020205020404" pitchFamily="49" charset="0"/>
                <a:cs typeface="Courier New" panose="02070309020205020404" pitchFamily="49" charset="0"/>
              </a:rPr>
              <a:t>){</a:t>
            </a:r>
          </a:p>
          <a:p>
            <a:r>
              <a:rPr lang="en-US" sz="1600" dirty="0">
                <a:latin typeface="Courier New" panose="02070309020205020404" pitchFamily="49" charset="0"/>
                <a:cs typeface="Courier New" panose="02070309020205020404" pitchFamily="49" charset="0"/>
              </a:rPr>
              <a:t>    pan &lt;- </a:t>
            </a:r>
            <a:r>
              <a:rPr lang="en-US" sz="1600" dirty="0">
                <a:solidFill>
                  <a:schemeClr val="accent5"/>
                </a:solidFill>
                <a:latin typeface="Courier New" panose="02070309020205020404" pitchFamily="49" charset="0"/>
                <a:cs typeface="Courier New" panose="02070309020205020404" pitchFamily="49" charset="0"/>
              </a:rPr>
              <a:t>"cupcake tin"</a:t>
            </a:r>
          </a:p>
          <a:p>
            <a:r>
              <a:rPr lang="en-US" sz="1600" dirty="0">
                <a:latin typeface="Courier New" panose="02070309020205020404" pitchFamily="49" charset="0"/>
                <a:cs typeface="Courier New" panose="02070309020205020404" pitchFamily="49" charset="0"/>
              </a:rPr>
              <a:t>  } </a:t>
            </a:r>
            <a:r>
              <a:rPr lang="en-US" sz="1600" dirty="0">
                <a:solidFill>
                  <a:srgbClr val="0070C0"/>
                </a:solidFill>
                <a:latin typeface="Courier New" panose="02070309020205020404" pitchFamily="49" charset="0"/>
                <a:cs typeface="Courier New" panose="02070309020205020404" pitchFamily="49" charset="0"/>
              </a:rPr>
              <a:t>else if </a:t>
            </a:r>
            <a:r>
              <a:rPr lang="en-US" sz="1600" dirty="0">
                <a:latin typeface="Courier New" panose="02070309020205020404" pitchFamily="49" charset="0"/>
                <a:cs typeface="Courier New" panose="02070309020205020404" pitchFamily="49" charset="0"/>
              </a:rPr>
              <a:t>(item == </a:t>
            </a:r>
            <a:r>
              <a:rPr lang="en-US" sz="1600" dirty="0">
                <a:solidFill>
                  <a:schemeClr val="accent5"/>
                </a:solidFill>
                <a:latin typeface="Courier New" panose="02070309020205020404" pitchFamily="49" charset="0"/>
                <a:cs typeface="Courier New" panose="02070309020205020404" pitchFamily="49" charset="0"/>
              </a:rPr>
              <a:t>"cake"</a:t>
            </a:r>
            <a:r>
              <a:rPr lang="en-US" sz="1600" dirty="0">
                <a:latin typeface="Courier New" panose="02070309020205020404" pitchFamily="49" charset="0"/>
                <a:cs typeface="Courier New" panose="02070309020205020404" pitchFamily="49" charset="0"/>
              </a:rPr>
              <a:t>) {</a:t>
            </a:r>
          </a:p>
          <a:p>
            <a:r>
              <a:rPr lang="en-US" sz="1600" dirty="0">
                <a:latin typeface="Courier New" panose="02070309020205020404" pitchFamily="49" charset="0"/>
                <a:cs typeface="Courier New" panose="02070309020205020404" pitchFamily="49" charset="0"/>
              </a:rPr>
              <a:t>    pan &lt;- </a:t>
            </a:r>
            <a:r>
              <a:rPr lang="en-US" sz="1600" dirty="0">
                <a:solidFill>
                  <a:schemeClr val="accent5"/>
                </a:solidFill>
                <a:latin typeface="Courier New" panose="02070309020205020404" pitchFamily="49" charset="0"/>
                <a:cs typeface="Courier New" panose="02070309020205020404" pitchFamily="49" charset="0"/>
              </a:rPr>
              <a:t>"round cake pan"</a:t>
            </a:r>
          </a:p>
          <a:p>
            <a:r>
              <a:rPr lang="en-US" sz="1600" dirty="0">
                <a:latin typeface="Courier New" panose="02070309020205020404" pitchFamily="49" charset="0"/>
                <a:cs typeface="Courier New" panose="02070309020205020404" pitchFamily="49" charset="0"/>
              </a:rPr>
              <a:t>  } </a:t>
            </a:r>
            <a:r>
              <a:rPr lang="en-US" sz="1600" dirty="0">
                <a:solidFill>
                  <a:srgbClr val="0070C0"/>
                </a:solidFill>
                <a:latin typeface="Courier New" panose="02070309020205020404" pitchFamily="49" charset="0"/>
                <a:cs typeface="Courier New" panose="02070309020205020404" pitchFamily="49" charset="0"/>
              </a:rPr>
              <a:t>else</a:t>
            </a:r>
            <a:r>
              <a:rPr lang="en-US" sz="1600" dirty="0">
                <a:latin typeface="Courier New" panose="02070309020205020404" pitchFamily="49" charset="0"/>
                <a:cs typeface="Courier New" panose="02070309020205020404" pitchFamily="49" charset="0"/>
              </a:rPr>
              <a:t> {</a:t>
            </a:r>
          </a:p>
          <a:p>
            <a:r>
              <a:rPr lang="en-US" sz="1600" dirty="0">
                <a:latin typeface="Courier New" panose="02070309020205020404" pitchFamily="49" charset="0"/>
                <a:cs typeface="Courier New" panose="02070309020205020404" pitchFamily="49" charset="0"/>
              </a:rPr>
              <a:t>    pan &lt;- </a:t>
            </a:r>
            <a:r>
              <a:rPr lang="en-US" sz="1600" dirty="0">
                <a:solidFill>
                  <a:schemeClr val="accent5"/>
                </a:solidFill>
                <a:latin typeface="Courier New" panose="02070309020205020404" pitchFamily="49" charset="0"/>
                <a:cs typeface="Courier New" panose="02070309020205020404" pitchFamily="49" charset="0"/>
              </a:rPr>
              <a:t>"square cake pan"</a:t>
            </a:r>
          </a:p>
          <a:p>
            <a:r>
              <a:rPr lang="en-US" sz="1600" dirty="0">
                <a:latin typeface="Courier New" panose="02070309020205020404" pitchFamily="49" charset="0"/>
                <a:cs typeface="Courier New" panose="02070309020205020404" pitchFamily="49" charset="0"/>
              </a:rPr>
              <a:t>  }</a:t>
            </a:r>
          </a:p>
          <a:p>
            <a:r>
              <a:rPr lang="en-US" sz="1600" dirty="0">
                <a:latin typeface="Courier New" panose="02070309020205020404" pitchFamily="49" charset="0"/>
                <a:cs typeface="Courier New" panose="02070309020205020404" pitchFamily="49" charset="0"/>
              </a:rPr>
              <a:t>  </a:t>
            </a:r>
            <a:r>
              <a:rPr lang="en-US" sz="1600" dirty="0">
                <a:solidFill>
                  <a:srgbClr val="0070C0"/>
                </a:solidFill>
                <a:latin typeface="Courier New" panose="02070309020205020404" pitchFamily="49" charset="0"/>
                <a:cs typeface="Courier New" panose="02070309020205020404" pitchFamily="49" charset="0"/>
              </a:rPr>
              <a:t>return</a:t>
            </a:r>
            <a:r>
              <a:rPr lang="en-US" sz="1600" dirty="0">
                <a:latin typeface="Courier New" panose="02070309020205020404" pitchFamily="49" charset="0"/>
                <a:cs typeface="Courier New" panose="02070309020205020404" pitchFamily="49" charset="0"/>
              </a:rPr>
              <a:t>(pan)</a:t>
            </a:r>
          </a:p>
          <a:p>
            <a:r>
              <a:rPr lang="en-US" sz="1600" dirty="0">
                <a:latin typeface="Courier New" panose="02070309020205020404" pitchFamily="49" charset="0"/>
                <a:cs typeface="Courier New" panose="02070309020205020404" pitchFamily="49" charset="0"/>
              </a:rPr>
              <a:t>}</a:t>
            </a:r>
          </a:p>
        </p:txBody>
      </p:sp>
      <p:grpSp>
        <p:nvGrpSpPr>
          <p:cNvPr id="11" name="Group 10">
            <a:extLst>
              <a:ext uri="{FF2B5EF4-FFF2-40B4-BE49-F238E27FC236}">
                <a16:creationId xmlns:a16="http://schemas.microsoft.com/office/drawing/2014/main" id="{E8D822B4-B781-0FA7-B5B3-868215344942}"/>
              </a:ext>
            </a:extLst>
          </p:cNvPr>
          <p:cNvGrpSpPr/>
          <p:nvPr/>
        </p:nvGrpSpPr>
        <p:grpSpPr>
          <a:xfrm>
            <a:off x="3015974" y="3358257"/>
            <a:ext cx="2373199" cy="610770"/>
            <a:chOff x="3015974" y="3358257"/>
            <a:chExt cx="2373199" cy="610770"/>
          </a:xfrm>
        </p:grpSpPr>
        <p:sp>
          <p:nvSpPr>
            <p:cNvPr id="13" name="TextBox 12">
              <a:extLst>
                <a:ext uri="{FF2B5EF4-FFF2-40B4-BE49-F238E27FC236}">
                  <a16:creationId xmlns:a16="http://schemas.microsoft.com/office/drawing/2014/main" id="{9777614C-AD1D-EA23-2B1C-AAB202252992}"/>
                </a:ext>
              </a:extLst>
            </p:cNvPr>
            <p:cNvSpPr txBox="1"/>
            <p:nvPr/>
          </p:nvSpPr>
          <p:spPr>
            <a:xfrm>
              <a:off x="4614602" y="3358257"/>
              <a:ext cx="774571" cy="461665"/>
            </a:xfrm>
            <a:prstGeom prst="rect">
              <a:avLst/>
            </a:prstGeom>
            <a:noFill/>
          </p:spPr>
          <p:txBody>
            <a:bodyPr wrap="square" rtlCol="0">
              <a:spAutoFit/>
            </a:bodyPr>
            <a:lstStyle/>
            <a:p>
              <a:r>
                <a:rPr lang="en-US" sz="2400" dirty="0"/>
                <a:t>input</a:t>
              </a:r>
            </a:p>
          </p:txBody>
        </p:sp>
        <p:sp>
          <p:nvSpPr>
            <p:cNvPr id="15" name="Oval 14">
              <a:extLst>
                <a:ext uri="{FF2B5EF4-FFF2-40B4-BE49-F238E27FC236}">
                  <a16:creationId xmlns:a16="http://schemas.microsoft.com/office/drawing/2014/main" id="{014B5FEA-E174-3163-4DB4-B23996EF52F9}"/>
                </a:ext>
              </a:extLst>
            </p:cNvPr>
            <p:cNvSpPr/>
            <p:nvPr/>
          </p:nvSpPr>
          <p:spPr>
            <a:xfrm>
              <a:off x="3015974" y="3670817"/>
              <a:ext cx="1191656" cy="298210"/>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a:extLst>
                <a:ext uri="{FF2B5EF4-FFF2-40B4-BE49-F238E27FC236}">
                  <a16:creationId xmlns:a16="http://schemas.microsoft.com/office/drawing/2014/main" id="{41B5AD48-0876-65BD-3344-ED3F15607FCE}"/>
                </a:ext>
              </a:extLst>
            </p:cNvPr>
            <p:cNvCxnSpPr>
              <a:cxnSpLocks/>
            </p:cNvCxnSpPr>
            <p:nvPr/>
          </p:nvCxnSpPr>
          <p:spPr>
            <a:xfrm flipH="1">
              <a:off x="4207630" y="3630854"/>
              <a:ext cx="417509" cy="10855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pSp>
      <p:grpSp>
        <p:nvGrpSpPr>
          <p:cNvPr id="12" name="Group 11">
            <a:extLst>
              <a:ext uri="{FF2B5EF4-FFF2-40B4-BE49-F238E27FC236}">
                <a16:creationId xmlns:a16="http://schemas.microsoft.com/office/drawing/2014/main" id="{A2220AE3-DD56-7E3B-93CB-AB8A714AA9B9}"/>
              </a:ext>
            </a:extLst>
          </p:cNvPr>
          <p:cNvGrpSpPr/>
          <p:nvPr/>
        </p:nvGrpSpPr>
        <p:grpSpPr>
          <a:xfrm>
            <a:off x="1544619" y="5618590"/>
            <a:ext cx="1956120" cy="544325"/>
            <a:chOff x="1544619" y="5618590"/>
            <a:chExt cx="1956120" cy="544325"/>
          </a:xfrm>
        </p:grpSpPr>
        <p:sp>
          <p:nvSpPr>
            <p:cNvPr id="14" name="TextBox 13">
              <a:extLst>
                <a:ext uri="{FF2B5EF4-FFF2-40B4-BE49-F238E27FC236}">
                  <a16:creationId xmlns:a16="http://schemas.microsoft.com/office/drawing/2014/main" id="{52C1157B-2320-E639-8BED-0C452F7F83CC}"/>
                </a:ext>
              </a:extLst>
            </p:cNvPr>
            <p:cNvSpPr txBox="1"/>
            <p:nvPr/>
          </p:nvSpPr>
          <p:spPr>
            <a:xfrm>
              <a:off x="2556250" y="5701250"/>
              <a:ext cx="944489" cy="461665"/>
            </a:xfrm>
            <a:prstGeom prst="rect">
              <a:avLst/>
            </a:prstGeom>
            <a:noFill/>
          </p:spPr>
          <p:txBody>
            <a:bodyPr wrap="none" rtlCol="0">
              <a:spAutoFit/>
            </a:bodyPr>
            <a:lstStyle/>
            <a:p>
              <a:r>
                <a:rPr lang="en-US" sz="2400" dirty="0"/>
                <a:t>output</a:t>
              </a:r>
            </a:p>
          </p:txBody>
        </p:sp>
        <p:sp>
          <p:nvSpPr>
            <p:cNvPr id="19" name="Oval 18">
              <a:extLst>
                <a:ext uri="{FF2B5EF4-FFF2-40B4-BE49-F238E27FC236}">
                  <a16:creationId xmlns:a16="http://schemas.microsoft.com/office/drawing/2014/main" id="{A54D7566-8979-B5DB-DF41-DCCE44935F4D}"/>
                </a:ext>
              </a:extLst>
            </p:cNvPr>
            <p:cNvSpPr/>
            <p:nvPr/>
          </p:nvSpPr>
          <p:spPr>
            <a:xfrm>
              <a:off x="1544619" y="5618590"/>
              <a:ext cx="662499" cy="279799"/>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Arrow Connector 19">
              <a:extLst>
                <a:ext uri="{FF2B5EF4-FFF2-40B4-BE49-F238E27FC236}">
                  <a16:creationId xmlns:a16="http://schemas.microsoft.com/office/drawing/2014/main" id="{272259D7-4CB4-8F20-657D-8CD268C1197C}"/>
                </a:ext>
              </a:extLst>
            </p:cNvPr>
            <p:cNvCxnSpPr>
              <a:cxnSpLocks/>
            </p:cNvCxnSpPr>
            <p:nvPr/>
          </p:nvCxnSpPr>
          <p:spPr>
            <a:xfrm flipH="1" flipV="1">
              <a:off x="2241952" y="5852602"/>
              <a:ext cx="354671" cy="10433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pSp>
      <p:grpSp>
        <p:nvGrpSpPr>
          <p:cNvPr id="32" name="Group 31">
            <a:extLst>
              <a:ext uri="{FF2B5EF4-FFF2-40B4-BE49-F238E27FC236}">
                <a16:creationId xmlns:a16="http://schemas.microsoft.com/office/drawing/2014/main" id="{953637A2-D679-78A2-D215-076E93CE875F}"/>
              </a:ext>
            </a:extLst>
          </p:cNvPr>
          <p:cNvGrpSpPr/>
          <p:nvPr/>
        </p:nvGrpSpPr>
        <p:grpSpPr>
          <a:xfrm>
            <a:off x="693399" y="3925305"/>
            <a:ext cx="5639448" cy="2305415"/>
            <a:chOff x="197960" y="3385278"/>
            <a:chExt cx="5639448" cy="2305415"/>
          </a:xfrm>
        </p:grpSpPr>
        <p:sp>
          <p:nvSpPr>
            <p:cNvPr id="28" name="TextBox 27">
              <a:extLst>
                <a:ext uri="{FF2B5EF4-FFF2-40B4-BE49-F238E27FC236}">
                  <a16:creationId xmlns:a16="http://schemas.microsoft.com/office/drawing/2014/main" id="{D6A90697-5769-9B98-57AD-4D054245AD7D}"/>
                </a:ext>
              </a:extLst>
            </p:cNvPr>
            <p:cNvSpPr txBox="1"/>
            <p:nvPr/>
          </p:nvSpPr>
          <p:spPr>
            <a:xfrm>
              <a:off x="4466520" y="5229028"/>
              <a:ext cx="1370888" cy="461665"/>
            </a:xfrm>
            <a:prstGeom prst="rect">
              <a:avLst/>
            </a:prstGeom>
            <a:noFill/>
          </p:spPr>
          <p:txBody>
            <a:bodyPr wrap="none" rtlCol="0">
              <a:spAutoFit/>
            </a:bodyPr>
            <a:lstStyle/>
            <a:p>
              <a:r>
                <a:rPr lang="en-US" sz="2400" dirty="0"/>
                <a:t>conditions</a:t>
              </a:r>
            </a:p>
          </p:txBody>
        </p:sp>
        <p:sp>
          <p:nvSpPr>
            <p:cNvPr id="29" name="Oval 28">
              <a:extLst>
                <a:ext uri="{FF2B5EF4-FFF2-40B4-BE49-F238E27FC236}">
                  <a16:creationId xmlns:a16="http://schemas.microsoft.com/office/drawing/2014/main" id="{970E8A73-96F3-5CBD-61EB-17C48059EA38}"/>
                </a:ext>
              </a:extLst>
            </p:cNvPr>
            <p:cNvSpPr/>
            <p:nvPr/>
          </p:nvSpPr>
          <p:spPr>
            <a:xfrm>
              <a:off x="197960" y="3385278"/>
              <a:ext cx="5167246" cy="1670562"/>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Arrow Connector 29">
              <a:extLst>
                <a:ext uri="{FF2B5EF4-FFF2-40B4-BE49-F238E27FC236}">
                  <a16:creationId xmlns:a16="http://schemas.microsoft.com/office/drawing/2014/main" id="{D055ADFB-355C-9511-E556-6301040671D3}"/>
                </a:ext>
              </a:extLst>
            </p:cNvPr>
            <p:cNvCxnSpPr>
              <a:cxnSpLocks/>
            </p:cNvCxnSpPr>
            <p:nvPr/>
          </p:nvCxnSpPr>
          <p:spPr>
            <a:xfrm flipH="1" flipV="1">
              <a:off x="3838964" y="5078563"/>
              <a:ext cx="667484" cy="383117"/>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pSp>
      <p:sp>
        <p:nvSpPr>
          <p:cNvPr id="33" name="TextBox 32">
            <a:extLst>
              <a:ext uri="{FF2B5EF4-FFF2-40B4-BE49-F238E27FC236}">
                <a16:creationId xmlns:a16="http://schemas.microsoft.com/office/drawing/2014/main" id="{41A15DEC-C88C-DA12-4EF5-589C29679CD1}"/>
              </a:ext>
            </a:extLst>
          </p:cNvPr>
          <p:cNvSpPr txBox="1"/>
          <p:nvPr/>
        </p:nvSpPr>
        <p:spPr>
          <a:xfrm>
            <a:off x="483723" y="2900483"/>
            <a:ext cx="4008983" cy="369332"/>
          </a:xfrm>
          <a:prstGeom prst="rect">
            <a:avLst/>
          </a:prstGeom>
          <a:noFill/>
        </p:spPr>
        <p:txBody>
          <a:bodyPr wrap="none" rtlCol="0">
            <a:spAutoFit/>
          </a:bodyPr>
          <a:lstStyle/>
          <a:p>
            <a:r>
              <a:rPr lang="en-US" dirty="0"/>
              <a:t>Write the function to reflect the conditions</a:t>
            </a:r>
          </a:p>
        </p:txBody>
      </p:sp>
      <p:sp>
        <p:nvSpPr>
          <p:cNvPr id="34" name="TextBox 33">
            <a:extLst>
              <a:ext uri="{FF2B5EF4-FFF2-40B4-BE49-F238E27FC236}">
                <a16:creationId xmlns:a16="http://schemas.microsoft.com/office/drawing/2014/main" id="{ABB3D115-A5A5-DAD5-C3C1-0EC78A9AB771}"/>
              </a:ext>
            </a:extLst>
          </p:cNvPr>
          <p:cNvSpPr txBox="1"/>
          <p:nvPr/>
        </p:nvSpPr>
        <p:spPr>
          <a:xfrm>
            <a:off x="6889264" y="2864616"/>
            <a:ext cx="4367286" cy="369332"/>
          </a:xfrm>
          <a:prstGeom prst="rect">
            <a:avLst/>
          </a:prstGeom>
          <a:noFill/>
        </p:spPr>
        <p:txBody>
          <a:bodyPr wrap="none" rtlCol="0">
            <a:spAutoFit/>
          </a:bodyPr>
          <a:lstStyle/>
          <a:p>
            <a:r>
              <a:rPr lang="en-US" dirty="0"/>
              <a:t>Use the function: provide input and get output</a:t>
            </a:r>
          </a:p>
        </p:txBody>
      </p:sp>
      <p:grpSp>
        <p:nvGrpSpPr>
          <p:cNvPr id="9" name="Group 8">
            <a:extLst>
              <a:ext uri="{FF2B5EF4-FFF2-40B4-BE49-F238E27FC236}">
                <a16:creationId xmlns:a16="http://schemas.microsoft.com/office/drawing/2014/main" id="{C110F2AD-03A2-C545-98BB-D0C57836C229}"/>
              </a:ext>
            </a:extLst>
          </p:cNvPr>
          <p:cNvGrpSpPr/>
          <p:nvPr/>
        </p:nvGrpSpPr>
        <p:grpSpPr>
          <a:xfrm>
            <a:off x="6978456" y="3371345"/>
            <a:ext cx="3668925" cy="2778481"/>
            <a:chOff x="6338979" y="3385278"/>
            <a:chExt cx="3668925" cy="2778481"/>
          </a:xfrm>
        </p:grpSpPr>
        <p:sp>
          <p:nvSpPr>
            <p:cNvPr id="8" name="Rectangle 7">
              <a:extLst>
                <a:ext uri="{FF2B5EF4-FFF2-40B4-BE49-F238E27FC236}">
                  <a16:creationId xmlns:a16="http://schemas.microsoft.com/office/drawing/2014/main" id="{0888EBE0-C391-76C2-5811-ED36230AD051}"/>
                </a:ext>
              </a:extLst>
            </p:cNvPr>
            <p:cNvSpPr/>
            <p:nvPr/>
          </p:nvSpPr>
          <p:spPr>
            <a:xfrm>
              <a:off x="6338980" y="5036200"/>
              <a:ext cx="3640740" cy="71073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3EE0F70A-FCAB-66EA-E198-080EF063C036}"/>
                </a:ext>
              </a:extLst>
            </p:cNvPr>
            <p:cNvSpPr/>
            <p:nvPr/>
          </p:nvSpPr>
          <p:spPr>
            <a:xfrm>
              <a:off x="6338980" y="3385278"/>
              <a:ext cx="3640740" cy="71073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3E3CE56-612C-0572-6314-607554FE1800}"/>
                </a:ext>
              </a:extLst>
            </p:cNvPr>
            <p:cNvSpPr txBox="1"/>
            <p:nvPr/>
          </p:nvSpPr>
          <p:spPr>
            <a:xfrm>
              <a:off x="6338980" y="3451950"/>
              <a:ext cx="3270447" cy="1077218"/>
            </a:xfrm>
            <a:prstGeom prst="rect">
              <a:avLst/>
            </a:prstGeom>
            <a:noFill/>
          </p:spPr>
          <p:txBody>
            <a:bodyPr wrap="none" rtlCol="0">
              <a:spAutoFit/>
            </a:bodyPr>
            <a:lstStyle/>
            <a:p>
              <a:r>
                <a:rPr lang="en-US" sz="1600" dirty="0">
                  <a:latin typeface="Courier New" panose="02070309020205020404" pitchFamily="49" charset="0"/>
                  <a:cs typeface="Courier New" panose="02070309020205020404" pitchFamily="49" charset="0"/>
                </a:rPr>
                <a:t>{r}</a:t>
              </a:r>
            </a:p>
            <a:p>
              <a:r>
                <a:rPr lang="en-US" sz="1600" dirty="0" err="1">
                  <a:solidFill>
                    <a:srgbClr val="0070C0"/>
                  </a:solidFill>
                  <a:latin typeface="Courier New" panose="02070309020205020404" pitchFamily="49" charset="0"/>
                  <a:cs typeface="Courier New" panose="02070309020205020404" pitchFamily="49" charset="0"/>
                </a:rPr>
                <a:t>select_pan</a:t>
              </a:r>
              <a:r>
                <a:rPr lang="en-US" sz="1600" dirty="0">
                  <a:latin typeface="Courier New" panose="02070309020205020404" pitchFamily="49" charset="0"/>
                  <a:cs typeface="Courier New" panose="02070309020205020404" pitchFamily="49" charset="0"/>
                </a:rPr>
                <a:t>(item = </a:t>
              </a:r>
              <a:r>
                <a:rPr lang="en-US" sz="1600" dirty="0">
                  <a:solidFill>
                    <a:schemeClr val="accent5"/>
                  </a:solidFill>
                  <a:latin typeface="Courier New" panose="02070309020205020404" pitchFamily="49" charset="0"/>
                  <a:cs typeface="Courier New" panose="02070309020205020404" pitchFamily="49" charset="0"/>
                </a:rPr>
                <a:t>"cake"</a:t>
              </a:r>
              <a:r>
                <a:rPr lang="en-US" sz="1600" dirty="0">
                  <a:latin typeface="Courier New" panose="02070309020205020404" pitchFamily="49" charset="0"/>
                  <a:cs typeface="Courier New" panose="02070309020205020404" pitchFamily="49" charset="0"/>
                </a:rPr>
                <a:t>)</a:t>
              </a:r>
            </a:p>
            <a:p>
              <a:endParaRPr lang="en-US" sz="1600" dirty="0">
                <a:latin typeface="Courier New" panose="02070309020205020404" pitchFamily="49" charset="0"/>
                <a:cs typeface="Courier New" panose="02070309020205020404" pitchFamily="49" charset="0"/>
              </a:endParaRPr>
            </a:p>
            <a:p>
              <a:r>
                <a:rPr lang="en-US" sz="1600" dirty="0">
                  <a:latin typeface="Courier New" panose="02070309020205020404" pitchFamily="49" charset="0"/>
                  <a:cs typeface="Courier New" panose="02070309020205020404" pitchFamily="49" charset="0"/>
                </a:rPr>
                <a:t>[1] "round cake pan"</a:t>
              </a:r>
            </a:p>
          </p:txBody>
        </p:sp>
        <p:sp>
          <p:nvSpPr>
            <p:cNvPr id="5" name="TextBox 4">
              <a:extLst>
                <a:ext uri="{FF2B5EF4-FFF2-40B4-BE49-F238E27FC236}">
                  <a16:creationId xmlns:a16="http://schemas.microsoft.com/office/drawing/2014/main" id="{8B3F983B-8648-C39E-E0FF-7DD6C38E2BB4}"/>
                </a:ext>
              </a:extLst>
            </p:cNvPr>
            <p:cNvSpPr txBox="1"/>
            <p:nvPr/>
          </p:nvSpPr>
          <p:spPr>
            <a:xfrm>
              <a:off x="6338979" y="5086541"/>
              <a:ext cx="3668925" cy="1077218"/>
            </a:xfrm>
            <a:prstGeom prst="rect">
              <a:avLst/>
            </a:prstGeom>
            <a:noFill/>
          </p:spPr>
          <p:txBody>
            <a:bodyPr wrap="square" rtlCol="0">
              <a:spAutoFit/>
            </a:bodyPr>
            <a:lstStyle/>
            <a:p>
              <a:r>
                <a:rPr lang="en-US" sz="1600" dirty="0">
                  <a:latin typeface="Courier New" panose="02070309020205020404" pitchFamily="49" charset="0"/>
                  <a:cs typeface="Courier New" panose="02070309020205020404" pitchFamily="49" charset="0"/>
                </a:rPr>
                <a:t>{r}</a:t>
              </a:r>
            </a:p>
            <a:p>
              <a:r>
                <a:rPr lang="en-US" sz="1600" dirty="0" err="1">
                  <a:solidFill>
                    <a:srgbClr val="0070C0"/>
                  </a:solidFill>
                  <a:latin typeface="Courier New" panose="02070309020205020404" pitchFamily="49" charset="0"/>
                  <a:cs typeface="Courier New" panose="02070309020205020404" pitchFamily="49" charset="0"/>
                </a:rPr>
                <a:t>select_pan</a:t>
              </a:r>
              <a:r>
                <a:rPr lang="en-US" sz="1600" dirty="0">
                  <a:latin typeface="Courier New" panose="02070309020205020404" pitchFamily="49" charset="0"/>
                  <a:cs typeface="Courier New" panose="02070309020205020404" pitchFamily="49" charset="0"/>
                </a:rPr>
                <a:t>(item = </a:t>
              </a:r>
              <a:r>
                <a:rPr lang="en-US" sz="1600" dirty="0">
                  <a:solidFill>
                    <a:schemeClr val="accent5"/>
                  </a:solidFill>
                  <a:latin typeface="Courier New" panose="02070309020205020404" pitchFamily="49" charset="0"/>
                  <a:cs typeface="Courier New" panose="02070309020205020404" pitchFamily="49" charset="0"/>
                </a:rPr>
                <a:t>"brownie"</a:t>
              </a:r>
              <a:r>
                <a:rPr lang="en-US" sz="1600" dirty="0">
                  <a:latin typeface="Courier New" panose="02070309020205020404" pitchFamily="49" charset="0"/>
                  <a:cs typeface="Courier New" panose="02070309020205020404" pitchFamily="49" charset="0"/>
                </a:rPr>
                <a:t>)</a:t>
              </a:r>
            </a:p>
            <a:p>
              <a:endParaRPr lang="en-US" sz="1600" dirty="0">
                <a:latin typeface="Courier New" panose="02070309020205020404" pitchFamily="49" charset="0"/>
                <a:cs typeface="Courier New" panose="02070309020205020404" pitchFamily="49" charset="0"/>
              </a:endParaRPr>
            </a:p>
            <a:p>
              <a:r>
                <a:rPr lang="en-US" sz="1600" dirty="0">
                  <a:latin typeface="Courier New" panose="02070309020205020404" pitchFamily="49" charset="0"/>
                  <a:cs typeface="Courier New" panose="02070309020205020404" pitchFamily="49" charset="0"/>
                </a:rPr>
                <a:t>[1] "square cake pan"</a:t>
              </a:r>
            </a:p>
          </p:txBody>
        </p:sp>
      </p:grpSp>
    </p:spTree>
    <p:extLst>
      <p:ext uri="{BB962C8B-B14F-4D97-AF65-F5344CB8AC3E}">
        <p14:creationId xmlns:p14="http://schemas.microsoft.com/office/powerpoint/2010/main" val="424995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Lst>
  </p:timing>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0DC9A2F-5695-1A5C-6F35-9857971F3CC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2BCF4DC-4EE6-92D1-767A-3140D47108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88726"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0" name="Freeform 16">
            <a:extLst>
              <a:ext uri="{FF2B5EF4-FFF2-40B4-BE49-F238E27FC236}">
                <a16:creationId xmlns:a16="http://schemas.microsoft.com/office/drawing/2014/main" id="{285DE9BC-5298-472C-CE35-5F4FC60817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0396" y="1276539"/>
            <a:ext cx="5570417" cy="4304276"/>
          </a:xfrm>
          <a:custGeom>
            <a:avLst/>
            <a:gdLst>
              <a:gd name="connsiteX0" fmla="*/ 4985599 w 5593163"/>
              <a:gd name="connsiteY0" fmla="*/ 636203 h 4305008"/>
              <a:gd name="connsiteX1" fmla="*/ 5528908 w 5593163"/>
              <a:gd name="connsiteY1" fmla="*/ 1181049 h 4305008"/>
              <a:gd name="connsiteX2" fmla="*/ 4985599 w 5593163"/>
              <a:gd name="connsiteY2" fmla="*/ 636203 h 4305008"/>
              <a:gd name="connsiteX3" fmla="*/ 4985599 w 5593163"/>
              <a:gd name="connsiteY3" fmla="*/ 2333028 h 4305008"/>
              <a:gd name="connsiteX4" fmla="*/ 5528908 w 5593163"/>
              <a:gd name="connsiteY4" fmla="*/ 2877874 h 4305008"/>
              <a:gd name="connsiteX5" fmla="*/ 4985599 w 5593163"/>
              <a:gd name="connsiteY5" fmla="*/ 2333028 h 4305008"/>
              <a:gd name="connsiteX6" fmla="*/ 4985597 w 5593163"/>
              <a:gd name="connsiteY6" fmla="*/ 2034258 h 4305008"/>
              <a:gd name="connsiteX7" fmla="*/ 5528906 w 5593163"/>
              <a:gd name="connsiteY7" fmla="*/ 1493690 h 4305008"/>
              <a:gd name="connsiteX8" fmla="*/ 4985597 w 5593163"/>
              <a:gd name="connsiteY8" fmla="*/ 2034258 h 4305008"/>
              <a:gd name="connsiteX9" fmla="*/ 4985597 w 5593163"/>
              <a:gd name="connsiteY9" fmla="*/ 3731083 h 4305008"/>
              <a:gd name="connsiteX10" fmla="*/ 5528906 w 5593163"/>
              <a:gd name="connsiteY10" fmla="*/ 3190516 h 4305008"/>
              <a:gd name="connsiteX11" fmla="*/ 4985597 w 5593163"/>
              <a:gd name="connsiteY11" fmla="*/ 3731083 h 4305008"/>
              <a:gd name="connsiteX12" fmla="*/ 4842232 w 5593163"/>
              <a:gd name="connsiteY12" fmla="*/ 503273 h 4305008"/>
              <a:gd name="connsiteX13" fmla="*/ 4842826 w 5593163"/>
              <a:gd name="connsiteY13" fmla="*/ 491833 h 4305008"/>
              <a:gd name="connsiteX14" fmla="*/ 4843324 w 5593163"/>
              <a:gd name="connsiteY14" fmla="*/ 491866 h 4305008"/>
              <a:gd name="connsiteX15" fmla="*/ 4843350 w 5593163"/>
              <a:gd name="connsiteY15" fmla="*/ 491372 h 4305008"/>
              <a:gd name="connsiteX16" fmla="*/ 4860437 w 5593163"/>
              <a:gd name="connsiteY16" fmla="*/ 492995 h 4305008"/>
              <a:gd name="connsiteX17" fmla="*/ 4955899 w 5593163"/>
              <a:gd name="connsiteY17" fmla="*/ 502060 h 4305008"/>
              <a:gd name="connsiteX18" fmla="*/ 4972112 w 5593163"/>
              <a:gd name="connsiteY18" fmla="*/ 503599 h 4305008"/>
              <a:gd name="connsiteX19" fmla="*/ 4972229 w 5593163"/>
              <a:gd name="connsiteY19" fmla="*/ 504747 h 4305008"/>
              <a:gd name="connsiteX20" fmla="*/ 5583809 w 5593163"/>
              <a:gd name="connsiteY20" fmla="*/ 948988 h 4305008"/>
              <a:gd name="connsiteX21" fmla="*/ 5593163 w 5593163"/>
              <a:gd name="connsiteY21" fmla="*/ 971822 h 4305008"/>
              <a:gd name="connsiteX22" fmla="*/ 5593163 w 5593163"/>
              <a:gd name="connsiteY22" fmla="*/ 1318474 h 4305008"/>
              <a:gd name="connsiteX23" fmla="*/ 5558612 w 5593163"/>
              <a:gd name="connsiteY23" fmla="*/ 1315193 h 4305008"/>
              <a:gd name="connsiteX24" fmla="*/ 5542395 w 5593163"/>
              <a:gd name="connsiteY24" fmla="*/ 1313653 h 4305008"/>
              <a:gd name="connsiteX25" fmla="*/ 5542279 w 5593163"/>
              <a:gd name="connsiteY25" fmla="*/ 1312505 h 4305008"/>
              <a:gd name="connsiteX26" fmla="*/ 4852114 w 5593163"/>
              <a:gd name="connsiteY26" fmla="*/ 619464 h 4305008"/>
              <a:gd name="connsiteX27" fmla="*/ 4851608 w 5593163"/>
              <a:gd name="connsiteY27" fmla="*/ 619401 h 4305008"/>
              <a:gd name="connsiteX28" fmla="*/ 4851070 w 5593163"/>
              <a:gd name="connsiteY28" fmla="*/ 612725 h 4305008"/>
              <a:gd name="connsiteX29" fmla="*/ 4843603 w 5593163"/>
              <a:gd name="connsiteY29" fmla="*/ 520249 h 4305008"/>
              <a:gd name="connsiteX30" fmla="*/ 4842232 w 5593163"/>
              <a:gd name="connsiteY30" fmla="*/ 503273 h 4305008"/>
              <a:gd name="connsiteX31" fmla="*/ 4842232 w 5593163"/>
              <a:gd name="connsiteY31" fmla="*/ 2200098 h 4305008"/>
              <a:gd name="connsiteX32" fmla="*/ 4842826 w 5593163"/>
              <a:gd name="connsiteY32" fmla="*/ 2188658 h 4305008"/>
              <a:gd name="connsiteX33" fmla="*/ 4843324 w 5593163"/>
              <a:gd name="connsiteY33" fmla="*/ 2188691 h 4305008"/>
              <a:gd name="connsiteX34" fmla="*/ 4843350 w 5593163"/>
              <a:gd name="connsiteY34" fmla="*/ 2188197 h 4305008"/>
              <a:gd name="connsiteX35" fmla="*/ 4860437 w 5593163"/>
              <a:gd name="connsiteY35" fmla="*/ 2189820 h 4305008"/>
              <a:gd name="connsiteX36" fmla="*/ 4955899 w 5593163"/>
              <a:gd name="connsiteY36" fmla="*/ 2198885 h 4305008"/>
              <a:gd name="connsiteX37" fmla="*/ 4972112 w 5593163"/>
              <a:gd name="connsiteY37" fmla="*/ 2200424 h 4305008"/>
              <a:gd name="connsiteX38" fmla="*/ 4972229 w 5593163"/>
              <a:gd name="connsiteY38" fmla="*/ 2201572 h 4305008"/>
              <a:gd name="connsiteX39" fmla="*/ 5583809 w 5593163"/>
              <a:gd name="connsiteY39" fmla="*/ 2645813 h 4305008"/>
              <a:gd name="connsiteX40" fmla="*/ 5593163 w 5593163"/>
              <a:gd name="connsiteY40" fmla="*/ 2668647 h 4305008"/>
              <a:gd name="connsiteX41" fmla="*/ 5593163 w 5593163"/>
              <a:gd name="connsiteY41" fmla="*/ 3015299 h 4305008"/>
              <a:gd name="connsiteX42" fmla="*/ 5558612 w 5593163"/>
              <a:gd name="connsiteY42" fmla="*/ 3012018 h 4305008"/>
              <a:gd name="connsiteX43" fmla="*/ 5542395 w 5593163"/>
              <a:gd name="connsiteY43" fmla="*/ 3010478 h 4305008"/>
              <a:gd name="connsiteX44" fmla="*/ 5542279 w 5593163"/>
              <a:gd name="connsiteY44" fmla="*/ 3009330 h 4305008"/>
              <a:gd name="connsiteX45" fmla="*/ 4852114 w 5593163"/>
              <a:gd name="connsiteY45" fmla="*/ 2316289 h 4305008"/>
              <a:gd name="connsiteX46" fmla="*/ 4851608 w 5593163"/>
              <a:gd name="connsiteY46" fmla="*/ 2316226 h 4305008"/>
              <a:gd name="connsiteX47" fmla="*/ 4851070 w 5593163"/>
              <a:gd name="connsiteY47" fmla="*/ 2309550 h 4305008"/>
              <a:gd name="connsiteX48" fmla="*/ 4843603 w 5593163"/>
              <a:gd name="connsiteY48" fmla="*/ 2217074 h 4305008"/>
              <a:gd name="connsiteX49" fmla="*/ 4842232 w 5593163"/>
              <a:gd name="connsiteY49" fmla="*/ 2200098 h 4305008"/>
              <a:gd name="connsiteX50" fmla="*/ 4842232 w 5593163"/>
              <a:gd name="connsiteY50" fmla="*/ 3896923 h 4305008"/>
              <a:gd name="connsiteX51" fmla="*/ 4842826 w 5593163"/>
              <a:gd name="connsiteY51" fmla="*/ 3885483 h 4305008"/>
              <a:gd name="connsiteX52" fmla="*/ 4843324 w 5593163"/>
              <a:gd name="connsiteY52" fmla="*/ 3885516 h 4305008"/>
              <a:gd name="connsiteX53" fmla="*/ 4843350 w 5593163"/>
              <a:gd name="connsiteY53" fmla="*/ 3885022 h 4305008"/>
              <a:gd name="connsiteX54" fmla="*/ 4860437 w 5593163"/>
              <a:gd name="connsiteY54" fmla="*/ 3886645 h 4305008"/>
              <a:gd name="connsiteX55" fmla="*/ 4955899 w 5593163"/>
              <a:gd name="connsiteY55" fmla="*/ 3895710 h 4305008"/>
              <a:gd name="connsiteX56" fmla="*/ 4972112 w 5593163"/>
              <a:gd name="connsiteY56" fmla="*/ 3897249 h 4305008"/>
              <a:gd name="connsiteX57" fmla="*/ 4972229 w 5593163"/>
              <a:gd name="connsiteY57" fmla="*/ 3898397 h 4305008"/>
              <a:gd name="connsiteX58" fmla="*/ 5532481 w 5593163"/>
              <a:gd name="connsiteY58" fmla="*/ 4255797 h 4305008"/>
              <a:gd name="connsiteX59" fmla="*/ 5560926 w 5593163"/>
              <a:gd name="connsiteY59" fmla="*/ 4305008 h 4305008"/>
              <a:gd name="connsiteX60" fmla="*/ 5409877 w 5593163"/>
              <a:gd name="connsiteY60" fmla="*/ 4305008 h 4305008"/>
              <a:gd name="connsiteX61" fmla="*/ 5357754 w 5593163"/>
              <a:gd name="connsiteY61" fmla="*/ 4241205 h 4305008"/>
              <a:gd name="connsiteX62" fmla="*/ 4985599 w 5593163"/>
              <a:gd name="connsiteY62" fmla="*/ 4029853 h 4305008"/>
              <a:gd name="connsiteX63" fmla="*/ 5084780 w 5593163"/>
              <a:gd name="connsiteY63" fmla="*/ 4271827 h 4305008"/>
              <a:gd name="connsiteX64" fmla="*/ 5111462 w 5593163"/>
              <a:gd name="connsiteY64" fmla="*/ 4305008 h 4305008"/>
              <a:gd name="connsiteX65" fmla="*/ 4957353 w 5593163"/>
              <a:gd name="connsiteY65" fmla="*/ 4305008 h 4305008"/>
              <a:gd name="connsiteX66" fmla="*/ 4927231 w 5593163"/>
              <a:gd name="connsiteY66" fmla="*/ 4254710 h 4305008"/>
              <a:gd name="connsiteX67" fmla="*/ 4852114 w 5593163"/>
              <a:gd name="connsiteY67" fmla="*/ 4013114 h 4305008"/>
              <a:gd name="connsiteX68" fmla="*/ 4851608 w 5593163"/>
              <a:gd name="connsiteY68" fmla="*/ 4013051 h 4305008"/>
              <a:gd name="connsiteX69" fmla="*/ 4851070 w 5593163"/>
              <a:gd name="connsiteY69" fmla="*/ 4006375 h 4305008"/>
              <a:gd name="connsiteX70" fmla="*/ 4843603 w 5593163"/>
              <a:gd name="connsiteY70" fmla="*/ 3913899 h 4305008"/>
              <a:gd name="connsiteX71" fmla="*/ 4842232 w 5593163"/>
              <a:gd name="connsiteY71" fmla="*/ 3896923 h 4305008"/>
              <a:gd name="connsiteX72" fmla="*/ 4842230 w 5593163"/>
              <a:gd name="connsiteY72" fmla="*/ 469318 h 4305008"/>
              <a:gd name="connsiteX73" fmla="*/ 4843601 w 5593163"/>
              <a:gd name="connsiteY73" fmla="*/ 452471 h 4305008"/>
              <a:gd name="connsiteX74" fmla="*/ 4851065 w 5593163"/>
              <a:gd name="connsiteY74" fmla="*/ 360740 h 4305008"/>
              <a:gd name="connsiteX75" fmla="*/ 4851605 w 5593163"/>
              <a:gd name="connsiteY75" fmla="*/ 354103 h 4305008"/>
              <a:gd name="connsiteX76" fmla="*/ 4852110 w 5593163"/>
              <a:gd name="connsiteY76" fmla="*/ 354040 h 4305008"/>
              <a:gd name="connsiteX77" fmla="*/ 4936323 w 5593163"/>
              <a:gd name="connsiteY77" fmla="*/ 96778 h 4305008"/>
              <a:gd name="connsiteX78" fmla="*/ 4998957 w 5593163"/>
              <a:gd name="connsiteY78" fmla="*/ 0 h 4305008"/>
              <a:gd name="connsiteX79" fmla="*/ 5167333 w 5593163"/>
              <a:gd name="connsiteY79" fmla="*/ 0 h 4305008"/>
              <a:gd name="connsiteX80" fmla="*/ 5099105 w 5593163"/>
              <a:gd name="connsiteY80" fmla="*/ 76659 h 4305008"/>
              <a:gd name="connsiteX81" fmla="*/ 4985597 w 5593163"/>
              <a:gd name="connsiteY81" fmla="*/ 337433 h 4305008"/>
              <a:gd name="connsiteX82" fmla="*/ 5424571 w 5593163"/>
              <a:gd name="connsiteY82" fmla="*/ 44350 h 4305008"/>
              <a:gd name="connsiteX83" fmla="*/ 5446799 w 5593163"/>
              <a:gd name="connsiteY83" fmla="*/ 0 h 4305008"/>
              <a:gd name="connsiteX84" fmla="*/ 5593163 w 5593163"/>
              <a:gd name="connsiteY84" fmla="*/ 0 h 4305008"/>
              <a:gd name="connsiteX85" fmla="*/ 5593163 w 5593163"/>
              <a:gd name="connsiteY85" fmla="*/ 4197 h 4305008"/>
              <a:gd name="connsiteX86" fmla="*/ 5543598 w 5593163"/>
              <a:gd name="connsiteY86" fmla="*/ 95636 h 4305008"/>
              <a:gd name="connsiteX87" fmla="*/ 4972226 w 5593163"/>
              <a:gd name="connsiteY87" fmla="*/ 467856 h 4305008"/>
              <a:gd name="connsiteX88" fmla="*/ 4972110 w 5593163"/>
              <a:gd name="connsiteY88" fmla="*/ 468995 h 4305008"/>
              <a:gd name="connsiteX89" fmla="*/ 4955893 w 5593163"/>
              <a:gd name="connsiteY89" fmla="*/ 470523 h 4305008"/>
              <a:gd name="connsiteX90" fmla="*/ 4860466 w 5593163"/>
              <a:gd name="connsiteY90" fmla="*/ 479514 h 4305008"/>
              <a:gd name="connsiteX91" fmla="*/ 4843348 w 5593163"/>
              <a:gd name="connsiteY91" fmla="*/ 481127 h 4305008"/>
              <a:gd name="connsiteX92" fmla="*/ 4843322 w 5593163"/>
              <a:gd name="connsiteY92" fmla="*/ 480636 h 4305008"/>
              <a:gd name="connsiteX93" fmla="*/ 4842823 w 5593163"/>
              <a:gd name="connsiteY93" fmla="*/ 480669 h 4305008"/>
              <a:gd name="connsiteX94" fmla="*/ 4842230 w 5593163"/>
              <a:gd name="connsiteY94" fmla="*/ 469318 h 4305008"/>
              <a:gd name="connsiteX95" fmla="*/ 4842230 w 5593163"/>
              <a:gd name="connsiteY95" fmla="*/ 2166144 h 4305008"/>
              <a:gd name="connsiteX96" fmla="*/ 4843601 w 5593163"/>
              <a:gd name="connsiteY96" fmla="*/ 2149296 h 4305008"/>
              <a:gd name="connsiteX97" fmla="*/ 4851065 w 5593163"/>
              <a:gd name="connsiteY97" fmla="*/ 2057565 h 4305008"/>
              <a:gd name="connsiteX98" fmla="*/ 4851605 w 5593163"/>
              <a:gd name="connsiteY98" fmla="*/ 2050928 h 4305008"/>
              <a:gd name="connsiteX99" fmla="*/ 4852110 w 5593163"/>
              <a:gd name="connsiteY99" fmla="*/ 2050865 h 4305008"/>
              <a:gd name="connsiteX100" fmla="*/ 5542276 w 5593163"/>
              <a:gd name="connsiteY100" fmla="*/ 1363267 h 4305008"/>
              <a:gd name="connsiteX101" fmla="*/ 5542393 w 5593163"/>
              <a:gd name="connsiteY101" fmla="*/ 1362128 h 4305008"/>
              <a:gd name="connsiteX102" fmla="*/ 5558606 w 5593163"/>
              <a:gd name="connsiteY102" fmla="*/ 1360601 h 4305008"/>
              <a:gd name="connsiteX103" fmla="*/ 5593163 w 5593163"/>
              <a:gd name="connsiteY103" fmla="*/ 1357345 h 4305008"/>
              <a:gd name="connsiteX104" fmla="*/ 5593163 w 5593163"/>
              <a:gd name="connsiteY104" fmla="*/ 1701268 h 4305008"/>
              <a:gd name="connsiteX105" fmla="*/ 5583807 w 5593163"/>
              <a:gd name="connsiteY105" fmla="*/ 1723929 h 4305008"/>
              <a:gd name="connsiteX106" fmla="*/ 4972226 w 5593163"/>
              <a:gd name="connsiteY106" fmla="*/ 2164681 h 4305008"/>
              <a:gd name="connsiteX107" fmla="*/ 4972110 w 5593163"/>
              <a:gd name="connsiteY107" fmla="*/ 2165820 h 4305008"/>
              <a:gd name="connsiteX108" fmla="*/ 4955893 w 5593163"/>
              <a:gd name="connsiteY108" fmla="*/ 2167348 h 4305008"/>
              <a:gd name="connsiteX109" fmla="*/ 4860466 w 5593163"/>
              <a:gd name="connsiteY109" fmla="*/ 2176339 h 4305008"/>
              <a:gd name="connsiteX110" fmla="*/ 4843348 w 5593163"/>
              <a:gd name="connsiteY110" fmla="*/ 2177952 h 4305008"/>
              <a:gd name="connsiteX111" fmla="*/ 4843322 w 5593163"/>
              <a:gd name="connsiteY111" fmla="*/ 2177461 h 4305008"/>
              <a:gd name="connsiteX112" fmla="*/ 4842823 w 5593163"/>
              <a:gd name="connsiteY112" fmla="*/ 2177494 h 4305008"/>
              <a:gd name="connsiteX113" fmla="*/ 4842230 w 5593163"/>
              <a:gd name="connsiteY113" fmla="*/ 2166144 h 4305008"/>
              <a:gd name="connsiteX114" fmla="*/ 4842230 w 5593163"/>
              <a:gd name="connsiteY114" fmla="*/ 3862969 h 4305008"/>
              <a:gd name="connsiteX115" fmla="*/ 4843601 w 5593163"/>
              <a:gd name="connsiteY115" fmla="*/ 3846121 h 4305008"/>
              <a:gd name="connsiteX116" fmla="*/ 4851065 w 5593163"/>
              <a:gd name="connsiteY116" fmla="*/ 3754390 h 4305008"/>
              <a:gd name="connsiteX117" fmla="*/ 4851605 w 5593163"/>
              <a:gd name="connsiteY117" fmla="*/ 3747753 h 4305008"/>
              <a:gd name="connsiteX118" fmla="*/ 4852110 w 5593163"/>
              <a:gd name="connsiteY118" fmla="*/ 3747690 h 4305008"/>
              <a:gd name="connsiteX119" fmla="*/ 5542276 w 5593163"/>
              <a:gd name="connsiteY119" fmla="*/ 3060092 h 4305008"/>
              <a:gd name="connsiteX120" fmla="*/ 5542393 w 5593163"/>
              <a:gd name="connsiteY120" fmla="*/ 3058953 h 4305008"/>
              <a:gd name="connsiteX121" fmla="*/ 5558606 w 5593163"/>
              <a:gd name="connsiteY121" fmla="*/ 3057426 h 4305008"/>
              <a:gd name="connsiteX122" fmla="*/ 5593163 w 5593163"/>
              <a:gd name="connsiteY122" fmla="*/ 3054170 h 4305008"/>
              <a:gd name="connsiteX123" fmla="*/ 5593163 w 5593163"/>
              <a:gd name="connsiteY123" fmla="*/ 3398093 h 4305008"/>
              <a:gd name="connsiteX124" fmla="*/ 5583807 w 5593163"/>
              <a:gd name="connsiteY124" fmla="*/ 3420754 h 4305008"/>
              <a:gd name="connsiteX125" fmla="*/ 4972226 w 5593163"/>
              <a:gd name="connsiteY125" fmla="*/ 3861506 h 4305008"/>
              <a:gd name="connsiteX126" fmla="*/ 4972110 w 5593163"/>
              <a:gd name="connsiteY126" fmla="*/ 3862645 h 4305008"/>
              <a:gd name="connsiteX127" fmla="*/ 4955893 w 5593163"/>
              <a:gd name="connsiteY127" fmla="*/ 3864173 h 4305008"/>
              <a:gd name="connsiteX128" fmla="*/ 4860466 w 5593163"/>
              <a:gd name="connsiteY128" fmla="*/ 3873164 h 4305008"/>
              <a:gd name="connsiteX129" fmla="*/ 4843348 w 5593163"/>
              <a:gd name="connsiteY129" fmla="*/ 3874777 h 4305008"/>
              <a:gd name="connsiteX130" fmla="*/ 4843322 w 5593163"/>
              <a:gd name="connsiteY130" fmla="*/ 3874286 h 4305008"/>
              <a:gd name="connsiteX131" fmla="*/ 4842823 w 5593163"/>
              <a:gd name="connsiteY131" fmla="*/ 3874319 h 4305008"/>
              <a:gd name="connsiteX132" fmla="*/ 4842230 w 5593163"/>
              <a:gd name="connsiteY132" fmla="*/ 3862969 h 4305008"/>
              <a:gd name="connsiteX133" fmla="*/ 4135041 w 5593163"/>
              <a:gd name="connsiteY133" fmla="*/ 1181049 h 4305008"/>
              <a:gd name="connsiteX134" fmla="*/ 4678350 w 5593163"/>
              <a:gd name="connsiteY134" fmla="*/ 636203 h 4305008"/>
              <a:gd name="connsiteX135" fmla="*/ 4135041 w 5593163"/>
              <a:gd name="connsiteY135" fmla="*/ 1181049 h 4305008"/>
              <a:gd name="connsiteX136" fmla="*/ 4135041 w 5593163"/>
              <a:gd name="connsiteY136" fmla="*/ 1493690 h 4305008"/>
              <a:gd name="connsiteX137" fmla="*/ 4678350 w 5593163"/>
              <a:gd name="connsiteY137" fmla="*/ 2034258 h 4305008"/>
              <a:gd name="connsiteX138" fmla="*/ 4135041 w 5593163"/>
              <a:gd name="connsiteY138" fmla="*/ 1493690 h 4305008"/>
              <a:gd name="connsiteX139" fmla="*/ 4135041 w 5593163"/>
              <a:gd name="connsiteY139" fmla="*/ 2877874 h 4305008"/>
              <a:gd name="connsiteX140" fmla="*/ 4678350 w 5593163"/>
              <a:gd name="connsiteY140" fmla="*/ 2333028 h 4305008"/>
              <a:gd name="connsiteX141" fmla="*/ 4135041 w 5593163"/>
              <a:gd name="connsiteY141" fmla="*/ 2877874 h 4305008"/>
              <a:gd name="connsiteX142" fmla="*/ 4135041 w 5593163"/>
              <a:gd name="connsiteY142" fmla="*/ 3190516 h 4305008"/>
              <a:gd name="connsiteX143" fmla="*/ 4678350 w 5593163"/>
              <a:gd name="connsiteY143" fmla="*/ 3731083 h 4305008"/>
              <a:gd name="connsiteX144" fmla="*/ 4135041 w 5593163"/>
              <a:gd name="connsiteY144" fmla="*/ 3190516 h 4305008"/>
              <a:gd name="connsiteX145" fmla="*/ 4103022 w 5593163"/>
              <a:gd name="connsiteY145" fmla="*/ 4305008 h 4305008"/>
              <a:gd name="connsiteX146" fmla="*/ 4131467 w 5593163"/>
              <a:gd name="connsiteY146" fmla="*/ 4255797 h 4305008"/>
              <a:gd name="connsiteX147" fmla="*/ 4691720 w 5593163"/>
              <a:gd name="connsiteY147" fmla="*/ 3898397 h 4305008"/>
              <a:gd name="connsiteX148" fmla="*/ 4691837 w 5593163"/>
              <a:gd name="connsiteY148" fmla="*/ 3897249 h 4305008"/>
              <a:gd name="connsiteX149" fmla="*/ 4708050 w 5593163"/>
              <a:gd name="connsiteY149" fmla="*/ 3895710 h 4305008"/>
              <a:gd name="connsiteX150" fmla="*/ 4803512 w 5593163"/>
              <a:gd name="connsiteY150" fmla="*/ 3886645 h 4305008"/>
              <a:gd name="connsiteX151" fmla="*/ 4820599 w 5593163"/>
              <a:gd name="connsiteY151" fmla="*/ 3885022 h 4305008"/>
              <a:gd name="connsiteX152" fmla="*/ 4820625 w 5593163"/>
              <a:gd name="connsiteY152" fmla="*/ 3885516 h 4305008"/>
              <a:gd name="connsiteX153" fmla="*/ 4821123 w 5593163"/>
              <a:gd name="connsiteY153" fmla="*/ 3885483 h 4305008"/>
              <a:gd name="connsiteX154" fmla="*/ 4821717 w 5593163"/>
              <a:gd name="connsiteY154" fmla="*/ 3896923 h 4305008"/>
              <a:gd name="connsiteX155" fmla="*/ 4820346 w 5593163"/>
              <a:gd name="connsiteY155" fmla="*/ 3913899 h 4305008"/>
              <a:gd name="connsiteX156" fmla="*/ 4812879 w 5593163"/>
              <a:gd name="connsiteY156" fmla="*/ 4006375 h 4305008"/>
              <a:gd name="connsiteX157" fmla="*/ 4812341 w 5593163"/>
              <a:gd name="connsiteY157" fmla="*/ 4013051 h 4305008"/>
              <a:gd name="connsiteX158" fmla="*/ 4811835 w 5593163"/>
              <a:gd name="connsiteY158" fmla="*/ 4013114 h 4305008"/>
              <a:gd name="connsiteX159" fmla="*/ 4736718 w 5593163"/>
              <a:gd name="connsiteY159" fmla="*/ 4254710 h 4305008"/>
              <a:gd name="connsiteX160" fmla="*/ 4706597 w 5593163"/>
              <a:gd name="connsiteY160" fmla="*/ 4305008 h 4305008"/>
              <a:gd name="connsiteX161" fmla="*/ 4552487 w 5593163"/>
              <a:gd name="connsiteY161" fmla="*/ 4305008 h 4305008"/>
              <a:gd name="connsiteX162" fmla="*/ 4579169 w 5593163"/>
              <a:gd name="connsiteY162" fmla="*/ 4271827 h 4305008"/>
              <a:gd name="connsiteX163" fmla="*/ 4678350 w 5593163"/>
              <a:gd name="connsiteY163" fmla="*/ 4029853 h 4305008"/>
              <a:gd name="connsiteX164" fmla="*/ 4306196 w 5593163"/>
              <a:gd name="connsiteY164" fmla="*/ 4241205 h 4305008"/>
              <a:gd name="connsiteX165" fmla="*/ 4254073 w 5593163"/>
              <a:gd name="connsiteY165" fmla="*/ 4305008 h 4305008"/>
              <a:gd name="connsiteX166" fmla="*/ 4068511 w 5593163"/>
              <a:gd name="connsiteY166" fmla="*/ 0 h 4305008"/>
              <a:gd name="connsiteX167" fmla="*/ 4217148 w 5593163"/>
              <a:gd name="connsiteY167" fmla="*/ 0 h 4305008"/>
              <a:gd name="connsiteX168" fmla="*/ 4239376 w 5593163"/>
              <a:gd name="connsiteY168" fmla="*/ 44350 h 4305008"/>
              <a:gd name="connsiteX169" fmla="*/ 4678350 w 5593163"/>
              <a:gd name="connsiteY169" fmla="*/ 337433 h 4305008"/>
              <a:gd name="connsiteX170" fmla="*/ 4564842 w 5593163"/>
              <a:gd name="connsiteY170" fmla="*/ 76659 h 4305008"/>
              <a:gd name="connsiteX171" fmla="*/ 4496615 w 5593163"/>
              <a:gd name="connsiteY171" fmla="*/ 0 h 4305008"/>
              <a:gd name="connsiteX172" fmla="*/ 4664989 w 5593163"/>
              <a:gd name="connsiteY172" fmla="*/ 0 h 4305008"/>
              <a:gd name="connsiteX173" fmla="*/ 4727623 w 5593163"/>
              <a:gd name="connsiteY173" fmla="*/ 96778 h 4305008"/>
              <a:gd name="connsiteX174" fmla="*/ 4811836 w 5593163"/>
              <a:gd name="connsiteY174" fmla="*/ 354040 h 4305008"/>
              <a:gd name="connsiteX175" fmla="*/ 4812342 w 5593163"/>
              <a:gd name="connsiteY175" fmla="*/ 354103 h 4305008"/>
              <a:gd name="connsiteX176" fmla="*/ 4812882 w 5593163"/>
              <a:gd name="connsiteY176" fmla="*/ 360740 h 4305008"/>
              <a:gd name="connsiteX177" fmla="*/ 4820346 w 5593163"/>
              <a:gd name="connsiteY177" fmla="*/ 452471 h 4305008"/>
              <a:gd name="connsiteX178" fmla="*/ 4821717 w 5593163"/>
              <a:gd name="connsiteY178" fmla="*/ 469318 h 4305008"/>
              <a:gd name="connsiteX179" fmla="*/ 4821124 w 5593163"/>
              <a:gd name="connsiteY179" fmla="*/ 480669 h 4305008"/>
              <a:gd name="connsiteX180" fmla="*/ 4820625 w 5593163"/>
              <a:gd name="connsiteY180" fmla="*/ 480636 h 4305008"/>
              <a:gd name="connsiteX181" fmla="*/ 4820599 w 5593163"/>
              <a:gd name="connsiteY181" fmla="*/ 481127 h 4305008"/>
              <a:gd name="connsiteX182" fmla="*/ 4803481 w 5593163"/>
              <a:gd name="connsiteY182" fmla="*/ 479514 h 4305008"/>
              <a:gd name="connsiteX183" fmla="*/ 4708054 w 5593163"/>
              <a:gd name="connsiteY183" fmla="*/ 470523 h 4305008"/>
              <a:gd name="connsiteX184" fmla="*/ 4691837 w 5593163"/>
              <a:gd name="connsiteY184" fmla="*/ 468995 h 4305008"/>
              <a:gd name="connsiteX185" fmla="*/ 4691721 w 5593163"/>
              <a:gd name="connsiteY185" fmla="*/ 467856 h 4305008"/>
              <a:gd name="connsiteX186" fmla="*/ 4120350 w 5593163"/>
              <a:gd name="connsiteY186" fmla="*/ 95636 h 4305008"/>
              <a:gd name="connsiteX187" fmla="*/ 3991674 w 5593163"/>
              <a:gd name="connsiteY187" fmla="*/ 1313979 h 4305008"/>
              <a:gd name="connsiteX188" fmla="*/ 3993045 w 5593163"/>
              <a:gd name="connsiteY188" fmla="*/ 1296998 h 4305008"/>
              <a:gd name="connsiteX189" fmla="*/ 4000509 w 5593163"/>
              <a:gd name="connsiteY189" fmla="*/ 1204541 h 4305008"/>
              <a:gd name="connsiteX190" fmla="*/ 4001049 w 5593163"/>
              <a:gd name="connsiteY190" fmla="*/ 1197851 h 4305008"/>
              <a:gd name="connsiteX191" fmla="*/ 4001555 w 5593163"/>
              <a:gd name="connsiteY191" fmla="*/ 1197788 h 4305008"/>
              <a:gd name="connsiteX192" fmla="*/ 4691720 w 5593163"/>
              <a:gd name="connsiteY192" fmla="*/ 504747 h 4305008"/>
              <a:gd name="connsiteX193" fmla="*/ 4691837 w 5593163"/>
              <a:gd name="connsiteY193" fmla="*/ 503599 h 4305008"/>
              <a:gd name="connsiteX194" fmla="*/ 4708050 w 5593163"/>
              <a:gd name="connsiteY194" fmla="*/ 502060 h 4305008"/>
              <a:gd name="connsiteX195" fmla="*/ 4803512 w 5593163"/>
              <a:gd name="connsiteY195" fmla="*/ 492995 h 4305008"/>
              <a:gd name="connsiteX196" fmla="*/ 4820599 w 5593163"/>
              <a:gd name="connsiteY196" fmla="*/ 491372 h 4305008"/>
              <a:gd name="connsiteX197" fmla="*/ 4820625 w 5593163"/>
              <a:gd name="connsiteY197" fmla="*/ 491866 h 4305008"/>
              <a:gd name="connsiteX198" fmla="*/ 4821123 w 5593163"/>
              <a:gd name="connsiteY198" fmla="*/ 491833 h 4305008"/>
              <a:gd name="connsiteX199" fmla="*/ 4821717 w 5593163"/>
              <a:gd name="connsiteY199" fmla="*/ 503273 h 4305008"/>
              <a:gd name="connsiteX200" fmla="*/ 4820346 w 5593163"/>
              <a:gd name="connsiteY200" fmla="*/ 520249 h 4305008"/>
              <a:gd name="connsiteX201" fmla="*/ 4812879 w 5593163"/>
              <a:gd name="connsiteY201" fmla="*/ 612725 h 4305008"/>
              <a:gd name="connsiteX202" fmla="*/ 4812341 w 5593163"/>
              <a:gd name="connsiteY202" fmla="*/ 619401 h 4305008"/>
              <a:gd name="connsiteX203" fmla="*/ 4811835 w 5593163"/>
              <a:gd name="connsiteY203" fmla="*/ 619464 h 4305008"/>
              <a:gd name="connsiteX204" fmla="*/ 4121670 w 5593163"/>
              <a:gd name="connsiteY204" fmla="*/ 1312505 h 4305008"/>
              <a:gd name="connsiteX205" fmla="*/ 4121554 w 5593163"/>
              <a:gd name="connsiteY205" fmla="*/ 1313653 h 4305008"/>
              <a:gd name="connsiteX206" fmla="*/ 4105337 w 5593163"/>
              <a:gd name="connsiteY206" fmla="*/ 1315193 h 4305008"/>
              <a:gd name="connsiteX207" fmla="*/ 4009911 w 5593163"/>
              <a:gd name="connsiteY207" fmla="*/ 1324255 h 4305008"/>
              <a:gd name="connsiteX208" fmla="*/ 3992792 w 5593163"/>
              <a:gd name="connsiteY208" fmla="*/ 1325881 h 4305008"/>
              <a:gd name="connsiteX209" fmla="*/ 3992766 w 5593163"/>
              <a:gd name="connsiteY209" fmla="*/ 1325386 h 4305008"/>
              <a:gd name="connsiteX210" fmla="*/ 3992267 w 5593163"/>
              <a:gd name="connsiteY210" fmla="*/ 1325419 h 4305008"/>
              <a:gd name="connsiteX211" fmla="*/ 3991674 w 5593163"/>
              <a:gd name="connsiteY211" fmla="*/ 1313979 h 4305008"/>
              <a:gd name="connsiteX212" fmla="*/ 3991674 w 5593163"/>
              <a:gd name="connsiteY212" fmla="*/ 1361805 h 4305008"/>
              <a:gd name="connsiteX213" fmla="*/ 3992268 w 5593163"/>
              <a:gd name="connsiteY213" fmla="*/ 1350455 h 4305008"/>
              <a:gd name="connsiteX214" fmla="*/ 3992766 w 5593163"/>
              <a:gd name="connsiteY214" fmla="*/ 1350487 h 4305008"/>
              <a:gd name="connsiteX215" fmla="*/ 3992792 w 5593163"/>
              <a:gd name="connsiteY215" fmla="*/ 1349997 h 4305008"/>
              <a:gd name="connsiteX216" fmla="*/ 4009880 w 5593163"/>
              <a:gd name="connsiteY216" fmla="*/ 1351607 h 4305008"/>
              <a:gd name="connsiteX217" fmla="*/ 4105341 w 5593163"/>
              <a:gd name="connsiteY217" fmla="*/ 1360601 h 4305008"/>
              <a:gd name="connsiteX218" fmla="*/ 4121554 w 5593163"/>
              <a:gd name="connsiteY218" fmla="*/ 1362128 h 4305008"/>
              <a:gd name="connsiteX219" fmla="*/ 4121671 w 5593163"/>
              <a:gd name="connsiteY219" fmla="*/ 1363267 h 4305008"/>
              <a:gd name="connsiteX220" fmla="*/ 4811836 w 5593163"/>
              <a:gd name="connsiteY220" fmla="*/ 2050865 h 4305008"/>
              <a:gd name="connsiteX221" fmla="*/ 4812342 w 5593163"/>
              <a:gd name="connsiteY221" fmla="*/ 2050928 h 4305008"/>
              <a:gd name="connsiteX222" fmla="*/ 4812882 w 5593163"/>
              <a:gd name="connsiteY222" fmla="*/ 2057565 h 4305008"/>
              <a:gd name="connsiteX223" fmla="*/ 4820346 w 5593163"/>
              <a:gd name="connsiteY223" fmla="*/ 2149296 h 4305008"/>
              <a:gd name="connsiteX224" fmla="*/ 4821717 w 5593163"/>
              <a:gd name="connsiteY224" fmla="*/ 2166144 h 4305008"/>
              <a:gd name="connsiteX225" fmla="*/ 4821124 w 5593163"/>
              <a:gd name="connsiteY225" fmla="*/ 2177494 h 4305008"/>
              <a:gd name="connsiteX226" fmla="*/ 4820625 w 5593163"/>
              <a:gd name="connsiteY226" fmla="*/ 2177461 h 4305008"/>
              <a:gd name="connsiteX227" fmla="*/ 4820599 w 5593163"/>
              <a:gd name="connsiteY227" fmla="*/ 2177952 h 4305008"/>
              <a:gd name="connsiteX228" fmla="*/ 4803481 w 5593163"/>
              <a:gd name="connsiteY228" fmla="*/ 2176339 h 4305008"/>
              <a:gd name="connsiteX229" fmla="*/ 4708054 w 5593163"/>
              <a:gd name="connsiteY229" fmla="*/ 2167348 h 4305008"/>
              <a:gd name="connsiteX230" fmla="*/ 4691837 w 5593163"/>
              <a:gd name="connsiteY230" fmla="*/ 2165820 h 4305008"/>
              <a:gd name="connsiteX231" fmla="*/ 4691721 w 5593163"/>
              <a:gd name="connsiteY231" fmla="*/ 2164681 h 4305008"/>
              <a:gd name="connsiteX232" fmla="*/ 4001556 w 5593163"/>
              <a:gd name="connsiteY232" fmla="*/ 1477083 h 4305008"/>
              <a:gd name="connsiteX233" fmla="*/ 4001050 w 5593163"/>
              <a:gd name="connsiteY233" fmla="*/ 1477021 h 4305008"/>
              <a:gd name="connsiteX234" fmla="*/ 4000512 w 5593163"/>
              <a:gd name="connsiteY234" fmla="*/ 1470397 h 4305008"/>
              <a:gd name="connsiteX235" fmla="*/ 3993045 w 5593163"/>
              <a:gd name="connsiteY235" fmla="*/ 1378647 h 4305008"/>
              <a:gd name="connsiteX236" fmla="*/ 3991674 w 5593163"/>
              <a:gd name="connsiteY236" fmla="*/ 1361805 h 4305008"/>
              <a:gd name="connsiteX237" fmla="*/ 3991674 w 5593163"/>
              <a:gd name="connsiteY237" fmla="*/ 3010804 h 4305008"/>
              <a:gd name="connsiteX238" fmla="*/ 3993045 w 5593163"/>
              <a:gd name="connsiteY238" fmla="*/ 2993823 h 4305008"/>
              <a:gd name="connsiteX239" fmla="*/ 4000509 w 5593163"/>
              <a:gd name="connsiteY239" fmla="*/ 2901366 h 4305008"/>
              <a:gd name="connsiteX240" fmla="*/ 4001049 w 5593163"/>
              <a:gd name="connsiteY240" fmla="*/ 2894676 h 4305008"/>
              <a:gd name="connsiteX241" fmla="*/ 4001555 w 5593163"/>
              <a:gd name="connsiteY241" fmla="*/ 2894613 h 4305008"/>
              <a:gd name="connsiteX242" fmla="*/ 4691720 w 5593163"/>
              <a:gd name="connsiteY242" fmla="*/ 2201572 h 4305008"/>
              <a:gd name="connsiteX243" fmla="*/ 4691837 w 5593163"/>
              <a:gd name="connsiteY243" fmla="*/ 2200424 h 4305008"/>
              <a:gd name="connsiteX244" fmla="*/ 4708050 w 5593163"/>
              <a:gd name="connsiteY244" fmla="*/ 2198885 h 4305008"/>
              <a:gd name="connsiteX245" fmla="*/ 4803512 w 5593163"/>
              <a:gd name="connsiteY245" fmla="*/ 2189820 h 4305008"/>
              <a:gd name="connsiteX246" fmla="*/ 4820599 w 5593163"/>
              <a:gd name="connsiteY246" fmla="*/ 2188197 h 4305008"/>
              <a:gd name="connsiteX247" fmla="*/ 4820625 w 5593163"/>
              <a:gd name="connsiteY247" fmla="*/ 2188691 h 4305008"/>
              <a:gd name="connsiteX248" fmla="*/ 4821123 w 5593163"/>
              <a:gd name="connsiteY248" fmla="*/ 2188658 h 4305008"/>
              <a:gd name="connsiteX249" fmla="*/ 4821717 w 5593163"/>
              <a:gd name="connsiteY249" fmla="*/ 2200098 h 4305008"/>
              <a:gd name="connsiteX250" fmla="*/ 4820346 w 5593163"/>
              <a:gd name="connsiteY250" fmla="*/ 2217074 h 4305008"/>
              <a:gd name="connsiteX251" fmla="*/ 4812879 w 5593163"/>
              <a:gd name="connsiteY251" fmla="*/ 2309550 h 4305008"/>
              <a:gd name="connsiteX252" fmla="*/ 4812341 w 5593163"/>
              <a:gd name="connsiteY252" fmla="*/ 2316226 h 4305008"/>
              <a:gd name="connsiteX253" fmla="*/ 4811835 w 5593163"/>
              <a:gd name="connsiteY253" fmla="*/ 2316289 h 4305008"/>
              <a:gd name="connsiteX254" fmla="*/ 4121670 w 5593163"/>
              <a:gd name="connsiteY254" fmla="*/ 3009330 h 4305008"/>
              <a:gd name="connsiteX255" fmla="*/ 4121554 w 5593163"/>
              <a:gd name="connsiteY255" fmla="*/ 3010478 h 4305008"/>
              <a:gd name="connsiteX256" fmla="*/ 4105337 w 5593163"/>
              <a:gd name="connsiteY256" fmla="*/ 3012018 h 4305008"/>
              <a:gd name="connsiteX257" fmla="*/ 4009911 w 5593163"/>
              <a:gd name="connsiteY257" fmla="*/ 3021080 h 4305008"/>
              <a:gd name="connsiteX258" fmla="*/ 3992792 w 5593163"/>
              <a:gd name="connsiteY258" fmla="*/ 3022706 h 4305008"/>
              <a:gd name="connsiteX259" fmla="*/ 3992766 w 5593163"/>
              <a:gd name="connsiteY259" fmla="*/ 3022211 h 4305008"/>
              <a:gd name="connsiteX260" fmla="*/ 3992267 w 5593163"/>
              <a:gd name="connsiteY260" fmla="*/ 3022244 h 4305008"/>
              <a:gd name="connsiteX261" fmla="*/ 3991674 w 5593163"/>
              <a:gd name="connsiteY261" fmla="*/ 3010804 h 4305008"/>
              <a:gd name="connsiteX262" fmla="*/ 3991674 w 5593163"/>
              <a:gd name="connsiteY262" fmla="*/ 3058630 h 4305008"/>
              <a:gd name="connsiteX263" fmla="*/ 3992268 w 5593163"/>
              <a:gd name="connsiteY263" fmla="*/ 3047280 h 4305008"/>
              <a:gd name="connsiteX264" fmla="*/ 3992766 w 5593163"/>
              <a:gd name="connsiteY264" fmla="*/ 3047312 h 4305008"/>
              <a:gd name="connsiteX265" fmla="*/ 3992792 w 5593163"/>
              <a:gd name="connsiteY265" fmla="*/ 3046822 h 4305008"/>
              <a:gd name="connsiteX266" fmla="*/ 4009880 w 5593163"/>
              <a:gd name="connsiteY266" fmla="*/ 3048432 h 4305008"/>
              <a:gd name="connsiteX267" fmla="*/ 4105341 w 5593163"/>
              <a:gd name="connsiteY267" fmla="*/ 3057426 h 4305008"/>
              <a:gd name="connsiteX268" fmla="*/ 4121554 w 5593163"/>
              <a:gd name="connsiteY268" fmla="*/ 3058953 h 4305008"/>
              <a:gd name="connsiteX269" fmla="*/ 4121671 w 5593163"/>
              <a:gd name="connsiteY269" fmla="*/ 3060092 h 4305008"/>
              <a:gd name="connsiteX270" fmla="*/ 4811836 w 5593163"/>
              <a:gd name="connsiteY270" fmla="*/ 3747690 h 4305008"/>
              <a:gd name="connsiteX271" fmla="*/ 4812342 w 5593163"/>
              <a:gd name="connsiteY271" fmla="*/ 3747753 h 4305008"/>
              <a:gd name="connsiteX272" fmla="*/ 4812882 w 5593163"/>
              <a:gd name="connsiteY272" fmla="*/ 3754390 h 4305008"/>
              <a:gd name="connsiteX273" fmla="*/ 4820346 w 5593163"/>
              <a:gd name="connsiteY273" fmla="*/ 3846121 h 4305008"/>
              <a:gd name="connsiteX274" fmla="*/ 4821717 w 5593163"/>
              <a:gd name="connsiteY274" fmla="*/ 3862969 h 4305008"/>
              <a:gd name="connsiteX275" fmla="*/ 4821124 w 5593163"/>
              <a:gd name="connsiteY275" fmla="*/ 3874319 h 4305008"/>
              <a:gd name="connsiteX276" fmla="*/ 4820625 w 5593163"/>
              <a:gd name="connsiteY276" fmla="*/ 3874286 h 4305008"/>
              <a:gd name="connsiteX277" fmla="*/ 4820599 w 5593163"/>
              <a:gd name="connsiteY277" fmla="*/ 3874777 h 4305008"/>
              <a:gd name="connsiteX278" fmla="*/ 4803481 w 5593163"/>
              <a:gd name="connsiteY278" fmla="*/ 3873164 h 4305008"/>
              <a:gd name="connsiteX279" fmla="*/ 4708054 w 5593163"/>
              <a:gd name="connsiteY279" fmla="*/ 3864173 h 4305008"/>
              <a:gd name="connsiteX280" fmla="*/ 4691837 w 5593163"/>
              <a:gd name="connsiteY280" fmla="*/ 3862645 h 4305008"/>
              <a:gd name="connsiteX281" fmla="*/ 4691721 w 5593163"/>
              <a:gd name="connsiteY281" fmla="*/ 3861506 h 4305008"/>
              <a:gd name="connsiteX282" fmla="*/ 4001556 w 5593163"/>
              <a:gd name="connsiteY282" fmla="*/ 3173908 h 4305008"/>
              <a:gd name="connsiteX283" fmla="*/ 4001050 w 5593163"/>
              <a:gd name="connsiteY283" fmla="*/ 3173846 h 4305008"/>
              <a:gd name="connsiteX284" fmla="*/ 4000512 w 5593163"/>
              <a:gd name="connsiteY284" fmla="*/ 3167222 h 4305008"/>
              <a:gd name="connsiteX285" fmla="*/ 3993045 w 5593163"/>
              <a:gd name="connsiteY285" fmla="*/ 3075472 h 4305008"/>
              <a:gd name="connsiteX286" fmla="*/ 3991674 w 5593163"/>
              <a:gd name="connsiteY286" fmla="*/ 3058630 h 4305008"/>
              <a:gd name="connsiteX287" fmla="*/ 3293448 w 5593163"/>
              <a:gd name="connsiteY287" fmla="*/ 636203 h 4305008"/>
              <a:gd name="connsiteX288" fmla="*/ 3836757 w 5593163"/>
              <a:gd name="connsiteY288" fmla="*/ 1181049 h 4305008"/>
              <a:gd name="connsiteX289" fmla="*/ 3293448 w 5593163"/>
              <a:gd name="connsiteY289" fmla="*/ 636203 h 4305008"/>
              <a:gd name="connsiteX290" fmla="*/ 3293448 w 5593163"/>
              <a:gd name="connsiteY290" fmla="*/ 2333028 h 4305008"/>
              <a:gd name="connsiteX291" fmla="*/ 3836757 w 5593163"/>
              <a:gd name="connsiteY291" fmla="*/ 2877874 h 4305008"/>
              <a:gd name="connsiteX292" fmla="*/ 3293448 w 5593163"/>
              <a:gd name="connsiteY292" fmla="*/ 2333028 h 4305008"/>
              <a:gd name="connsiteX293" fmla="*/ 3293446 w 5593163"/>
              <a:gd name="connsiteY293" fmla="*/ 2034258 h 4305008"/>
              <a:gd name="connsiteX294" fmla="*/ 3836755 w 5593163"/>
              <a:gd name="connsiteY294" fmla="*/ 1493690 h 4305008"/>
              <a:gd name="connsiteX295" fmla="*/ 3293446 w 5593163"/>
              <a:gd name="connsiteY295" fmla="*/ 2034258 h 4305008"/>
              <a:gd name="connsiteX296" fmla="*/ 3293446 w 5593163"/>
              <a:gd name="connsiteY296" fmla="*/ 3731083 h 4305008"/>
              <a:gd name="connsiteX297" fmla="*/ 3836755 w 5593163"/>
              <a:gd name="connsiteY297" fmla="*/ 3190516 h 4305008"/>
              <a:gd name="connsiteX298" fmla="*/ 3293446 w 5593163"/>
              <a:gd name="connsiteY298" fmla="*/ 3731083 h 4305008"/>
              <a:gd name="connsiteX299" fmla="*/ 3150081 w 5593163"/>
              <a:gd name="connsiteY299" fmla="*/ 503273 h 4305008"/>
              <a:gd name="connsiteX300" fmla="*/ 3150675 w 5593163"/>
              <a:gd name="connsiteY300" fmla="*/ 491833 h 4305008"/>
              <a:gd name="connsiteX301" fmla="*/ 3151173 w 5593163"/>
              <a:gd name="connsiteY301" fmla="*/ 491866 h 4305008"/>
              <a:gd name="connsiteX302" fmla="*/ 3151199 w 5593163"/>
              <a:gd name="connsiteY302" fmla="*/ 491372 h 4305008"/>
              <a:gd name="connsiteX303" fmla="*/ 3168287 w 5593163"/>
              <a:gd name="connsiteY303" fmla="*/ 492995 h 4305008"/>
              <a:gd name="connsiteX304" fmla="*/ 3263748 w 5593163"/>
              <a:gd name="connsiteY304" fmla="*/ 502060 h 4305008"/>
              <a:gd name="connsiteX305" fmla="*/ 3279961 w 5593163"/>
              <a:gd name="connsiteY305" fmla="*/ 503599 h 4305008"/>
              <a:gd name="connsiteX306" fmla="*/ 3280078 w 5593163"/>
              <a:gd name="connsiteY306" fmla="*/ 504747 h 4305008"/>
              <a:gd name="connsiteX307" fmla="*/ 3970244 w 5593163"/>
              <a:gd name="connsiteY307" fmla="*/ 1197788 h 4305008"/>
              <a:gd name="connsiteX308" fmla="*/ 3970749 w 5593163"/>
              <a:gd name="connsiteY308" fmla="*/ 1197851 h 4305008"/>
              <a:gd name="connsiteX309" fmla="*/ 3971290 w 5593163"/>
              <a:gd name="connsiteY309" fmla="*/ 1204541 h 4305008"/>
              <a:gd name="connsiteX310" fmla="*/ 3978754 w 5593163"/>
              <a:gd name="connsiteY310" fmla="*/ 1296998 h 4305008"/>
              <a:gd name="connsiteX311" fmla="*/ 3980124 w 5593163"/>
              <a:gd name="connsiteY311" fmla="*/ 1313979 h 4305008"/>
              <a:gd name="connsiteX312" fmla="*/ 3979531 w 5593163"/>
              <a:gd name="connsiteY312" fmla="*/ 1325419 h 4305008"/>
              <a:gd name="connsiteX313" fmla="*/ 3979032 w 5593163"/>
              <a:gd name="connsiteY313" fmla="*/ 1325386 h 4305008"/>
              <a:gd name="connsiteX314" fmla="*/ 3979006 w 5593163"/>
              <a:gd name="connsiteY314" fmla="*/ 1325881 h 4305008"/>
              <a:gd name="connsiteX315" fmla="*/ 3961888 w 5593163"/>
              <a:gd name="connsiteY315" fmla="*/ 1324255 h 4305008"/>
              <a:gd name="connsiteX316" fmla="*/ 3866461 w 5593163"/>
              <a:gd name="connsiteY316" fmla="*/ 1315193 h 4305008"/>
              <a:gd name="connsiteX317" fmla="*/ 3850245 w 5593163"/>
              <a:gd name="connsiteY317" fmla="*/ 1313653 h 4305008"/>
              <a:gd name="connsiteX318" fmla="*/ 3850129 w 5593163"/>
              <a:gd name="connsiteY318" fmla="*/ 1312505 h 4305008"/>
              <a:gd name="connsiteX319" fmla="*/ 3159963 w 5593163"/>
              <a:gd name="connsiteY319" fmla="*/ 619464 h 4305008"/>
              <a:gd name="connsiteX320" fmla="*/ 3159457 w 5593163"/>
              <a:gd name="connsiteY320" fmla="*/ 619401 h 4305008"/>
              <a:gd name="connsiteX321" fmla="*/ 3158919 w 5593163"/>
              <a:gd name="connsiteY321" fmla="*/ 612725 h 4305008"/>
              <a:gd name="connsiteX322" fmla="*/ 3151452 w 5593163"/>
              <a:gd name="connsiteY322" fmla="*/ 520249 h 4305008"/>
              <a:gd name="connsiteX323" fmla="*/ 3150081 w 5593163"/>
              <a:gd name="connsiteY323" fmla="*/ 503273 h 4305008"/>
              <a:gd name="connsiteX324" fmla="*/ 3150081 w 5593163"/>
              <a:gd name="connsiteY324" fmla="*/ 2200098 h 4305008"/>
              <a:gd name="connsiteX325" fmla="*/ 3150675 w 5593163"/>
              <a:gd name="connsiteY325" fmla="*/ 2188658 h 4305008"/>
              <a:gd name="connsiteX326" fmla="*/ 3151173 w 5593163"/>
              <a:gd name="connsiteY326" fmla="*/ 2188691 h 4305008"/>
              <a:gd name="connsiteX327" fmla="*/ 3151199 w 5593163"/>
              <a:gd name="connsiteY327" fmla="*/ 2188197 h 4305008"/>
              <a:gd name="connsiteX328" fmla="*/ 3168287 w 5593163"/>
              <a:gd name="connsiteY328" fmla="*/ 2189820 h 4305008"/>
              <a:gd name="connsiteX329" fmla="*/ 3263748 w 5593163"/>
              <a:gd name="connsiteY329" fmla="*/ 2198885 h 4305008"/>
              <a:gd name="connsiteX330" fmla="*/ 3279961 w 5593163"/>
              <a:gd name="connsiteY330" fmla="*/ 2200424 h 4305008"/>
              <a:gd name="connsiteX331" fmla="*/ 3280078 w 5593163"/>
              <a:gd name="connsiteY331" fmla="*/ 2201572 h 4305008"/>
              <a:gd name="connsiteX332" fmla="*/ 3970244 w 5593163"/>
              <a:gd name="connsiteY332" fmla="*/ 2894613 h 4305008"/>
              <a:gd name="connsiteX333" fmla="*/ 3970749 w 5593163"/>
              <a:gd name="connsiteY333" fmla="*/ 2894676 h 4305008"/>
              <a:gd name="connsiteX334" fmla="*/ 3971290 w 5593163"/>
              <a:gd name="connsiteY334" fmla="*/ 2901366 h 4305008"/>
              <a:gd name="connsiteX335" fmla="*/ 3978754 w 5593163"/>
              <a:gd name="connsiteY335" fmla="*/ 2993823 h 4305008"/>
              <a:gd name="connsiteX336" fmla="*/ 3980124 w 5593163"/>
              <a:gd name="connsiteY336" fmla="*/ 3010804 h 4305008"/>
              <a:gd name="connsiteX337" fmla="*/ 3979531 w 5593163"/>
              <a:gd name="connsiteY337" fmla="*/ 3022244 h 4305008"/>
              <a:gd name="connsiteX338" fmla="*/ 3979032 w 5593163"/>
              <a:gd name="connsiteY338" fmla="*/ 3022211 h 4305008"/>
              <a:gd name="connsiteX339" fmla="*/ 3979006 w 5593163"/>
              <a:gd name="connsiteY339" fmla="*/ 3022706 h 4305008"/>
              <a:gd name="connsiteX340" fmla="*/ 3961888 w 5593163"/>
              <a:gd name="connsiteY340" fmla="*/ 3021080 h 4305008"/>
              <a:gd name="connsiteX341" fmla="*/ 3866461 w 5593163"/>
              <a:gd name="connsiteY341" fmla="*/ 3012018 h 4305008"/>
              <a:gd name="connsiteX342" fmla="*/ 3850245 w 5593163"/>
              <a:gd name="connsiteY342" fmla="*/ 3010478 h 4305008"/>
              <a:gd name="connsiteX343" fmla="*/ 3850129 w 5593163"/>
              <a:gd name="connsiteY343" fmla="*/ 3009330 h 4305008"/>
              <a:gd name="connsiteX344" fmla="*/ 3159963 w 5593163"/>
              <a:gd name="connsiteY344" fmla="*/ 2316289 h 4305008"/>
              <a:gd name="connsiteX345" fmla="*/ 3159457 w 5593163"/>
              <a:gd name="connsiteY345" fmla="*/ 2316226 h 4305008"/>
              <a:gd name="connsiteX346" fmla="*/ 3158919 w 5593163"/>
              <a:gd name="connsiteY346" fmla="*/ 2309550 h 4305008"/>
              <a:gd name="connsiteX347" fmla="*/ 3151452 w 5593163"/>
              <a:gd name="connsiteY347" fmla="*/ 2217074 h 4305008"/>
              <a:gd name="connsiteX348" fmla="*/ 3150081 w 5593163"/>
              <a:gd name="connsiteY348" fmla="*/ 2200098 h 4305008"/>
              <a:gd name="connsiteX349" fmla="*/ 3150081 w 5593163"/>
              <a:gd name="connsiteY349" fmla="*/ 3896923 h 4305008"/>
              <a:gd name="connsiteX350" fmla="*/ 3150675 w 5593163"/>
              <a:gd name="connsiteY350" fmla="*/ 3885483 h 4305008"/>
              <a:gd name="connsiteX351" fmla="*/ 3151173 w 5593163"/>
              <a:gd name="connsiteY351" fmla="*/ 3885516 h 4305008"/>
              <a:gd name="connsiteX352" fmla="*/ 3151199 w 5593163"/>
              <a:gd name="connsiteY352" fmla="*/ 3885022 h 4305008"/>
              <a:gd name="connsiteX353" fmla="*/ 3168287 w 5593163"/>
              <a:gd name="connsiteY353" fmla="*/ 3886645 h 4305008"/>
              <a:gd name="connsiteX354" fmla="*/ 3263748 w 5593163"/>
              <a:gd name="connsiteY354" fmla="*/ 3895710 h 4305008"/>
              <a:gd name="connsiteX355" fmla="*/ 3279961 w 5593163"/>
              <a:gd name="connsiteY355" fmla="*/ 3897249 h 4305008"/>
              <a:gd name="connsiteX356" fmla="*/ 3280078 w 5593163"/>
              <a:gd name="connsiteY356" fmla="*/ 3898397 h 4305008"/>
              <a:gd name="connsiteX357" fmla="*/ 3840331 w 5593163"/>
              <a:gd name="connsiteY357" fmla="*/ 4255797 h 4305008"/>
              <a:gd name="connsiteX358" fmla="*/ 3868775 w 5593163"/>
              <a:gd name="connsiteY358" fmla="*/ 4305008 h 4305008"/>
              <a:gd name="connsiteX359" fmla="*/ 3717725 w 5593163"/>
              <a:gd name="connsiteY359" fmla="*/ 4305008 h 4305008"/>
              <a:gd name="connsiteX360" fmla="*/ 3665602 w 5593163"/>
              <a:gd name="connsiteY360" fmla="*/ 4241205 h 4305008"/>
              <a:gd name="connsiteX361" fmla="*/ 3293448 w 5593163"/>
              <a:gd name="connsiteY361" fmla="*/ 4029853 h 4305008"/>
              <a:gd name="connsiteX362" fmla="*/ 3392629 w 5593163"/>
              <a:gd name="connsiteY362" fmla="*/ 4271827 h 4305008"/>
              <a:gd name="connsiteX363" fmla="*/ 3419311 w 5593163"/>
              <a:gd name="connsiteY363" fmla="*/ 4305008 h 4305008"/>
              <a:gd name="connsiteX364" fmla="*/ 3265201 w 5593163"/>
              <a:gd name="connsiteY364" fmla="*/ 4305008 h 4305008"/>
              <a:gd name="connsiteX365" fmla="*/ 3235080 w 5593163"/>
              <a:gd name="connsiteY365" fmla="*/ 4254710 h 4305008"/>
              <a:gd name="connsiteX366" fmla="*/ 3159963 w 5593163"/>
              <a:gd name="connsiteY366" fmla="*/ 4013114 h 4305008"/>
              <a:gd name="connsiteX367" fmla="*/ 3159457 w 5593163"/>
              <a:gd name="connsiteY367" fmla="*/ 4013051 h 4305008"/>
              <a:gd name="connsiteX368" fmla="*/ 3158919 w 5593163"/>
              <a:gd name="connsiteY368" fmla="*/ 4006375 h 4305008"/>
              <a:gd name="connsiteX369" fmla="*/ 3151452 w 5593163"/>
              <a:gd name="connsiteY369" fmla="*/ 3913899 h 4305008"/>
              <a:gd name="connsiteX370" fmla="*/ 3150081 w 5593163"/>
              <a:gd name="connsiteY370" fmla="*/ 3896923 h 4305008"/>
              <a:gd name="connsiteX371" fmla="*/ 3150079 w 5593163"/>
              <a:gd name="connsiteY371" fmla="*/ 469318 h 4305008"/>
              <a:gd name="connsiteX372" fmla="*/ 3151450 w 5593163"/>
              <a:gd name="connsiteY372" fmla="*/ 452471 h 4305008"/>
              <a:gd name="connsiteX373" fmla="*/ 3158914 w 5593163"/>
              <a:gd name="connsiteY373" fmla="*/ 360740 h 4305008"/>
              <a:gd name="connsiteX374" fmla="*/ 3159454 w 5593163"/>
              <a:gd name="connsiteY374" fmla="*/ 354103 h 4305008"/>
              <a:gd name="connsiteX375" fmla="*/ 3159960 w 5593163"/>
              <a:gd name="connsiteY375" fmla="*/ 354040 h 4305008"/>
              <a:gd name="connsiteX376" fmla="*/ 3244173 w 5593163"/>
              <a:gd name="connsiteY376" fmla="*/ 96778 h 4305008"/>
              <a:gd name="connsiteX377" fmla="*/ 3306807 w 5593163"/>
              <a:gd name="connsiteY377" fmla="*/ 0 h 4305008"/>
              <a:gd name="connsiteX378" fmla="*/ 3475182 w 5593163"/>
              <a:gd name="connsiteY378" fmla="*/ 0 h 4305008"/>
              <a:gd name="connsiteX379" fmla="*/ 3406954 w 5593163"/>
              <a:gd name="connsiteY379" fmla="*/ 76659 h 4305008"/>
              <a:gd name="connsiteX380" fmla="*/ 3293446 w 5593163"/>
              <a:gd name="connsiteY380" fmla="*/ 337433 h 4305008"/>
              <a:gd name="connsiteX381" fmla="*/ 3732420 w 5593163"/>
              <a:gd name="connsiteY381" fmla="*/ 44350 h 4305008"/>
              <a:gd name="connsiteX382" fmla="*/ 3754649 w 5593163"/>
              <a:gd name="connsiteY382" fmla="*/ 0 h 4305008"/>
              <a:gd name="connsiteX383" fmla="*/ 3903287 w 5593163"/>
              <a:gd name="connsiteY383" fmla="*/ 0 h 4305008"/>
              <a:gd name="connsiteX384" fmla="*/ 3851448 w 5593163"/>
              <a:gd name="connsiteY384" fmla="*/ 95636 h 4305008"/>
              <a:gd name="connsiteX385" fmla="*/ 3280075 w 5593163"/>
              <a:gd name="connsiteY385" fmla="*/ 467856 h 4305008"/>
              <a:gd name="connsiteX386" fmla="*/ 3279959 w 5593163"/>
              <a:gd name="connsiteY386" fmla="*/ 468995 h 4305008"/>
              <a:gd name="connsiteX387" fmla="*/ 3263742 w 5593163"/>
              <a:gd name="connsiteY387" fmla="*/ 470523 h 4305008"/>
              <a:gd name="connsiteX388" fmla="*/ 3168316 w 5593163"/>
              <a:gd name="connsiteY388" fmla="*/ 479514 h 4305008"/>
              <a:gd name="connsiteX389" fmla="*/ 3151197 w 5593163"/>
              <a:gd name="connsiteY389" fmla="*/ 481127 h 4305008"/>
              <a:gd name="connsiteX390" fmla="*/ 3151171 w 5593163"/>
              <a:gd name="connsiteY390" fmla="*/ 480636 h 4305008"/>
              <a:gd name="connsiteX391" fmla="*/ 3150672 w 5593163"/>
              <a:gd name="connsiteY391" fmla="*/ 480669 h 4305008"/>
              <a:gd name="connsiteX392" fmla="*/ 3150079 w 5593163"/>
              <a:gd name="connsiteY392" fmla="*/ 469318 h 4305008"/>
              <a:gd name="connsiteX393" fmla="*/ 3150079 w 5593163"/>
              <a:gd name="connsiteY393" fmla="*/ 2166144 h 4305008"/>
              <a:gd name="connsiteX394" fmla="*/ 3151450 w 5593163"/>
              <a:gd name="connsiteY394" fmla="*/ 2149296 h 4305008"/>
              <a:gd name="connsiteX395" fmla="*/ 3158914 w 5593163"/>
              <a:gd name="connsiteY395" fmla="*/ 2057565 h 4305008"/>
              <a:gd name="connsiteX396" fmla="*/ 3159454 w 5593163"/>
              <a:gd name="connsiteY396" fmla="*/ 2050928 h 4305008"/>
              <a:gd name="connsiteX397" fmla="*/ 3159960 w 5593163"/>
              <a:gd name="connsiteY397" fmla="*/ 2050865 h 4305008"/>
              <a:gd name="connsiteX398" fmla="*/ 3850126 w 5593163"/>
              <a:gd name="connsiteY398" fmla="*/ 1363267 h 4305008"/>
              <a:gd name="connsiteX399" fmla="*/ 3850243 w 5593163"/>
              <a:gd name="connsiteY399" fmla="*/ 1362128 h 4305008"/>
              <a:gd name="connsiteX400" fmla="*/ 3866455 w 5593163"/>
              <a:gd name="connsiteY400" fmla="*/ 1360601 h 4305008"/>
              <a:gd name="connsiteX401" fmla="*/ 3961917 w 5593163"/>
              <a:gd name="connsiteY401" fmla="*/ 1351607 h 4305008"/>
              <a:gd name="connsiteX402" fmla="*/ 3979004 w 5593163"/>
              <a:gd name="connsiteY402" fmla="*/ 1349997 h 4305008"/>
              <a:gd name="connsiteX403" fmla="*/ 3979030 w 5593163"/>
              <a:gd name="connsiteY403" fmla="*/ 1350487 h 4305008"/>
              <a:gd name="connsiteX404" fmla="*/ 3979528 w 5593163"/>
              <a:gd name="connsiteY404" fmla="*/ 1350455 h 4305008"/>
              <a:gd name="connsiteX405" fmla="*/ 3980122 w 5593163"/>
              <a:gd name="connsiteY405" fmla="*/ 1361805 h 4305008"/>
              <a:gd name="connsiteX406" fmla="*/ 3978752 w 5593163"/>
              <a:gd name="connsiteY406" fmla="*/ 1378647 h 4305008"/>
              <a:gd name="connsiteX407" fmla="*/ 3971285 w 5593163"/>
              <a:gd name="connsiteY407" fmla="*/ 1470397 h 4305008"/>
              <a:gd name="connsiteX408" fmla="*/ 3970746 w 5593163"/>
              <a:gd name="connsiteY408" fmla="*/ 1477021 h 4305008"/>
              <a:gd name="connsiteX409" fmla="*/ 3970241 w 5593163"/>
              <a:gd name="connsiteY409" fmla="*/ 1477083 h 4305008"/>
              <a:gd name="connsiteX410" fmla="*/ 3280075 w 5593163"/>
              <a:gd name="connsiteY410" fmla="*/ 2164681 h 4305008"/>
              <a:gd name="connsiteX411" fmla="*/ 3279959 w 5593163"/>
              <a:gd name="connsiteY411" fmla="*/ 2165820 h 4305008"/>
              <a:gd name="connsiteX412" fmla="*/ 3263742 w 5593163"/>
              <a:gd name="connsiteY412" fmla="*/ 2167348 h 4305008"/>
              <a:gd name="connsiteX413" fmla="*/ 3168316 w 5593163"/>
              <a:gd name="connsiteY413" fmla="*/ 2176339 h 4305008"/>
              <a:gd name="connsiteX414" fmla="*/ 3151197 w 5593163"/>
              <a:gd name="connsiteY414" fmla="*/ 2177952 h 4305008"/>
              <a:gd name="connsiteX415" fmla="*/ 3151171 w 5593163"/>
              <a:gd name="connsiteY415" fmla="*/ 2177461 h 4305008"/>
              <a:gd name="connsiteX416" fmla="*/ 3150672 w 5593163"/>
              <a:gd name="connsiteY416" fmla="*/ 2177494 h 4305008"/>
              <a:gd name="connsiteX417" fmla="*/ 3150079 w 5593163"/>
              <a:gd name="connsiteY417" fmla="*/ 2166144 h 4305008"/>
              <a:gd name="connsiteX418" fmla="*/ 3150079 w 5593163"/>
              <a:gd name="connsiteY418" fmla="*/ 3862969 h 4305008"/>
              <a:gd name="connsiteX419" fmla="*/ 3151450 w 5593163"/>
              <a:gd name="connsiteY419" fmla="*/ 3846121 h 4305008"/>
              <a:gd name="connsiteX420" fmla="*/ 3158914 w 5593163"/>
              <a:gd name="connsiteY420" fmla="*/ 3754390 h 4305008"/>
              <a:gd name="connsiteX421" fmla="*/ 3159454 w 5593163"/>
              <a:gd name="connsiteY421" fmla="*/ 3747753 h 4305008"/>
              <a:gd name="connsiteX422" fmla="*/ 3159960 w 5593163"/>
              <a:gd name="connsiteY422" fmla="*/ 3747690 h 4305008"/>
              <a:gd name="connsiteX423" fmla="*/ 3850126 w 5593163"/>
              <a:gd name="connsiteY423" fmla="*/ 3060092 h 4305008"/>
              <a:gd name="connsiteX424" fmla="*/ 3850243 w 5593163"/>
              <a:gd name="connsiteY424" fmla="*/ 3058953 h 4305008"/>
              <a:gd name="connsiteX425" fmla="*/ 3866455 w 5593163"/>
              <a:gd name="connsiteY425" fmla="*/ 3057426 h 4305008"/>
              <a:gd name="connsiteX426" fmla="*/ 3961917 w 5593163"/>
              <a:gd name="connsiteY426" fmla="*/ 3048432 h 4305008"/>
              <a:gd name="connsiteX427" fmla="*/ 3979004 w 5593163"/>
              <a:gd name="connsiteY427" fmla="*/ 3046822 h 4305008"/>
              <a:gd name="connsiteX428" fmla="*/ 3979030 w 5593163"/>
              <a:gd name="connsiteY428" fmla="*/ 3047312 h 4305008"/>
              <a:gd name="connsiteX429" fmla="*/ 3979528 w 5593163"/>
              <a:gd name="connsiteY429" fmla="*/ 3047280 h 4305008"/>
              <a:gd name="connsiteX430" fmla="*/ 3980122 w 5593163"/>
              <a:gd name="connsiteY430" fmla="*/ 3058630 h 4305008"/>
              <a:gd name="connsiteX431" fmla="*/ 3978752 w 5593163"/>
              <a:gd name="connsiteY431" fmla="*/ 3075472 h 4305008"/>
              <a:gd name="connsiteX432" fmla="*/ 3971285 w 5593163"/>
              <a:gd name="connsiteY432" fmla="*/ 3167222 h 4305008"/>
              <a:gd name="connsiteX433" fmla="*/ 3970746 w 5593163"/>
              <a:gd name="connsiteY433" fmla="*/ 3173846 h 4305008"/>
              <a:gd name="connsiteX434" fmla="*/ 3970241 w 5593163"/>
              <a:gd name="connsiteY434" fmla="*/ 3173908 h 4305008"/>
              <a:gd name="connsiteX435" fmla="*/ 3280075 w 5593163"/>
              <a:gd name="connsiteY435" fmla="*/ 3861506 h 4305008"/>
              <a:gd name="connsiteX436" fmla="*/ 3279959 w 5593163"/>
              <a:gd name="connsiteY436" fmla="*/ 3862645 h 4305008"/>
              <a:gd name="connsiteX437" fmla="*/ 3263742 w 5593163"/>
              <a:gd name="connsiteY437" fmla="*/ 3864173 h 4305008"/>
              <a:gd name="connsiteX438" fmla="*/ 3168316 w 5593163"/>
              <a:gd name="connsiteY438" fmla="*/ 3873164 h 4305008"/>
              <a:gd name="connsiteX439" fmla="*/ 3151197 w 5593163"/>
              <a:gd name="connsiteY439" fmla="*/ 3874777 h 4305008"/>
              <a:gd name="connsiteX440" fmla="*/ 3151171 w 5593163"/>
              <a:gd name="connsiteY440" fmla="*/ 3874286 h 4305008"/>
              <a:gd name="connsiteX441" fmla="*/ 3150672 w 5593163"/>
              <a:gd name="connsiteY441" fmla="*/ 3874319 h 4305008"/>
              <a:gd name="connsiteX442" fmla="*/ 3150079 w 5593163"/>
              <a:gd name="connsiteY442" fmla="*/ 3862969 h 4305008"/>
              <a:gd name="connsiteX443" fmla="*/ 2442890 w 5593163"/>
              <a:gd name="connsiteY443" fmla="*/ 1181049 h 4305008"/>
              <a:gd name="connsiteX444" fmla="*/ 2986199 w 5593163"/>
              <a:gd name="connsiteY444" fmla="*/ 636203 h 4305008"/>
              <a:gd name="connsiteX445" fmla="*/ 2442890 w 5593163"/>
              <a:gd name="connsiteY445" fmla="*/ 1181049 h 4305008"/>
              <a:gd name="connsiteX446" fmla="*/ 2442890 w 5593163"/>
              <a:gd name="connsiteY446" fmla="*/ 1493690 h 4305008"/>
              <a:gd name="connsiteX447" fmla="*/ 2986199 w 5593163"/>
              <a:gd name="connsiteY447" fmla="*/ 2034258 h 4305008"/>
              <a:gd name="connsiteX448" fmla="*/ 2442890 w 5593163"/>
              <a:gd name="connsiteY448" fmla="*/ 1493690 h 4305008"/>
              <a:gd name="connsiteX449" fmla="*/ 2442890 w 5593163"/>
              <a:gd name="connsiteY449" fmla="*/ 2877874 h 4305008"/>
              <a:gd name="connsiteX450" fmla="*/ 2986199 w 5593163"/>
              <a:gd name="connsiteY450" fmla="*/ 2333028 h 4305008"/>
              <a:gd name="connsiteX451" fmla="*/ 2442890 w 5593163"/>
              <a:gd name="connsiteY451" fmla="*/ 2877874 h 4305008"/>
              <a:gd name="connsiteX452" fmla="*/ 2442890 w 5593163"/>
              <a:gd name="connsiteY452" fmla="*/ 3190516 h 4305008"/>
              <a:gd name="connsiteX453" fmla="*/ 2986199 w 5593163"/>
              <a:gd name="connsiteY453" fmla="*/ 3731083 h 4305008"/>
              <a:gd name="connsiteX454" fmla="*/ 2442890 w 5593163"/>
              <a:gd name="connsiteY454" fmla="*/ 3190516 h 4305008"/>
              <a:gd name="connsiteX455" fmla="*/ 2410871 w 5593163"/>
              <a:gd name="connsiteY455" fmla="*/ 4305008 h 4305008"/>
              <a:gd name="connsiteX456" fmla="*/ 2439316 w 5593163"/>
              <a:gd name="connsiteY456" fmla="*/ 4255797 h 4305008"/>
              <a:gd name="connsiteX457" fmla="*/ 2999569 w 5593163"/>
              <a:gd name="connsiteY457" fmla="*/ 3898397 h 4305008"/>
              <a:gd name="connsiteX458" fmla="*/ 2999686 w 5593163"/>
              <a:gd name="connsiteY458" fmla="*/ 3897249 h 4305008"/>
              <a:gd name="connsiteX459" fmla="*/ 3015899 w 5593163"/>
              <a:gd name="connsiteY459" fmla="*/ 3895710 h 4305008"/>
              <a:gd name="connsiteX460" fmla="*/ 3111360 w 5593163"/>
              <a:gd name="connsiteY460" fmla="*/ 3886645 h 4305008"/>
              <a:gd name="connsiteX461" fmla="*/ 3128448 w 5593163"/>
              <a:gd name="connsiteY461" fmla="*/ 3885022 h 4305008"/>
              <a:gd name="connsiteX462" fmla="*/ 3128474 w 5593163"/>
              <a:gd name="connsiteY462" fmla="*/ 3885516 h 4305008"/>
              <a:gd name="connsiteX463" fmla="*/ 3128972 w 5593163"/>
              <a:gd name="connsiteY463" fmla="*/ 3885483 h 4305008"/>
              <a:gd name="connsiteX464" fmla="*/ 3129566 w 5593163"/>
              <a:gd name="connsiteY464" fmla="*/ 3896923 h 4305008"/>
              <a:gd name="connsiteX465" fmla="*/ 3128195 w 5593163"/>
              <a:gd name="connsiteY465" fmla="*/ 3913899 h 4305008"/>
              <a:gd name="connsiteX466" fmla="*/ 3120728 w 5593163"/>
              <a:gd name="connsiteY466" fmla="*/ 4006375 h 4305008"/>
              <a:gd name="connsiteX467" fmla="*/ 3120190 w 5593163"/>
              <a:gd name="connsiteY467" fmla="*/ 4013051 h 4305008"/>
              <a:gd name="connsiteX468" fmla="*/ 3119684 w 5593163"/>
              <a:gd name="connsiteY468" fmla="*/ 4013114 h 4305008"/>
              <a:gd name="connsiteX469" fmla="*/ 3044567 w 5593163"/>
              <a:gd name="connsiteY469" fmla="*/ 4254710 h 4305008"/>
              <a:gd name="connsiteX470" fmla="*/ 3014445 w 5593163"/>
              <a:gd name="connsiteY470" fmla="*/ 4305008 h 4305008"/>
              <a:gd name="connsiteX471" fmla="*/ 2860336 w 5593163"/>
              <a:gd name="connsiteY471" fmla="*/ 4305008 h 4305008"/>
              <a:gd name="connsiteX472" fmla="*/ 2887018 w 5593163"/>
              <a:gd name="connsiteY472" fmla="*/ 4271827 h 4305008"/>
              <a:gd name="connsiteX473" fmla="*/ 2986199 w 5593163"/>
              <a:gd name="connsiteY473" fmla="*/ 4029853 h 4305008"/>
              <a:gd name="connsiteX474" fmla="*/ 2614045 w 5593163"/>
              <a:gd name="connsiteY474" fmla="*/ 4241205 h 4305008"/>
              <a:gd name="connsiteX475" fmla="*/ 2561922 w 5593163"/>
              <a:gd name="connsiteY475" fmla="*/ 4305008 h 4305008"/>
              <a:gd name="connsiteX476" fmla="*/ 2376360 w 5593163"/>
              <a:gd name="connsiteY476" fmla="*/ 0 h 4305008"/>
              <a:gd name="connsiteX477" fmla="*/ 2524998 w 5593163"/>
              <a:gd name="connsiteY477" fmla="*/ 0 h 4305008"/>
              <a:gd name="connsiteX478" fmla="*/ 2547226 w 5593163"/>
              <a:gd name="connsiteY478" fmla="*/ 44350 h 4305008"/>
              <a:gd name="connsiteX479" fmla="*/ 2986199 w 5593163"/>
              <a:gd name="connsiteY479" fmla="*/ 337433 h 4305008"/>
              <a:gd name="connsiteX480" fmla="*/ 2872691 w 5593163"/>
              <a:gd name="connsiteY480" fmla="*/ 76659 h 4305008"/>
              <a:gd name="connsiteX481" fmla="*/ 2804464 w 5593163"/>
              <a:gd name="connsiteY481" fmla="*/ 0 h 4305008"/>
              <a:gd name="connsiteX482" fmla="*/ 2972839 w 5593163"/>
              <a:gd name="connsiteY482" fmla="*/ 0 h 4305008"/>
              <a:gd name="connsiteX483" fmla="*/ 3035473 w 5593163"/>
              <a:gd name="connsiteY483" fmla="*/ 96778 h 4305008"/>
              <a:gd name="connsiteX484" fmla="*/ 3119686 w 5593163"/>
              <a:gd name="connsiteY484" fmla="*/ 354040 h 4305008"/>
              <a:gd name="connsiteX485" fmla="*/ 3120191 w 5593163"/>
              <a:gd name="connsiteY485" fmla="*/ 354103 h 4305008"/>
              <a:gd name="connsiteX486" fmla="*/ 3120732 w 5593163"/>
              <a:gd name="connsiteY486" fmla="*/ 360740 h 4305008"/>
              <a:gd name="connsiteX487" fmla="*/ 3128196 w 5593163"/>
              <a:gd name="connsiteY487" fmla="*/ 452471 h 4305008"/>
              <a:gd name="connsiteX488" fmla="*/ 3129566 w 5593163"/>
              <a:gd name="connsiteY488" fmla="*/ 469318 h 4305008"/>
              <a:gd name="connsiteX489" fmla="*/ 3128973 w 5593163"/>
              <a:gd name="connsiteY489" fmla="*/ 480669 h 4305008"/>
              <a:gd name="connsiteX490" fmla="*/ 3128474 w 5593163"/>
              <a:gd name="connsiteY490" fmla="*/ 480636 h 4305008"/>
              <a:gd name="connsiteX491" fmla="*/ 3128448 w 5593163"/>
              <a:gd name="connsiteY491" fmla="*/ 481127 h 4305008"/>
              <a:gd name="connsiteX492" fmla="*/ 3111330 w 5593163"/>
              <a:gd name="connsiteY492" fmla="*/ 479514 h 4305008"/>
              <a:gd name="connsiteX493" fmla="*/ 3015903 w 5593163"/>
              <a:gd name="connsiteY493" fmla="*/ 470523 h 4305008"/>
              <a:gd name="connsiteX494" fmla="*/ 2999687 w 5593163"/>
              <a:gd name="connsiteY494" fmla="*/ 468995 h 4305008"/>
              <a:gd name="connsiteX495" fmla="*/ 2999571 w 5593163"/>
              <a:gd name="connsiteY495" fmla="*/ 467856 h 4305008"/>
              <a:gd name="connsiteX496" fmla="*/ 2428199 w 5593163"/>
              <a:gd name="connsiteY496" fmla="*/ 95636 h 4305008"/>
              <a:gd name="connsiteX497" fmla="*/ 2299523 w 5593163"/>
              <a:gd name="connsiteY497" fmla="*/ 1313979 h 4305008"/>
              <a:gd name="connsiteX498" fmla="*/ 2300894 w 5593163"/>
              <a:gd name="connsiteY498" fmla="*/ 1296998 h 4305008"/>
              <a:gd name="connsiteX499" fmla="*/ 2308358 w 5593163"/>
              <a:gd name="connsiteY499" fmla="*/ 1204541 h 4305008"/>
              <a:gd name="connsiteX500" fmla="*/ 2308898 w 5593163"/>
              <a:gd name="connsiteY500" fmla="*/ 1197851 h 4305008"/>
              <a:gd name="connsiteX501" fmla="*/ 2309404 w 5593163"/>
              <a:gd name="connsiteY501" fmla="*/ 1197788 h 4305008"/>
              <a:gd name="connsiteX502" fmla="*/ 2999570 w 5593163"/>
              <a:gd name="connsiteY502" fmla="*/ 504747 h 4305008"/>
              <a:gd name="connsiteX503" fmla="*/ 2999687 w 5593163"/>
              <a:gd name="connsiteY503" fmla="*/ 503599 h 4305008"/>
              <a:gd name="connsiteX504" fmla="*/ 3015899 w 5593163"/>
              <a:gd name="connsiteY504" fmla="*/ 502060 h 4305008"/>
              <a:gd name="connsiteX505" fmla="*/ 3111361 w 5593163"/>
              <a:gd name="connsiteY505" fmla="*/ 492995 h 4305008"/>
              <a:gd name="connsiteX506" fmla="*/ 3128448 w 5593163"/>
              <a:gd name="connsiteY506" fmla="*/ 491372 h 4305008"/>
              <a:gd name="connsiteX507" fmla="*/ 3128474 w 5593163"/>
              <a:gd name="connsiteY507" fmla="*/ 491866 h 4305008"/>
              <a:gd name="connsiteX508" fmla="*/ 3128972 w 5593163"/>
              <a:gd name="connsiteY508" fmla="*/ 491833 h 4305008"/>
              <a:gd name="connsiteX509" fmla="*/ 3129566 w 5593163"/>
              <a:gd name="connsiteY509" fmla="*/ 503273 h 4305008"/>
              <a:gd name="connsiteX510" fmla="*/ 3128196 w 5593163"/>
              <a:gd name="connsiteY510" fmla="*/ 520249 h 4305008"/>
              <a:gd name="connsiteX511" fmla="*/ 3120729 w 5593163"/>
              <a:gd name="connsiteY511" fmla="*/ 612725 h 4305008"/>
              <a:gd name="connsiteX512" fmla="*/ 3120190 w 5593163"/>
              <a:gd name="connsiteY512" fmla="*/ 619401 h 4305008"/>
              <a:gd name="connsiteX513" fmla="*/ 3119685 w 5593163"/>
              <a:gd name="connsiteY513" fmla="*/ 619464 h 4305008"/>
              <a:gd name="connsiteX514" fmla="*/ 2429519 w 5593163"/>
              <a:gd name="connsiteY514" fmla="*/ 1312505 h 4305008"/>
              <a:gd name="connsiteX515" fmla="*/ 2429403 w 5593163"/>
              <a:gd name="connsiteY515" fmla="*/ 1313653 h 4305008"/>
              <a:gd name="connsiteX516" fmla="*/ 2413186 w 5593163"/>
              <a:gd name="connsiteY516" fmla="*/ 1315193 h 4305008"/>
              <a:gd name="connsiteX517" fmla="*/ 2317760 w 5593163"/>
              <a:gd name="connsiteY517" fmla="*/ 1324255 h 4305008"/>
              <a:gd name="connsiteX518" fmla="*/ 2300641 w 5593163"/>
              <a:gd name="connsiteY518" fmla="*/ 1325881 h 4305008"/>
              <a:gd name="connsiteX519" fmla="*/ 2300615 w 5593163"/>
              <a:gd name="connsiteY519" fmla="*/ 1325386 h 4305008"/>
              <a:gd name="connsiteX520" fmla="*/ 2300116 w 5593163"/>
              <a:gd name="connsiteY520" fmla="*/ 1325419 h 4305008"/>
              <a:gd name="connsiteX521" fmla="*/ 2299523 w 5593163"/>
              <a:gd name="connsiteY521" fmla="*/ 1313979 h 4305008"/>
              <a:gd name="connsiteX522" fmla="*/ 2299523 w 5593163"/>
              <a:gd name="connsiteY522" fmla="*/ 1361805 h 4305008"/>
              <a:gd name="connsiteX523" fmla="*/ 2300117 w 5593163"/>
              <a:gd name="connsiteY523" fmla="*/ 1350455 h 4305008"/>
              <a:gd name="connsiteX524" fmla="*/ 2300615 w 5593163"/>
              <a:gd name="connsiteY524" fmla="*/ 1350487 h 4305008"/>
              <a:gd name="connsiteX525" fmla="*/ 2300641 w 5593163"/>
              <a:gd name="connsiteY525" fmla="*/ 1349997 h 4305008"/>
              <a:gd name="connsiteX526" fmla="*/ 2317729 w 5593163"/>
              <a:gd name="connsiteY526" fmla="*/ 1351607 h 4305008"/>
              <a:gd name="connsiteX527" fmla="*/ 2413190 w 5593163"/>
              <a:gd name="connsiteY527" fmla="*/ 1360601 h 4305008"/>
              <a:gd name="connsiteX528" fmla="*/ 2429403 w 5593163"/>
              <a:gd name="connsiteY528" fmla="*/ 1362128 h 4305008"/>
              <a:gd name="connsiteX529" fmla="*/ 2429520 w 5593163"/>
              <a:gd name="connsiteY529" fmla="*/ 1363267 h 4305008"/>
              <a:gd name="connsiteX530" fmla="*/ 3119686 w 5593163"/>
              <a:gd name="connsiteY530" fmla="*/ 2050865 h 4305008"/>
              <a:gd name="connsiteX531" fmla="*/ 3120191 w 5593163"/>
              <a:gd name="connsiteY531" fmla="*/ 2050928 h 4305008"/>
              <a:gd name="connsiteX532" fmla="*/ 3120732 w 5593163"/>
              <a:gd name="connsiteY532" fmla="*/ 2057565 h 4305008"/>
              <a:gd name="connsiteX533" fmla="*/ 3128196 w 5593163"/>
              <a:gd name="connsiteY533" fmla="*/ 2149296 h 4305008"/>
              <a:gd name="connsiteX534" fmla="*/ 3129566 w 5593163"/>
              <a:gd name="connsiteY534" fmla="*/ 2166144 h 4305008"/>
              <a:gd name="connsiteX535" fmla="*/ 3128973 w 5593163"/>
              <a:gd name="connsiteY535" fmla="*/ 2177494 h 4305008"/>
              <a:gd name="connsiteX536" fmla="*/ 3128474 w 5593163"/>
              <a:gd name="connsiteY536" fmla="*/ 2177461 h 4305008"/>
              <a:gd name="connsiteX537" fmla="*/ 3128448 w 5593163"/>
              <a:gd name="connsiteY537" fmla="*/ 2177952 h 4305008"/>
              <a:gd name="connsiteX538" fmla="*/ 3111330 w 5593163"/>
              <a:gd name="connsiteY538" fmla="*/ 2176339 h 4305008"/>
              <a:gd name="connsiteX539" fmla="*/ 3015903 w 5593163"/>
              <a:gd name="connsiteY539" fmla="*/ 2167348 h 4305008"/>
              <a:gd name="connsiteX540" fmla="*/ 2999687 w 5593163"/>
              <a:gd name="connsiteY540" fmla="*/ 2165820 h 4305008"/>
              <a:gd name="connsiteX541" fmla="*/ 2999571 w 5593163"/>
              <a:gd name="connsiteY541" fmla="*/ 2164681 h 4305008"/>
              <a:gd name="connsiteX542" fmla="*/ 2309405 w 5593163"/>
              <a:gd name="connsiteY542" fmla="*/ 1477083 h 4305008"/>
              <a:gd name="connsiteX543" fmla="*/ 2308899 w 5593163"/>
              <a:gd name="connsiteY543" fmla="*/ 1477021 h 4305008"/>
              <a:gd name="connsiteX544" fmla="*/ 2308361 w 5593163"/>
              <a:gd name="connsiteY544" fmla="*/ 1470397 h 4305008"/>
              <a:gd name="connsiteX545" fmla="*/ 2300894 w 5593163"/>
              <a:gd name="connsiteY545" fmla="*/ 1378647 h 4305008"/>
              <a:gd name="connsiteX546" fmla="*/ 2299523 w 5593163"/>
              <a:gd name="connsiteY546" fmla="*/ 1361805 h 4305008"/>
              <a:gd name="connsiteX547" fmla="*/ 2299523 w 5593163"/>
              <a:gd name="connsiteY547" fmla="*/ 3010804 h 4305008"/>
              <a:gd name="connsiteX548" fmla="*/ 2300894 w 5593163"/>
              <a:gd name="connsiteY548" fmla="*/ 2993823 h 4305008"/>
              <a:gd name="connsiteX549" fmla="*/ 2308358 w 5593163"/>
              <a:gd name="connsiteY549" fmla="*/ 2901366 h 4305008"/>
              <a:gd name="connsiteX550" fmla="*/ 2308898 w 5593163"/>
              <a:gd name="connsiteY550" fmla="*/ 2894676 h 4305008"/>
              <a:gd name="connsiteX551" fmla="*/ 2309404 w 5593163"/>
              <a:gd name="connsiteY551" fmla="*/ 2894613 h 4305008"/>
              <a:gd name="connsiteX552" fmla="*/ 2999570 w 5593163"/>
              <a:gd name="connsiteY552" fmla="*/ 2201572 h 4305008"/>
              <a:gd name="connsiteX553" fmla="*/ 2999687 w 5593163"/>
              <a:gd name="connsiteY553" fmla="*/ 2200424 h 4305008"/>
              <a:gd name="connsiteX554" fmla="*/ 3015899 w 5593163"/>
              <a:gd name="connsiteY554" fmla="*/ 2198885 h 4305008"/>
              <a:gd name="connsiteX555" fmla="*/ 3111361 w 5593163"/>
              <a:gd name="connsiteY555" fmla="*/ 2189820 h 4305008"/>
              <a:gd name="connsiteX556" fmla="*/ 3128448 w 5593163"/>
              <a:gd name="connsiteY556" fmla="*/ 2188197 h 4305008"/>
              <a:gd name="connsiteX557" fmla="*/ 3128474 w 5593163"/>
              <a:gd name="connsiteY557" fmla="*/ 2188691 h 4305008"/>
              <a:gd name="connsiteX558" fmla="*/ 3128972 w 5593163"/>
              <a:gd name="connsiteY558" fmla="*/ 2188658 h 4305008"/>
              <a:gd name="connsiteX559" fmla="*/ 3129566 w 5593163"/>
              <a:gd name="connsiteY559" fmla="*/ 2200098 h 4305008"/>
              <a:gd name="connsiteX560" fmla="*/ 3128196 w 5593163"/>
              <a:gd name="connsiteY560" fmla="*/ 2217074 h 4305008"/>
              <a:gd name="connsiteX561" fmla="*/ 3120729 w 5593163"/>
              <a:gd name="connsiteY561" fmla="*/ 2309550 h 4305008"/>
              <a:gd name="connsiteX562" fmla="*/ 3120190 w 5593163"/>
              <a:gd name="connsiteY562" fmla="*/ 2316226 h 4305008"/>
              <a:gd name="connsiteX563" fmla="*/ 3119685 w 5593163"/>
              <a:gd name="connsiteY563" fmla="*/ 2316289 h 4305008"/>
              <a:gd name="connsiteX564" fmla="*/ 2429519 w 5593163"/>
              <a:gd name="connsiteY564" fmla="*/ 3009330 h 4305008"/>
              <a:gd name="connsiteX565" fmla="*/ 2429403 w 5593163"/>
              <a:gd name="connsiteY565" fmla="*/ 3010478 h 4305008"/>
              <a:gd name="connsiteX566" fmla="*/ 2413186 w 5593163"/>
              <a:gd name="connsiteY566" fmla="*/ 3012018 h 4305008"/>
              <a:gd name="connsiteX567" fmla="*/ 2317760 w 5593163"/>
              <a:gd name="connsiteY567" fmla="*/ 3021080 h 4305008"/>
              <a:gd name="connsiteX568" fmla="*/ 2300641 w 5593163"/>
              <a:gd name="connsiteY568" fmla="*/ 3022706 h 4305008"/>
              <a:gd name="connsiteX569" fmla="*/ 2300615 w 5593163"/>
              <a:gd name="connsiteY569" fmla="*/ 3022211 h 4305008"/>
              <a:gd name="connsiteX570" fmla="*/ 2300116 w 5593163"/>
              <a:gd name="connsiteY570" fmla="*/ 3022244 h 4305008"/>
              <a:gd name="connsiteX571" fmla="*/ 2299523 w 5593163"/>
              <a:gd name="connsiteY571" fmla="*/ 3010804 h 4305008"/>
              <a:gd name="connsiteX572" fmla="*/ 2299523 w 5593163"/>
              <a:gd name="connsiteY572" fmla="*/ 3058630 h 4305008"/>
              <a:gd name="connsiteX573" fmla="*/ 2300117 w 5593163"/>
              <a:gd name="connsiteY573" fmla="*/ 3047280 h 4305008"/>
              <a:gd name="connsiteX574" fmla="*/ 2300615 w 5593163"/>
              <a:gd name="connsiteY574" fmla="*/ 3047312 h 4305008"/>
              <a:gd name="connsiteX575" fmla="*/ 2300641 w 5593163"/>
              <a:gd name="connsiteY575" fmla="*/ 3046822 h 4305008"/>
              <a:gd name="connsiteX576" fmla="*/ 2317729 w 5593163"/>
              <a:gd name="connsiteY576" fmla="*/ 3048432 h 4305008"/>
              <a:gd name="connsiteX577" fmla="*/ 2413190 w 5593163"/>
              <a:gd name="connsiteY577" fmla="*/ 3057426 h 4305008"/>
              <a:gd name="connsiteX578" fmla="*/ 2429403 w 5593163"/>
              <a:gd name="connsiteY578" fmla="*/ 3058953 h 4305008"/>
              <a:gd name="connsiteX579" fmla="*/ 2429520 w 5593163"/>
              <a:gd name="connsiteY579" fmla="*/ 3060092 h 4305008"/>
              <a:gd name="connsiteX580" fmla="*/ 3119686 w 5593163"/>
              <a:gd name="connsiteY580" fmla="*/ 3747690 h 4305008"/>
              <a:gd name="connsiteX581" fmla="*/ 3120191 w 5593163"/>
              <a:gd name="connsiteY581" fmla="*/ 3747753 h 4305008"/>
              <a:gd name="connsiteX582" fmla="*/ 3120732 w 5593163"/>
              <a:gd name="connsiteY582" fmla="*/ 3754390 h 4305008"/>
              <a:gd name="connsiteX583" fmla="*/ 3128196 w 5593163"/>
              <a:gd name="connsiteY583" fmla="*/ 3846121 h 4305008"/>
              <a:gd name="connsiteX584" fmla="*/ 3129566 w 5593163"/>
              <a:gd name="connsiteY584" fmla="*/ 3862969 h 4305008"/>
              <a:gd name="connsiteX585" fmla="*/ 3128973 w 5593163"/>
              <a:gd name="connsiteY585" fmla="*/ 3874319 h 4305008"/>
              <a:gd name="connsiteX586" fmla="*/ 3128474 w 5593163"/>
              <a:gd name="connsiteY586" fmla="*/ 3874286 h 4305008"/>
              <a:gd name="connsiteX587" fmla="*/ 3128448 w 5593163"/>
              <a:gd name="connsiteY587" fmla="*/ 3874777 h 4305008"/>
              <a:gd name="connsiteX588" fmla="*/ 3111330 w 5593163"/>
              <a:gd name="connsiteY588" fmla="*/ 3873164 h 4305008"/>
              <a:gd name="connsiteX589" fmla="*/ 3015903 w 5593163"/>
              <a:gd name="connsiteY589" fmla="*/ 3864173 h 4305008"/>
              <a:gd name="connsiteX590" fmla="*/ 2999687 w 5593163"/>
              <a:gd name="connsiteY590" fmla="*/ 3862645 h 4305008"/>
              <a:gd name="connsiteX591" fmla="*/ 2999571 w 5593163"/>
              <a:gd name="connsiteY591" fmla="*/ 3861506 h 4305008"/>
              <a:gd name="connsiteX592" fmla="*/ 2309405 w 5593163"/>
              <a:gd name="connsiteY592" fmla="*/ 3173908 h 4305008"/>
              <a:gd name="connsiteX593" fmla="*/ 2308899 w 5593163"/>
              <a:gd name="connsiteY593" fmla="*/ 3173846 h 4305008"/>
              <a:gd name="connsiteX594" fmla="*/ 2308361 w 5593163"/>
              <a:gd name="connsiteY594" fmla="*/ 3167222 h 4305008"/>
              <a:gd name="connsiteX595" fmla="*/ 2300894 w 5593163"/>
              <a:gd name="connsiteY595" fmla="*/ 3075472 h 4305008"/>
              <a:gd name="connsiteX596" fmla="*/ 2299523 w 5593163"/>
              <a:gd name="connsiteY596" fmla="*/ 3058630 h 4305008"/>
              <a:gd name="connsiteX597" fmla="*/ 1601297 w 5593163"/>
              <a:gd name="connsiteY597" fmla="*/ 636203 h 4305008"/>
              <a:gd name="connsiteX598" fmla="*/ 2144606 w 5593163"/>
              <a:gd name="connsiteY598" fmla="*/ 1181049 h 4305008"/>
              <a:gd name="connsiteX599" fmla="*/ 1601297 w 5593163"/>
              <a:gd name="connsiteY599" fmla="*/ 636203 h 4305008"/>
              <a:gd name="connsiteX600" fmla="*/ 1601297 w 5593163"/>
              <a:gd name="connsiteY600" fmla="*/ 2333028 h 4305008"/>
              <a:gd name="connsiteX601" fmla="*/ 2144606 w 5593163"/>
              <a:gd name="connsiteY601" fmla="*/ 2877874 h 4305008"/>
              <a:gd name="connsiteX602" fmla="*/ 1601297 w 5593163"/>
              <a:gd name="connsiteY602" fmla="*/ 2333028 h 4305008"/>
              <a:gd name="connsiteX603" fmla="*/ 1601295 w 5593163"/>
              <a:gd name="connsiteY603" fmla="*/ 2034258 h 4305008"/>
              <a:gd name="connsiteX604" fmla="*/ 2144604 w 5593163"/>
              <a:gd name="connsiteY604" fmla="*/ 1493690 h 4305008"/>
              <a:gd name="connsiteX605" fmla="*/ 1601295 w 5593163"/>
              <a:gd name="connsiteY605" fmla="*/ 2034258 h 4305008"/>
              <a:gd name="connsiteX606" fmla="*/ 1601295 w 5593163"/>
              <a:gd name="connsiteY606" fmla="*/ 3731083 h 4305008"/>
              <a:gd name="connsiteX607" fmla="*/ 2144604 w 5593163"/>
              <a:gd name="connsiteY607" fmla="*/ 3190516 h 4305008"/>
              <a:gd name="connsiteX608" fmla="*/ 1601295 w 5593163"/>
              <a:gd name="connsiteY608" fmla="*/ 3731083 h 4305008"/>
              <a:gd name="connsiteX609" fmla="*/ 1457930 w 5593163"/>
              <a:gd name="connsiteY609" fmla="*/ 503273 h 4305008"/>
              <a:gd name="connsiteX610" fmla="*/ 1458524 w 5593163"/>
              <a:gd name="connsiteY610" fmla="*/ 491833 h 4305008"/>
              <a:gd name="connsiteX611" fmla="*/ 1459022 w 5593163"/>
              <a:gd name="connsiteY611" fmla="*/ 491866 h 4305008"/>
              <a:gd name="connsiteX612" fmla="*/ 1459048 w 5593163"/>
              <a:gd name="connsiteY612" fmla="*/ 491372 h 4305008"/>
              <a:gd name="connsiteX613" fmla="*/ 1476135 w 5593163"/>
              <a:gd name="connsiteY613" fmla="*/ 492995 h 4305008"/>
              <a:gd name="connsiteX614" fmla="*/ 1571597 w 5593163"/>
              <a:gd name="connsiteY614" fmla="*/ 502060 h 4305008"/>
              <a:gd name="connsiteX615" fmla="*/ 1587809 w 5593163"/>
              <a:gd name="connsiteY615" fmla="*/ 503599 h 4305008"/>
              <a:gd name="connsiteX616" fmla="*/ 1587926 w 5593163"/>
              <a:gd name="connsiteY616" fmla="*/ 504747 h 4305008"/>
              <a:gd name="connsiteX617" fmla="*/ 2278092 w 5593163"/>
              <a:gd name="connsiteY617" fmla="*/ 1197788 h 4305008"/>
              <a:gd name="connsiteX618" fmla="*/ 2278598 w 5593163"/>
              <a:gd name="connsiteY618" fmla="*/ 1197851 h 4305008"/>
              <a:gd name="connsiteX619" fmla="*/ 2279138 w 5593163"/>
              <a:gd name="connsiteY619" fmla="*/ 1204541 h 4305008"/>
              <a:gd name="connsiteX620" fmla="*/ 2286602 w 5593163"/>
              <a:gd name="connsiteY620" fmla="*/ 1296998 h 4305008"/>
              <a:gd name="connsiteX621" fmla="*/ 2287973 w 5593163"/>
              <a:gd name="connsiteY621" fmla="*/ 1313979 h 4305008"/>
              <a:gd name="connsiteX622" fmla="*/ 2287380 w 5593163"/>
              <a:gd name="connsiteY622" fmla="*/ 1325419 h 4305008"/>
              <a:gd name="connsiteX623" fmla="*/ 2286881 w 5593163"/>
              <a:gd name="connsiteY623" fmla="*/ 1325386 h 4305008"/>
              <a:gd name="connsiteX624" fmla="*/ 2286855 w 5593163"/>
              <a:gd name="connsiteY624" fmla="*/ 1325881 h 4305008"/>
              <a:gd name="connsiteX625" fmla="*/ 2269736 w 5593163"/>
              <a:gd name="connsiteY625" fmla="*/ 1324255 h 4305008"/>
              <a:gd name="connsiteX626" fmla="*/ 2174310 w 5593163"/>
              <a:gd name="connsiteY626" fmla="*/ 1315193 h 4305008"/>
              <a:gd name="connsiteX627" fmla="*/ 2158093 w 5593163"/>
              <a:gd name="connsiteY627" fmla="*/ 1313653 h 4305008"/>
              <a:gd name="connsiteX628" fmla="*/ 2157977 w 5593163"/>
              <a:gd name="connsiteY628" fmla="*/ 1312505 h 4305008"/>
              <a:gd name="connsiteX629" fmla="*/ 1467811 w 5593163"/>
              <a:gd name="connsiteY629" fmla="*/ 619464 h 4305008"/>
              <a:gd name="connsiteX630" fmla="*/ 1467306 w 5593163"/>
              <a:gd name="connsiteY630" fmla="*/ 619401 h 4305008"/>
              <a:gd name="connsiteX631" fmla="*/ 1466767 w 5593163"/>
              <a:gd name="connsiteY631" fmla="*/ 612725 h 4305008"/>
              <a:gd name="connsiteX632" fmla="*/ 1459300 w 5593163"/>
              <a:gd name="connsiteY632" fmla="*/ 520249 h 4305008"/>
              <a:gd name="connsiteX633" fmla="*/ 1457930 w 5593163"/>
              <a:gd name="connsiteY633" fmla="*/ 503273 h 4305008"/>
              <a:gd name="connsiteX634" fmla="*/ 1457930 w 5593163"/>
              <a:gd name="connsiteY634" fmla="*/ 2200098 h 4305008"/>
              <a:gd name="connsiteX635" fmla="*/ 1458524 w 5593163"/>
              <a:gd name="connsiteY635" fmla="*/ 2188658 h 4305008"/>
              <a:gd name="connsiteX636" fmla="*/ 1459022 w 5593163"/>
              <a:gd name="connsiteY636" fmla="*/ 2188691 h 4305008"/>
              <a:gd name="connsiteX637" fmla="*/ 1459048 w 5593163"/>
              <a:gd name="connsiteY637" fmla="*/ 2188197 h 4305008"/>
              <a:gd name="connsiteX638" fmla="*/ 1476135 w 5593163"/>
              <a:gd name="connsiteY638" fmla="*/ 2189820 h 4305008"/>
              <a:gd name="connsiteX639" fmla="*/ 1571597 w 5593163"/>
              <a:gd name="connsiteY639" fmla="*/ 2198885 h 4305008"/>
              <a:gd name="connsiteX640" fmla="*/ 1587809 w 5593163"/>
              <a:gd name="connsiteY640" fmla="*/ 2200424 h 4305008"/>
              <a:gd name="connsiteX641" fmla="*/ 1587926 w 5593163"/>
              <a:gd name="connsiteY641" fmla="*/ 2201572 h 4305008"/>
              <a:gd name="connsiteX642" fmla="*/ 2278092 w 5593163"/>
              <a:gd name="connsiteY642" fmla="*/ 2894613 h 4305008"/>
              <a:gd name="connsiteX643" fmla="*/ 2278598 w 5593163"/>
              <a:gd name="connsiteY643" fmla="*/ 2894676 h 4305008"/>
              <a:gd name="connsiteX644" fmla="*/ 2279138 w 5593163"/>
              <a:gd name="connsiteY644" fmla="*/ 2901366 h 4305008"/>
              <a:gd name="connsiteX645" fmla="*/ 2286602 w 5593163"/>
              <a:gd name="connsiteY645" fmla="*/ 2993823 h 4305008"/>
              <a:gd name="connsiteX646" fmla="*/ 2287973 w 5593163"/>
              <a:gd name="connsiteY646" fmla="*/ 3010804 h 4305008"/>
              <a:gd name="connsiteX647" fmla="*/ 2287380 w 5593163"/>
              <a:gd name="connsiteY647" fmla="*/ 3022244 h 4305008"/>
              <a:gd name="connsiteX648" fmla="*/ 2286881 w 5593163"/>
              <a:gd name="connsiteY648" fmla="*/ 3022211 h 4305008"/>
              <a:gd name="connsiteX649" fmla="*/ 2286855 w 5593163"/>
              <a:gd name="connsiteY649" fmla="*/ 3022706 h 4305008"/>
              <a:gd name="connsiteX650" fmla="*/ 2269736 w 5593163"/>
              <a:gd name="connsiteY650" fmla="*/ 3021080 h 4305008"/>
              <a:gd name="connsiteX651" fmla="*/ 2174310 w 5593163"/>
              <a:gd name="connsiteY651" fmla="*/ 3012018 h 4305008"/>
              <a:gd name="connsiteX652" fmla="*/ 2158093 w 5593163"/>
              <a:gd name="connsiteY652" fmla="*/ 3010478 h 4305008"/>
              <a:gd name="connsiteX653" fmla="*/ 2157977 w 5593163"/>
              <a:gd name="connsiteY653" fmla="*/ 3009330 h 4305008"/>
              <a:gd name="connsiteX654" fmla="*/ 1467811 w 5593163"/>
              <a:gd name="connsiteY654" fmla="*/ 2316289 h 4305008"/>
              <a:gd name="connsiteX655" fmla="*/ 1467306 w 5593163"/>
              <a:gd name="connsiteY655" fmla="*/ 2316226 h 4305008"/>
              <a:gd name="connsiteX656" fmla="*/ 1466767 w 5593163"/>
              <a:gd name="connsiteY656" fmla="*/ 2309550 h 4305008"/>
              <a:gd name="connsiteX657" fmla="*/ 1459300 w 5593163"/>
              <a:gd name="connsiteY657" fmla="*/ 2217074 h 4305008"/>
              <a:gd name="connsiteX658" fmla="*/ 1457930 w 5593163"/>
              <a:gd name="connsiteY658" fmla="*/ 2200098 h 4305008"/>
              <a:gd name="connsiteX659" fmla="*/ 1457930 w 5593163"/>
              <a:gd name="connsiteY659" fmla="*/ 3896923 h 4305008"/>
              <a:gd name="connsiteX660" fmla="*/ 1458524 w 5593163"/>
              <a:gd name="connsiteY660" fmla="*/ 3885483 h 4305008"/>
              <a:gd name="connsiteX661" fmla="*/ 1459022 w 5593163"/>
              <a:gd name="connsiteY661" fmla="*/ 3885516 h 4305008"/>
              <a:gd name="connsiteX662" fmla="*/ 1459048 w 5593163"/>
              <a:gd name="connsiteY662" fmla="*/ 3885022 h 4305008"/>
              <a:gd name="connsiteX663" fmla="*/ 1476135 w 5593163"/>
              <a:gd name="connsiteY663" fmla="*/ 3886645 h 4305008"/>
              <a:gd name="connsiteX664" fmla="*/ 1571597 w 5593163"/>
              <a:gd name="connsiteY664" fmla="*/ 3895710 h 4305008"/>
              <a:gd name="connsiteX665" fmla="*/ 1587809 w 5593163"/>
              <a:gd name="connsiteY665" fmla="*/ 3897249 h 4305008"/>
              <a:gd name="connsiteX666" fmla="*/ 1587926 w 5593163"/>
              <a:gd name="connsiteY666" fmla="*/ 3898397 h 4305008"/>
              <a:gd name="connsiteX667" fmla="*/ 2148179 w 5593163"/>
              <a:gd name="connsiteY667" fmla="*/ 4255797 h 4305008"/>
              <a:gd name="connsiteX668" fmla="*/ 2176624 w 5593163"/>
              <a:gd name="connsiteY668" fmla="*/ 4305008 h 4305008"/>
              <a:gd name="connsiteX669" fmla="*/ 2025574 w 5593163"/>
              <a:gd name="connsiteY669" fmla="*/ 4305008 h 4305008"/>
              <a:gd name="connsiteX670" fmla="*/ 1973451 w 5593163"/>
              <a:gd name="connsiteY670" fmla="*/ 4241205 h 4305008"/>
              <a:gd name="connsiteX671" fmla="*/ 1601297 w 5593163"/>
              <a:gd name="connsiteY671" fmla="*/ 4029853 h 4305008"/>
              <a:gd name="connsiteX672" fmla="*/ 1700478 w 5593163"/>
              <a:gd name="connsiteY672" fmla="*/ 4271827 h 4305008"/>
              <a:gd name="connsiteX673" fmla="*/ 1727160 w 5593163"/>
              <a:gd name="connsiteY673" fmla="*/ 4305008 h 4305008"/>
              <a:gd name="connsiteX674" fmla="*/ 1573050 w 5593163"/>
              <a:gd name="connsiteY674" fmla="*/ 4305008 h 4305008"/>
              <a:gd name="connsiteX675" fmla="*/ 1542929 w 5593163"/>
              <a:gd name="connsiteY675" fmla="*/ 4254710 h 4305008"/>
              <a:gd name="connsiteX676" fmla="*/ 1467811 w 5593163"/>
              <a:gd name="connsiteY676" fmla="*/ 4013114 h 4305008"/>
              <a:gd name="connsiteX677" fmla="*/ 1467306 w 5593163"/>
              <a:gd name="connsiteY677" fmla="*/ 4013051 h 4305008"/>
              <a:gd name="connsiteX678" fmla="*/ 1466767 w 5593163"/>
              <a:gd name="connsiteY678" fmla="*/ 4006375 h 4305008"/>
              <a:gd name="connsiteX679" fmla="*/ 1459300 w 5593163"/>
              <a:gd name="connsiteY679" fmla="*/ 3913899 h 4305008"/>
              <a:gd name="connsiteX680" fmla="*/ 1457930 w 5593163"/>
              <a:gd name="connsiteY680" fmla="*/ 3896923 h 4305008"/>
              <a:gd name="connsiteX681" fmla="*/ 1457928 w 5593163"/>
              <a:gd name="connsiteY681" fmla="*/ 469318 h 4305008"/>
              <a:gd name="connsiteX682" fmla="*/ 1459298 w 5593163"/>
              <a:gd name="connsiteY682" fmla="*/ 452471 h 4305008"/>
              <a:gd name="connsiteX683" fmla="*/ 1466762 w 5593163"/>
              <a:gd name="connsiteY683" fmla="*/ 360740 h 4305008"/>
              <a:gd name="connsiteX684" fmla="*/ 1467303 w 5593163"/>
              <a:gd name="connsiteY684" fmla="*/ 354103 h 4305008"/>
              <a:gd name="connsiteX685" fmla="*/ 1467808 w 5593163"/>
              <a:gd name="connsiteY685" fmla="*/ 354040 h 4305008"/>
              <a:gd name="connsiteX686" fmla="*/ 1552022 w 5593163"/>
              <a:gd name="connsiteY686" fmla="*/ 96778 h 4305008"/>
              <a:gd name="connsiteX687" fmla="*/ 1614656 w 5593163"/>
              <a:gd name="connsiteY687" fmla="*/ 0 h 4305008"/>
              <a:gd name="connsiteX688" fmla="*/ 1783031 w 5593163"/>
              <a:gd name="connsiteY688" fmla="*/ 0 h 4305008"/>
              <a:gd name="connsiteX689" fmla="*/ 1714803 w 5593163"/>
              <a:gd name="connsiteY689" fmla="*/ 76659 h 4305008"/>
              <a:gd name="connsiteX690" fmla="*/ 1601295 w 5593163"/>
              <a:gd name="connsiteY690" fmla="*/ 337433 h 4305008"/>
              <a:gd name="connsiteX691" fmla="*/ 2040269 w 5593163"/>
              <a:gd name="connsiteY691" fmla="*/ 44350 h 4305008"/>
              <a:gd name="connsiteX692" fmla="*/ 2062497 w 5593163"/>
              <a:gd name="connsiteY692" fmla="*/ 0 h 4305008"/>
              <a:gd name="connsiteX693" fmla="*/ 2211135 w 5593163"/>
              <a:gd name="connsiteY693" fmla="*/ 0 h 4305008"/>
              <a:gd name="connsiteX694" fmla="*/ 2159296 w 5593163"/>
              <a:gd name="connsiteY694" fmla="*/ 95636 h 4305008"/>
              <a:gd name="connsiteX695" fmla="*/ 1587923 w 5593163"/>
              <a:gd name="connsiteY695" fmla="*/ 467856 h 4305008"/>
              <a:gd name="connsiteX696" fmla="*/ 1587807 w 5593163"/>
              <a:gd name="connsiteY696" fmla="*/ 468995 h 4305008"/>
              <a:gd name="connsiteX697" fmla="*/ 1571591 w 5593163"/>
              <a:gd name="connsiteY697" fmla="*/ 470523 h 4305008"/>
              <a:gd name="connsiteX698" fmla="*/ 1476164 w 5593163"/>
              <a:gd name="connsiteY698" fmla="*/ 479514 h 4305008"/>
              <a:gd name="connsiteX699" fmla="*/ 1459046 w 5593163"/>
              <a:gd name="connsiteY699" fmla="*/ 481127 h 4305008"/>
              <a:gd name="connsiteX700" fmla="*/ 1459020 w 5593163"/>
              <a:gd name="connsiteY700" fmla="*/ 480636 h 4305008"/>
              <a:gd name="connsiteX701" fmla="*/ 1458521 w 5593163"/>
              <a:gd name="connsiteY701" fmla="*/ 480669 h 4305008"/>
              <a:gd name="connsiteX702" fmla="*/ 1457928 w 5593163"/>
              <a:gd name="connsiteY702" fmla="*/ 469318 h 4305008"/>
              <a:gd name="connsiteX703" fmla="*/ 1457928 w 5593163"/>
              <a:gd name="connsiteY703" fmla="*/ 2166144 h 4305008"/>
              <a:gd name="connsiteX704" fmla="*/ 1459298 w 5593163"/>
              <a:gd name="connsiteY704" fmla="*/ 2149296 h 4305008"/>
              <a:gd name="connsiteX705" fmla="*/ 1466762 w 5593163"/>
              <a:gd name="connsiteY705" fmla="*/ 2057565 h 4305008"/>
              <a:gd name="connsiteX706" fmla="*/ 1467303 w 5593163"/>
              <a:gd name="connsiteY706" fmla="*/ 2050928 h 4305008"/>
              <a:gd name="connsiteX707" fmla="*/ 1467808 w 5593163"/>
              <a:gd name="connsiteY707" fmla="*/ 2050865 h 4305008"/>
              <a:gd name="connsiteX708" fmla="*/ 2157974 w 5593163"/>
              <a:gd name="connsiteY708" fmla="*/ 1363267 h 4305008"/>
              <a:gd name="connsiteX709" fmla="*/ 2158091 w 5593163"/>
              <a:gd name="connsiteY709" fmla="*/ 1362128 h 4305008"/>
              <a:gd name="connsiteX710" fmla="*/ 2174304 w 5593163"/>
              <a:gd name="connsiteY710" fmla="*/ 1360601 h 4305008"/>
              <a:gd name="connsiteX711" fmla="*/ 2269765 w 5593163"/>
              <a:gd name="connsiteY711" fmla="*/ 1351607 h 4305008"/>
              <a:gd name="connsiteX712" fmla="*/ 2286853 w 5593163"/>
              <a:gd name="connsiteY712" fmla="*/ 1349997 h 4305008"/>
              <a:gd name="connsiteX713" fmla="*/ 2286879 w 5593163"/>
              <a:gd name="connsiteY713" fmla="*/ 1350487 h 4305008"/>
              <a:gd name="connsiteX714" fmla="*/ 2287377 w 5593163"/>
              <a:gd name="connsiteY714" fmla="*/ 1350455 h 4305008"/>
              <a:gd name="connsiteX715" fmla="*/ 2287971 w 5593163"/>
              <a:gd name="connsiteY715" fmla="*/ 1361805 h 4305008"/>
              <a:gd name="connsiteX716" fmla="*/ 2286600 w 5593163"/>
              <a:gd name="connsiteY716" fmla="*/ 1378647 h 4305008"/>
              <a:gd name="connsiteX717" fmla="*/ 2279133 w 5593163"/>
              <a:gd name="connsiteY717" fmla="*/ 1470397 h 4305008"/>
              <a:gd name="connsiteX718" fmla="*/ 2278595 w 5593163"/>
              <a:gd name="connsiteY718" fmla="*/ 1477021 h 4305008"/>
              <a:gd name="connsiteX719" fmla="*/ 2278089 w 5593163"/>
              <a:gd name="connsiteY719" fmla="*/ 1477083 h 4305008"/>
              <a:gd name="connsiteX720" fmla="*/ 1587923 w 5593163"/>
              <a:gd name="connsiteY720" fmla="*/ 2164681 h 4305008"/>
              <a:gd name="connsiteX721" fmla="*/ 1587807 w 5593163"/>
              <a:gd name="connsiteY721" fmla="*/ 2165820 h 4305008"/>
              <a:gd name="connsiteX722" fmla="*/ 1571591 w 5593163"/>
              <a:gd name="connsiteY722" fmla="*/ 2167348 h 4305008"/>
              <a:gd name="connsiteX723" fmla="*/ 1476164 w 5593163"/>
              <a:gd name="connsiteY723" fmla="*/ 2176339 h 4305008"/>
              <a:gd name="connsiteX724" fmla="*/ 1459046 w 5593163"/>
              <a:gd name="connsiteY724" fmla="*/ 2177952 h 4305008"/>
              <a:gd name="connsiteX725" fmla="*/ 1459020 w 5593163"/>
              <a:gd name="connsiteY725" fmla="*/ 2177461 h 4305008"/>
              <a:gd name="connsiteX726" fmla="*/ 1458521 w 5593163"/>
              <a:gd name="connsiteY726" fmla="*/ 2177494 h 4305008"/>
              <a:gd name="connsiteX727" fmla="*/ 1457928 w 5593163"/>
              <a:gd name="connsiteY727" fmla="*/ 2166144 h 4305008"/>
              <a:gd name="connsiteX728" fmla="*/ 1457928 w 5593163"/>
              <a:gd name="connsiteY728" fmla="*/ 3862969 h 4305008"/>
              <a:gd name="connsiteX729" fmla="*/ 1459298 w 5593163"/>
              <a:gd name="connsiteY729" fmla="*/ 3846121 h 4305008"/>
              <a:gd name="connsiteX730" fmla="*/ 1466762 w 5593163"/>
              <a:gd name="connsiteY730" fmla="*/ 3754390 h 4305008"/>
              <a:gd name="connsiteX731" fmla="*/ 1467303 w 5593163"/>
              <a:gd name="connsiteY731" fmla="*/ 3747753 h 4305008"/>
              <a:gd name="connsiteX732" fmla="*/ 1467808 w 5593163"/>
              <a:gd name="connsiteY732" fmla="*/ 3747690 h 4305008"/>
              <a:gd name="connsiteX733" fmla="*/ 2157974 w 5593163"/>
              <a:gd name="connsiteY733" fmla="*/ 3060092 h 4305008"/>
              <a:gd name="connsiteX734" fmla="*/ 2158091 w 5593163"/>
              <a:gd name="connsiteY734" fmla="*/ 3058953 h 4305008"/>
              <a:gd name="connsiteX735" fmla="*/ 2174304 w 5593163"/>
              <a:gd name="connsiteY735" fmla="*/ 3057426 h 4305008"/>
              <a:gd name="connsiteX736" fmla="*/ 2269765 w 5593163"/>
              <a:gd name="connsiteY736" fmla="*/ 3048432 h 4305008"/>
              <a:gd name="connsiteX737" fmla="*/ 2286853 w 5593163"/>
              <a:gd name="connsiteY737" fmla="*/ 3046822 h 4305008"/>
              <a:gd name="connsiteX738" fmla="*/ 2286879 w 5593163"/>
              <a:gd name="connsiteY738" fmla="*/ 3047312 h 4305008"/>
              <a:gd name="connsiteX739" fmla="*/ 2287377 w 5593163"/>
              <a:gd name="connsiteY739" fmla="*/ 3047280 h 4305008"/>
              <a:gd name="connsiteX740" fmla="*/ 2287971 w 5593163"/>
              <a:gd name="connsiteY740" fmla="*/ 3058630 h 4305008"/>
              <a:gd name="connsiteX741" fmla="*/ 2286600 w 5593163"/>
              <a:gd name="connsiteY741" fmla="*/ 3075472 h 4305008"/>
              <a:gd name="connsiteX742" fmla="*/ 2279133 w 5593163"/>
              <a:gd name="connsiteY742" fmla="*/ 3167222 h 4305008"/>
              <a:gd name="connsiteX743" fmla="*/ 2278595 w 5593163"/>
              <a:gd name="connsiteY743" fmla="*/ 3173846 h 4305008"/>
              <a:gd name="connsiteX744" fmla="*/ 2278089 w 5593163"/>
              <a:gd name="connsiteY744" fmla="*/ 3173908 h 4305008"/>
              <a:gd name="connsiteX745" fmla="*/ 1587923 w 5593163"/>
              <a:gd name="connsiteY745" fmla="*/ 3861506 h 4305008"/>
              <a:gd name="connsiteX746" fmla="*/ 1587807 w 5593163"/>
              <a:gd name="connsiteY746" fmla="*/ 3862645 h 4305008"/>
              <a:gd name="connsiteX747" fmla="*/ 1571591 w 5593163"/>
              <a:gd name="connsiteY747" fmla="*/ 3864173 h 4305008"/>
              <a:gd name="connsiteX748" fmla="*/ 1476164 w 5593163"/>
              <a:gd name="connsiteY748" fmla="*/ 3873164 h 4305008"/>
              <a:gd name="connsiteX749" fmla="*/ 1459046 w 5593163"/>
              <a:gd name="connsiteY749" fmla="*/ 3874777 h 4305008"/>
              <a:gd name="connsiteX750" fmla="*/ 1459020 w 5593163"/>
              <a:gd name="connsiteY750" fmla="*/ 3874286 h 4305008"/>
              <a:gd name="connsiteX751" fmla="*/ 1458521 w 5593163"/>
              <a:gd name="connsiteY751" fmla="*/ 3874319 h 4305008"/>
              <a:gd name="connsiteX752" fmla="*/ 1457928 w 5593163"/>
              <a:gd name="connsiteY752" fmla="*/ 3862969 h 4305008"/>
              <a:gd name="connsiteX753" fmla="*/ 750739 w 5593163"/>
              <a:gd name="connsiteY753" fmla="*/ 1181049 h 4305008"/>
              <a:gd name="connsiteX754" fmla="*/ 1294048 w 5593163"/>
              <a:gd name="connsiteY754" fmla="*/ 636203 h 4305008"/>
              <a:gd name="connsiteX755" fmla="*/ 750739 w 5593163"/>
              <a:gd name="connsiteY755" fmla="*/ 1181049 h 4305008"/>
              <a:gd name="connsiteX756" fmla="*/ 750739 w 5593163"/>
              <a:gd name="connsiteY756" fmla="*/ 1493690 h 4305008"/>
              <a:gd name="connsiteX757" fmla="*/ 1294048 w 5593163"/>
              <a:gd name="connsiteY757" fmla="*/ 2034258 h 4305008"/>
              <a:gd name="connsiteX758" fmla="*/ 750739 w 5593163"/>
              <a:gd name="connsiteY758" fmla="*/ 1493690 h 4305008"/>
              <a:gd name="connsiteX759" fmla="*/ 750739 w 5593163"/>
              <a:gd name="connsiteY759" fmla="*/ 2877874 h 4305008"/>
              <a:gd name="connsiteX760" fmla="*/ 1294048 w 5593163"/>
              <a:gd name="connsiteY760" fmla="*/ 2333028 h 4305008"/>
              <a:gd name="connsiteX761" fmla="*/ 750739 w 5593163"/>
              <a:gd name="connsiteY761" fmla="*/ 2877874 h 4305008"/>
              <a:gd name="connsiteX762" fmla="*/ 750739 w 5593163"/>
              <a:gd name="connsiteY762" fmla="*/ 3190516 h 4305008"/>
              <a:gd name="connsiteX763" fmla="*/ 1294048 w 5593163"/>
              <a:gd name="connsiteY763" fmla="*/ 3731083 h 4305008"/>
              <a:gd name="connsiteX764" fmla="*/ 750739 w 5593163"/>
              <a:gd name="connsiteY764" fmla="*/ 3190516 h 4305008"/>
              <a:gd name="connsiteX765" fmla="*/ 718720 w 5593163"/>
              <a:gd name="connsiteY765" fmla="*/ 4305008 h 4305008"/>
              <a:gd name="connsiteX766" fmla="*/ 747165 w 5593163"/>
              <a:gd name="connsiteY766" fmla="*/ 4255797 h 4305008"/>
              <a:gd name="connsiteX767" fmla="*/ 1307418 w 5593163"/>
              <a:gd name="connsiteY767" fmla="*/ 3898397 h 4305008"/>
              <a:gd name="connsiteX768" fmla="*/ 1307535 w 5593163"/>
              <a:gd name="connsiteY768" fmla="*/ 3897249 h 4305008"/>
              <a:gd name="connsiteX769" fmla="*/ 1323748 w 5593163"/>
              <a:gd name="connsiteY769" fmla="*/ 3895710 h 4305008"/>
              <a:gd name="connsiteX770" fmla="*/ 1419209 w 5593163"/>
              <a:gd name="connsiteY770" fmla="*/ 3886645 h 4305008"/>
              <a:gd name="connsiteX771" fmla="*/ 1436297 w 5593163"/>
              <a:gd name="connsiteY771" fmla="*/ 3885022 h 4305008"/>
              <a:gd name="connsiteX772" fmla="*/ 1436323 w 5593163"/>
              <a:gd name="connsiteY772" fmla="*/ 3885516 h 4305008"/>
              <a:gd name="connsiteX773" fmla="*/ 1436821 w 5593163"/>
              <a:gd name="connsiteY773" fmla="*/ 3885483 h 4305008"/>
              <a:gd name="connsiteX774" fmla="*/ 1437415 w 5593163"/>
              <a:gd name="connsiteY774" fmla="*/ 3896923 h 4305008"/>
              <a:gd name="connsiteX775" fmla="*/ 1436044 w 5593163"/>
              <a:gd name="connsiteY775" fmla="*/ 3913899 h 4305008"/>
              <a:gd name="connsiteX776" fmla="*/ 1428577 w 5593163"/>
              <a:gd name="connsiteY776" fmla="*/ 4006375 h 4305008"/>
              <a:gd name="connsiteX777" fmla="*/ 1428039 w 5593163"/>
              <a:gd name="connsiteY777" fmla="*/ 4013051 h 4305008"/>
              <a:gd name="connsiteX778" fmla="*/ 1427533 w 5593163"/>
              <a:gd name="connsiteY778" fmla="*/ 4013114 h 4305008"/>
              <a:gd name="connsiteX779" fmla="*/ 1352416 w 5593163"/>
              <a:gd name="connsiteY779" fmla="*/ 4254710 h 4305008"/>
              <a:gd name="connsiteX780" fmla="*/ 1322295 w 5593163"/>
              <a:gd name="connsiteY780" fmla="*/ 4305008 h 4305008"/>
              <a:gd name="connsiteX781" fmla="*/ 1168185 w 5593163"/>
              <a:gd name="connsiteY781" fmla="*/ 4305008 h 4305008"/>
              <a:gd name="connsiteX782" fmla="*/ 1194867 w 5593163"/>
              <a:gd name="connsiteY782" fmla="*/ 4271827 h 4305008"/>
              <a:gd name="connsiteX783" fmla="*/ 1294048 w 5593163"/>
              <a:gd name="connsiteY783" fmla="*/ 4029853 h 4305008"/>
              <a:gd name="connsiteX784" fmla="*/ 921894 w 5593163"/>
              <a:gd name="connsiteY784" fmla="*/ 4241205 h 4305008"/>
              <a:gd name="connsiteX785" fmla="*/ 869771 w 5593163"/>
              <a:gd name="connsiteY785" fmla="*/ 4305008 h 4305008"/>
              <a:gd name="connsiteX786" fmla="*/ 684209 w 5593163"/>
              <a:gd name="connsiteY786" fmla="*/ 0 h 4305008"/>
              <a:gd name="connsiteX787" fmla="*/ 832847 w 5593163"/>
              <a:gd name="connsiteY787" fmla="*/ 0 h 4305008"/>
              <a:gd name="connsiteX788" fmla="*/ 855075 w 5593163"/>
              <a:gd name="connsiteY788" fmla="*/ 44350 h 4305008"/>
              <a:gd name="connsiteX789" fmla="*/ 1294048 w 5593163"/>
              <a:gd name="connsiteY789" fmla="*/ 337433 h 4305008"/>
              <a:gd name="connsiteX790" fmla="*/ 1180541 w 5593163"/>
              <a:gd name="connsiteY790" fmla="*/ 76659 h 4305008"/>
              <a:gd name="connsiteX791" fmla="*/ 1112313 w 5593163"/>
              <a:gd name="connsiteY791" fmla="*/ 0 h 4305008"/>
              <a:gd name="connsiteX792" fmla="*/ 1280688 w 5593163"/>
              <a:gd name="connsiteY792" fmla="*/ 0 h 4305008"/>
              <a:gd name="connsiteX793" fmla="*/ 1343322 w 5593163"/>
              <a:gd name="connsiteY793" fmla="*/ 96778 h 4305008"/>
              <a:gd name="connsiteX794" fmla="*/ 1427534 w 5593163"/>
              <a:gd name="connsiteY794" fmla="*/ 354040 h 4305008"/>
              <a:gd name="connsiteX795" fmla="*/ 1428040 w 5593163"/>
              <a:gd name="connsiteY795" fmla="*/ 354102 h 4305008"/>
              <a:gd name="connsiteX796" fmla="*/ 1428580 w 5593163"/>
              <a:gd name="connsiteY796" fmla="*/ 360740 h 4305008"/>
              <a:gd name="connsiteX797" fmla="*/ 1436044 w 5593163"/>
              <a:gd name="connsiteY797" fmla="*/ 452471 h 4305008"/>
              <a:gd name="connsiteX798" fmla="*/ 1437415 w 5593163"/>
              <a:gd name="connsiteY798" fmla="*/ 469318 h 4305008"/>
              <a:gd name="connsiteX799" fmla="*/ 1436822 w 5593163"/>
              <a:gd name="connsiteY799" fmla="*/ 480669 h 4305008"/>
              <a:gd name="connsiteX800" fmla="*/ 1436323 w 5593163"/>
              <a:gd name="connsiteY800" fmla="*/ 480636 h 4305008"/>
              <a:gd name="connsiteX801" fmla="*/ 1436297 w 5593163"/>
              <a:gd name="connsiteY801" fmla="*/ 481127 h 4305008"/>
              <a:gd name="connsiteX802" fmla="*/ 1419178 w 5593163"/>
              <a:gd name="connsiteY802" fmla="*/ 479514 h 4305008"/>
              <a:gd name="connsiteX803" fmla="*/ 1323752 w 5593163"/>
              <a:gd name="connsiteY803" fmla="*/ 470523 h 4305008"/>
              <a:gd name="connsiteX804" fmla="*/ 1307535 w 5593163"/>
              <a:gd name="connsiteY804" fmla="*/ 468995 h 4305008"/>
              <a:gd name="connsiteX805" fmla="*/ 1307419 w 5593163"/>
              <a:gd name="connsiteY805" fmla="*/ 467856 h 4305008"/>
              <a:gd name="connsiteX806" fmla="*/ 736048 w 5593163"/>
              <a:gd name="connsiteY806" fmla="*/ 95636 h 4305008"/>
              <a:gd name="connsiteX807" fmla="*/ 607372 w 5593163"/>
              <a:gd name="connsiteY807" fmla="*/ 1313979 h 4305008"/>
              <a:gd name="connsiteX808" fmla="*/ 608742 w 5593163"/>
              <a:gd name="connsiteY808" fmla="*/ 1296998 h 4305008"/>
              <a:gd name="connsiteX809" fmla="*/ 616206 w 5593163"/>
              <a:gd name="connsiteY809" fmla="*/ 1204541 h 4305008"/>
              <a:gd name="connsiteX810" fmla="*/ 616747 w 5593163"/>
              <a:gd name="connsiteY810" fmla="*/ 1197851 h 4305008"/>
              <a:gd name="connsiteX811" fmla="*/ 617252 w 5593163"/>
              <a:gd name="connsiteY811" fmla="*/ 1197788 h 4305008"/>
              <a:gd name="connsiteX812" fmla="*/ 1307418 w 5593163"/>
              <a:gd name="connsiteY812" fmla="*/ 504747 h 4305008"/>
              <a:gd name="connsiteX813" fmla="*/ 1307535 w 5593163"/>
              <a:gd name="connsiteY813" fmla="*/ 503599 h 4305008"/>
              <a:gd name="connsiteX814" fmla="*/ 1323748 w 5593163"/>
              <a:gd name="connsiteY814" fmla="*/ 502060 h 4305008"/>
              <a:gd name="connsiteX815" fmla="*/ 1419209 w 5593163"/>
              <a:gd name="connsiteY815" fmla="*/ 492995 h 4305008"/>
              <a:gd name="connsiteX816" fmla="*/ 1436297 w 5593163"/>
              <a:gd name="connsiteY816" fmla="*/ 491372 h 4305008"/>
              <a:gd name="connsiteX817" fmla="*/ 1436323 w 5593163"/>
              <a:gd name="connsiteY817" fmla="*/ 491866 h 4305008"/>
              <a:gd name="connsiteX818" fmla="*/ 1436821 w 5593163"/>
              <a:gd name="connsiteY818" fmla="*/ 491833 h 4305008"/>
              <a:gd name="connsiteX819" fmla="*/ 1437415 w 5593163"/>
              <a:gd name="connsiteY819" fmla="*/ 503273 h 4305008"/>
              <a:gd name="connsiteX820" fmla="*/ 1436044 w 5593163"/>
              <a:gd name="connsiteY820" fmla="*/ 520249 h 4305008"/>
              <a:gd name="connsiteX821" fmla="*/ 1428577 w 5593163"/>
              <a:gd name="connsiteY821" fmla="*/ 612725 h 4305008"/>
              <a:gd name="connsiteX822" fmla="*/ 1428039 w 5593163"/>
              <a:gd name="connsiteY822" fmla="*/ 619401 h 4305008"/>
              <a:gd name="connsiteX823" fmla="*/ 1427533 w 5593163"/>
              <a:gd name="connsiteY823" fmla="*/ 619464 h 4305008"/>
              <a:gd name="connsiteX824" fmla="*/ 737367 w 5593163"/>
              <a:gd name="connsiteY824" fmla="*/ 1312505 h 4305008"/>
              <a:gd name="connsiteX825" fmla="*/ 737251 w 5593163"/>
              <a:gd name="connsiteY825" fmla="*/ 1313653 h 4305008"/>
              <a:gd name="connsiteX826" fmla="*/ 721035 w 5593163"/>
              <a:gd name="connsiteY826" fmla="*/ 1315193 h 4305008"/>
              <a:gd name="connsiteX827" fmla="*/ 625608 w 5593163"/>
              <a:gd name="connsiteY827" fmla="*/ 1324255 h 4305008"/>
              <a:gd name="connsiteX828" fmla="*/ 608490 w 5593163"/>
              <a:gd name="connsiteY828" fmla="*/ 1325881 h 4305008"/>
              <a:gd name="connsiteX829" fmla="*/ 608464 w 5593163"/>
              <a:gd name="connsiteY829" fmla="*/ 1325386 h 4305008"/>
              <a:gd name="connsiteX830" fmla="*/ 607965 w 5593163"/>
              <a:gd name="connsiteY830" fmla="*/ 1325419 h 4305008"/>
              <a:gd name="connsiteX831" fmla="*/ 607372 w 5593163"/>
              <a:gd name="connsiteY831" fmla="*/ 1313979 h 4305008"/>
              <a:gd name="connsiteX832" fmla="*/ 607372 w 5593163"/>
              <a:gd name="connsiteY832" fmla="*/ 1361805 h 4305008"/>
              <a:gd name="connsiteX833" fmla="*/ 607966 w 5593163"/>
              <a:gd name="connsiteY833" fmla="*/ 1350455 h 4305008"/>
              <a:gd name="connsiteX834" fmla="*/ 608464 w 5593163"/>
              <a:gd name="connsiteY834" fmla="*/ 1350487 h 4305008"/>
              <a:gd name="connsiteX835" fmla="*/ 608490 w 5593163"/>
              <a:gd name="connsiteY835" fmla="*/ 1349997 h 4305008"/>
              <a:gd name="connsiteX836" fmla="*/ 625577 w 5593163"/>
              <a:gd name="connsiteY836" fmla="*/ 1351607 h 4305008"/>
              <a:gd name="connsiteX837" fmla="*/ 721039 w 5593163"/>
              <a:gd name="connsiteY837" fmla="*/ 1360601 h 4305008"/>
              <a:gd name="connsiteX838" fmla="*/ 737251 w 5593163"/>
              <a:gd name="connsiteY838" fmla="*/ 1362128 h 4305008"/>
              <a:gd name="connsiteX839" fmla="*/ 737368 w 5593163"/>
              <a:gd name="connsiteY839" fmla="*/ 1363267 h 4305008"/>
              <a:gd name="connsiteX840" fmla="*/ 1427534 w 5593163"/>
              <a:gd name="connsiteY840" fmla="*/ 2050865 h 4305008"/>
              <a:gd name="connsiteX841" fmla="*/ 1428040 w 5593163"/>
              <a:gd name="connsiteY841" fmla="*/ 2050928 h 4305008"/>
              <a:gd name="connsiteX842" fmla="*/ 1428580 w 5593163"/>
              <a:gd name="connsiteY842" fmla="*/ 2057565 h 4305008"/>
              <a:gd name="connsiteX843" fmla="*/ 1436044 w 5593163"/>
              <a:gd name="connsiteY843" fmla="*/ 2149296 h 4305008"/>
              <a:gd name="connsiteX844" fmla="*/ 1437415 w 5593163"/>
              <a:gd name="connsiteY844" fmla="*/ 2166144 h 4305008"/>
              <a:gd name="connsiteX845" fmla="*/ 1436822 w 5593163"/>
              <a:gd name="connsiteY845" fmla="*/ 2177494 h 4305008"/>
              <a:gd name="connsiteX846" fmla="*/ 1436323 w 5593163"/>
              <a:gd name="connsiteY846" fmla="*/ 2177461 h 4305008"/>
              <a:gd name="connsiteX847" fmla="*/ 1436297 w 5593163"/>
              <a:gd name="connsiteY847" fmla="*/ 2177952 h 4305008"/>
              <a:gd name="connsiteX848" fmla="*/ 1419178 w 5593163"/>
              <a:gd name="connsiteY848" fmla="*/ 2176339 h 4305008"/>
              <a:gd name="connsiteX849" fmla="*/ 1323752 w 5593163"/>
              <a:gd name="connsiteY849" fmla="*/ 2167348 h 4305008"/>
              <a:gd name="connsiteX850" fmla="*/ 1307535 w 5593163"/>
              <a:gd name="connsiteY850" fmla="*/ 2165820 h 4305008"/>
              <a:gd name="connsiteX851" fmla="*/ 1307419 w 5593163"/>
              <a:gd name="connsiteY851" fmla="*/ 2164681 h 4305008"/>
              <a:gd name="connsiteX852" fmla="*/ 617253 w 5593163"/>
              <a:gd name="connsiteY852" fmla="*/ 1477083 h 4305008"/>
              <a:gd name="connsiteX853" fmla="*/ 616748 w 5593163"/>
              <a:gd name="connsiteY853" fmla="*/ 1477021 h 4305008"/>
              <a:gd name="connsiteX854" fmla="*/ 616209 w 5593163"/>
              <a:gd name="connsiteY854" fmla="*/ 1470397 h 4305008"/>
              <a:gd name="connsiteX855" fmla="*/ 608742 w 5593163"/>
              <a:gd name="connsiteY855" fmla="*/ 1378647 h 4305008"/>
              <a:gd name="connsiteX856" fmla="*/ 607372 w 5593163"/>
              <a:gd name="connsiteY856" fmla="*/ 1361805 h 4305008"/>
              <a:gd name="connsiteX857" fmla="*/ 607372 w 5593163"/>
              <a:gd name="connsiteY857" fmla="*/ 3010804 h 4305008"/>
              <a:gd name="connsiteX858" fmla="*/ 608742 w 5593163"/>
              <a:gd name="connsiteY858" fmla="*/ 2993823 h 4305008"/>
              <a:gd name="connsiteX859" fmla="*/ 616206 w 5593163"/>
              <a:gd name="connsiteY859" fmla="*/ 2901366 h 4305008"/>
              <a:gd name="connsiteX860" fmla="*/ 616747 w 5593163"/>
              <a:gd name="connsiteY860" fmla="*/ 2894676 h 4305008"/>
              <a:gd name="connsiteX861" fmla="*/ 617252 w 5593163"/>
              <a:gd name="connsiteY861" fmla="*/ 2894613 h 4305008"/>
              <a:gd name="connsiteX862" fmla="*/ 1307418 w 5593163"/>
              <a:gd name="connsiteY862" fmla="*/ 2201572 h 4305008"/>
              <a:gd name="connsiteX863" fmla="*/ 1307535 w 5593163"/>
              <a:gd name="connsiteY863" fmla="*/ 2200424 h 4305008"/>
              <a:gd name="connsiteX864" fmla="*/ 1323748 w 5593163"/>
              <a:gd name="connsiteY864" fmla="*/ 2198885 h 4305008"/>
              <a:gd name="connsiteX865" fmla="*/ 1419209 w 5593163"/>
              <a:gd name="connsiteY865" fmla="*/ 2189820 h 4305008"/>
              <a:gd name="connsiteX866" fmla="*/ 1436297 w 5593163"/>
              <a:gd name="connsiteY866" fmla="*/ 2188197 h 4305008"/>
              <a:gd name="connsiteX867" fmla="*/ 1436323 w 5593163"/>
              <a:gd name="connsiteY867" fmla="*/ 2188691 h 4305008"/>
              <a:gd name="connsiteX868" fmla="*/ 1436821 w 5593163"/>
              <a:gd name="connsiteY868" fmla="*/ 2188658 h 4305008"/>
              <a:gd name="connsiteX869" fmla="*/ 1437415 w 5593163"/>
              <a:gd name="connsiteY869" fmla="*/ 2200098 h 4305008"/>
              <a:gd name="connsiteX870" fmla="*/ 1436044 w 5593163"/>
              <a:gd name="connsiteY870" fmla="*/ 2217074 h 4305008"/>
              <a:gd name="connsiteX871" fmla="*/ 1428577 w 5593163"/>
              <a:gd name="connsiteY871" fmla="*/ 2309550 h 4305008"/>
              <a:gd name="connsiteX872" fmla="*/ 1428039 w 5593163"/>
              <a:gd name="connsiteY872" fmla="*/ 2316226 h 4305008"/>
              <a:gd name="connsiteX873" fmla="*/ 1427533 w 5593163"/>
              <a:gd name="connsiteY873" fmla="*/ 2316289 h 4305008"/>
              <a:gd name="connsiteX874" fmla="*/ 737367 w 5593163"/>
              <a:gd name="connsiteY874" fmla="*/ 3009330 h 4305008"/>
              <a:gd name="connsiteX875" fmla="*/ 737251 w 5593163"/>
              <a:gd name="connsiteY875" fmla="*/ 3010478 h 4305008"/>
              <a:gd name="connsiteX876" fmla="*/ 721035 w 5593163"/>
              <a:gd name="connsiteY876" fmla="*/ 3012018 h 4305008"/>
              <a:gd name="connsiteX877" fmla="*/ 625608 w 5593163"/>
              <a:gd name="connsiteY877" fmla="*/ 3021080 h 4305008"/>
              <a:gd name="connsiteX878" fmla="*/ 608490 w 5593163"/>
              <a:gd name="connsiteY878" fmla="*/ 3022706 h 4305008"/>
              <a:gd name="connsiteX879" fmla="*/ 608464 w 5593163"/>
              <a:gd name="connsiteY879" fmla="*/ 3022211 h 4305008"/>
              <a:gd name="connsiteX880" fmla="*/ 607965 w 5593163"/>
              <a:gd name="connsiteY880" fmla="*/ 3022244 h 4305008"/>
              <a:gd name="connsiteX881" fmla="*/ 607372 w 5593163"/>
              <a:gd name="connsiteY881" fmla="*/ 3010804 h 4305008"/>
              <a:gd name="connsiteX882" fmla="*/ 607372 w 5593163"/>
              <a:gd name="connsiteY882" fmla="*/ 3058630 h 4305008"/>
              <a:gd name="connsiteX883" fmla="*/ 607966 w 5593163"/>
              <a:gd name="connsiteY883" fmla="*/ 3047280 h 4305008"/>
              <a:gd name="connsiteX884" fmla="*/ 608464 w 5593163"/>
              <a:gd name="connsiteY884" fmla="*/ 3047312 h 4305008"/>
              <a:gd name="connsiteX885" fmla="*/ 608490 w 5593163"/>
              <a:gd name="connsiteY885" fmla="*/ 3046822 h 4305008"/>
              <a:gd name="connsiteX886" fmla="*/ 625577 w 5593163"/>
              <a:gd name="connsiteY886" fmla="*/ 3048432 h 4305008"/>
              <a:gd name="connsiteX887" fmla="*/ 721039 w 5593163"/>
              <a:gd name="connsiteY887" fmla="*/ 3057426 h 4305008"/>
              <a:gd name="connsiteX888" fmla="*/ 737251 w 5593163"/>
              <a:gd name="connsiteY888" fmla="*/ 3058953 h 4305008"/>
              <a:gd name="connsiteX889" fmla="*/ 737368 w 5593163"/>
              <a:gd name="connsiteY889" fmla="*/ 3060092 h 4305008"/>
              <a:gd name="connsiteX890" fmla="*/ 1427534 w 5593163"/>
              <a:gd name="connsiteY890" fmla="*/ 3747690 h 4305008"/>
              <a:gd name="connsiteX891" fmla="*/ 1428040 w 5593163"/>
              <a:gd name="connsiteY891" fmla="*/ 3747753 h 4305008"/>
              <a:gd name="connsiteX892" fmla="*/ 1428580 w 5593163"/>
              <a:gd name="connsiteY892" fmla="*/ 3754390 h 4305008"/>
              <a:gd name="connsiteX893" fmla="*/ 1436044 w 5593163"/>
              <a:gd name="connsiteY893" fmla="*/ 3846121 h 4305008"/>
              <a:gd name="connsiteX894" fmla="*/ 1437415 w 5593163"/>
              <a:gd name="connsiteY894" fmla="*/ 3862969 h 4305008"/>
              <a:gd name="connsiteX895" fmla="*/ 1436822 w 5593163"/>
              <a:gd name="connsiteY895" fmla="*/ 3874319 h 4305008"/>
              <a:gd name="connsiteX896" fmla="*/ 1436323 w 5593163"/>
              <a:gd name="connsiteY896" fmla="*/ 3874286 h 4305008"/>
              <a:gd name="connsiteX897" fmla="*/ 1436297 w 5593163"/>
              <a:gd name="connsiteY897" fmla="*/ 3874777 h 4305008"/>
              <a:gd name="connsiteX898" fmla="*/ 1419178 w 5593163"/>
              <a:gd name="connsiteY898" fmla="*/ 3873164 h 4305008"/>
              <a:gd name="connsiteX899" fmla="*/ 1323752 w 5593163"/>
              <a:gd name="connsiteY899" fmla="*/ 3864173 h 4305008"/>
              <a:gd name="connsiteX900" fmla="*/ 1307535 w 5593163"/>
              <a:gd name="connsiteY900" fmla="*/ 3862645 h 4305008"/>
              <a:gd name="connsiteX901" fmla="*/ 1307419 w 5593163"/>
              <a:gd name="connsiteY901" fmla="*/ 3861506 h 4305008"/>
              <a:gd name="connsiteX902" fmla="*/ 617253 w 5593163"/>
              <a:gd name="connsiteY902" fmla="*/ 3173908 h 4305008"/>
              <a:gd name="connsiteX903" fmla="*/ 616748 w 5593163"/>
              <a:gd name="connsiteY903" fmla="*/ 3173846 h 4305008"/>
              <a:gd name="connsiteX904" fmla="*/ 616209 w 5593163"/>
              <a:gd name="connsiteY904" fmla="*/ 3167222 h 4305008"/>
              <a:gd name="connsiteX905" fmla="*/ 608742 w 5593163"/>
              <a:gd name="connsiteY905" fmla="*/ 3075472 h 4305008"/>
              <a:gd name="connsiteX906" fmla="*/ 607372 w 5593163"/>
              <a:gd name="connsiteY906" fmla="*/ 3058630 h 4305008"/>
              <a:gd name="connsiteX907" fmla="*/ 0 w 5593163"/>
              <a:gd name="connsiteY907" fmla="*/ 116373 h 4305008"/>
              <a:gd name="connsiteX908" fmla="*/ 0 w 5593163"/>
              <a:gd name="connsiteY908" fmla="*/ 0 h 4305008"/>
              <a:gd name="connsiteX909" fmla="*/ 90880 w 5593163"/>
              <a:gd name="connsiteY909" fmla="*/ 0 h 4305008"/>
              <a:gd name="connsiteX910" fmla="*/ 22652 w 5593163"/>
              <a:gd name="connsiteY910" fmla="*/ 76659 h 4305008"/>
              <a:gd name="connsiteX911" fmla="*/ 0 w 5593163"/>
              <a:gd name="connsiteY911" fmla="*/ 443121 h 4305008"/>
              <a:gd name="connsiteX912" fmla="*/ 0 w 5593163"/>
              <a:gd name="connsiteY912" fmla="*/ 311637 h 4305008"/>
              <a:gd name="connsiteX913" fmla="*/ 82171 w 5593163"/>
              <a:gd name="connsiteY913" fmla="*/ 276703 h 4305008"/>
              <a:gd name="connsiteX914" fmla="*/ 348118 w 5593163"/>
              <a:gd name="connsiteY914" fmla="*/ 44350 h 4305008"/>
              <a:gd name="connsiteX915" fmla="*/ 370347 w 5593163"/>
              <a:gd name="connsiteY915" fmla="*/ 0 h 4305008"/>
              <a:gd name="connsiteX916" fmla="*/ 518984 w 5593163"/>
              <a:gd name="connsiteY916" fmla="*/ 0 h 4305008"/>
              <a:gd name="connsiteX917" fmla="*/ 467145 w 5593163"/>
              <a:gd name="connsiteY917" fmla="*/ 95636 h 4305008"/>
              <a:gd name="connsiteX918" fmla="*/ 13323 w 5593163"/>
              <a:gd name="connsiteY918" fmla="*/ 439959 h 4305008"/>
              <a:gd name="connsiteX919" fmla="*/ 0 w 5593163"/>
              <a:gd name="connsiteY919" fmla="*/ 1070142 h 4305008"/>
              <a:gd name="connsiteX920" fmla="*/ 0 w 5593163"/>
              <a:gd name="connsiteY920" fmla="*/ 862064 h 4305008"/>
              <a:gd name="connsiteX921" fmla="*/ 31905 w 5593163"/>
              <a:gd name="connsiteY921" fmla="*/ 912052 h 4305008"/>
              <a:gd name="connsiteX922" fmla="*/ 452455 w 5593163"/>
              <a:gd name="connsiteY922" fmla="*/ 1181049 h 4305008"/>
              <a:gd name="connsiteX923" fmla="*/ 9316 w 5593163"/>
              <a:gd name="connsiteY923" fmla="*/ 665484 h 4305008"/>
              <a:gd name="connsiteX924" fmla="*/ 0 w 5593163"/>
              <a:gd name="connsiteY924" fmla="*/ 662760 h 4305008"/>
              <a:gd name="connsiteX925" fmla="*/ 0 w 5593163"/>
              <a:gd name="connsiteY925" fmla="*/ 530567 h 4305008"/>
              <a:gd name="connsiteX926" fmla="*/ 26399 w 5593163"/>
              <a:gd name="connsiteY926" fmla="*/ 537107 h 4305008"/>
              <a:gd name="connsiteX927" fmla="*/ 585941 w 5593163"/>
              <a:gd name="connsiteY927" fmla="*/ 1197788 h 4305008"/>
              <a:gd name="connsiteX928" fmla="*/ 586447 w 5593163"/>
              <a:gd name="connsiteY928" fmla="*/ 1197851 h 4305008"/>
              <a:gd name="connsiteX929" fmla="*/ 586987 w 5593163"/>
              <a:gd name="connsiteY929" fmla="*/ 1204541 h 4305008"/>
              <a:gd name="connsiteX930" fmla="*/ 594451 w 5593163"/>
              <a:gd name="connsiteY930" fmla="*/ 1296998 h 4305008"/>
              <a:gd name="connsiteX931" fmla="*/ 595822 w 5593163"/>
              <a:gd name="connsiteY931" fmla="*/ 1313979 h 4305008"/>
              <a:gd name="connsiteX932" fmla="*/ 595229 w 5593163"/>
              <a:gd name="connsiteY932" fmla="*/ 1325419 h 4305008"/>
              <a:gd name="connsiteX933" fmla="*/ 594730 w 5593163"/>
              <a:gd name="connsiteY933" fmla="*/ 1325386 h 4305008"/>
              <a:gd name="connsiteX934" fmla="*/ 594704 w 5593163"/>
              <a:gd name="connsiteY934" fmla="*/ 1325881 h 4305008"/>
              <a:gd name="connsiteX935" fmla="*/ 577585 w 5593163"/>
              <a:gd name="connsiteY935" fmla="*/ 1324255 h 4305008"/>
              <a:gd name="connsiteX936" fmla="*/ 482159 w 5593163"/>
              <a:gd name="connsiteY936" fmla="*/ 1315193 h 4305008"/>
              <a:gd name="connsiteX937" fmla="*/ 465942 w 5593163"/>
              <a:gd name="connsiteY937" fmla="*/ 1313653 h 4305008"/>
              <a:gd name="connsiteX938" fmla="*/ 465826 w 5593163"/>
              <a:gd name="connsiteY938" fmla="*/ 1312505 h 4305008"/>
              <a:gd name="connsiteX939" fmla="*/ 5028 w 5593163"/>
              <a:gd name="connsiteY939" fmla="*/ 1076034 h 4305008"/>
              <a:gd name="connsiteX940" fmla="*/ 0 w 5593163"/>
              <a:gd name="connsiteY940" fmla="*/ 2139063 h 4305008"/>
              <a:gd name="connsiteX941" fmla="*/ 0 w 5593163"/>
              <a:gd name="connsiteY941" fmla="*/ 2007909 h 4305008"/>
              <a:gd name="connsiteX942" fmla="*/ 9314 w 5593163"/>
              <a:gd name="connsiteY942" fmla="*/ 2005207 h 4305008"/>
              <a:gd name="connsiteX943" fmla="*/ 452453 w 5593163"/>
              <a:gd name="connsiteY943" fmla="*/ 1493690 h 4305008"/>
              <a:gd name="connsiteX944" fmla="*/ 31903 w 5593163"/>
              <a:gd name="connsiteY944" fmla="*/ 1760575 h 4305008"/>
              <a:gd name="connsiteX945" fmla="*/ 0 w 5593163"/>
              <a:gd name="connsiteY945" fmla="*/ 1810167 h 4305008"/>
              <a:gd name="connsiteX946" fmla="*/ 0 w 5593163"/>
              <a:gd name="connsiteY946" fmla="*/ 1603724 h 4305008"/>
              <a:gd name="connsiteX947" fmla="*/ 5025 w 5593163"/>
              <a:gd name="connsiteY947" fmla="*/ 1597880 h 4305008"/>
              <a:gd name="connsiteX948" fmla="*/ 465823 w 5593163"/>
              <a:gd name="connsiteY948" fmla="*/ 1363267 h 4305008"/>
              <a:gd name="connsiteX949" fmla="*/ 465940 w 5593163"/>
              <a:gd name="connsiteY949" fmla="*/ 1362128 h 4305008"/>
              <a:gd name="connsiteX950" fmla="*/ 482153 w 5593163"/>
              <a:gd name="connsiteY950" fmla="*/ 1360601 h 4305008"/>
              <a:gd name="connsiteX951" fmla="*/ 577614 w 5593163"/>
              <a:gd name="connsiteY951" fmla="*/ 1351607 h 4305008"/>
              <a:gd name="connsiteX952" fmla="*/ 594702 w 5593163"/>
              <a:gd name="connsiteY952" fmla="*/ 1349997 h 4305008"/>
              <a:gd name="connsiteX953" fmla="*/ 594728 w 5593163"/>
              <a:gd name="connsiteY953" fmla="*/ 1350487 h 4305008"/>
              <a:gd name="connsiteX954" fmla="*/ 595226 w 5593163"/>
              <a:gd name="connsiteY954" fmla="*/ 1350455 h 4305008"/>
              <a:gd name="connsiteX955" fmla="*/ 595820 w 5593163"/>
              <a:gd name="connsiteY955" fmla="*/ 1361805 h 4305008"/>
              <a:gd name="connsiteX956" fmla="*/ 594449 w 5593163"/>
              <a:gd name="connsiteY956" fmla="*/ 1378647 h 4305008"/>
              <a:gd name="connsiteX957" fmla="*/ 586982 w 5593163"/>
              <a:gd name="connsiteY957" fmla="*/ 1470397 h 4305008"/>
              <a:gd name="connsiteX958" fmla="*/ 586444 w 5593163"/>
              <a:gd name="connsiteY958" fmla="*/ 1477021 h 4305008"/>
              <a:gd name="connsiteX959" fmla="*/ 585938 w 5593163"/>
              <a:gd name="connsiteY959" fmla="*/ 1477083 h 4305008"/>
              <a:gd name="connsiteX960" fmla="*/ 26396 w 5593163"/>
              <a:gd name="connsiteY960" fmla="*/ 2132575 h 4305008"/>
              <a:gd name="connsiteX961" fmla="*/ 0 w 5593163"/>
              <a:gd name="connsiteY961" fmla="*/ 2766967 h 4305008"/>
              <a:gd name="connsiteX962" fmla="*/ 0 w 5593163"/>
              <a:gd name="connsiteY962" fmla="*/ 2558889 h 4305008"/>
              <a:gd name="connsiteX963" fmla="*/ 31905 w 5593163"/>
              <a:gd name="connsiteY963" fmla="*/ 2608877 h 4305008"/>
              <a:gd name="connsiteX964" fmla="*/ 452455 w 5593163"/>
              <a:gd name="connsiteY964" fmla="*/ 2877874 h 4305008"/>
              <a:gd name="connsiteX965" fmla="*/ 9316 w 5593163"/>
              <a:gd name="connsiteY965" fmla="*/ 2362309 h 4305008"/>
              <a:gd name="connsiteX966" fmla="*/ 0 w 5593163"/>
              <a:gd name="connsiteY966" fmla="*/ 2359585 h 4305008"/>
              <a:gd name="connsiteX967" fmla="*/ 0 w 5593163"/>
              <a:gd name="connsiteY967" fmla="*/ 2227392 h 4305008"/>
              <a:gd name="connsiteX968" fmla="*/ 26399 w 5593163"/>
              <a:gd name="connsiteY968" fmla="*/ 2233932 h 4305008"/>
              <a:gd name="connsiteX969" fmla="*/ 585941 w 5593163"/>
              <a:gd name="connsiteY969" fmla="*/ 2894613 h 4305008"/>
              <a:gd name="connsiteX970" fmla="*/ 586447 w 5593163"/>
              <a:gd name="connsiteY970" fmla="*/ 2894676 h 4305008"/>
              <a:gd name="connsiteX971" fmla="*/ 586987 w 5593163"/>
              <a:gd name="connsiteY971" fmla="*/ 2901366 h 4305008"/>
              <a:gd name="connsiteX972" fmla="*/ 594451 w 5593163"/>
              <a:gd name="connsiteY972" fmla="*/ 2993823 h 4305008"/>
              <a:gd name="connsiteX973" fmla="*/ 595822 w 5593163"/>
              <a:gd name="connsiteY973" fmla="*/ 3010804 h 4305008"/>
              <a:gd name="connsiteX974" fmla="*/ 595229 w 5593163"/>
              <a:gd name="connsiteY974" fmla="*/ 3022244 h 4305008"/>
              <a:gd name="connsiteX975" fmla="*/ 594730 w 5593163"/>
              <a:gd name="connsiteY975" fmla="*/ 3022211 h 4305008"/>
              <a:gd name="connsiteX976" fmla="*/ 594704 w 5593163"/>
              <a:gd name="connsiteY976" fmla="*/ 3022706 h 4305008"/>
              <a:gd name="connsiteX977" fmla="*/ 577585 w 5593163"/>
              <a:gd name="connsiteY977" fmla="*/ 3021080 h 4305008"/>
              <a:gd name="connsiteX978" fmla="*/ 482159 w 5593163"/>
              <a:gd name="connsiteY978" fmla="*/ 3012018 h 4305008"/>
              <a:gd name="connsiteX979" fmla="*/ 465942 w 5593163"/>
              <a:gd name="connsiteY979" fmla="*/ 3010478 h 4305008"/>
              <a:gd name="connsiteX980" fmla="*/ 465826 w 5593163"/>
              <a:gd name="connsiteY980" fmla="*/ 3009330 h 4305008"/>
              <a:gd name="connsiteX981" fmla="*/ 5028 w 5593163"/>
              <a:gd name="connsiteY981" fmla="*/ 2772859 h 4305008"/>
              <a:gd name="connsiteX982" fmla="*/ 0 w 5593163"/>
              <a:gd name="connsiteY982" fmla="*/ 3835888 h 4305008"/>
              <a:gd name="connsiteX983" fmla="*/ 0 w 5593163"/>
              <a:gd name="connsiteY983" fmla="*/ 3704734 h 4305008"/>
              <a:gd name="connsiteX984" fmla="*/ 9314 w 5593163"/>
              <a:gd name="connsiteY984" fmla="*/ 3702032 h 4305008"/>
              <a:gd name="connsiteX985" fmla="*/ 452453 w 5593163"/>
              <a:gd name="connsiteY985" fmla="*/ 3190516 h 4305008"/>
              <a:gd name="connsiteX986" fmla="*/ 31903 w 5593163"/>
              <a:gd name="connsiteY986" fmla="*/ 3457400 h 4305008"/>
              <a:gd name="connsiteX987" fmla="*/ 0 w 5593163"/>
              <a:gd name="connsiteY987" fmla="*/ 3506992 h 4305008"/>
              <a:gd name="connsiteX988" fmla="*/ 0 w 5593163"/>
              <a:gd name="connsiteY988" fmla="*/ 3300549 h 4305008"/>
              <a:gd name="connsiteX989" fmla="*/ 5025 w 5593163"/>
              <a:gd name="connsiteY989" fmla="*/ 3294705 h 4305008"/>
              <a:gd name="connsiteX990" fmla="*/ 465823 w 5593163"/>
              <a:gd name="connsiteY990" fmla="*/ 3060092 h 4305008"/>
              <a:gd name="connsiteX991" fmla="*/ 465940 w 5593163"/>
              <a:gd name="connsiteY991" fmla="*/ 3058953 h 4305008"/>
              <a:gd name="connsiteX992" fmla="*/ 482153 w 5593163"/>
              <a:gd name="connsiteY992" fmla="*/ 3057426 h 4305008"/>
              <a:gd name="connsiteX993" fmla="*/ 577614 w 5593163"/>
              <a:gd name="connsiteY993" fmla="*/ 3048432 h 4305008"/>
              <a:gd name="connsiteX994" fmla="*/ 594702 w 5593163"/>
              <a:gd name="connsiteY994" fmla="*/ 3046822 h 4305008"/>
              <a:gd name="connsiteX995" fmla="*/ 594728 w 5593163"/>
              <a:gd name="connsiteY995" fmla="*/ 3047312 h 4305008"/>
              <a:gd name="connsiteX996" fmla="*/ 595226 w 5593163"/>
              <a:gd name="connsiteY996" fmla="*/ 3047280 h 4305008"/>
              <a:gd name="connsiteX997" fmla="*/ 595820 w 5593163"/>
              <a:gd name="connsiteY997" fmla="*/ 3058630 h 4305008"/>
              <a:gd name="connsiteX998" fmla="*/ 594449 w 5593163"/>
              <a:gd name="connsiteY998" fmla="*/ 3075472 h 4305008"/>
              <a:gd name="connsiteX999" fmla="*/ 586982 w 5593163"/>
              <a:gd name="connsiteY999" fmla="*/ 3167222 h 4305008"/>
              <a:gd name="connsiteX1000" fmla="*/ 586444 w 5593163"/>
              <a:gd name="connsiteY1000" fmla="*/ 3173846 h 4305008"/>
              <a:gd name="connsiteX1001" fmla="*/ 585938 w 5593163"/>
              <a:gd name="connsiteY1001" fmla="*/ 3173908 h 4305008"/>
              <a:gd name="connsiteX1002" fmla="*/ 26396 w 5593163"/>
              <a:gd name="connsiteY1002" fmla="*/ 3829400 h 4305008"/>
              <a:gd name="connsiteX1003" fmla="*/ 0 w 5593163"/>
              <a:gd name="connsiteY1003" fmla="*/ 4056079 h 4305008"/>
              <a:gd name="connsiteX1004" fmla="*/ 0 w 5593163"/>
              <a:gd name="connsiteY1004" fmla="*/ 3923091 h 4305008"/>
              <a:gd name="connsiteX1005" fmla="*/ 9850 w 5593163"/>
              <a:gd name="connsiteY1005" fmla="*/ 3925425 h 4305008"/>
              <a:gd name="connsiteX1006" fmla="*/ 456028 w 5593163"/>
              <a:gd name="connsiteY1006" fmla="*/ 4255797 h 4305008"/>
              <a:gd name="connsiteX1007" fmla="*/ 484473 w 5593163"/>
              <a:gd name="connsiteY1007" fmla="*/ 4305008 h 4305008"/>
              <a:gd name="connsiteX1008" fmla="*/ 333423 w 5593163"/>
              <a:gd name="connsiteY1008" fmla="*/ 4305008 h 4305008"/>
              <a:gd name="connsiteX1009" fmla="*/ 281300 w 5593163"/>
              <a:gd name="connsiteY1009" fmla="*/ 4241205 h 4305008"/>
              <a:gd name="connsiteX1010" fmla="*/ 75476 w 5593163"/>
              <a:gd name="connsiteY1010" fmla="*/ 4087725 h 4305008"/>
              <a:gd name="connsiteX1011" fmla="*/ 0 w 5593163"/>
              <a:gd name="connsiteY1011" fmla="*/ 4305008 h 4305008"/>
              <a:gd name="connsiteX1012" fmla="*/ 0 w 5593163"/>
              <a:gd name="connsiteY1012" fmla="*/ 4256099 h 4305008"/>
              <a:gd name="connsiteX1013" fmla="*/ 8327 w 5593163"/>
              <a:gd name="connsiteY1013" fmla="*/ 4271827 h 4305008"/>
              <a:gd name="connsiteX1014" fmla="*/ 35009 w 5593163"/>
              <a:gd name="connsiteY1014" fmla="*/ 4305008 h 4305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Lst>
            <a:rect l="l" t="t" r="r" b="b"/>
            <a:pathLst>
              <a:path w="5593163" h="4305008">
                <a:moveTo>
                  <a:pt x="4985599" y="636203"/>
                </a:moveTo>
                <a:cubicBezTo>
                  <a:pt x="5038875" y="907109"/>
                  <a:pt x="5253718" y="1121906"/>
                  <a:pt x="5528908" y="1181049"/>
                </a:cubicBezTo>
                <a:cubicBezTo>
                  <a:pt x="5475633" y="910143"/>
                  <a:pt x="5260789" y="695346"/>
                  <a:pt x="4985599" y="636203"/>
                </a:cubicBezTo>
                <a:close/>
                <a:moveTo>
                  <a:pt x="4985599" y="2333028"/>
                </a:moveTo>
                <a:cubicBezTo>
                  <a:pt x="5038875" y="2603934"/>
                  <a:pt x="5253718" y="2818731"/>
                  <a:pt x="5528908" y="2877874"/>
                </a:cubicBezTo>
                <a:cubicBezTo>
                  <a:pt x="5475633" y="2606968"/>
                  <a:pt x="5260789" y="2392171"/>
                  <a:pt x="4985599" y="2333028"/>
                </a:cubicBezTo>
                <a:close/>
                <a:moveTo>
                  <a:pt x="4985597" y="2034258"/>
                </a:moveTo>
                <a:cubicBezTo>
                  <a:pt x="5260787" y="1975579"/>
                  <a:pt x="5475630" y="1762469"/>
                  <a:pt x="5528906" y="1493690"/>
                </a:cubicBezTo>
                <a:cubicBezTo>
                  <a:pt x="5253716" y="1552369"/>
                  <a:pt x="5038872" y="1765479"/>
                  <a:pt x="4985597" y="2034258"/>
                </a:cubicBezTo>
                <a:close/>
                <a:moveTo>
                  <a:pt x="4985597" y="3731083"/>
                </a:moveTo>
                <a:cubicBezTo>
                  <a:pt x="5260787" y="3672404"/>
                  <a:pt x="5475630" y="3459294"/>
                  <a:pt x="5528906" y="3190516"/>
                </a:cubicBezTo>
                <a:cubicBezTo>
                  <a:pt x="5253716" y="3249194"/>
                  <a:pt x="5038872" y="3462304"/>
                  <a:pt x="4985597" y="3731083"/>
                </a:cubicBezTo>
                <a:close/>
                <a:moveTo>
                  <a:pt x="4842232" y="503273"/>
                </a:moveTo>
                <a:lnTo>
                  <a:pt x="4842826" y="491833"/>
                </a:lnTo>
                <a:lnTo>
                  <a:pt x="4843324" y="491866"/>
                </a:lnTo>
                <a:lnTo>
                  <a:pt x="4843350" y="491372"/>
                </a:lnTo>
                <a:lnTo>
                  <a:pt x="4860437" y="492995"/>
                </a:lnTo>
                <a:cubicBezTo>
                  <a:pt x="4892823" y="493522"/>
                  <a:pt x="4924716" y="496503"/>
                  <a:pt x="4955899" y="502060"/>
                </a:cubicBezTo>
                <a:cubicBezTo>
                  <a:pt x="4961475" y="501641"/>
                  <a:pt x="4966803" y="502589"/>
                  <a:pt x="4972112" y="503599"/>
                </a:cubicBezTo>
                <a:lnTo>
                  <a:pt x="4972229" y="504747"/>
                </a:lnTo>
                <a:cubicBezTo>
                  <a:pt x="5241367" y="549296"/>
                  <a:pt x="5466735" y="718370"/>
                  <a:pt x="5583809" y="948988"/>
                </a:cubicBezTo>
                <a:lnTo>
                  <a:pt x="5593163" y="971822"/>
                </a:lnTo>
                <a:lnTo>
                  <a:pt x="5593163" y="1318474"/>
                </a:lnTo>
                <a:lnTo>
                  <a:pt x="5558612" y="1315193"/>
                </a:lnTo>
                <a:cubicBezTo>
                  <a:pt x="5553035" y="1315612"/>
                  <a:pt x="5547706" y="1314664"/>
                  <a:pt x="5542395" y="1313653"/>
                </a:cubicBezTo>
                <a:lnTo>
                  <a:pt x="5542279" y="1312505"/>
                </a:lnTo>
                <a:cubicBezTo>
                  <a:pt x="5183428" y="1253106"/>
                  <a:pt x="4902389" y="972329"/>
                  <a:pt x="4852114" y="619464"/>
                </a:cubicBezTo>
                <a:cubicBezTo>
                  <a:pt x="4851946" y="619411"/>
                  <a:pt x="4851778" y="619406"/>
                  <a:pt x="4851608" y="619401"/>
                </a:cubicBezTo>
                <a:lnTo>
                  <a:pt x="4851070" y="612725"/>
                </a:lnTo>
                <a:cubicBezTo>
                  <a:pt x="4846011" y="582475"/>
                  <a:pt x="4843560" y="551584"/>
                  <a:pt x="4843603" y="520249"/>
                </a:cubicBezTo>
                <a:cubicBezTo>
                  <a:pt x="4842291" y="514621"/>
                  <a:pt x="4842232" y="508954"/>
                  <a:pt x="4842232" y="503273"/>
                </a:cubicBezTo>
                <a:close/>
                <a:moveTo>
                  <a:pt x="4842232" y="2200098"/>
                </a:moveTo>
                <a:lnTo>
                  <a:pt x="4842826" y="2188658"/>
                </a:lnTo>
                <a:lnTo>
                  <a:pt x="4843324" y="2188691"/>
                </a:lnTo>
                <a:lnTo>
                  <a:pt x="4843350" y="2188197"/>
                </a:lnTo>
                <a:lnTo>
                  <a:pt x="4860437" y="2189820"/>
                </a:lnTo>
                <a:cubicBezTo>
                  <a:pt x="4892823" y="2190347"/>
                  <a:pt x="4924716" y="2193328"/>
                  <a:pt x="4955899" y="2198885"/>
                </a:cubicBezTo>
                <a:cubicBezTo>
                  <a:pt x="4961475" y="2198466"/>
                  <a:pt x="4966803" y="2199414"/>
                  <a:pt x="4972112" y="2200424"/>
                </a:cubicBezTo>
                <a:lnTo>
                  <a:pt x="4972229" y="2201572"/>
                </a:lnTo>
                <a:cubicBezTo>
                  <a:pt x="5241367" y="2246121"/>
                  <a:pt x="5466735" y="2415195"/>
                  <a:pt x="5583809" y="2645813"/>
                </a:cubicBezTo>
                <a:lnTo>
                  <a:pt x="5593163" y="2668647"/>
                </a:lnTo>
                <a:lnTo>
                  <a:pt x="5593163" y="3015299"/>
                </a:lnTo>
                <a:lnTo>
                  <a:pt x="5558612" y="3012018"/>
                </a:lnTo>
                <a:cubicBezTo>
                  <a:pt x="5553035" y="3012437"/>
                  <a:pt x="5547706" y="3011489"/>
                  <a:pt x="5542395" y="3010478"/>
                </a:cubicBezTo>
                <a:lnTo>
                  <a:pt x="5542279" y="3009330"/>
                </a:lnTo>
                <a:cubicBezTo>
                  <a:pt x="5183428" y="2949931"/>
                  <a:pt x="4902389" y="2669154"/>
                  <a:pt x="4852114" y="2316289"/>
                </a:cubicBezTo>
                <a:cubicBezTo>
                  <a:pt x="4851946" y="2316236"/>
                  <a:pt x="4851778" y="2316231"/>
                  <a:pt x="4851608" y="2316226"/>
                </a:cubicBezTo>
                <a:lnTo>
                  <a:pt x="4851070" y="2309550"/>
                </a:lnTo>
                <a:cubicBezTo>
                  <a:pt x="4846011" y="2279300"/>
                  <a:pt x="4843560" y="2248409"/>
                  <a:pt x="4843603" y="2217074"/>
                </a:cubicBezTo>
                <a:cubicBezTo>
                  <a:pt x="4842291" y="2211446"/>
                  <a:pt x="4842232" y="2205779"/>
                  <a:pt x="4842232" y="2200098"/>
                </a:cubicBezTo>
                <a:close/>
                <a:moveTo>
                  <a:pt x="4842232" y="3896923"/>
                </a:moveTo>
                <a:lnTo>
                  <a:pt x="4842826" y="3885483"/>
                </a:lnTo>
                <a:lnTo>
                  <a:pt x="4843324" y="3885516"/>
                </a:lnTo>
                <a:lnTo>
                  <a:pt x="4843350" y="3885022"/>
                </a:lnTo>
                <a:lnTo>
                  <a:pt x="4860437" y="3886645"/>
                </a:lnTo>
                <a:cubicBezTo>
                  <a:pt x="4892823" y="3887172"/>
                  <a:pt x="4924716" y="3890153"/>
                  <a:pt x="4955899" y="3895710"/>
                </a:cubicBezTo>
                <a:cubicBezTo>
                  <a:pt x="4961475" y="3895291"/>
                  <a:pt x="4966803" y="3896239"/>
                  <a:pt x="4972112" y="3897249"/>
                </a:cubicBezTo>
                <a:lnTo>
                  <a:pt x="4972229" y="3898397"/>
                </a:lnTo>
                <a:cubicBezTo>
                  <a:pt x="5206288" y="3937139"/>
                  <a:pt x="5407245" y="4070062"/>
                  <a:pt x="5532481" y="4255797"/>
                </a:cubicBezTo>
                <a:lnTo>
                  <a:pt x="5560926" y="4305008"/>
                </a:lnTo>
                <a:lnTo>
                  <a:pt x="5409877" y="4305008"/>
                </a:lnTo>
                <a:lnTo>
                  <a:pt x="5357754" y="4241205"/>
                </a:lnTo>
                <a:cubicBezTo>
                  <a:pt x="5261058" y="4136681"/>
                  <a:pt x="5131850" y="4061285"/>
                  <a:pt x="4985599" y="4029853"/>
                </a:cubicBezTo>
                <a:cubicBezTo>
                  <a:pt x="5002846" y="4117553"/>
                  <a:pt x="5037026" y="4199373"/>
                  <a:pt x="5084780" y="4271827"/>
                </a:cubicBezTo>
                <a:lnTo>
                  <a:pt x="5111462" y="4305008"/>
                </a:lnTo>
                <a:lnTo>
                  <a:pt x="4957353" y="4305008"/>
                </a:lnTo>
                <a:lnTo>
                  <a:pt x="4927231" y="4254710"/>
                </a:lnTo>
                <a:cubicBezTo>
                  <a:pt x="4890029" y="4179889"/>
                  <a:pt x="4864297" y="4098618"/>
                  <a:pt x="4852114" y="4013114"/>
                </a:cubicBezTo>
                <a:cubicBezTo>
                  <a:pt x="4851946" y="4013061"/>
                  <a:pt x="4851778" y="4013056"/>
                  <a:pt x="4851608" y="4013051"/>
                </a:cubicBezTo>
                <a:lnTo>
                  <a:pt x="4851070" y="4006375"/>
                </a:lnTo>
                <a:cubicBezTo>
                  <a:pt x="4846011" y="3976125"/>
                  <a:pt x="4843560" y="3945234"/>
                  <a:pt x="4843603" y="3913899"/>
                </a:cubicBezTo>
                <a:cubicBezTo>
                  <a:pt x="4842291" y="3908271"/>
                  <a:pt x="4842232" y="3902604"/>
                  <a:pt x="4842232" y="3896923"/>
                </a:cubicBezTo>
                <a:close/>
                <a:moveTo>
                  <a:pt x="4842230" y="469318"/>
                </a:moveTo>
                <a:cubicBezTo>
                  <a:pt x="4842230" y="463681"/>
                  <a:pt x="4842289" y="458057"/>
                  <a:pt x="4843601" y="452471"/>
                </a:cubicBezTo>
                <a:cubicBezTo>
                  <a:pt x="4843558" y="421389"/>
                  <a:pt x="4846008" y="390746"/>
                  <a:pt x="4851065" y="360740"/>
                </a:cubicBezTo>
                <a:lnTo>
                  <a:pt x="4851605" y="354103"/>
                </a:lnTo>
                <a:cubicBezTo>
                  <a:pt x="4851774" y="354098"/>
                  <a:pt x="4851943" y="354093"/>
                  <a:pt x="4852110" y="354040"/>
                </a:cubicBezTo>
                <a:cubicBezTo>
                  <a:pt x="4865262" y="262463"/>
                  <a:pt x="4894203" y="175780"/>
                  <a:pt x="4936323" y="96778"/>
                </a:cubicBezTo>
                <a:lnTo>
                  <a:pt x="4998957" y="0"/>
                </a:lnTo>
                <a:lnTo>
                  <a:pt x="5167333" y="0"/>
                </a:lnTo>
                <a:lnTo>
                  <a:pt x="5099105" y="76659"/>
                </a:lnTo>
                <a:cubicBezTo>
                  <a:pt x="5043838" y="153496"/>
                  <a:pt x="5004523" y="241952"/>
                  <a:pt x="4985597" y="337433"/>
                </a:cubicBezTo>
                <a:cubicBezTo>
                  <a:pt x="5168636" y="298404"/>
                  <a:pt x="5324978" y="191052"/>
                  <a:pt x="5424571" y="44350"/>
                </a:cubicBezTo>
                <a:lnTo>
                  <a:pt x="5446799" y="0"/>
                </a:lnTo>
                <a:lnTo>
                  <a:pt x="5593163" y="0"/>
                </a:lnTo>
                <a:lnTo>
                  <a:pt x="5593163" y="4197"/>
                </a:lnTo>
                <a:lnTo>
                  <a:pt x="5543598" y="95636"/>
                </a:lnTo>
                <a:cubicBezTo>
                  <a:pt x="5419825" y="289169"/>
                  <a:pt x="5213633" y="428211"/>
                  <a:pt x="4972226" y="467856"/>
                </a:cubicBezTo>
                <a:lnTo>
                  <a:pt x="4972110" y="468995"/>
                </a:lnTo>
                <a:cubicBezTo>
                  <a:pt x="4966799" y="469998"/>
                  <a:pt x="4961470" y="470939"/>
                  <a:pt x="4955893" y="470523"/>
                </a:cubicBezTo>
                <a:cubicBezTo>
                  <a:pt x="4924721" y="476033"/>
                  <a:pt x="4892841" y="478991"/>
                  <a:pt x="4860466" y="479514"/>
                </a:cubicBezTo>
                <a:lnTo>
                  <a:pt x="4843348" y="481127"/>
                </a:lnTo>
                <a:lnTo>
                  <a:pt x="4843322" y="480636"/>
                </a:lnTo>
                <a:lnTo>
                  <a:pt x="4842823" y="480669"/>
                </a:lnTo>
                <a:cubicBezTo>
                  <a:pt x="4842257" y="476896"/>
                  <a:pt x="4842230" y="473110"/>
                  <a:pt x="4842230" y="469318"/>
                </a:cubicBezTo>
                <a:close/>
                <a:moveTo>
                  <a:pt x="4842230" y="2166144"/>
                </a:moveTo>
                <a:cubicBezTo>
                  <a:pt x="4842230" y="2160506"/>
                  <a:pt x="4842289" y="2154882"/>
                  <a:pt x="4843601" y="2149296"/>
                </a:cubicBezTo>
                <a:cubicBezTo>
                  <a:pt x="4843558" y="2118214"/>
                  <a:pt x="4846008" y="2087572"/>
                  <a:pt x="4851065" y="2057565"/>
                </a:cubicBezTo>
                <a:lnTo>
                  <a:pt x="4851605" y="2050928"/>
                </a:lnTo>
                <a:cubicBezTo>
                  <a:pt x="4851774" y="2050923"/>
                  <a:pt x="4851943" y="2050918"/>
                  <a:pt x="4852110" y="2050865"/>
                </a:cubicBezTo>
                <a:cubicBezTo>
                  <a:pt x="4902387" y="1700770"/>
                  <a:pt x="5183426" y="1422199"/>
                  <a:pt x="5542276" y="1363267"/>
                </a:cubicBezTo>
                <a:lnTo>
                  <a:pt x="5542393" y="1362128"/>
                </a:lnTo>
                <a:cubicBezTo>
                  <a:pt x="5547702" y="1361126"/>
                  <a:pt x="5553030" y="1360185"/>
                  <a:pt x="5558606" y="1360601"/>
                </a:cubicBezTo>
                <a:lnTo>
                  <a:pt x="5593163" y="1357345"/>
                </a:lnTo>
                <a:lnTo>
                  <a:pt x="5593163" y="1701268"/>
                </a:lnTo>
                <a:lnTo>
                  <a:pt x="5583807" y="1723929"/>
                </a:lnTo>
                <a:cubicBezTo>
                  <a:pt x="5466733" y="1952736"/>
                  <a:pt x="5241364" y="2120482"/>
                  <a:pt x="4972226" y="2164681"/>
                </a:cubicBezTo>
                <a:lnTo>
                  <a:pt x="4972110" y="2165820"/>
                </a:lnTo>
                <a:cubicBezTo>
                  <a:pt x="4966799" y="2166823"/>
                  <a:pt x="4961470" y="2167764"/>
                  <a:pt x="4955893" y="2167348"/>
                </a:cubicBezTo>
                <a:cubicBezTo>
                  <a:pt x="4924721" y="2172858"/>
                  <a:pt x="4892841" y="2175816"/>
                  <a:pt x="4860466" y="2176339"/>
                </a:cubicBezTo>
                <a:lnTo>
                  <a:pt x="4843348" y="2177952"/>
                </a:lnTo>
                <a:lnTo>
                  <a:pt x="4843322" y="2177461"/>
                </a:lnTo>
                <a:lnTo>
                  <a:pt x="4842823" y="2177494"/>
                </a:lnTo>
                <a:cubicBezTo>
                  <a:pt x="4842257" y="2173722"/>
                  <a:pt x="4842230" y="2169936"/>
                  <a:pt x="4842230" y="2166144"/>
                </a:cubicBezTo>
                <a:close/>
                <a:moveTo>
                  <a:pt x="4842230" y="3862969"/>
                </a:moveTo>
                <a:cubicBezTo>
                  <a:pt x="4842230" y="3857331"/>
                  <a:pt x="4842289" y="3851707"/>
                  <a:pt x="4843601" y="3846121"/>
                </a:cubicBezTo>
                <a:cubicBezTo>
                  <a:pt x="4843558" y="3815039"/>
                  <a:pt x="4846008" y="3784397"/>
                  <a:pt x="4851065" y="3754390"/>
                </a:cubicBezTo>
                <a:lnTo>
                  <a:pt x="4851605" y="3747753"/>
                </a:lnTo>
                <a:cubicBezTo>
                  <a:pt x="4851774" y="3747748"/>
                  <a:pt x="4851943" y="3747743"/>
                  <a:pt x="4852110" y="3747690"/>
                </a:cubicBezTo>
                <a:cubicBezTo>
                  <a:pt x="4902387" y="3397595"/>
                  <a:pt x="5183426" y="3119024"/>
                  <a:pt x="5542276" y="3060092"/>
                </a:cubicBezTo>
                <a:lnTo>
                  <a:pt x="5542393" y="3058953"/>
                </a:lnTo>
                <a:cubicBezTo>
                  <a:pt x="5547702" y="3057951"/>
                  <a:pt x="5553030" y="3057010"/>
                  <a:pt x="5558606" y="3057426"/>
                </a:cubicBezTo>
                <a:lnTo>
                  <a:pt x="5593163" y="3054170"/>
                </a:lnTo>
                <a:lnTo>
                  <a:pt x="5593163" y="3398093"/>
                </a:lnTo>
                <a:lnTo>
                  <a:pt x="5583807" y="3420754"/>
                </a:lnTo>
                <a:cubicBezTo>
                  <a:pt x="5466733" y="3649560"/>
                  <a:pt x="5241364" y="3817307"/>
                  <a:pt x="4972226" y="3861506"/>
                </a:cubicBezTo>
                <a:lnTo>
                  <a:pt x="4972110" y="3862645"/>
                </a:lnTo>
                <a:cubicBezTo>
                  <a:pt x="4966799" y="3863648"/>
                  <a:pt x="4961470" y="3864589"/>
                  <a:pt x="4955893" y="3864173"/>
                </a:cubicBezTo>
                <a:cubicBezTo>
                  <a:pt x="4924721" y="3869683"/>
                  <a:pt x="4892841" y="3872641"/>
                  <a:pt x="4860466" y="3873164"/>
                </a:cubicBezTo>
                <a:lnTo>
                  <a:pt x="4843348" y="3874777"/>
                </a:lnTo>
                <a:lnTo>
                  <a:pt x="4843322" y="3874286"/>
                </a:lnTo>
                <a:lnTo>
                  <a:pt x="4842823" y="3874319"/>
                </a:lnTo>
                <a:cubicBezTo>
                  <a:pt x="4842257" y="3870547"/>
                  <a:pt x="4842230" y="3866761"/>
                  <a:pt x="4842230" y="3862969"/>
                </a:cubicBezTo>
                <a:close/>
                <a:moveTo>
                  <a:pt x="4135041" y="1181049"/>
                </a:moveTo>
                <a:cubicBezTo>
                  <a:pt x="4410231" y="1121906"/>
                  <a:pt x="4625074" y="907109"/>
                  <a:pt x="4678350" y="636203"/>
                </a:cubicBezTo>
                <a:cubicBezTo>
                  <a:pt x="4403160" y="695346"/>
                  <a:pt x="4188316" y="910143"/>
                  <a:pt x="4135041" y="1181049"/>
                </a:cubicBezTo>
                <a:close/>
                <a:moveTo>
                  <a:pt x="4135041" y="1493690"/>
                </a:moveTo>
                <a:cubicBezTo>
                  <a:pt x="4188317" y="1762469"/>
                  <a:pt x="4403160" y="1975579"/>
                  <a:pt x="4678350" y="2034258"/>
                </a:cubicBezTo>
                <a:cubicBezTo>
                  <a:pt x="4625075" y="1765479"/>
                  <a:pt x="4410231" y="1552369"/>
                  <a:pt x="4135041" y="1493690"/>
                </a:cubicBezTo>
                <a:close/>
                <a:moveTo>
                  <a:pt x="4135041" y="2877874"/>
                </a:moveTo>
                <a:cubicBezTo>
                  <a:pt x="4410231" y="2818731"/>
                  <a:pt x="4625074" y="2603934"/>
                  <a:pt x="4678350" y="2333028"/>
                </a:cubicBezTo>
                <a:cubicBezTo>
                  <a:pt x="4403160" y="2392171"/>
                  <a:pt x="4188316" y="2606968"/>
                  <a:pt x="4135041" y="2877874"/>
                </a:cubicBezTo>
                <a:close/>
                <a:moveTo>
                  <a:pt x="4135041" y="3190516"/>
                </a:moveTo>
                <a:cubicBezTo>
                  <a:pt x="4188317" y="3459294"/>
                  <a:pt x="4403160" y="3672404"/>
                  <a:pt x="4678350" y="3731083"/>
                </a:cubicBezTo>
                <a:cubicBezTo>
                  <a:pt x="4625075" y="3462304"/>
                  <a:pt x="4410231" y="3249194"/>
                  <a:pt x="4135041" y="3190516"/>
                </a:cubicBezTo>
                <a:close/>
                <a:moveTo>
                  <a:pt x="4103022" y="4305008"/>
                </a:moveTo>
                <a:lnTo>
                  <a:pt x="4131467" y="4255797"/>
                </a:lnTo>
                <a:cubicBezTo>
                  <a:pt x="4256704" y="4070062"/>
                  <a:pt x="4457661" y="3937139"/>
                  <a:pt x="4691720" y="3898397"/>
                </a:cubicBezTo>
                <a:lnTo>
                  <a:pt x="4691837" y="3897249"/>
                </a:lnTo>
                <a:cubicBezTo>
                  <a:pt x="4697146" y="3896239"/>
                  <a:pt x="4702474" y="3895291"/>
                  <a:pt x="4708050" y="3895710"/>
                </a:cubicBezTo>
                <a:cubicBezTo>
                  <a:pt x="4739233" y="3890153"/>
                  <a:pt x="4771126" y="3887172"/>
                  <a:pt x="4803512" y="3886645"/>
                </a:cubicBezTo>
                <a:lnTo>
                  <a:pt x="4820599" y="3885022"/>
                </a:lnTo>
                <a:lnTo>
                  <a:pt x="4820625" y="3885516"/>
                </a:lnTo>
                <a:lnTo>
                  <a:pt x="4821123" y="3885483"/>
                </a:lnTo>
                <a:lnTo>
                  <a:pt x="4821717" y="3896923"/>
                </a:lnTo>
                <a:cubicBezTo>
                  <a:pt x="4821717" y="3902604"/>
                  <a:pt x="4821658" y="3908271"/>
                  <a:pt x="4820346" y="3913899"/>
                </a:cubicBezTo>
                <a:cubicBezTo>
                  <a:pt x="4820389" y="3945234"/>
                  <a:pt x="4817938" y="3976125"/>
                  <a:pt x="4812879" y="4006375"/>
                </a:cubicBezTo>
                <a:lnTo>
                  <a:pt x="4812341" y="4013051"/>
                </a:lnTo>
                <a:cubicBezTo>
                  <a:pt x="4812171" y="4013056"/>
                  <a:pt x="4812003" y="4013061"/>
                  <a:pt x="4811835" y="4013114"/>
                </a:cubicBezTo>
                <a:cubicBezTo>
                  <a:pt x="4799653" y="4098618"/>
                  <a:pt x="4773921" y="4179889"/>
                  <a:pt x="4736718" y="4254710"/>
                </a:cubicBezTo>
                <a:lnTo>
                  <a:pt x="4706597" y="4305008"/>
                </a:lnTo>
                <a:lnTo>
                  <a:pt x="4552487" y="4305008"/>
                </a:lnTo>
                <a:lnTo>
                  <a:pt x="4579169" y="4271827"/>
                </a:lnTo>
                <a:cubicBezTo>
                  <a:pt x="4626924" y="4199373"/>
                  <a:pt x="4661103" y="4117553"/>
                  <a:pt x="4678350" y="4029853"/>
                </a:cubicBezTo>
                <a:cubicBezTo>
                  <a:pt x="4532099" y="4061285"/>
                  <a:pt x="4402892" y="4136681"/>
                  <a:pt x="4306196" y="4241205"/>
                </a:cubicBezTo>
                <a:lnTo>
                  <a:pt x="4254073" y="4305008"/>
                </a:lnTo>
                <a:close/>
                <a:moveTo>
                  <a:pt x="4068511" y="0"/>
                </a:moveTo>
                <a:lnTo>
                  <a:pt x="4217148" y="0"/>
                </a:lnTo>
                <a:lnTo>
                  <a:pt x="4239376" y="44350"/>
                </a:lnTo>
                <a:cubicBezTo>
                  <a:pt x="4338970" y="191052"/>
                  <a:pt x="4495311" y="298404"/>
                  <a:pt x="4678350" y="337433"/>
                </a:cubicBezTo>
                <a:cubicBezTo>
                  <a:pt x="4659425" y="241952"/>
                  <a:pt x="4620110" y="153496"/>
                  <a:pt x="4564842" y="76659"/>
                </a:cubicBezTo>
                <a:lnTo>
                  <a:pt x="4496615" y="0"/>
                </a:lnTo>
                <a:lnTo>
                  <a:pt x="4664989" y="0"/>
                </a:lnTo>
                <a:lnTo>
                  <a:pt x="4727623" y="96778"/>
                </a:lnTo>
                <a:cubicBezTo>
                  <a:pt x="4769744" y="175780"/>
                  <a:pt x="4798685" y="262463"/>
                  <a:pt x="4811836" y="354040"/>
                </a:cubicBezTo>
                <a:cubicBezTo>
                  <a:pt x="4812004" y="354093"/>
                  <a:pt x="4812173" y="354098"/>
                  <a:pt x="4812342" y="354103"/>
                </a:cubicBezTo>
                <a:lnTo>
                  <a:pt x="4812882" y="360740"/>
                </a:lnTo>
                <a:cubicBezTo>
                  <a:pt x="4817939" y="390746"/>
                  <a:pt x="4820389" y="421389"/>
                  <a:pt x="4820346" y="452471"/>
                </a:cubicBezTo>
                <a:cubicBezTo>
                  <a:pt x="4821658" y="458057"/>
                  <a:pt x="4821717" y="463681"/>
                  <a:pt x="4821717" y="469318"/>
                </a:cubicBezTo>
                <a:cubicBezTo>
                  <a:pt x="4821717" y="473110"/>
                  <a:pt x="4821690" y="476896"/>
                  <a:pt x="4821124" y="480669"/>
                </a:cubicBezTo>
                <a:lnTo>
                  <a:pt x="4820625" y="480636"/>
                </a:lnTo>
                <a:lnTo>
                  <a:pt x="4820599" y="481127"/>
                </a:lnTo>
                <a:lnTo>
                  <a:pt x="4803481" y="479514"/>
                </a:lnTo>
                <a:cubicBezTo>
                  <a:pt x="4771106" y="478991"/>
                  <a:pt x="4739226" y="476033"/>
                  <a:pt x="4708054" y="470523"/>
                </a:cubicBezTo>
                <a:cubicBezTo>
                  <a:pt x="4702477" y="470939"/>
                  <a:pt x="4697148" y="469998"/>
                  <a:pt x="4691837" y="468995"/>
                </a:cubicBezTo>
                <a:lnTo>
                  <a:pt x="4691721" y="467856"/>
                </a:lnTo>
                <a:cubicBezTo>
                  <a:pt x="4450315" y="428211"/>
                  <a:pt x="4244123" y="289169"/>
                  <a:pt x="4120350" y="95636"/>
                </a:cubicBezTo>
                <a:close/>
                <a:moveTo>
                  <a:pt x="3991674" y="1313979"/>
                </a:moveTo>
                <a:cubicBezTo>
                  <a:pt x="3991674" y="1308297"/>
                  <a:pt x="3991733" y="1302628"/>
                  <a:pt x="3993045" y="1296998"/>
                </a:cubicBezTo>
                <a:cubicBezTo>
                  <a:pt x="3993003" y="1265670"/>
                  <a:pt x="3995452" y="1234785"/>
                  <a:pt x="4000509" y="1204541"/>
                </a:cubicBezTo>
                <a:lnTo>
                  <a:pt x="4001049" y="1197851"/>
                </a:lnTo>
                <a:cubicBezTo>
                  <a:pt x="4001218" y="1197846"/>
                  <a:pt x="4001387" y="1197841"/>
                  <a:pt x="4001555" y="1197788"/>
                </a:cubicBezTo>
                <a:cubicBezTo>
                  <a:pt x="4051831" y="844922"/>
                  <a:pt x="4332870" y="564145"/>
                  <a:pt x="4691720" y="504747"/>
                </a:cubicBezTo>
                <a:lnTo>
                  <a:pt x="4691837" y="503599"/>
                </a:lnTo>
                <a:cubicBezTo>
                  <a:pt x="4697146" y="502589"/>
                  <a:pt x="4702474" y="501641"/>
                  <a:pt x="4708050" y="502060"/>
                </a:cubicBezTo>
                <a:cubicBezTo>
                  <a:pt x="4739233" y="496503"/>
                  <a:pt x="4771126" y="493522"/>
                  <a:pt x="4803512" y="492995"/>
                </a:cubicBezTo>
                <a:lnTo>
                  <a:pt x="4820599" y="491372"/>
                </a:lnTo>
                <a:lnTo>
                  <a:pt x="4820625" y="491866"/>
                </a:lnTo>
                <a:lnTo>
                  <a:pt x="4821123" y="491833"/>
                </a:lnTo>
                <a:lnTo>
                  <a:pt x="4821717" y="503273"/>
                </a:lnTo>
                <a:cubicBezTo>
                  <a:pt x="4821717" y="508954"/>
                  <a:pt x="4821658" y="514621"/>
                  <a:pt x="4820346" y="520249"/>
                </a:cubicBezTo>
                <a:cubicBezTo>
                  <a:pt x="4820389" y="551584"/>
                  <a:pt x="4817938" y="582475"/>
                  <a:pt x="4812879" y="612725"/>
                </a:cubicBezTo>
                <a:lnTo>
                  <a:pt x="4812341" y="619401"/>
                </a:lnTo>
                <a:cubicBezTo>
                  <a:pt x="4812171" y="619406"/>
                  <a:pt x="4812003" y="619411"/>
                  <a:pt x="4811835" y="619464"/>
                </a:cubicBezTo>
                <a:cubicBezTo>
                  <a:pt x="4761560" y="972329"/>
                  <a:pt x="4480521" y="1253106"/>
                  <a:pt x="4121670" y="1312505"/>
                </a:cubicBezTo>
                <a:lnTo>
                  <a:pt x="4121554" y="1313653"/>
                </a:lnTo>
                <a:cubicBezTo>
                  <a:pt x="4116243" y="1314664"/>
                  <a:pt x="4110914" y="1315612"/>
                  <a:pt x="4105337" y="1315193"/>
                </a:cubicBezTo>
                <a:cubicBezTo>
                  <a:pt x="4074165" y="1320747"/>
                  <a:pt x="4042285" y="1323728"/>
                  <a:pt x="4009911" y="1324255"/>
                </a:cubicBezTo>
                <a:lnTo>
                  <a:pt x="3992792" y="1325881"/>
                </a:lnTo>
                <a:lnTo>
                  <a:pt x="3992766" y="1325386"/>
                </a:lnTo>
                <a:lnTo>
                  <a:pt x="3992267" y="1325419"/>
                </a:lnTo>
                <a:cubicBezTo>
                  <a:pt x="3991701" y="1321617"/>
                  <a:pt x="3991674" y="1317801"/>
                  <a:pt x="3991674" y="1313979"/>
                </a:cubicBezTo>
                <a:close/>
                <a:moveTo>
                  <a:pt x="3991674" y="1361805"/>
                </a:moveTo>
                <a:lnTo>
                  <a:pt x="3992268" y="1350455"/>
                </a:lnTo>
                <a:lnTo>
                  <a:pt x="3992766" y="1350487"/>
                </a:lnTo>
                <a:lnTo>
                  <a:pt x="3992792" y="1349997"/>
                </a:lnTo>
                <a:lnTo>
                  <a:pt x="4009880" y="1351607"/>
                </a:lnTo>
                <a:cubicBezTo>
                  <a:pt x="4042265" y="1352130"/>
                  <a:pt x="4074158" y="1355088"/>
                  <a:pt x="4105341" y="1360601"/>
                </a:cubicBezTo>
                <a:cubicBezTo>
                  <a:pt x="4110917" y="1360185"/>
                  <a:pt x="4116245" y="1361126"/>
                  <a:pt x="4121554" y="1362128"/>
                </a:cubicBezTo>
                <a:lnTo>
                  <a:pt x="4121671" y="1363267"/>
                </a:lnTo>
                <a:cubicBezTo>
                  <a:pt x="4480521" y="1422199"/>
                  <a:pt x="4761560" y="1700770"/>
                  <a:pt x="4811836" y="2050865"/>
                </a:cubicBezTo>
                <a:cubicBezTo>
                  <a:pt x="4812004" y="2050918"/>
                  <a:pt x="4812173" y="2050923"/>
                  <a:pt x="4812342" y="2050928"/>
                </a:cubicBezTo>
                <a:lnTo>
                  <a:pt x="4812882" y="2057565"/>
                </a:lnTo>
                <a:cubicBezTo>
                  <a:pt x="4817939" y="2087572"/>
                  <a:pt x="4820389" y="2118214"/>
                  <a:pt x="4820346" y="2149296"/>
                </a:cubicBezTo>
                <a:cubicBezTo>
                  <a:pt x="4821658" y="2154882"/>
                  <a:pt x="4821717" y="2160506"/>
                  <a:pt x="4821717" y="2166144"/>
                </a:cubicBezTo>
                <a:cubicBezTo>
                  <a:pt x="4821717" y="2169936"/>
                  <a:pt x="4821690" y="2173722"/>
                  <a:pt x="4821124" y="2177494"/>
                </a:cubicBezTo>
                <a:lnTo>
                  <a:pt x="4820625" y="2177461"/>
                </a:lnTo>
                <a:lnTo>
                  <a:pt x="4820599" y="2177952"/>
                </a:lnTo>
                <a:lnTo>
                  <a:pt x="4803481" y="2176339"/>
                </a:lnTo>
                <a:cubicBezTo>
                  <a:pt x="4771106" y="2175816"/>
                  <a:pt x="4739226" y="2172858"/>
                  <a:pt x="4708054" y="2167348"/>
                </a:cubicBezTo>
                <a:cubicBezTo>
                  <a:pt x="4702477" y="2167764"/>
                  <a:pt x="4697148" y="2166823"/>
                  <a:pt x="4691837" y="2165820"/>
                </a:cubicBezTo>
                <a:lnTo>
                  <a:pt x="4691721" y="2164681"/>
                </a:lnTo>
                <a:cubicBezTo>
                  <a:pt x="4332870" y="2105749"/>
                  <a:pt x="4051831" y="1827177"/>
                  <a:pt x="4001556" y="1477083"/>
                </a:cubicBezTo>
                <a:cubicBezTo>
                  <a:pt x="4001388" y="1477030"/>
                  <a:pt x="4001220" y="1477026"/>
                  <a:pt x="4001050" y="1477021"/>
                </a:cubicBezTo>
                <a:lnTo>
                  <a:pt x="4000512" y="1470397"/>
                </a:lnTo>
                <a:cubicBezTo>
                  <a:pt x="3995453" y="1440385"/>
                  <a:pt x="3993003" y="1409736"/>
                  <a:pt x="3993045" y="1378647"/>
                </a:cubicBezTo>
                <a:cubicBezTo>
                  <a:pt x="3991733" y="1373063"/>
                  <a:pt x="3991674" y="1367441"/>
                  <a:pt x="3991674" y="1361805"/>
                </a:cubicBezTo>
                <a:close/>
                <a:moveTo>
                  <a:pt x="3991674" y="3010804"/>
                </a:moveTo>
                <a:cubicBezTo>
                  <a:pt x="3991674" y="3005122"/>
                  <a:pt x="3991733" y="2999453"/>
                  <a:pt x="3993045" y="2993823"/>
                </a:cubicBezTo>
                <a:cubicBezTo>
                  <a:pt x="3993003" y="2962495"/>
                  <a:pt x="3995452" y="2931610"/>
                  <a:pt x="4000509" y="2901366"/>
                </a:cubicBezTo>
                <a:lnTo>
                  <a:pt x="4001049" y="2894676"/>
                </a:lnTo>
                <a:cubicBezTo>
                  <a:pt x="4001218" y="2894671"/>
                  <a:pt x="4001387" y="2894666"/>
                  <a:pt x="4001555" y="2894613"/>
                </a:cubicBezTo>
                <a:cubicBezTo>
                  <a:pt x="4051831" y="2541747"/>
                  <a:pt x="4332870" y="2260970"/>
                  <a:pt x="4691720" y="2201572"/>
                </a:cubicBezTo>
                <a:lnTo>
                  <a:pt x="4691837" y="2200424"/>
                </a:lnTo>
                <a:cubicBezTo>
                  <a:pt x="4697146" y="2199414"/>
                  <a:pt x="4702474" y="2198466"/>
                  <a:pt x="4708050" y="2198885"/>
                </a:cubicBezTo>
                <a:cubicBezTo>
                  <a:pt x="4739233" y="2193328"/>
                  <a:pt x="4771126" y="2190347"/>
                  <a:pt x="4803512" y="2189820"/>
                </a:cubicBezTo>
                <a:lnTo>
                  <a:pt x="4820599" y="2188197"/>
                </a:lnTo>
                <a:lnTo>
                  <a:pt x="4820625" y="2188691"/>
                </a:lnTo>
                <a:lnTo>
                  <a:pt x="4821123" y="2188658"/>
                </a:lnTo>
                <a:lnTo>
                  <a:pt x="4821717" y="2200098"/>
                </a:lnTo>
                <a:cubicBezTo>
                  <a:pt x="4821717" y="2205779"/>
                  <a:pt x="4821658" y="2211446"/>
                  <a:pt x="4820346" y="2217074"/>
                </a:cubicBezTo>
                <a:cubicBezTo>
                  <a:pt x="4820389" y="2248409"/>
                  <a:pt x="4817938" y="2279300"/>
                  <a:pt x="4812879" y="2309550"/>
                </a:cubicBezTo>
                <a:lnTo>
                  <a:pt x="4812341" y="2316226"/>
                </a:lnTo>
                <a:cubicBezTo>
                  <a:pt x="4812171" y="2316231"/>
                  <a:pt x="4812003" y="2316236"/>
                  <a:pt x="4811835" y="2316289"/>
                </a:cubicBezTo>
                <a:cubicBezTo>
                  <a:pt x="4761560" y="2669154"/>
                  <a:pt x="4480521" y="2949931"/>
                  <a:pt x="4121670" y="3009330"/>
                </a:cubicBezTo>
                <a:lnTo>
                  <a:pt x="4121554" y="3010478"/>
                </a:lnTo>
                <a:cubicBezTo>
                  <a:pt x="4116243" y="3011489"/>
                  <a:pt x="4110914" y="3012437"/>
                  <a:pt x="4105337" y="3012018"/>
                </a:cubicBezTo>
                <a:cubicBezTo>
                  <a:pt x="4074165" y="3017572"/>
                  <a:pt x="4042285" y="3020553"/>
                  <a:pt x="4009911" y="3021080"/>
                </a:cubicBezTo>
                <a:lnTo>
                  <a:pt x="3992792" y="3022706"/>
                </a:lnTo>
                <a:lnTo>
                  <a:pt x="3992766" y="3022211"/>
                </a:lnTo>
                <a:lnTo>
                  <a:pt x="3992267" y="3022244"/>
                </a:lnTo>
                <a:cubicBezTo>
                  <a:pt x="3991701" y="3018442"/>
                  <a:pt x="3991674" y="3014626"/>
                  <a:pt x="3991674" y="3010804"/>
                </a:cubicBezTo>
                <a:close/>
                <a:moveTo>
                  <a:pt x="3991674" y="3058630"/>
                </a:moveTo>
                <a:lnTo>
                  <a:pt x="3992268" y="3047280"/>
                </a:lnTo>
                <a:lnTo>
                  <a:pt x="3992766" y="3047312"/>
                </a:lnTo>
                <a:lnTo>
                  <a:pt x="3992792" y="3046822"/>
                </a:lnTo>
                <a:lnTo>
                  <a:pt x="4009880" y="3048432"/>
                </a:lnTo>
                <a:cubicBezTo>
                  <a:pt x="4042265" y="3048955"/>
                  <a:pt x="4074158" y="3051913"/>
                  <a:pt x="4105341" y="3057426"/>
                </a:cubicBezTo>
                <a:cubicBezTo>
                  <a:pt x="4110917" y="3057010"/>
                  <a:pt x="4116245" y="3057951"/>
                  <a:pt x="4121554" y="3058953"/>
                </a:cubicBezTo>
                <a:lnTo>
                  <a:pt x="4121671" y="3060092"/>
                </a:lnTo>
                <a:cubicBezTo>
                  <a:pt x="4480521" y="3119024"/>
                  <a:pt x="4761560" y="3397595"/>
                  <a:pt x="4811836" y="3747690"/>
                </a:cubicBezTo>
                <a:cubicBezTo>
                  <a:pt x="4812004" y="3747743"/>
                  <a:pt x="4812173" y="3747748"/>
                  <a:pt x="4812342" y="3747753"/>
                </a:cubicBezTo>
                <a:lnTo>
                  <a:pt x="4812882" y="3754390"/>
                </a:lnTo>
                <a:cubicBezTo>
                  <a:pt x="4817939" y="3784397"/>
                  <a:pt x="4820389" y="3815039"/>
                  <a:pt x="4820346" y="3846121"/>
                </a:cubicBezTo>
                <a:cubicBezTo>
                  <a:pt x="4821658" y="3851707"/>
                  <a:pt x="4821717" y="3857331"/>
                  <a:pt x="4821717" y="3862969"/>
                </a:cubicBezTo>
                <a:cubicBezTo>
                  <a:pt x="4821717" y="3866761"/>
                  <a:pt x="4821690" y="3870547"/>
                  <a:pt x="4821124" y="3874319"/>
                </a:cubicBezTo>
                <a:lnTo>
                  <a:pt x="4820625" y="3874286"/>
                </a:lnTo>
                <a:lnTo>
                  <a:pt x="4820599" y="3874777"/>
                </a:lnTo>
                <a:lnTo>
                  <a:pt x="4803481" y="3873164"/>
                </a:lnTo>
                <a:cubicBezTo>
                  <a:pt x="4771106" y="3872641"/>
                  <a:pt x="4739226" y="3869683"/>
                  <a:pt x="4708054" y="3864173"/>
                </a:cubicBezTo>
                <a:cubicBezTo>
                  <a:pt x="4702477" y="3864589"/>
                  <a:pt x="4697148" y="3863648"/>
                  <a:pt x="4691837" y="3862645"/>
                </a:cubicBezTo>
                <a:lnTo>
                  <a:pt x="4691721" y="3861506"/>
                </a:lnTo>
                <a:cubicBezTo>
                  <a:pt x="4332870" y="3802574"/>
                  <a:pt x="4051831" y="3524002"/>
                  <a:pt x="4001556" y="3173908"/>
                </a:cubicBezTo>
                <a:cubicBezTo>
                  <a:pt x="4001388" y="3173856"/>
                  <a:pt x="4001220" y="3173851"/>
                  <a:pt x="4001050" y="3173846"/>
                </a:cubicBezTo>
                <a:lnTo>
                  <a:pt x="4000512" y="3167222"/>
                </a:lnTo>
                <a:cubicBezTo>
                  <a:pt x="3995453" y="3137210"/>
                  <a:pt x="3993003" y="3106561"/>
                  <a:pt x="3993045" y="3075472"/>
                </a:cubicBezTo>
                <a:cubicBezTo>
                  <a:pt x="3991733" y="3069889"/>
                  <a:pt x="3991674" y="3064266"/>
                  <a:pt x="3991674" y="3058630"/>
                </a:cubicBezTo>
                <a:close/>
                <a:moveTo>
                  <a:pt x="3293448" y="636203"/>
                </a:moveTo>
                <a:cubicBezTo>
                  <a:pt x="3346724" y="907109"/>
                  <a:pt x="3561567" y="1121906"/>
                  <a:pt x="3836757" y="1181049"/>
                </a:cubicBezTo>
                <a:cubicBezTo>
                  <a:pt x="3783482" y="910143"/>
                  <a:pt x="3568638" y="695346"/>
                  <a:pt x="3293448" y="636203"/>
                </a:cubicBezTo>
                <a:close/>
                <a:moveTo>
                  <a:pt x="3293448" y="2333028"/>
                </a:moveTo>
                <a:cubicBezTo>
                  <a:pt x="3346724" y="2603934"/>
                  <a:pt x="3561567" y="2818731"/>
                  <a:pt x="3836757" y="2877874"/>
                </a:cubicBezTo>
                <a:cubicBezTo>
                  <a:pt x="3783482" y="2606968"/>
                  <a:pt x="3568638" y="2392171"/>
                  <a:pt x="3293448" y="2333028"/>
                </a:cubicBezTo>
                <a:close/>
                <a:moveTo>
                  <a:pt x="3293446" y="2034258"/>
                </a:moveTo>
                <a:cubicBezTo>
                  <a:pt x="3568636" y="1975579"/>
                  <a:pt x="3783479" y="1762469"/>
                  <a:pt x="3836755" y="1493690"/>
                </a:cubicBezTo>
                <a:cubicBezTo>
                  <a:pt x="3561565" y="1552369"/>
                  <a:pt x="3346721" y="1765479"/>
                  <a:pt x="3293446" y="2034258"/>
                </a:cubicBezTo>
                <a:close/>
                <a:moveTo>
                  <a:pt x="3293446" y="3731083"/>
                </a:moveTo>
                <a:cubicBezTo>
                  <a:pt x="3568636" y="3672404"/>
                  <a:pt x="3783479" y="3459294"/>
                  <a:pt x="3836755" y="3190516"/>
                </a:cubicBezTo>
                <a:cubicBezTo>
                  <a:pt x="3561565" y="3249194"/>
                  <a:pt x="3346721" y="3462304"/>
                  <a:pt x="3293446" y="3731083"/>
                </a:cubicBezTo>
                <a:close/>
                <a:moveTo>
                  <a:pt x="3150081" y="503273"/>
                </a:moveTo>
                <a:lnTo>
                  <a:pt x="3150675" y="491833"/>
                </a:lnTo>
                <a:lnTo>
                  <a:pt x="3151173" y="491866"/>
                </a:lnTo>
                <a:lnTo>
                  <a:pt x="3151199" y="491372"/>
                </a:lnTo>
                <a:lnTo>
                  <a:pt x="3168287" y="492995"/>
                </a:lnTo>
                <a:cubicBezTo>
                  <a:pt x="3200672" y="493522"/>
                  <a:pt x="3232565" y="496503"/>
                  <a:pt x="3263748" y="502060"/>
                </a:cubicBezTo>
                <a:cubicBezTo>
                  <a:pt x="3269324" y="501641"/>
                  <a:pt x="3274652" y="502589"/>
                  <a:pt x="3279961" y="503599"/>
                </a:cubicBezTo>
                <a:lnTo>
                  <a:pt x="3280078" y="504747"/>
                </a:lnTo>
                <a:cubicBezTo>
                  <a:pt x="3638928" y="564145"/>
                  <a:pt x="3919967" y="844922"/>
                  <a:pt x="3970244" y="1197788"/>
                </a:cubicBezTo>
                <a:cubicBezTo>
                  <a:pt x="3970411" y="1197841"/>
                  <a:pt x="3970581" y="1197846"/>
                  <a:pt x="3970749" y="1197851"/>
                </a:cubicBezTo>
                <a:lnTo>
                  <a:pt x="3971290" y="1204541"/>
                </a:lnTo>
                <a:cubicBezTo>
                  <a:pt x="3976346" y="1234785"/>
                  <a:pt x="3978796" y="1265670"/>
                  <a:pt x="3978754" y="1296998"/>
                </a:cubicBezTo>
                <a:cubicBezTo>
                  <a:pt x="3980066" y="1302628"/>
                  <a:pt x="3980124" y="1308297"/>
                  <a:pt x="3980124" y="1313979"/>
                </a:cubicBezTo>
                <a:cubicBezTo>
                  <a:pt x="3980124" y="1317801"/>
                  <a:pt x="3980097" y="1321617"/>
                  <a:pt x="3979531" y="1325419"/>
                </a:cubicBezTo>
                <a:lnTo>
                  <a:pt x="3979032" y="1325386"/>
                </a:lnTo>
                <a:lnTo>
                  <a:pt x="3979006" y="1325881"/>
                </a:lnTo>
                <a:lnTo>
                  <a:pt x="3961888" y="1324255"/>
                </a:lnTo>
                <a:cubicBezTo>
                  <a:pt x="3929514" y="1323728"/>
                  <a:pt x="3897633" y="1320747"/>
                  <a:pt x="3866461" y="1315193"/>
                </a:cubicBezTo>
                <a:cubicBezTo>
                  <a:pt x="3860884" y="1315612"/>
                  <a:pt x="3855555" y="1314664"/>
                  <a:pt x="3850245" y="1313653"/>
                </a:cubicBezTo>
                <a:lnTo>
                  <a:pt x="3850129" y="1312505"/>
                </a:lnTo>
                <a:cubicBezTo>
                  <a:pt x="3491277" y="1253106"/>
                  <a:pt x="3210238" y="972329"/>
                  <a:pt x="3159963" y="619464"/>
                </a:cubicBezTo>
                <a:cubicBezTo>
                  <a:pt x="3159795" y="619411"/>
                  <a:pt x="3159627" y="619406"/>
                  <a:pt x="3159457" y="619401"/>
                </a:cubicBezTo>
                <a:lnTo>
                  <a:pt x="3158919" y="612725"/>
                </a:lnTo>
                <a:cubicBezTo>
                  <a:pt x="3153860" y="582475"/>
                  <a:pt x="3151410" y="551584"/>
                  <a:pt x="3151452" y="520249"/>
                </a:cubicBezTo>
                <a:cubicBezTo>
                  <a:pt x="3150140" y="514621"/>
                  <a:pt x="3150081" y="508954"/>
                  <a:pt x="3150081" y="503273"/>
                </a:cubicBezTo>
                <a:close/>
                <a:moveTo>
                  <a:pt x="3150081" y="2200098"/>
                </a:moveTo>
                <a:lnTo>
                  <a:pt x="3150675" y="2188658"/>
                </a:lnTo>
                <a:lnTo>
                  <a:pt x="3151173" y="2188691"/>
                </a:lnTo>
                <a:lnTo>
                  <a:pt x="3151199" y="2188197"/>
                </a:lnTo>
                <a:lnTo>
                  <a:pt x="3168287" y="2189820"/>
                </a:lnTo>
                <a:cubicBezTo>
                  <a:pt x="3200672" y="2190347"/>
                  <a:pt x="3232565" y="2193328"/>
                  <a:pt x="3263748" y="2198885"/>
                </a:cubicBezTo>
                <a:cubicBezTo>
                  <a:pt x="3269324" y="2198466"/>
                  <a:pt x="3274652" y="2199414"/>
                  <a:pt x="3279961" y="2200424"/>
                </a:cubicBezTo>
                <a:lnTo>
                  <a:pt x="3280078" y="2201572"/>
                </a:lnTo>
                <a:cubicBezTo>
                  <a:pt x="3638928" y="2260970"/>
                  <a:pt x="3919967" y="2541747"/>
                  <a:pt x="3970244" y="2894613"/>
                </a:cubicBezTo>
                <a:cubicBezTo>
                  <a:pt x="3970411" y="2894666"/>
                  <a:pt x="3970581" y="2894671"/>
                  <a:pt x="3970749" y="2894676"/>
                </a:cubicBezTo>
                <a:lnTo>
                  <a:pt x="3971290" y="2901366"/>
                </a:lnTo>
                <a:cubicBezTo>
                  <a:pt x="3976346" y="2931610"/>
                  <a:pt x="3978796" y="2962495"/>
                  <a:pt x="3978754" y="2993823"/>
                </a:cubicBezTo>
                <a:cubicBezTo>
                  <a:pt x="3980066" y="2999453"/>
                  <a:pt x="3980124" y="3005122"/>
                  <a:pt x="3980124" y="3010804"/>
                </a:cubicBezTo>
                <a:cubicBezTo>
                  <a:pt x="3980124" y="3014626"/>
                  <a:pt x="3980097" y="3018442"/>
                  <a:pt x="3979531" y="3022244"/>
                </a:cubicBezTo>
                <a:lnTo>
                  <a:pt x="3979032" y="3022211"/>
                </a:lnTo>
                <a:lnTo>
                  <a:pt x="3979006" y="3022706"/>
                </a:lnTo>
                <a:lnTo>
                  <a:pt x="3961888" y="3021080"/>
                </a:lnTo>
                <a:cubicBezTo>
                  <a:pt x="3929514" y="3020553"/>
                  <a:pt x="3897633" y="3017572"/>
                  <a:pt x="3866461" y="3012018"/>
                </a:cubicBezTo>
                <a:cubicBezTo>
                  <a:pt x="3860884" y="3012437"/>
                  <a:pt x="3855555" y="3011489"/>
                  <a:pt x="3850245" y="3010478"/>
                </a:cubicBezTo>
                <a:lnTo>
                  <a:pt x="3850129" y="3009330"/>
                </a:lnTo>
                <a:cubicBezTo>
                  <a:pt x="3491277" y="2949931"/>
                  <a:pt x="3210238" y="2669154"/>
                  <a:pt x="3159963" y="2316289"/>
                </a:cubicBezTo>
                <a:cubicBezTo>
                  <a:pt x="3159795" y="2316236"/>
                  <a:pt x="3159627" y="2316231"/>
                  <a:pt x="3159457" y="2316226"/>
                </a:cubicBezTo>
                <a:lnTo>
                  <a:pt x="3158919" y="2309550"/>
                </a:lnTo>
                <a:cubicBezTo>
                  <a:pt x="3153860" y="2279300"/>
                  <a:pt x="3151410" y="2248409"/>
                  <a:pt x="3151452" y="2217074"/>
                </a:cubicBezTo>
                <a:cubicBezTo>
                  <a:pt x="3150140" y="2211446"/>
                  <a:pt x="3150081" y="2205779"/>
                  <a:pt x="3150081" y="2200098"/>
                </a:cubicBezTo>
                <a:close/>
                <a:moveTo>
                  <a:pt x="3150081" y="3896923"/>
                </a:moveTo>
                <a:lnTo>
                  <a:pt x="3150675" y="3885483"/>
                </a:lnTo>
                <a:lnTo>
                  <a:pt x="3151173" y="3885516"/>
                </a:lnTo>
                <a:lnTo>
                  <a:pt x="3151199" y="3885022"/>
                </a:lnTo>
                <a:lnTo>
                  <a:pt x="3168287" y="3886645"/>
                </a:lnTo>
                <a:cubicBezTo>
                  <a:pt x="3200672" y="3887172"/>
                  <a:pt x="3232565" y="3890153"/>
                  <a:pt x="3263748" y="3895710"/>
                </a:cubicBezTo>
                <a:cubicBezTo>
                  <a:pt x="3269324" y="3895291"/>
                  <a:pt x="3274652" y="3896239"/>
                  <a:pt x="3279961" y="3897249"/>
                </a:cubicBezTo>
                <a:lnTo>
                  <a:pt x="3280078" y="3898397"/>
                </a:lnTo>
                <a:cubicBezTo>
                  <a:pt x="3514137" y="3937139"/>
                  <a:pt x="3715094" y="4070062"/>
                  <a:pt x="3840331" y="4255797"/>
                </a:cubicBezTo>
                <a:lnTo>
                  <a:pt x="3868775" y="4305008"/>
                </a:lnTo>
                <a:lnTo>
                  <a:pt x="3717725" y="4305008"/>
                </a:lnTo>
                <a:lnTo>
                  <a:pt x="3665602" y="4241205"/>
                </a:lnTo>
                <a:cubicBezTo>
                  <a:pt x="3568906" y="4136681"/>
                  <a:pt x="3439699" y="4061285"/>
                  <a:pt x="3293448" y="4029853"/>
                </a:cubicBezTo>
                <a:cubicBezTo>
                  <a:pt x="3310695" y="4117553"/>
                  <a:pt x="3344874" y="4199373"/>
                  <a:pt x="3392629" y="4271827"/>
                </a:cubicBezTo>
                <a:lnTo>
                  <a:pt x="3419311" y="4305008"/>
                </a:lnTo>
                <a:lnTo>
                  <a:pt x="3265201" y="4305008"/>
                </a:lnTo>
                <a:lnTo>
                  <a:pt x="3235080" y="4254710"/>
                </a:lnTo>
                <a:cubicBezTo>
                  <a:pt x="3197877" y="4179889"/>
                  <a:pt x="3172145" y="4098618"/>
                  <a:pt x="3159963" y="4013114"/>
                </a:cubicBezTo>
                <a:cubicBezTo>
                  <a:pt x="3159795" y="4013061"/>
                  <a:pt x="3159627" y="4013056"/>
                  <a:pt x="3159457" y="4013051"/>
                </a:cubicBezTo>
                <a:lnTo>
                  <a:pt x="3158919" y="4006375"/>
                </a:lnTo>
                <a:cubicBezTo>
                  <a:pt x="3153860" y="3976125"/>
                  <a:pt x="3151410" y="3945234"/>
                  <a:pt x="3151452" y="3913899"/>
                </a:cubicBezTo>
                <a:cubicBezTo>
                  <a:pt x="3150140" y="3908271"/>
                  <a:pt x="3150081" y="3902604"/>
                  <a:pt x="3150081" y="3896923"/>
                </a:cubicBezTo>
                <a:close/>
                <a:moveTo>
                  <a:pt x="3150079" y="469318"/>
                </a:moveTo>
                <a:cubicBezTo>
                  <a:pt x="3150079" y="463681"/>
                  <a:pt x="3150138" y="458057"/>
                  <a:pt x="3151450" y="452471"/>
                </a:cubicBezTo>
                <a:cubicBezTo>
                  <a:pt x="3151408" y="421389"/>
                  <a:pt x="3153857" y="390746"/>
                  <a:pt x="3158914" y="360740"/>
                </a:cubicBezTo>
                <a:lnTo>
                  <a:pt x="3159454" y="354103"/>
                </a:lnTo>
                <a:cubicBezTo>
                  <a:pt x="3159623" y="354098"/>
                  <a:pt x="3159792" y="354093"/>
                  <a:pt x="3159960" y="354040"/>
                </a:cubicBezTo>
                <a:cubicBezTo>
                  <a:pt x="3173111" y="262463"/>
                  <a:pt x="3202052" y="175780"/>
                  <a:pt x="3244173" y="96778"/>
                </a:cubicBezTo>
                <a:lnTo>
                  <a:pt x="3306807" y="0"/>
                </a:lnTo>
                <a:lnTo>
                  <a:pt x="3475182" y="0"/>
                </a:lnTo>
                <a:lnTo>
                  <a:pt x="3406954" y="76659"/>
                </a:lnTo>
                <a:cubicBezTo>
                  <a:pt x="3351687" y="153496"/>
                  <a:pt x="3312372" y="241952"/>
                  <a:pt x="3293446" y="337433"/>
                </a:cubicBezTo>
                <a:cubicBezTo>
                  <a:pt x="3476486" y="298404"/>
                  <a:pt x="3632827" y="191052"/>
                  <a:pt x="3732420" y="44350"/>
                </a:cubicBezTo>
                <a:lnTo>
                  <a:pt x="3754649" y="0"/>
                </a:lnTo>
                <a:lnTo>
                  <a:pt x="3903287" y="0"/>
                </a:lnTo>
                <a:lnTo>
                  <a:pt x="3851448" y="95636"/>
                </a:lnTo>
                <a:cubicBezTo>
                  <a:pt x="3727674" y="289169"/>
                  <a:pt x="3521481" y="428211"/>
                  <a:pt x="3280075" y="467856"/>
                </a:cubicBezTo>
                <a:lnTo>
                  <a:pt x="3279959" y="468995"/>
                </a:lnTo>
                <a:cubicBezTo>
                  <a:pt x="3274648" y="469998"/>
                  <a:pt x="3269319" y="470939"/>
                  <a:pt x="3263742" y="470523"/>
                </a:cubicBezTo>
                <a:cubicBezTo>
                  <a:pt x="3232570" y="476033"/>
                  <a:pt x="3200690" y="478991"/>
                  <a:pt x="3168316" y="479514"/>
                </a:cubicBezTo>
                <a:lnTo>
                  <a:pt x="3151197" y="481127"/>
                </a:lnTo>
                <a:lnTo>
                  <a:pt x="3151171" y="480636"/>
                </a:lnTo>
                <a:lnTo>
                  <a:pt x="3150672" y="480669"/>
                </a:lnTo>
                <a:cubicBezTo>
                  <a:pt x="3150106" y="476896"/>
                  <a:pt x="3150079" y="473110"/>
                  <a:pt x="3150079" y="469318"/>
                </a:cubicBezTo>
                <a:close/>
                <a:moveTo>
                  <a:pt x="3150079" y="2166144"/>
                </a:moveTo>
                <a:cubicBezTo>
                  <a:pt x="3150079" y="2160506"/>
                  <a:pt x="3150138" y="2154882"/>
                  <a:pt x="3151450" y="2149296"/>
                </a:cubicBezTo>
                <a:cubicBezTo>
                  <a:pt x="3151408" y="2118214"/>
                  <a:pt x="3153857" y="2087572"/>
                  <a:pt x="3158914" y="2057565"/>
                </a:cubicBezTo>
                <a:lnTo>
                  <a:pt x="3159454" y="2050928"/>
                </a:lnTo>
                <a:cubicBezTo>
                  <a:pt x="3159623" y="2050923"/>
                  <a:pt x="3159792" y="2050918"/>
                  <a:pt x="3159960" y="2050865"/>
                </a:cubicBezTo>
                <a:cubicBezTo>
                  <a:pt x="3210236" y="1700770"/>
                  <a:pt x="3491275" y="1422199"/>
                  <a:pt x="3850126" y="1363267"/>
                </a:cubicBezTo>
                <a:lnTo>
                  <a:pt x="3850243" y="1362128"/>
                </a:lnTo>
                <a:cubicBezTo>
                  <a:pt x="3855551" y="1361126"/>
                  <a:pt x="3860879" y="1360185"/>
                  <a:pt x="3866455" y="1360601"/>
                </a:cubicBezTo>
                <a:cubicBezTo>
                  <a:pt x="3897639" y="1355088"/>
                  <a:pt x="3929531" y="1352130"/>
                  <a:pt x="3961917" y="1351607"/>
                </a:cubicBezTo>
                <a:lnTo>
                  <a:pt x="3979004" y="1349997"/>
                </a:lnTo>
                <a:lnTo>
                  <a:pt x="3979030" y="1350487"/>
                </a:lnTo>
                <a:lnTo>
                  <a:pt x="3979528" y="1350455"/>
                </a:lnTo>
                <a:lnTo>
                  <a:pt x="3980122" y="1361805"/>
                </a:lnTo>
                <a:cubicBezTo>
                  <a:pt x="3980122" y="1367441"/>
                  <a:pt x="3980064" y="1373063"/>
                  <a:pt x="3978752" y="1378647"/>
                </a:cubicBezTo>
                <a:cubicBezTo>
                  <a:pt x="3978794" y="1409736"/>
                  <a:pt x="3976343" y="1440385"/>
                  <a:pt x="3971285" y="1470397"/>
                </a:cubicBezTo>
                <a:lnTo>
                  <a:pt x="3970746" y="1477021"/>
                </a:lnTo>
                <a:cubicBezTo>
                  <a:pt x="3970577" y="1477026"/>
                  <a:pt x="3970408" y="1477030"/>
                  <a:pt x="3970241" y="1477083"/>
                </a:cubicBezTo>
                <a:cubicBezTo>
                  <a:pt x="3919965" y="1827177"/>
                  <a:pt x="3638926" y="2105749"/>
                  <a:pt x="3280075" y="2164681"/>
                </a:cubicBezTo>
                <a:lnTo>
                  <a:pt x="3279959" y="2165820"/>
                </a:lnTo>
                <a:cubicBezTo>
                  <a:pt x="3274648" y="2166823"/>
                  <a:pt x="3269319" y="2167764"/>
                  <a:pt x="3263742" y="2167348"/>
                </a:cubicBezTo>
                <a:cubicBezTo>
                  <a:pt x="3232570" y="2172858"/>
                  <a:pt x="3200690" y="2175816"/>
                  <a:pt x="3168316" y="2176339"/>
                </a:cubicBezTo>
                <a:lnTo>
                  <a:pt x="3151197" y="2177952"/>
                </a:lnTo>
                <a:lnTo>
                  <a:pt x="3151171" y="2177461"/>
                </a:lnTo>
                <a:lnTo>
                  <a:pt x="3150672" y="2177494"/>
                </a:lnTo>
                <a:cubicBezTo>
                  <a:pt x="3150106" y="2173722"/>
                  <a:pt x="3150079" y="2169936"/>
                  <a:pt x="3150079" y="2166144"/>
                </a:cubicBezTo>
                <a:close/>
                <a:moveTo>
                  <a:pt x="3150079" y="3862969"/>
                </a:moveTo>
                <a:cubicBezTo>
                  <a:pt x="3150079" y="3857331"/>
                  <a:pt x="3150138" y="3851707"/>
                  <a:pt x="3151450" y="3846121"/>
                </a:cubicBezTo>
                <a:cubicBezTo>
                  <a:pt x="3151408" y="3815039"/>
                  <a:pt x="3153857" y="3784397"/>
                  <a:pt x="3158914" y="3754390"/>
                </a:cubicBezTo>
                <a:lnTo>
                  <a:pt x="3159454" y="3747753"/>
                </a:lnTo>
                <a:cubicBezTo>
                  <a:pt x="3159623" y="3747748"/>
                  <a:pt x="3159792" y="3747743"/>
                  <a:pt x="3159960" y="3747690"/>
                </a:cubicBezTo>
                <a:cubicBezTo>
                  <a:pt x="3210236" y="3397595"/>
                  <a:pt x="3491275" y="3119024"/>
                  <a:pt x="3850126" y="3060092"/>
                </a:cubicBezTo>
                <a:lnTo>
                  <a:pt x="3850243" y="3058953"/>
                </a:lnTo>
                <a:cubicBezTo>
                  <a:pt x="3855551" y="3057951"/>
                  <a:pt x="3860879" y="3057010"/>
                  <a:pt x="3866455" y="3057426"/>
                </a:cubicBezTo>
                <a:cubicBezTo>
                  <a:pt x="3897639" y="3051913"/>
                  <a:pt x="3929531" y="3048955"/>
                  <a:pt x="3961917" y="3048432"/>
                </a:cubicBezTo>
                <a:lnTo>
                  <a:pt x="3979004" y="3046822"/>
                </a:lnTo>
                <a:lnTo>
                  <a:pt x="3979030" y="3047312"/>
                </a:lnTo>
                <a:lnTo>
                  <a:pt x="3979528" y="3047280"/>
                </a:lnTo>
                <a:lnTo>
                  <a:pt x="3980122" y="3058630"/>
                </a:lnTo>
                <a:cubicBezTo>
                  <a:pt x="3980122" y="3064266"/>
                  <a:pt x="3980064" y="3069889"/>
                  <a:pt x="3978752" y="3075472"/>
                </a:cubicBezTo>
                <a:cubicBezTo>
                  <a:pt x="3978794" y="3106561"/>
                  <a:pt x="3976343" y="3137210"/>
                  <a:pt x="3971285" y="3167222"/>
                </a:cubicBezTo>
                <a:lnTo>
                  <a:pt x="3970746" y="3173846"/>
                </a:lnTo>
                <a:cubicBezTo>
                  <a:pt x="3970577" y="3173851"/>
                  <a:pt x="3970408" y="3173856"/>
                  <a:pt x="3970241" y="3173908"/>
                </a:cubicBezTo>
                <a:cubicBezTo>
                  <a:pt x="3919965" y="3524002"/>
                  <a:pt x="3638926" y="3802574"/>
                  <a:pt x="3280075" y="3861506"/>
                </a:cubicBezTo>
                <a:lnTo>
                  <a:pt x="3279959" y="3862645"/>
                </a:lnTo>
                <a:cubicBezTo>
                  <a:pt x="3274648" y="3863648"/>
                  <a:pt x="3269319" y="3864589"/>
                  <a:pt x="3263742" y="3864173"/>
                </a:cubicBezTo>
                <a:cubicBezTo>
                  <a:pt x="3232570" y="3869683"/>
                  <a:pt x="3200690" y="3872641"/>
                  <a:pt x="3168316" y="3873164"/>
                </a:cubicBezTo>
                <a:lnTo>
                  <a:pt x="3151197" y="3874777"/>
                </a:lnTo>
                <a:lnTo>
                  <a:pt x="3151171" y="3874286"/>
                </a:lnTo>
                <a:lnTo>
                  <a:pt x="3150672" y="3874319"/>
                </a:lnTo>
                <a:cubicBezTo>
                  <a:pt x="3150106" y="3870547"/>
                  <a:pt x="3150079" y="3866761"/>
                  <a:pt x="3150079" y="3862969"/>
                </a:cubicBezTo>
                <a:close/>
                <a:moveTo>
                  <a:pt x="2442890" y="1181049"/>
                </a:moveTo>
                <a:cubicBezTo>
                  <a:pt x="2718080" y="1121906"/>
                  <a:pt x="2932923" y="907109"/>
                  <a:pt x="2986199" y="636203"/>
                </a:cubicBezTo>
                <a:cubicBezTo>
                  <a:pt x="2711009" y="695346"/>
                  <a:pt x="2496165" y="910143"/>
                  <a:pt x="2442890" y="1181049"/>
                </a:cubicBezTo>
                <a:close/>
                <a:moveTo>
                  <a:pt x="2442890" y="1493690"/>
                </a:moveTo>
                <a:cubicBezTo>
                  <a:pt x="2496166" y="1762469"/>
                  <a:pt x="2711009" y="1975579"/>
                  <a:pt x="2986199" y="2034258"/>
                </a:cubicBezTo>
                <a:cubicBezTo>
                  <a:pt x="2932924" y="1765479"/>
                  <a:pt x="2718080" y="1552369"/>
                  <a:pt x="2442890" y="1493690"/>
                </a:cubicBezTo>
                <a:close/>
                <a:moveTo>
                  <a:pt x="2442890" y="2877874"/>
                </a:moveTo>
                <a:cubicBezTo>
                  <a:pt x="2718080" y="2818731"/>
                  <a:pt x="2932923" y="2603934"/>
                  <a:pt x="2986199" y="2333028"/>
                </a:cubicBezTo>
                <a:cubicBezTo>
                  <a:pt x="2711009" y="2392171"/>
                  <a:pt x="2496165" y="2606968"/>
                  <a:pt x="2442890" y="2877874"/>
                </a:cubicBezTo>
                <a:close/>
                <a:moveTo>
                  <a:pt x="2442890" y="3190516"/>
                </a:moveTo>
                <a:cubicBezTo>
                  <a:pt x="2496166" y="3459294"/>
                  <a:pt x="2711009" y="3672404"/>
                  <a:pt x="2986199" y="3731083"/>
                </a:cubicBezTo>
                <a:cubicBezTo>
                  <a:pt x="2932924" y="3462304"/>
                  <a:pt x="2718080" y="3249194"/>
                  <a:pt x="2442890" y="3190516"/>
                </a:cubicBezTo>
                <a:close/>
                <a:moveTo>
                  <a:pt x="2410871" y="4305008"/>
                </a:moveTo>
                <a:lnTo>
                  <a:pt x="2439316" y="4255797"/>
                </a:lnTo>
                <a:cubicBezTo>
                  <a:pt x="2564553" y="4070062"/>
                  <a:pt x="2765510" y="3937139"/>
                  <a:pt x="2999569" y="3898397"/>
                </a:cubicBezTo>
                <a:lnTo>
                  <a:pt x="2999686" y="3897249"/>
                </a:lnTo>
                <a:cubicBezTo>
                  <a:pt x="3004995" y="3896239"/>
                  <a:pt x="3010323" y="3895291"/>
                  <a:pt x="3015899" y="3895710"/>
                </a:cubicBezTo>
                <a:cubicBezTo>
                  <a:pt x="3047082" y="3890153"/>
                  <a:pt x="3078975" y="3887172"/>
                  <a:pt x="3111360" y="3886645"/>
                </a:cubicBezTo>
                <a:lnTo>
                  <a:pt x="3128448" y="3885022"/>
                </a:lnTo>
                <a:lnTo>
                  <a:pt x="3128474" y="3885516"/>
                </a:lnTo>
                <a:lnTo>
                  <a:pt x="3128972" y="3885483"/>
                </a:lnTo>
                <a:lnTo>
                  <a:pt x="3129566" y="3896923"/>
                </a:lnTo>
                <a:cubicBezTo>
                  <a:pt x="3129566" y="3902604"/>
                  <a:pt x="3129507" y="3908271"/>
                  <a:pt x="3128195" y="3913899"/>
                </a:cubicBezTo>
                <a:cubicBezTo>
                  <a:pt x="3128237" y="3945234"/>
                  <a:pt x="3125787" y="3976125"/>
                  <a:pt x="3120728" y="4006375"/>
                </a:cubicBezTo>
                <a:lnTo>
                  <a:pt x="3120190" y="4013051"/>
                </a:lnTo>
                <a:cubicBezTo>
                  <a:pt x="3120020" y="4013056"/>
                  <a:pt x="3119852" y="4013061"/>
                  <a:pt x="3119684" y="4013114"/>
                </a:cubicBezTo>
                <a:cubicBezTo>
                  <a:pt x="3107502" y="4098618"/>
                  <a:pt x="3081770" y="4179889"/>
                  <a:pt x="3044567" y="4254710"/>
                </a:cubicBezTo>
                <a:lnTo>
                  <a:pt x="3014445" y="4305008"/>
                </a:lnTo>
                <a:lnTo>
                  <a:pt x="2860336" y="4305008"/>
                </a:lnTo>
                <a:lnTo>
                  <a:pt x="2887018" y="4271827"/>
                </a:lnTo>
                <a:cubicBezTo>
                  <a:pt x="2934773" y="4199373"/>
                  <a:pt x="2968952" y="4117553"/>
                  <a:pt x="2986199" y="4029853"/>
                </a:cubicBezTo>
                <a:cubicBezTo>
                  <a:pt x="2839947" y="4061285"/>
                  <a:pt x="2710740" y="4136681"/>
                  <a:pt x="2614045" y="4241205"/>
                </a:cubicBezTo>
                <a:lnTo>
                  <a:pt x="2561922" y="4305008"/>
                </a:lnTo>
                <a:close/>
                <a:moveTo>
                  <a:pt x="2376360" y="0"/>
                </a:moveTo>
                <a:lnTo>
                  <a:pt x="2524998" y="0"/>
                </a:lnTo>
                <a:lnTo>
                  <a:pt x="2547226" y="44350"/>
                </a:lnTo>
                <a:cubicBezTo>
                  <a:pt x="2646819" y="191052"/>
                  <a:pt x="2803160" y="298404"/>
                  <a:pt x="2986199" y="337433"/>
                </a:cubicBezTo>
                <a:cubicBezTo>
                  <a:pt x="2967274" y="241952"/>
                  <a:pt x="2927959" y="153496"/>
                  <a:pt x="2872691" y="76659"/>
                </a:cubicBezTo>
                <a:lnTo>
                  <a:pt x="2804464" y="0"/>
                </a:lnTo>
                <a:lnTo>
                  <a:pt x="2972839" y="0"/>
                </a:lnTo>
                <a:lnTo>
                  <a:pt x="3035473" y="96778"/>
                </a:lnTo>
                <a:cubicBezTo>
                  <a:pt x="3077594" y="175780"/>
                  <a:pt x="3106535" y="262463"/>
                  <a:pt x="3119686" y="354040"/>
                </a:cubicBezTo>
                <a:cubicBezTo>
                  <a:pt x="3119853" y="354093"/>
                  <a:pt x="3120023" y="354098"/>
                  <a:pt x="3120191" y="354103"/>
                </a:cubicBezTo>
                <a:lnTo>
                  <a:pt x="3120732" y="360740"/>
                </a:lnTo>
                <a:cubicBezTo>
                  <a:pt x="3125788" y="390746"/>
                  <a:pt x="3128238" y="421389"/>
                  <a:pt x="3128196" y="452471"/>
                </a:cubicBezTo>
                <a:cubicBezTo>
                  <a:pt x="3129508" y="458057"/>
                  <a:pt x="3129566" y="463681"/>
                  <a:pt x="3129566" y="469318"/>
                </a:cubicBezTo>
                <a:cubicBezTo>
                  <a:pt x="3129566" y="473110"/>
                  <a:pt x="3129539" y="476896"/>
                  <a:pt x="3128973" y="480669"/>
                </a:cubicBezTo>
                <a:lnTo>
                  <a:pt x="3128474" y="480636"/>
                </a:lnTo>
                <a:lnTo>
                  <a:pt x="3128448" y="481127"/>
                </a:lnTo>
                <a:lnTo>
                  <a:pt x="3111330" y="479514"/>
                </a:lnTo>
                <a:cubicBezTo>
                  <a:pt x="3078956" y="478991"/>
                  <a:pt x="3047075" y="476033"/>
                  <a:pt x="3015903" y="470523"/>
                </a:cubicBezTo>
                <a:cubicBezTo>
                  <a:pt x="3010326" y="470939"/>
                  <a:pt x="3004997" y="469998"/>
                  <a:pt x="2999687" y="468995"/>
                </a:cubicBezTo>
                <a:lnTo>
                  <a:pt x="2999571" y="467856"/>
                </a:lnTo>
                <a:cubicBezTo>
                  <a:pt x="2758165" y="428211"/>
                  <a:pt x="2551973" y="289169"/>
                  <a:pt x="2428199" y="95636"/>
                </a:cubicBezTo>
                <a:close/>
                <a:moveTo>
                  <a:pt x="2299523" y="1313979"/>
                </a:moveTo>
                <a:cubicBezTo>
                  <a:pt x="2299523" y="1308297"/>
                  <a:pt x="2299582" y="1302628"/>
                  <a:pt x="2300894" y="1296998"/>
                </a:cubicBezTo>
                <a:cubicBezTo>
                  <a:pt x="2300852" y="1265670"/>
                  <a:pt x="2303301" y="1234785"/>
                  <a:pt x="2308358" y="1204541"/>
                </a:cubicBezTo>
                <a:lnTo>
                  <a:pt x="2308898" y="1197851"/>
                </a:lnTo>
                <a:cubicBezTo>
                  <a:pt x="2309067" y="1197846"/>
                  <a:pt x="2309236" y="1197841"/>
                  <a:pt x="2309404" y="1197788"/>
                </a:cubicBezTo>
                <a:cubicBezTo>
                  <a:pt x="2359680" y="844922"/>
                  <a:pt x="2640719" y="564145"/>
                  <a:pt x="2999570" y="504747"/>
                </a:cubicBezTo>
                <a:lnTo>
                  <a:pt x="2999687" y="503599"/>
                </a:lnTo>
                <a:cubicBezTo>
                  <a:pt x="3004995" y="502589"/>
                  <a:pt x="3010323" y="501641"/>
                  <a:pt x="3015899" y="502060"/>
                </a:cubicBezTo>
                <a:cubicBezTo>
                  <a:pt x="3047083" y="496503"/>
                  <a:pt x="3078975" y="493522"/>
                  <a:pt x="3111361" y="492995"/>
                </a:cubicBezTo>
                <a:lnTo>
                  <a:pt x="3128448" y="491372"/>
                </a:lnTo>
                <a:lnTo>
                  <a:pt x="3128474" y="491866"/>
                </a:lnTo>
                <a:lnTo>
                  <a:pt x="3128972" y="491833"/>
                </a:lnTo>
                <a:lnTo>
                  <a:pt x="3129566" y="503273"/>
                </a:lnTo>
                <a:cubicBezTo>
                  <a:pt x="3129566" y="508954"/>
                  <a:pt x="3129508" y="514621"/>
                  <a:pt x="3128196" y="520249"/>
                </a:cubicBezTo>
                <a:cubicBezTo>
                  <a:pt x="3128238" y="551584"/>
                  <a:pt x="3125787" y="582475"/>
                  <a:pt x="3120729" y="612725"/>
                </a:cubicBezTo>
                <a:lnTo>
                  <a:pt x="3120190" y="619401"/>
                </a:lnTo>
                <a:cubicBezTo>
                  <a:pt x="3120021" y="619406"/>
                  <a:pt x="3119852" y="619411"/>
                  <a:pt x="3119685" y="619464"/>
                </a:cubicBezTo>
                <a:cubicBezTo>
                  <a:pt x="3069409" y="972329"/>
                  <a:pt x="2788370" y="1253106"/>
                  <a:pt x="2429519" y="1312505"/>
                </a:cubicBezTo>
                <a:lnTo>
                  <a:pt x="2429403" y="1313653"/>
                </a:lnTo>
                <a:cubicBezTo>
                  <a:pt x="2424092" y="1314664"/>
                  <a:pt x="2418763" y="1315612"/>
                  <a:pt x="2413186" y="1315193"/>
                </a:cubicBezTo>
                <a:cubicBezTo>
                  <a:pt x="2382014" y="1320747"/>
                  <a:pt x="2350134" y="1323728"/>
                  <a:pt x="2317760" y="1324255"/>
                </a:cubicBezTo>
                <a:lnTo>
                  <a:pt x="2300641" y="1325881"/>
                </a:lnTo>
                <a:lnTo>
                  <a:pt x="2300615" y="1325386"/>
                </a:lnTo>
                <a:lnTo>
                  <a:pt x="2300116" y="1325419"/>
                </a:lnTo>
                <a:cubicBezTo>
                  <a:pt x="2299550" y="1321617"/>
                  <a:pt x="2299523" y="1317801"/>
                  <a:pt x="2299523" y="1313979"/>
                </a:cubicBezTo>
                <a:close/>
                <a:moveTo>
                  <a:pt x="2299523" y="1361805"/>
                </a:moveTo>
                <a:lnTo>
                  <a:pt x="2300117" y="1350455"/>
                </a:lnTo>
                <a:lnTo>
                  <a:pt x="2300615" y="1350487"/>
                </a:lnTo>
                <a:lnTo>
                  <a:pt x="2300641" y="1349997"/>
                </a:lnTo>
                <a:lnTo>
                  <a:pt x="2317729" y="1351607"/>
                </a:lnTo>
                <a:cubicBezTo>
                  <a:pt x="2350114" y="1352130"/>
                  <a:pt x="2382007" y="1355088"/>
                  <a:pt x="2413190" y="1360601"/>
                </a:cubicBezTo>
                <a:cubicBezTo>
                  <a:pt x="2418766" y="1360185"/>
                  <a:pt x="2424094" y="1361126"/>
                  <a:pt x="2429403" y="1362128"/>
                </a:cubicBezTo>
                <a:lnTo>
                  <a:pt x="2429520" y="1363267"/>
                </a:lnTo>
                <a:cubicBezTo>
                  <a:pt x="2788370" y="1422199"/>
                  <a:pt x="3069409" y="1700770"/>
                  <a:pt x="3119686" y="2050865"/>
                </a:cubicBezTo>
                <a:cubicBezTo>
                  <a:pt x="3119853" y="2050918"/>
                  <a:pt x="3120023" y="2050923"/>
                  <a:pt x="3120191" y="2050928"/>
                </a:cubicBezTo>
                <a:lnTo>
                  <a:pt x="3120732" y="2057565"/>
                </a:lnTo>
                <a:cubicBezTo>
                  <a:pt x="3125788" y="2087572"/>
                  <a:pt x="3128238" y="2118214"/>
                  <a:pt x="3128196" y="2149296"/>
                </a:cubicBezTo>
                <a:cubicBezTo>
                  <a:pt x="3129508" y="2154882"/>
                  <a:pt x="3129566" y="2160506"/>
                  <a:pt x="3129566" y="2166144"/>
                </a:cubicBezTo>
                <a:cubicBezTo>
                  <a:pt x="3129566" y="2169936"/>
                  <a:pt x="3129539" y="2173722"/>
                  <a:pt x="3128973" y="2177494"/>
                </a:cubicBezTo>
                <a:lnTo>
                  <a:pt x="3128474" y="2177461"/>
                </a:lnTo>
                <a:lnTo>
                  <a:pt x="3128448" y="2177952"/>
                </a:lnTo>
                <a:lnTo>
                  <a:pt x="3111330" y="2176339"/>
                </a:lnTo>
                <a:cubicBezTo>
                  <a:pt x="3078956" y="2175816"/>
                  <a:pt x="3047075" y="2172858"/>
                  <a:pt x="3015903" y="2167348"/>
                </a:cubicBezTo>
                <a:cubicBezTo>
                  <a:pt x="3010326" y="2167764"/>
                  <a:pt x="3004997" y="2166823"/>
                  <a:pt x="2999687" y="2165820"/>
                </a:cubicBezTo>
                <a:lnTo>
                  <a:pt x="2999571" y="2164681"/>
                </a:lnTo>
                <a:cubicBezTo>
                  <a:pt x="2640719" y="2105749"/>
                  <a:pt x="2359680" y="1827177"/>
                  <a:pt x="2309405" y="1477083"/>
                </a:cubicBezTo>
                <a:cubicBezTo>
                  <a:pt x="2309237" y="1477030"/>
                  <a:pt x="2309069" y="1477026"/>
                  <a:pt x="2308899" y="1477021"/>
                </a:cubicBezTo>
                <a:lnTo>
                  <a:pt x="2308361" y="1470397"/>
                </a:lnTo>
                <a:cubicBezTo>
                  <a:pt x="2303302" y="1440385"/>
                  <a:pt x="2300852" y="1409736"/>
                  <a:pt x="2300894" y="1378647"/>
                </a:cubicBezTo>
                <a:cubicBezTo>
                  <a:pt x="2299582" y="1373063"/>
                  <a:pt x="2299523" y="1367441"/>
                  <a:pt x="2299523" y="1361805"/>
                </a:cubicBezTo>
                <a:close/>
                <a:moveTo>
                  <a:pt x="2299523" y="3010804"/>
                </a:moveTo>
                <a:cubicBezTo>
                  <a:pt x="2299523" y="3005122"/>
                  <a:pt x="2299582" y="2999453"/>
                  <a:pt x="2300894" y="2993823"/>
                </a:cubicBezTo>
                <a:cubicBezTo>
                  <a:pt x="2300852" y="2962495"/>
                  <a:pt x="2303301" y="2931610"/>
                  <a:pt x="2308358" y="2901366"/>
                </a:cubicBezTo>
                <a:lnTo>
                  <a:pt x="2308898" y="2894676"/>
                </a:lnTo>
                <a:cubicBezTo>
                  <a:pt x="2309067" y="2894671"/>
                  <a:pt x="2309236" y="2894666"/>
                  <a:pt x="2309404" y="2894613"/>
                </a:cubicBezTo>
                <a:cubicBezTo>
                  <a:pt x="2359680" y="2541747"/>
                  <a:pt x="2640719" y="2260970"/>
                  <a:pt x="2999570" y="2201572"/>
                </a:cubicBezTo>
                <a:lnTo>
                  <a:pt x="2999687" y="2200424"/>
                </a:lnTo>
                <a:cubicBezTo>
                  <a:pt x="3004995" y="2199414"/>
                  <a:pt x="3010323" y="2198466"/>
                  <a:pt x="3015899" y="2198885"/>
                </a:cubicBezTo>
                <a:cubicBezTo>
                  <a:pt x="3047083" y="2193328"/>
                  <a:pt x="3078975" y="2190347"/>
                  <a:pt x="3111361" y="2189820"/>
                </a:cubicBezTo>
                <a:lnTo>
                  <a:pt x="3128448" y="2188197"/>
                </a:lnTo>
                <a:lnTo>
                  <a:pt x="3128474" y="2188691"/>
                </a:lnTo>
                <a:lnTo>
                  <a:pt x="3128972" y="2188658"/>
                </a:lnTo>
                <a:lnTo>
                  <a:pt x="3129566" y="2200098"/>
                </a:lnTo>
                <a:cubicBezTo>
                  <a:pt x="3129566" y="2205779"/>
                  <a:pt x="3129508" y="2211446"/>
                  <a:pt x="3128196" y="2217074"/>
                </a:cubicBezTo>
                <a:cubicBezTo>
                  <a:pt x="3128238" y="2248409"/>
                  <a:pt x="3125787" y="2279300"/>
                  <a:pt x="3120729" y="2309550"/>
                </a:cubicBezTo>
                <a:lnTo>
                  <a:pt x="3120190" y="2316226"/>
                </a:lnTo>
                <a:cubicBezTo>
                  <a:pt x="3120021" y="2316231"/>
                  <a:pt x="3119852" y="2316236"/>
                  <a:pt x="3119685" y="2316289"/>
                </a:cubicBezTo>
                <a:cubicBezTo>
                  <a:pt x="3069409" y="2669154"/>
                  <a:pt x="2788370" y="2949931"/>
                  <a:pt x="2429519" y="3009330"/>
                </a:cubicBezTo>
                <a:lnTo>
                  <a:pt x="2429403" y="3010478"/>
                </a:lnTo>
                <a:cubicBezTo>
                  <a:pt x="2424092" y="3011489"/>
                  <a:pt x="2418763" y="3012437"/>
                  <a:pt x="2413186" y="3012018"/>
                </a:cubicBezTo>
                <a:cubicBezTo>
                  <a:pt x="2382014" y="3017572"/>
                  <a:pt x="2350134" y="3020553"/>
                  <a:pt x="2317760" y="3021080"/>
                </a:cubicBezTo>
                <a:lnTo>
                  <a:pt x="2300641" y="3022706"/>
                </a:lnTo>
                <a:lnTo>
                  <a:pt x="2300615" y="3022211"/>
                </a:lnTo>
                <a:lnTo>
                  <a:pt x="2300116" y="3022244"/>
                </a:lnTo>
                <a:cubicBezTo>
                  <a:pt x="2299550" y="3018442"/>
                  <a:pt x="2299523" y="3014626"/>
                  <a:pt x="2299523" y="3010804"/>
                </a:cubicBezTo>
                <a:close/>
                <a:moveTo>
                  <a:pt x="2299523" y="3058630"/>
                </a:moveTo>
                <a:lnTo>
                  <a:pt x="2300117" y="3047280"/>
                </a:lnTo>
                <a:lnTo>
                  <a:pt x="2300615" y="3047312"/>
                </a:lnTo>
                <a:lnTo>
                  <a:pt x="2300641" y="3046822"/>
                </a:lnTo>
                <a:lnTo>
                  <a:pt x="2317729" y="3048432"/>
                </a:lnTo>
                <a:cubicBezTo>
                  <a:pt x="2350114" y="3048955"/>
                  <a:pt x="2382007" y="3051913"/>
                  <a:pt x="2413190" y="3057426"/>
                </a:cubicBezTo>
                <a:cubicBezTo>
                  <a:pt x="2418766" y="3057010"/>
                  <a:pt x="2424094" y="3057951"/>
                  <a:pt x="2429403" y="3058953"/>
                </a:cubicBezTo>
                <a:lnTo>
                  <a:pt x="2429520" y="3060092"/>
                </a:lnTo>
                <a:cubicBezTo>
                  <a:pt x="2788370" y="3119024"/>
                  <a:pt x="3069409" y="3397595"/>
                  <a:pt x="3119686" y="3747690"/>
                </a:cubicBezTo>
                <a:cubicBezTo>
                  <a:pt x="3119853" y="3747743"/>
                  <a:pt x="3120023" y="3747748"/>
                  <a:pt x="3120191" y="3747753"/>
                </a:cubicBezTo>
                <a:lnTo>
                  <a:pt x="3120732" y="3754390"/>
                </a:lnTo>
                <a:cubicBezTo>
                  <a:pt x="3125788" y="3784397"/>
                  <a:pt x="3128238" y="3815039"/>
                  <a:pt x="3128196" y="3846121"/>
                </a:cubicBezTo>
                <a:cubicBezTo>
                  <a:pt x="3129508" y="3851707"/>
                  <a:pt x="3129566" y="3857331"/>
                  <a:pt x="3129566" y="3862969"/>
                </a:cubicBezTo>
                <a:cubicBezTo>
                  <a:pt x="3129566" y="3866761"/>
                  <a:pt x="3129539" y="3870547"/>
                  <a:pt x="3128973" y="3874319"/>
                </a:cubicBezTo>
                <a:lnTo>
                  <a:pt x="3128474" y="3874286"/>
                </a:lnTo>
                <a:lnTo>
                  <a:pt x="3128448" y="3874777"/>
                </a:lnTo>
                <a:lnTo>
                  <a:pt x="3111330" y="3873164"/>
                </a:lnTo>
                <a:cubicBezTo>
                  <a:pt x="3078956" y="3872641"/>
                  <a:pt x="3047075" y="3869683"/>
                  <a:pt x="3015903" y="3864173"/>
                </a:cubicBezTo>
                <a:cubicBezTo>
                  <a:pt x="3010326" y="3864589"/>
                  <a:pt x="3004997" y="3863648"/>
                  <a:pt x="2999687" y="3862645"/>
                </a:cubicBezTo>
                <a:lnTo>
                  <a:pt x="2999571" y="3861506"/>
                </a:lnTo>
                <a:cubicBezTo>
                  <a:pt x="2640719" y="3802574"/>
                  <a:pt x="2359680" y="3524002"/>
                  <a:pt x="2309405" y="3173908"/>
                </a:cubicBezTo>
                <a:cubicBezTo>
                  <a:pt x="2309237" y="3173856"/>
                  <a:pt x="2309069" y="3173851"/>
                  <a:pt x="2308899" y="3173846"/>
                </a:cubicBezTo>
                <a:lnTo>
                  <a:pt x="2308361" y="3167222"/>
                </a:lnTo>
                <a:cubicBezTo>
                  <a:pt x="2303302" y="3137210"/>
                  <a:pt x="2300852" y="3106561"/>
                  <a:pt x="2300894" y="3075472"/>
                </a:cubicBezTo>
                <a:cubicBezTo>
                  <a:pt x="2299582" y="3069889"/>
                  <a:pt x="2299523" y="3064266"/>
                  <a:pt x="2299523" y="3058630"/>
                </a:cubicBezTo>
                <a:close/>
                <a:moveTo>
                  <a:pt x="1601297" y="636203"/>
                </a:moveTo>
                <a:cubicBezTo>
                  <a:pt x="1654573" y="907109"/>
                  <a:pt x="1869416" y="1121906"/>
                  <a:pt x="2144606" y="1181049"/>
                </a:cubicBezTo>
                <a:cubicBezTo>
                  <a:pt x="2091331" y="910143"/>
                  <a:pt x="1876487" y="695346"/>
                  <a:pt x="1601297" y="636203"/>
                </a:cubicBezTo>
                <a:close/>
                <a:moveTo>
                  <a:pt x="1601297" y="2333028"/>
                </a:moveTo>
                <a:cubicBezTo>
                  <a:pt x="1654573" y="2603934"/>
                  <a:pt x="1869416" y="2818731"/>
                  <a:pt x="2144606" y="2877874"/>
                </a:cubicBezTo>
                <a:cubicBezTo>
                  <a:pt x="2091331" y="2606968"/>
                  <a:pt x="1876487" y="2392171"/>
                  <a:pt x="1601297" y="2333028"/>
                </a:cubicBezTo>
                <a:close/>
                <a:moveTo>
                  <a:pt x="1601295" y="2034258"/>
                </a:moveTo>
                <a:cubicBezTo>
                  <a:pt x="1876485" y="1975579"/>
                  <a:pt x="2091328" y="1762469"/>
                  <a:pt x="2144604" y="1493690"/>
                </a:cubicBezTo>
                <a:cubicBezTo>
                  <a:pt x="1869414" y="1552369"/>
                  <a:pt x="1654570" y="1765479"/>
                  <a:pt x="1601295" y="2034258"/>
                </a:cubicBezTo>
                <a:close/>
                <a:moveTo>
                  <a:pt x="1601295" y="3731083"/>
                </a:moveTo>
                <a:cubicBezTo>
                  <a:pt x="1876485" y="3672404"/>
                  <a:pt x="2091328" y="3459294"/>
                  <a:pt x="2144604" y="3190516"/>
                </a:cubicBezTo>
                <a:cubicBezTo>
                  <a:pt x="1869414" y="3249194"/>
                  <a:pt x="1654570" y="3462304"/>
                  <a:pt x="1601295" y="3731083"/>
                </a:cubicBezTo>
                <a:close/>
                <a:moveTo>
                  <a:pt x="1457930" y="503273"/>
                </a:moveTo>
                <a:lnTo>
                  <a:pt x="1458524" y="491833"/>
                </a:lnTo>
                <a:lnTo>
                  <a:pt x="1459022" y="491866"/>
                </a:lnTo>
                <a:lnTo>
                  <a:pt x="1459048" y="491372"/>
                </a:lnTo>
                <a:lnTo>
                  <a:pt x="1476135" y="492995"/>
                </a:lnTo>
                <a:cubicBezTo>
                  <a:pt x="1508521" y="493522"/>
                  <a:pt x="1540413" y="496503"/>
                  <a:pt x="1571597" y="502060"/>
                </a:cubicBezTo>
                <a:cubicBezTo>
                  <a:pt x="1577173" y="501641"/>
                  <a:pt x="1582501" y="502589"/>
                  <a:pt x="1587809" y="503599"/>
                </a:cubicBezTo>
                <a:lnTo>
                  <a:pt x="1587926" y="504747"/>
                </a:lnTo>
                <a:cubicBezTo>
                  <a:pt x="1946777" y="564145"/>
                  <a:pt x="2227816" y="844922"/>
                  <a:pt x="2278092" y="1197788"/>
                </a:cubicBezTo>
                <a:cubicBezTo>
                  <a:pt x="2278260" y="1197841"/>
                  <a:pt x="2278429" y="1197846"/>
                  <a:pt x="2278598" y="1197851"/>
                </a:cubicBezTo>
                <a:lnTo>
                  <a:pt x="2279138" y="1204541"/>
                </a:lnTo>
                <a:cubicBezTo>
                  <a:pt x="2284195" y="1234785"/>
                  <a:pt x="2286644" y="1265670"/>
                  <a:pt x="2286602" y="1296998"/>
                </a:cubicBezTo>
                <a:cubicBezTo>
                  <a:pt x="2287914" y="1302628"/>
                  <a:pt x="2287973" y="1308297"/>
                  <a:pt x="2287973" y="1313979"/>
                </a:cubicBezTo>
                <a:cubicBezTo>
                  <a:pt x="2287973" y="1317801"/>
                  <a:pt x="2287946" y="1321617"/>
                  <a:pt x="2287380" y="1325419"/>
                </a:cubicBezTo>
                <a:lnTo>
                  <a:pt x="2286881" y="1325386"/>
                </a:lnTo>
                <a:lnTo>
                  <a:pt x="2286855" y="1325881"/>
                </a:lnTo>
                <a:lnTo>
                  <a:pt x="2269736" y="1324255"/>
                </a:lnTo>
                <a:cubicBezTo>
                  <a:pt x="2237362" y="1323728"/>
                  <a:pt x="2205482" y="1320747"/>
                  <a:pt x="2174310" y="1315193"/>
                </a:cubicBezTo>
                <a:cubicBezTo>
                  <a:pt x="2168733" y="1315612"/>
                  <a:pt x="2163404" y="1314664"/>
                  <a:pt x="2158093" y="1313653"/>
                </a:cubicBezTo>
                <a:lnTo>
                  <a:pt x="2157977" y="1312505"/>
                </a:lnTo>
                <a:cubicBezTo>
                  <a:pt x="1799126" y="1253106"/>
                  <a:pt x="1518087" y="972329"/>
                  <a:pt x="1467811" y="619464"/>
                </a:cubicBezTo>
                <a:cubicBezTo>
                  <a:pt x="1467644" y="619411"/>
                  <a:pt x="1467475" y="619406"/>
                  <a:pt x="1467306" y="619401"/>
                </a:cubicBezTo>
                <a:lnTo>
                  <a:pt x="1466767" y="612725"/>
                </a:lnTo>
                <a:cubicBezTo>
                  <a:pt x="1461709" y="582475"/>
                  <a:pt x="1459258" y="551584"/>
                  <a:pt x="1459300" y="520249"/>
                </a:cubicBezTo>
                <a:cubicBezTo>
                  <a:pt x="1457988" y="514621"/>
                  <a:pt x="1457930" y="508954"/>
                  <a:pt x="1457930" y="503273"/>
                </a:cubicBezTo>
                <a:close/>
                <a:moveTo>
                  <a:pt x="1457930" y="2200098"/>
                </a:moveTo>
                <a:lnTo>
                  <a:pt x="1458524" y="2188658"/>
                </a:lnTo>
                <a:lnTo>
                  <a:pt x="1459022" y="2188691"/>
                </a:lnTo>
                <a:lnTo>
                  <a:pt x="1459048" y="2188197"/>
                </a:lnTo>
                <a:lnTo>
                  <a:pt x="1476135" y="2189820"/>
                </a:lnTo>
                <a:cubicBezTo>
                  <a:pt x="1508521" y="2190347"/>
                  <a:pt x="1540413" y="2193328"/>
                  <a:pt x="1571597" y="2198885"/>
                </a:cubicBezTo>
                <a:cubicBezTo>
                  <a:pt x="1577173" y="2198466"/>
                  <a:pt x="1582501" y="2199414"/>
                  <a:pt x="1587809" y="2200424"/>
                </a:cubicBezTo>
                <a:lnTo>
                  <a:pt x="1587926" y="2201572"/>
                </a:lnTo>
                <a:cubicBezTo>
                  <a:pt x="1946777" y="2260970"/>
                  <a:pt x="2227816" y="2541747"/>
                  <a:pt x="2278092" y="2894613"/>
                </a:cubicBezTo>
                <a:cubicBezTo>
                  <a:pt x="2278260" y="2894666"/>
                  <a:pt x="2278429" y="2894671"/>
                  <a:pt x="2278598" y="2894676"/>
                </a:cubicBezTo>
                <a:lnTo>
                  <a:pt x="2279138" y="2901366"/>
                </a:lnTo>
                <a:cubicBezTo>
                  <a:pt x="2284195" y="2931610"/>
                  <a:pt x="2286644" y="2962495"/>
                  <a:pt x="2286602" y="2993823"/>
                </a:cubicBezTo>
                <a:cubicBezTo>
                  <a:pt x="2287914" y="2999453"/>
                  <a:pt x="2287973" y="3005122"/>
                  <a:pt x="2287973" y="3010804"/>
                </a:cubicBezTo>
                <a:cubicBezTo>
                  <a:pt x="2287973" y="3014626"/>
                  <a:pt x="2287946" y="3018442"/>
                  <a:pt x="2287380" y="3022244"/>
                </a:cubicBezTo>
                <a:lnTo>
                  <a:pt x="2286881" y="3022211"/>
                </a:lnTo>
                <a:lnTo>
                  <a:pt x="2286855" y="3022706"/>
                </a:lnTo>
                <a:lnTo>
                  <a:pt x="2269736" y="3021080"/>
                </a:lnTo>
                <a:cubicBezTo>
                  <a:pt x="2237362" y="3020553"/>
                  <a:pt x="2205482" y="3017572"/>
                  <a:pt x="2174310" y="3012018"/>
                </a:cubicBezTo>
                <a:cubicBezTo>
                  <a:pt x="2168733" y="3012437"/>
                  <a:pt x="2163404" y="3011489"/>
                  <a:pt x="2158093" y="3010478"/>
                </a:cubicBezTo>
                <a:lnTo>
                  <a:pt x="2157977" y="3009330"/>
                </a:lnTo>
                <a:cubicBezTo>
                  <a:pt x="1799126" y="2949931"/>
                  <a:pt x="1518087" y="2669154"/>
                  <a:pt x="1467811" y="2316289"/>
                </a:cubicBezTo>
                <a:cubicBezTo>
                  <a:pt x="1467644" y="2316236"/>
                  <a:pt x="1467475" y="2316231"/>
                  <a:pt x="1467306" y="2316226"/>
                </a:cubicBezTo>
                <a:lnTo>
                  <a:pt x="1466767" y="2309550"/>
                </a:lnTo>
                <a:cubicBezTo>
                  <a:pt x="1461709" y="2279300"/>
                  <a:pt x="1459258" y="2248409"/>
                  <a:pt x="1459300" y="2217074"/>
                </a:cubicBezTo>
                <a:cubicBezTo>
                  <a:pt x="1457988" y="2211446"/>
                  <a:pt x="1457930" y="2205779"/>
                  <a:pt x="1457930" y="2200098"/>
                </a:cubicBezTo>
                <a:close/>
                <a:moveTo>
                  <a:pt x="1457930" y="3896923"/>
                </a:moveTo>
                <a:lnTo>
                  <a:pt x="1458524" y="3885483"/>
                </a:lnTo>
                <a:lnTo>
                  <a:pt x="1459022" y="3885516"/>
                </a:lnTo>
                <a:lnTo>
                  <a:pt x="1459048" y="3885022"/>
                </a:lnTo>
                <a:lnTo>
                  <a:pt x="1476135" y="3886645"/>
                </a:lnTo>
                <a:cubicBezTo>
                  <a:pt x="1508521" y="3887172"/>
                  <a:pt x="1540413" y="3890153"/>
                  <a:pt x="1571597" y="3895710"/>
                </a:cubicBezTo>
                <a:cubicBezTo>
                  <a:pt x="1577173" y="3895291"/>
                  <a:pt x="1582501" y="3896239"/>
                  <a:pt x="1587809" y="3897249"/>
                </a:cubicBezTo>
                <a:lnTo>
                  <a:pt x="1587926" y="3898397"/>
                </a:lnTo>
                <a:cubicBezTo>
                  <a:pt x="1821986" y="3937139"/>
                  <a:pt x="2022942" y="4070062"/>
                  <a:pt x="2148179" y="4255797"/>
                </a:cubicBezTo>
                <a:lnTo>
                  <a:pt x="2176624" y="4305008"/>
                </a:lnTo>
                <a:lnTo>
                  <a:pt x="2025574" y="4305008"/>
                </a:lnTo>
                <a:lnTo>
                  <a:pt x="1973451" y="4241205"/>
                </a:lnTo>
                <a:cubicBezTo>
                  <a:pt x="1876755" y="4136681"/>
                  <a:pt x="1747549" y="4061285"/>
                  <a:pt x="1601297" y="4029853"/>
                </a:cubicBezTo>
                <a:cubicBezTo>
                  <a:pt x="1618544" y="4117553"/>
                  <a:pt x="1652724" y="4199373"/>
                  <a:pt x="1700478" y="4271827"/>
                </a:cubicBezTo>
                <a:lnTo>
                  <a:pt x="1727160" y="4305008"/>
                </a:lnTo>
                <a:lnTo>
                  <a:pt x="1573050" y="4305008"/>
                </a:lnTo>
                <a:lnTo>
                  <a:pt x="1542929" y="4254710"/>
                </a:lnTo>
                <a:cubicBezTo>
                  <a:pt x="1505726" y="4179889"/>
                  <a:pt x="1479994" y="4098618"/>
                  <a:pt x="1467811" y="4013114"/>
                </a:cubicBezTo>
                <a:cubicBezTo>
                  <a:pt x="1467644" y="4013061"/>
                  <a:pt x="1467475" y="4013056"/>
                  <a:pt x="1467306" y="4013051"/>
                </a:cubicBezTo>
                <a:lnTo>
                  <a:pt x="1466767" y="4006375"/>
                </a:lnTo>
                <a:cubicBezTo>
                  <a:pt x="1461709" y="3976125"/>
                  <a:pt x="1459258" y="3945234"/>
                  <a:pt x="1459300" y="3913899"/>
                </a:cubicBezTo>
                <a:cubicBezTo>
                  <a:pt x="1457988" y="3908271"/>
                  <a:pt x="1457930" y="3902604"/>
                  <a:pt x="1457930" y="3896923"/>
                </a:cubicBezTo>
                <a:close/>
                <a:moveTo>
                  <a:pt x="1457928" y="469318"/>
                </a:moveTo>
                <a:cubicBezTo>
                  <a:pt x="1457928" y="463681"/>
                  <a:pt x="1457986" y="458057"/>
                  <a:pt x="1459298" y="452471"/>
                </a:cubicBezTo>
                <a:cubicBezTo>
                  <a:pt x="1459256" y="421389"/>
                  <a:pt x="1461706" y="390746"/>
                  <a:pt x="1466762" y="360740"/>
                </a:cubicBezTo>
                <a:lnTo>
                  <a:pt x="1467303" y="354103"/>
                </a:lnTo>
                <a:cubicBezTo>
                  <a:pt x="1467471" y="354098"/>
                  <a:pt x="1467641" y="354093"/>
                  <a:pt x="1467808" y="354040"/>
                </a:cubicBezTo>
                <a:cubicBezTo>
                  <a:pt x="1480960" y="262463"/>
                  <a:pt x="1509901" y="175780"/>
                  <a:pt x="1552022" y="96778"/>
                </a:cubicBezTo>
                <a:lnTo>
                  <a:pt x="1614656" y="0"/>
                </a:lnTo>
                <a:lnTo>
                  <a:pt x="1783031" y="0"/>
                </a:lnTo>
                <a:lnTo>
                  <a:pt x="1714803" y="76659"/>
                </a:lnTo>
                <a:cubicBezTo>
                  <a:pt x="1659536" y="153496"/>
                  <a:pt x="1620221" y="241952"/>
                  <a:pt x="1601295" y="337433"/>
                </a:cubicBezTo>
                <a:cubicBezTo>
                  <a:pt x="1784335" y="298404"/>
                  <a:pt x="1940676" y="191052"/>
                  <a:pt x="2040269" y="44350"/>
                </a:cubicBezTo>
                <a:lnTo>
                  <a:pt x="2062497" y="0"/>
                </a:lnTo>
                <a:lnTo>
                  <a:pt x="2211135" y="0"/>
                </a:lnTo>
                <a:lnTo>
                  <a:pt x="2159296" y="95636"/>
                </a:lnTo>
                <a:cubicBezTo>
                  <a:pt x="2035522" y="289169"/>
                  <a:pt x="1829330" y="428211"/>
                  <a:pt x="1587923" y="467856"/>
                </a:cubicBezTo>
                <a:lnTo>
                  <a:pt x="1587807" y="468995"/>
                </a:lnTo>
                <a:cubicBezTo>
                  <a:pt x="1582497" y="469998"/>
                  <a:pt x="1577168" y="470939"/>
                  <a:pt x="1571591" y="470523"/>
                </a:cubicBezTo>
                <a:cubicBezTo>
                  <a:pt x="1540419" y="476033"/>
                  <a:pt x="1508538" y="478991"/>
                  <a:pt x="1476164" y="479514"/>
                </a:cubicBezTo>
                <a:lnTo>
                  <a:pt x="1459046" y="481127"/>
                </a:lnTo>
                <a:lnTo>
                  <a:pt x="1459020" y="480636"/>
                </a:lnTo>
                <a:lnTo>
                  <a:pt x="1458521" y="480669"/>
                </a:lnTo>
                <a:cubicBezTo>
                  <a:pt x="1457955" y="476896"/>
                  <a:pt x="1457928" y="473110"/>
                  <a:pt x="1457928" y="469318"/>
                </a:cubicBezTo>
                <a:close/>
                <a:moveTo>
                  <a:pt x="1457928" y="2166144"/>
                </a:moveTo>
                <a:cubicBezTo>
                  <a:pt x="1457928" y="2160506"/>
                  <a:pt x="1457986" y="2154882"/>
                  <a:pt x="1459298" y="2149296"/>
                </a:cubicBezTo>
                <a:cubicBezTo>
                  <a:pt x="1459256" y="2118214"/>
                  <a:pt x="1461706" y="2087572"/>
                  <a:pt x="1466762" y="2057565"/>
                </a:cubicBezTo>
                <a:lnTo>
                  <a:pt x="1467303" y="2050928"/>
                </a:lnTo>
                <a:cubicBezTo>
                  <a:pt x="1467471" y="2050923"/>
                  <a:pt x="1467641" y="2050918"/>
                  <a:pt x="1467808" y="2050865"/>
                </a:cubicBezTo>
                <a:cubicBezTo>
                  <a:pt x="1518085" y="1700770"/>
                  <a:pt x="1799124" y="1422199"/>
                  <a:pt x="2157974" y="1363267"/>
                </a:cubicBezTo>
                <a:lnTo>
                  <a:pt x="2158091" y="1362128"/>
                </a:lnTo>
                <a:cubicBezTo>
                  <a:pt x="2163400" y="1361126"/>
                  <a:pt x="2168728" y="1360185"/>
                  <a:pt x="2174304" y="1360601"/>
                </a:cubicBezTo>
                <a:cubicBezTo>
                  <a:pt x="2205487" y="1355088"/>
                  <a:pt x="2237380" y="1352130"/>
                  <a:pt x="2269765" y="1351607"/>
                </a:cubicBezTo>
                <a:lnTo>
                  <a:pt x="2286853" y="1349997"/>
                </a:lnTo>
                <a:lnTo>
                  <a:pt x="2286879" y="1350487"/>
                </a:lnTo>
                <a:lnTo>
                  <a:pt x="2287377" y="1350455"/>
                </a:lnTo>
                <a:lnTo>
                  <a:pt x="2287971" y="1361805"/>
                </a:lnTo>
                <a:cubicBezTo>
                  <a:pt x="2287971" y="1367441"/>
                  <a:pt x="2287912" y="1373063"/>
                  <a:pt x="2286600" y="1378647"/>
                </a:cubicBezTo>
                <a:cubicBezTo>
                  <a:pt x="2286642" y="1409736"/>
                  <a:pt x="2284192" y="1440385"/>
                  <a:pt x="2279133" y="1470397"/>
                </a:cubicBezTo>
                <a:lnTo>
                  <a:pt x="2278595" y="1477021"/>
                </a:lnTo>
                <a:cubicBezTo>
                  <a:pt x="2278425" y="1477026"/>
                  <a:pt x="2278257" y="1477030"/>
                  <a:pt x="2278089" y="1477083"/>
                </a:cubicBezTo>
                <a:cubicBezTo>
                  <a:pt x="2227814" y="1827177"/>
                  <a:pt x="1946775" y="2105749"/>
                  <a:pt x="1587923" y="2164681"/>
                </a:cubicBezTo>
                <a:lnTo>
                  <a:pt x="1587807" y="2165820"/>
                </a:lnTo>
                <a:cubicBezTo>
                  <a:pt x="1582497" y="2166823"/>
                  <a:pt x="1577168" y="2167764"/>
                  <a:pt x="1571591" y="2167348"/>
                </a:cubicBezTo>
                <a:cubicBezTo>
                  <a:pt x="1540419" y="2172858"/>
                  <a:pt x="1508538" y="2175816"/>
                  <a:pt x="1476164" y="2176339"/>
                </a:cubicBezTo>
                <a:lnTo>
                  <a:pt x="1459046" y="2177952"/>
                </a:lnTo>
                <a:lnTo>
                  <a:pt x="1459020" y="2177461"/>
                </a:lnTo>
                <a:lnTo>
                  <a:pt x="1458521" y="2177494"/>
                </a:lnTo>
                <a:cubicBezTo>
                  <a:pt x="1457955" y="2173722"/>
                  <a:pt x="1457928" y="2169936"/>
                  <a:pt x="1457928" y="2166144"/>
                </a:cubicBezTo>
                <a:close/>
                <a:moveTo>
                  <a:pt x="1457928" y="3862969"/>
                </a:moveTo>
                <a:cubicBezTo>
                  <a:pt x="1457928" y="3857331"/>
                  <a:pt x="1457986" y="3851707"/>
                  <a:pt x="1459298" y="3846121"/>
                </a:cubicBezTo>
                <a:cubicBezTo>
                  <a:pt x="1459256" y="3815039"/>
                  <a:pt x="1461706" y="3784397"/>
                  <a:pt x="1466762" y="3754390"/>
                </a:cubicBezTo>
                <a:lnTo>
                  <a:pt x="1467303" y="3747753"/>
                </a:lnTo>
                <a:cubicBezTo>
                  <a:pt x="1467471" y="3747748"/>
                  <a:pt x="1467641" y="3747743"/>
                  <a:pt x="1467808" y="3747690"/>
                </a:cubicBezTo>
                <a:cubicBezTo>
                  <a:pt x="1518085" y="3397595"/>
                  <a:pt x="1799124" y="3119024"/>
                  <a:pt x="2157974" y="3060092"/>
                </a:cubicBezTo>
                <a:lnTo>
                  <a:pt x="2158091" y="3058953"/>
                </a:lnTo>
                <a:cubicBezTo>
                  <a:pt x="2163400" y="3057951"/>
                  <a:pt x="2168728" y="3057010"/>
                  <a:pt x="2174304" y="3057426"/>
                </a:cubicBezTo>
                <a:cubicBezTo>
                  <a:pt x="2205487" y="3051913"/>
                  <a:pt x="2237380" y="3048955"/>
                  <a:pt x="2269765" y="3048432"/>
                </a:cubicBezTo>
                <a:lnTo>
                  <a:pt x="2286853" y="3046822"/>
                </a:lnTo>
                <a:lnTo>
                  <a:pt x="2286879" y="3047312"/>
                </a:lnTo>
                <a:lnTo>
                  <a:pt x="2287377" y="3047280"/>
                </a:lnTo>
                <a:lnTo>
                  <a:pt x="2287971" y="3058630"/>
                </a:lnTo>
                <a:cubicBezTo>
                  <a:pt x="2287971" y="3064266"/>
                  <a:pt x="2287912" y="3069889"/>
                  <a:pt x="2286600" y="3075472"/>
                </a:cubicBezTo>
                <a:cubicBezTo>
                  <a:pt x="2286642" y="3106561"/>
                  <a:pt x="2284192" y="3137210"/>
                  <a:pt x="2279133" y="3167222"/>
                </a:cubicBezTo>
                <a:lnTo>
                  <a:pt x="2278595" y="3173846"/>
                </a:lnTo>
                <a:cubicBezTo>
                  <a:pt x="2278425" y="3173851"/>
                  <a:pt x="2278257" y="3173856"/>
                  <a:pt x="2278089" y="3173908"/>
                </a:cubicBezTo>
                <a:cubicBezTo>
                  <a:pt x="2227814" y="3524002"/>
                  <a:pt x="1946775" y="3802574"/>
                  <a:pt x="1587923" y="3861506"/>
                </a:cubicBezTo>
                <a:lnTo>
                  <a:pt x="1587807" y="3862645"/>
                </a:lnTo>
                <a:cubicBezTo>
                  <a:pt x="1582497" y="3863648"/>
                  <a:pt x="1577168" y="3864589"/>
                  <a:pt x="1571591" y="3864173"/>
                </a:cubicBezTo>
                <a:cubicBezTo>
                  <a:pt x="1540419" y="3869683"/>
                  <a:pt x="1508538" y="3872641"/>
                  <a:pt x="1476164" y="3873164"/>
                </a:cubicBezTo>
                <a:lnTo>
                  <a:pt x="1459046" y="3874777"/>
                </a:lnTo>
                <a:lnTo>
                  <a:pt x="1459020" y="3874286"/>
                </a:lnTo>
                <a:lnTo>
                  <a:pt x="1458521" y="3874319"/>
                </a:lnTo>
                <a:cubicBezTo>
                  <a:pt x="1457955" y="3870547"/>
                  <a:pt x="1457928" y="3866761"/>
                  <a:pt x="1457928" y="3862969"/>
                </a:cubicBezTo>
                <a:close/>
                <a:moveTo>
                  <a:pt x="750739" y="1181049"/>
                </a:moveTo>
                <a:cubicBezTo>
                  <a:pt x="1025929" y="1121906"/>
                  <a:pt x="1240772" y="907109"/>
                  <a:pt x="1294048" y="636203"/>
                </a:cubicBezTo>
                <a:cubicBezTo>
                  <a:pt x="1018858" y="695346"/>
                  <a:pt x="804014" y="910143"/>
                  <a:pt x="750739" y="1181049"/>
                </a:cubicBezTo>
                <a:close/>
                <a:moveTo>
                  <a:pt x="750739" y="1493690"/>
                </a:moveTo>
                <a:cubicBezTo>
                  <a:pt x="804015" y="1762469"/>
                  <a:pt x="1018858" y="1975579"/>
                  <a:pt x="1294048" y="2034258"/>
                </a:cubicBezTo>
                <a:cubicBezTo>
                  <a:pt x="1240773" y="1765479"/>
                  <a:pt x="1025929" y="1552369"/>
                  <a:pt x="750739" y="1493690"/>
                </a:cubicBezTo>
                <a:close/>
                <a:moveTo>
                  <a:pt x="750739" y="2877874"/>
                </a:moveTo>
                <a:cubicBezTo>
                  <a:pt x="1025929" y="2818731"/>
                  <a:pt x="1240772" y="2603934"/>
                  <a:pt x="1294048" y="2333028"/>
                </a:cubicBezTo>
                <a:cubicBezTo>
                  <a:pt x="1018858" y="2392171"/>
                  <a:pt x="804014" y="2606968"/>
                  <a:pt x="750739" y="2877874"/>
                </a:cubicBezTo>
                <a:close/>
                <a:moveTo>
                  <a:pt x="750739" y="3190516"/>
                </a:moveTo>
                <a:cubicBezTo>
                  <a:pt x="804015" y="3459294"/>
                  <a:pt x="1018858" y="3672404"/>
                  <a:pt x="1294048" y="3731083"/>
                </a:cubicBezTo>
                <a:cubicBezTo>
                  <a:pt x="1240773" y="3462304"/>
                  <a:pt x="1025929" y="3249194"/>
                  <a:pt x="750739" y="3190516"/>
                </a:cubicBezTo>
                <a:close/>
                <a:moveTo>
                  <a:pt x="718720" y="4305008"/>
                </a:moveTo>
                <a:lnTo>
                  <a:pt x="747165" y="4255797"/>
                </a:lnTo>
                <a:cubicBezTo>
                  <a:pt x="872402" y="4070062"/>
                  <a:pt x="1073359" y="3937139"/>
                  <a:pt x="1307418" y="3898397"/>
                </a:cubicBezTo>
                <a:lnTo>
                  <a:pt x="1307535" y="3897249"/>
                </a:lnTo>
                <a:cubicBezTo>
                  <a:pt x="1312844" y="3896239"/>
                  <a:pt x="1318172" y="3895291"/>
                  <a:pt x="1323748" y="3895710"/>
                </a:cubicBezTo>
                <a:cubicBezTo>
                  <a:pt x="1354931" y="3890153"/>
                  <a:pt x="1386824" y="3887172"/>
                  <a:pt x="1419209" y="3886645"/>
                </a:cubicBezTo>
                <a:lnTo>
                  <a:pt x="1436297" y="3885022"/>
                </a:lnTo>
                <a:lnTo>
                  <a:pt x="1436323" y="3885516"/>
                </a:lnTo>
                <a:lnTo>
                  <a:pt x="1436821" y="3885483"/>
                </a:lnTo>
                <a:lnTo>
                  <a:pt x="1437415" y="3896923"/>
                </a:lnTo>
                <a:cubicBezTo>
                  <a:pt x="1437415" y="3902604"/>
                  <a:pt x="1437356" y="3908271"/>
                  <a:pt x="1436044" y="3913899"/>
                </a:cubicBezTo>
                <a:cubicBezTo>
                  <a:pt x="1436086" y="3945234"/>
                  <a:pt x="1433636" y="3976125"/>
                  <a:pt x="1428577" y="4006375"/>
                </a:cubicBezTo>
                <a:lnTo>
                  <a:pt x="1428039" y="4013051"/>
                </a:lnTo>
                <a:cubicBezTo>
                  <a:pt x="1427869" y="4013056"/>
                  <a:pt x="1427701" y="4013061"/>
                  <a:pt x="1427533" y="4013114"/>
                </a:cubicBezTo>
                <a:cubicBezTo>
                  <a:pt x="1415351" y="4098618"/>
                  <a:pt x="1389619" y="4179889"/>
                  <a:pt x="1352416" y="4254710"/>
                </a:cubicBezTo>
                <a:lnTo>
                  <a:pt x="1322295" y="4305008"/>
                </a:lnTo>
                <a:lnTo>
                  <a:pt x="1168185" y="4305008"/>
                </a:lnTo>
                <a:lnTo>
                  <a:pt x="1194867" y="4271827"/>
                </a:lnTo>
                <a:cubicBezTo>
                  <a:pt x="1242622" y="4199373"/>
                  <a:pt x="1276801" y="4117553"/>
                  <a:pt x="1294048" y="4029853"/>
                </a:cubicBezTo>
                <a:cubicBezTo>
                  <a:pt x="1147796" y="4061285"/>
                  <a:pt x="1018589" y="4136681"/>
                  <a:pt x="921894" y="4241205"/>
                </a:cubicBezTo>
                <a:lnTo>
                  <a:pt x="869771" y="4305008"/>
                </a:lnTo>
                <a:close/>
                <a:moveTo>
                  <a:pt x="684209" y="0"/>
                </a:moveTo>
                <a:lnTo>
                  <a:pt x="832847" y="0"/>
                </a:lnTo>
                <a:lnTo>
                  <a:pt x="855075" y="44350"/>
                </a:lnTo>
                <a:cubicBezTo>
                  <a:pt x="954668" y="191053"/>
                  <a:pt x="1111009" y="298404"/>
                  <a:pt x="1294048" y="337433"/>
                </a:cubicBezTo>
                <a:cubicBezTo>
                  <a:pt x="1275123" y="241952"/>
                  <a:pt x="1235808" y="153496"/>
                  <a:pt x="1180541" y="76659"/>
                </a:cubicBezTo>
                <a:lnTo>
                  <a:pt x="1112313" y="0"/>
                </a:lnTo>
                <a:lnTo>
                  <a:pt x="1280688" y="0"/>
                </a:lnTo>
                <a:lnTo>
                  <a:pt x="1343322" y="96778"/>
                </a:lnTo>
                <a:cubicBezTo>
                  <a:pt x="1385443" y="175780"/>
                  <a:pt x="1414383" y="262463"/>
                  <a:pt x="1427534" y="354040"/>
                </a:cubicBezTo>
                <a:cubicBezTo>
                  <a:pt x="1427702" y="354093"/>
                  <a:pt x="1427871" y="354098"/>
                  <a:pt x="1428040" y="354102"/>
                </a:cubicBezTo>
                <a:lnTo>
                  <a:pt x="1428580" y="360740"/>
                </a:lnTo>
                <a:cubicBezTo>
                  <a:pt x="1433637" y="390746"/>
                  <a:pt x="1436086" y="421389"/>
                  <a:pt x="1436044" y="452471"/>
                </a:cubicBezTo>
                <a:cubicBezTo>
                  <a:pt x="1437356" y="458057"/>
                  <a:pt x="1437415" y="463681"/>
                  <a:pt x="1437415" y="469318"/>
                </a:cubicBezTo>
                <a:cubicBezTo>
                  <a:pt x="1437415" y="473111"/>
                  <a:pt x="1437388" y="476896"/>
                  <a:pt x="1436822" y="480669"/>
                </a:cubicBezTo>
                <a:lnTo>
                  <a:pt x="1436323" y="480636"/>
                </a:lnTo>
                <a:lnTo>
                  <a:pt x="1436297" y="481127"/>
                </a:lnTo>
                <a:lnTo>
                  <a:pt x="1419178" y="479514"/>
                </a:lnTo>
                <a:cubicBezTo>
                  <a:pt x="1386804" y="478991"/>
                  <a:pt x="1354924" y="476033"/>
                  <a:pt x="1323752" y="470523"/>
                </a:cubicBezTo>
                <a:cubicBezTo>
                  <a:pt x="1318175" y="470939"/>
                  <a:pt x="1312846" y="469998"/>
                  <a:pt x="1307535" y="468995"/>
                </a:cubicBezTo>
                <a:lnTo>
                  <a:pt x="1307419" y="467856"/>
                </a:lnTo>
                <a:cubicBezTo>
                  <a:pt x="1066014" y="428211"/>
                  <a:pt x="859822" y="289169"/>
                  <a:pt x="736048" y="95636"/>
                </a:cubicBezTo>
                <a:close/>
                <a:moveTo>
                  <a:pt x="607372" y="1313979"/>
                </a:moveTo>
                <a:cubicBezTo>
                  <a:pt x="607372" y="1308297"/>
                  <a:pt x="607430" y="1302628"/>
                  <a:pt x="608742" y="1296998"/>
                </a:cubicBezTo>
                <a:cubicBezTo>
                  <a:pt x="608700" y="1265670"/>
                  <a:pt x="611150" y="1234785"/>
                  <a:pt x="616206" y="1204541"/>
                </a:cubicBezTo>
                <a:lnTo>
                  <a:pt x="616747" y="1197851"/>
                </a:lnTo>
                <a:cubicBezTo>
                  <a:pt x="616915" y="1197846"/>
                  <a:pt x="617085" y="1197841"/>
                  <a:pt x="617252" y="1197788"/>
                </a:cubicBezTo>
                <a:cubicBezTo>
                  <a:pt x="667529" y="844922"/>
                  <a:pt x="948568" y="564145"/>
                  <a:pt x="1307418" y="504747"/>
                </a:cubicBezTo>
                <a:lnTo>
                  <a:pt x="1307535" y="503599"/>
                </a:lnTo>
                <a:cubicBezTo>
                  <a:pt x="1312844" y="502589"/>
                  <a:pt x="1318172" y="501641"/>
                  <a:pt x="1323748" y="502060"/>
                </a:cubicBezTo>
                <a:cubicBezTo>
                  <a:pt x="1354931" y="496503"/>
                  <a:pt x="1386824" y="493522"/>
                  <a:pt x="1419209" y="492995"/>
                </a:cubicBezTo>
                <a:lnTo>
                  <a:pt x="1436297" y="491372"/>
                </a:lnTo>
                <a:lnTo>
                  <a:pt x="1436323" y="491866"/>
                </a:lnTo>
                <a:lnTo>
                  <a:pt x="1436821" y="491833"/>
                </a:lnTo>
                <a:lnTo>
                  <a:pt x="1437415" y="503273"/>
                </a:lnTo>
                <a:cubicBezTo>
                  <a:pt x="1437415" y="508954"/>
                  <a:pt x="1437356" y="514621"/>
                  <a:pt x="1436044" y="520249"/>
                </a:cubicBezTo>
                <a:cubicBezTo>
                  <a:pt x="1436086" y="551584"/>
                  <a:pt x="1433636" y="582475"/>
                  <a:pt x="1428577" y="612725"/>
                </a:cubicBezTo>
                <a:lnTo>
                  <a:pt x="1428039" y="619401"/>
                </a:lnTo>
                <a:cubicBezTo>
                  <a:pt x="1427869" y="619406"/>
                  <a:pt x="1427701" y="619411"/>
                  <a:pt x="1427533" y="619464"/>
                </a:cubicBezTo>
                <a:cubicBezTo>
                  <a:pt x="1377258" y="972329"/>
                  <a:pt x="1096219" y="1253106"/>
                  <a:pt x="737367" y="1312505"/>
                </a:cubicBezTo>
                <a:lnTo>
                  <a:pt x="737251" y="1313653"/>
                </a:lnTo>
                <a:cubicBezTo>
                  <a:pt x="731941" y="1314664"/>
                  <a:pt x="726612" y="1315612"/>
                  <a:pt x="721035" y="1315193"/>
                </a:cubicBezTo>
                <a:cubicBezTo>
                  <a:pt x="689863" y="1320747"/>
                  <a:pt x="657982" y="1323728"/>
                  <a:pt x="625608" y="1324255"/>
                </a:cubicBezTo>
                <a:lnTo>
                  <a:pt x="608490" y="1325881"/>
                </a:lnTo>
                <a:lnTo>
                  <a:pt x="608464" y="1325386"/>
                </a:lnTo>
                <a:lnTo>
                  <a:pt x="607965" y="1325419"/>
                </a:lnTo>
                <a:cubicBezTo>
                  <a:pt x="607399" y="1321617"/>
                  <a:pt x="607372" y="1317801"/>
                  <a:pt x="607372" y="1313979"/>
                </a:cubicBezTo>
                <a:close/>
                <a:moveTo>
                  <a:pt x="607372" y="1361805"/>
                </a:moveTo>
                <a:lnTo>
                  <a:pt x="607966" y="1350455"/>
                </a:lnTo>
                <a:lnTo>
                  <a:pt x="608464" y="1350487"/>
                </a:lnTo>
                <a:lnTo>
                  <a:pt x="608490" y="1349997"/>
                </a:lnTo>
                <a:lnTo>
                  <a:pt x="625577" y="1351607"/>
                </a:lnTo>
                <a:cubicBezTo>
                  <a:pt x="657963" y="1352130"/>
                  <a:pt x="689855" y="1355088"/>
                  <a:pt x="721039" y="1360601"/>
                </a:cubicBezTo>
                <a:cubicBezTo>
                  <a:pt x="726615" y="1360185"/>
                  <a:pt x="731943" y="1361126"/>
                  <a:pt x="737251" y="1362128"/>
                </a:cubicBezTo>
                <a:lnTo>
                  <a:pt x="737368" y="1363267"/>
                </a:lnTo>
                <a:cubicBezTo>
                  <a:pt x="1096219" y="1422199"/>
                  <a:pt x="1377258" y="1700770"/>
                  <a:pt x="1427534" y="2050865"/>
                </a:cubicBezTo>
                <a:cubicBezTo>
                  <a:pt x="1427702" y="2050918"/>
                  <a:pt x="1427871" y="2050923"/>
                  <a:pt x="1428040" y="2050928"/>
                </a:cubicBezTo>
                <a:lnTo>
                  <a:pt x="1428580" y="2057565"/>
                </a:lnTo>
                <a:cubicBezTo>
                  <a:pt x="1433637" y="2087572"/>
                  <a:pt x="1436086" y="2118214"/>
                  <a:pt x="1436044" y="2149296"/>
                </a:cubicBezTo>
                <a:cubicBezTo>
                  <a:pt x="1437356" y="2154882"/>
                  <a:pt x="1437415" y="2160506"/>
                  <a:pt x="1437415" y="2166144"/>
                </a:cubicBezTo>
                <a:cubicBezTo>
                  <a:pt x="1437415" y="2169936"/>
                  <a:pt x="1437388" y="2173722"/>
                  <a:pt x="1436822" y="2177494"/>
                </a:cubicBezTo>
                <a:lnTo>
                  <a:pt x="1436323" y="2177461"/>
                </a:lnTo>
                <a:lnTo>
                  <a:pt x="1436297" y="2177952"/>
                </a:lnTo>
                <a:lnTo>
                  <a:pt x="1419178" y="2176339"/>
                </a:lnTo>
                <a:cubicBezTo>
                  <a:pt x="1386804" y="2175816"/>
                  <a:pt x="1354924" y="2172858"/>
                  <a:pt x="1323752" y="2167348"/>
                </a:cubicBezTo>
                <a:cubicBezTo>
                  <a:pt x="1318175" y="2167764"/>
                  <a:pt x="1312846" y="2166823"/>
                  <a:pt x="1307535" y="2165820"/>
                </a:cubicBezTo>
                <a:lnTo>
                  <a:pt x="1307419" y="2164681"/>
                </a:lnTo>
                <a:cubicBezTo>
                  <a:pt x="948568" y="2105749"/>
                  <a:pt x="667529" y="1827177"/>
                  <a:pt x="617253" y="1477083"/>
                </a:cubicBezTo>
                <a:cubicBezTo>
                  <a:pt x="617086" y="1477030"/>
                  <a:pt x="616917" y="1477026"/>
                  <a:pt x="616748" y="1477021"/>
                </a:cubicBezTo>
                <a:lnTo>
                  <a:pt x="616209" y="1470397"/>
                </a:lnTo>
                <a:cubicBezTo>
                  <a:pt x="611151" y="1440385"/>
                  <a:pt x="608700" y="1409736"/>
                  <a:pt x="608742" y="1378647"/>
                </a:cubicBezTo>
                <a:cubicBezTo>
                  <a:pt x="607430" y="1373063"/>
                  <a:pt x="607372" y="1367441"/>
                  <a:pt x="607372" y="1361805"/>
                </a:cubicBezTo>
                <a:close/>
                <a:moveTo>
                  <a:pt x="607372" y="3010804"/>
                </a:moveTo>
                <a:cubicBezTo>
                  <a:pt x="607372" y="3005122"/>
                  <a:pt x="607430" y="2999453"/>
                  <a:pt x="608742" y="2993823"/>
                </a:cubicBezTo>
                <a:cubicBezTo>
                  <a:pt x="608700" y="2962495"/>
                  <a:pt x="611150" y="2931610"/>
                  <a:pt x="616206" y="2901366"/>
                </a:cubicBezTo>
                <a:lnTo>
                  <a:pt x="616747" y="2894676"/>
                </a:lnTo>
                <a:cubicBezTo>
                  <a:pt x="616915" y="2894671"/>
                  <a:pt x="617085" y="2894666"/>
                  <a:pt x="617252" y="2894613"/>
                </a:cubicBezTo>
                <a:cubicBezTo>
                  <a:pt x="667529" y="2541747"/>
                  <a:pt x="948568" y="2260970"/>
                  <a:pt x="1307418" y="2201572"/>
                </a:cubicBezTo>
                <a:lnTo>
                  <a:pt x="1307535" y="2200424"/>
                </a:lnTo>
                <a:cubicBezTo>
                  <a:pt x="1312844" y="2199414"/>
                  <a:pt x="1318172" y="2198466"/>
                  <a:pt x="1323748" y="2198885"/>
                </a:cubicBezTo>
                <a:cubicBezTo>
                  <a:pt x="1354931" y="2193328"/>
                  <a:pt x="1386824" y="2190347"/>
                  <a:pt x="1419209" y="2189820"/>
                </a:cubicBezTo>
                <a:lnTo>
                  <a:pt x="1436297" y="2188197"/>
                </a:lnTo>
                <a:lnTo>
                  <a:pt x="1436323" y="2188691"/>
                </a:lnTo>
                <a:lnTo>
                  <a:pt x="1436821" y="2188658"/>
                </a:lnTo>
                <a:lnTo>
                  <a:pt x="1437415" y="2200098"/>
                </a:lnTo>
                <a:cubicBezTo>
                  <a:pt x="1437415" y="2205779"/>
                  <a:pt x="1437356" y="2211446"/>
                  <a:pt x="1436044" y="2217074"/>
                </a:cubicBezTo>
                <a:cubicBezTo>
                  <a:pt x="1436086" y="2248409"/>
                  <a:pt x="1433636" y="2279300"/>
                  <a:pt x="1428577" y="2309550"/>
                </a:cubicBezTo>
                <a:lnTo>
                  <a:pt x="1428039" y="2316226"/>
                </a:lnTo>
                <a:cubicBezTo>
                  <a:pt x="1427869" y="2316231"/>
                  <a:pt x="1427701" y="2316236"/>
                  <a:pt x="1427533" y="2316289"/>
                </a:cubicBezTo>
                <a:cubicBezTo>
                  <a:pt x="1377258" y="2669154"/>
                  <a:pt x="1096219" y="2949931"/>
                  <a:pt x="737367" y="3009330"/>
                </a:cubicBezTo>
                <a:lnTo>
                  <a:pt x="737251" y="3010478"/>
                </a:lnTo>
                <a:cubicBezTo>
                  <a:pt x="731941" y="3011489"/>
                  <a:pt x="726612" y="3012437"/>
                  <a:pt x="721035" y="3012018"/>
                </a:cubicBezTo>
                <a:cubicBezTo>
                  <a:pt x="689863" y="3017572"/>
                  <a:pt x="657982" y="3020553"/>
                  <a:pt x="625608" y="3021080"/>
                </a:cubicBezTo>
                <a:lnTo>
                  <a:pt x="608490" y="3022706"/>
                </a:lnTo>
                <a:lnTo>
                  <a:pt x="608464" y="3022211"/>
                </a:lnTo>
                <a:lnTo>
                  <a:pt x="607965" y="3022244"/>
                </a:lnTo>
                <a:cubicBezTo>
                  <a:pt x="607399" y="3018442"/>
                  <a:pt x="607372" y="3014626"/>
                  <a:pt x="607372" y="3010804"/>
                </a:cubicBezTo>
                <a:close/>
                <a:moveTo>
                  <a:pt x="607372" y="3058630"/>
                </a:moveTo>
                <a:lnTo>
                  <a:pt x="607966" y="3047280"/>
                </a:lnTo>
                <a:lnTo>
                  <a:pt x="608464" y="3047312"/>
                </a:lnTo>
                <a:lnTo>
                  <a:pt x="608490" y="3046822"/>
                </a:lnTo>
                <a:lnTo>
                  <a:pt x="625577" y="3048432"/>
                </a:lnTo>
                <a:cubicBezTo>
                  <a:pt x="657963" y="3048955"/>
                  <a:pt x="689855" y="3051913"/>
                  <a:pt x="721039" y="3057426"/>
                </a:cubicBezTo>
                <a:cubicBezTo>
                  <a:pt x="726615" y="3057010"/>
                  <a:pt x="731943" y="3057951"/>
                  <a:pt x="737251" y="3058953"/>
                </a:cubicBezTo>
                <a:lnTo>
                  <a:pt x="737368" y="3060092"/>
                </a:lnTo>
                <a:cubicBezTo>
                  <a:pt x="1096219" y="3119024"/>
                  <a:pt x="1377258" y="3397595"/>
                  <a:pt x="1427534" y="3747690"/>
                </a:cubicBezTo>
                <a:cubicBezTo>
                  <a:pt x="1427702" y="3747743"/>
                  <a:pt x="1427871" y="3747748"/>
                  <a:pt x="1428040" y="3747753"/>
                </a:cubicBezTo>
                <a:lnTo>
                  <a:pt x="1428580" y="3754390"/>
                </a:lnTo>
                <a:cubicBezTo>
                  <a:pt x="1433637" y="3784397"/>
                  <a:pt x="1436086" y="3815039"/>
                  <a:pt x="1436044" y="3846121"/>
                </a:cubicBezTo>
                <a:cubicBezTo>
                  <a:pt x="1437356" y="3851707"/>
                  <a:pt x="1437415" y="3857331"/>
                  <a:pt x="1437415" y="3862969"/>
                </a:cubicBezTo>
                <a:cubicBezTo>
                  <a:pt x="1437415" y="3866761"/>
                  <a:pt x="1437388" y="3870547"/>
                  <a:pt x="1436822" y="3874319"/>
                </a:cubicBezTo>
                <a:lnTo>
                  <a:pt x="1436323" y="3874286"/>
                </a:lnTo>
                <a:lnTo>
                  <a:pt x="1436297" y="3874777"/>
                </a:lnTo>
                <a:lnTo>
                  <a:pt x="1419178" y="3873164"/>
                </a:lnTo>
                <a:cubicBezTo>
                  <a:pt x="1386804" y="3872641"/>
                  <a:pt x="1354924" y="3869683"/>
                  <a:pt x="1323752" y="3864173"/>
                </a:cubicBezTo>
                <a:cubicBezTo>
                  <a:pt x="1318175" y="3864589"/>
                  <a:pt x="1312846" y="3863648"/>
                  <a:pt x="1307535" y="3862645"/>
                </a:cubicBezTo>
                <a:lnTo>
                  <a:pt x="1307419" y="3861506"/>
                </a:lnTo>
                <a:cubicBezTo>
                  <a:pt x="948568" y="3802574"/>
                  <a:pt x="667529" y="3524002"/>
                  <a:pt x="617253" y="3173908"/>
                </a:cubicBezTo>
                <a:cubicBezTo>
                  <a:pt x="617086" y="3173856"/>
                  <a:pt x="616917" y="3173851"/>
                  <a:pt x="616748" y="3173846"/>
                </a:cubicBezTo>
                <a:lnTo>
                  <a:pt x="616209" y="3167222"/>
                </a:lnTo>
                <a:cubicBezTo>
                  <a:pt x="611151" y="3137210"/>
                  <a:pt x="608700" y="3106561"/>
                  <a:pt x="608742" y="3075472"/>
                </a:cubicBezTo>
                <a:cubicBezTo>
                  <a:pt x="607430" y="3069889"/>
                  <a:pt x="607372" y="3064266"/>
                  <a:pt x="607372" y="3058630"/>
                </a:cubicBezTo>
                <a:close/>
                <a:moveTo>
                  <a:pt x="0" y="116373"/>
                </a:moveTo>
                <a:lnTo>
                  <a:pt x="0" y="0"/>
                </a:lnTo>
                <a:lnTo>
                  <a:pt x="90880" y="0"/>
                </a:lnTo>
                <a:lnTo>
                  <a:pt x="22652" y="76659"/>
                </a:lnTo>
                <a:close/>
                <a:moveTo>
                  <a:pt x="0" y="443121"/>
                </a:moveTo>
                <a:lnTo>
                  <a:pt x="0" y="311637"/>
                </a:lnTo>
                <a:lnTo>
                  <a:pt x="82171" y="276703"/>
                </a:lnTo>
                <a:cubicBezTo>
                  <a:pt x="190106" y="222464"/>
                  <a:pt x="281723" y="142152"/>
                  <a:pt x="348118" y="44350"/>
                </a:cubicBezTo>
                <a:lnTo>
                  <a:pt x="370347" y="0"/>
                </a:lnTo>
                <a:lnTo>
                  <a:pt x="518984" y="0"/>
                </a:lnTo>
                <a:lnTo>
                  <a:pt x="467145" y="95636"/>
                </a:lnTo>
                <a:cubicBezTo>
                  <a:pt x="364000" y="256913"/>
                  <a:pt x="203621" y="380350"/>
                  <a:pt x="13323" y="439959"/>
                </a:cubicBezTo>
                <a:close/>
                <a:moveTo>
                  <a:pt x="0" y="1070142"/>
                </a:moveTo>
                <a:lnTo>
                  <a:pt x="0" y="862064"/>
                </a:lnTo>
                <a:lnTo>
                  <a:pt x="31905" y="912052"/>
                </a:lnTo>
                <a:cubicBezTo>
                  <a:pt x="132041" y="1046318"/>
                  <a:pt x="280461" y="1144085"/>
                  <a:pt x="452455" y="1181049"/>
                </a:cubicBezTo>
                <a:cubicBezTo>
                  <a:pt x="405840" y="944006"/>
                  <a:pt x="235523" y="749922"/>
                  <a:pt x="9316" y="665484"/>
                </a:cubicBezTo>
                <a:lnTo>
                  <a:pt x="0" y="662760"/>
                </a:lnTo>
                <a:lnTo>
                  <a:pt x="0" y="530567"/>
                </a:lnTo>
                <a:lnTo>
                  <a:pt x="26399" y="537107"/>
                </a:lnTo>
                <a:cubicBezTo>
                  <a:pt x="321280" y="635466"/>
                  <a:pt x="541950" y="889030"/>
                  <a:pt x="585941" y="1197788"/>
                </a:cubicBezTo>
                <a:cubicBezTo>
                  <a:pt x="586109" y="1197841"/>
                  <a:pt x="586278" y="1197846"/>
                  <a:pt x="586447" y="1197851"/>
                </a:cubicBezTo>
                <a:lnTo>
                  <a:pt x="586987" y="1204541"/>
                </a:lnTo>
                <a:cubicBezTo>
                  <a:pt x="592044" y="1234785"/>
                  <a:pt x="594493" y="1265670"/>
                  <a:pt x="594451" y="1296998"/>
                </a:cubicBezTo>
                <a:cubicBezTo>
                  <a:pt x="595763" y="1302628"/>
                  <a:pt x="595822" y="1308297"/>
                  <a:pt x="595822" y="1313979"/>
                </a:cubicBezTo>
                <a:cubicBezTo>
                  <a:pt x="595822" y="1317801"/>
                  <a:pt x="595795" y="1321617"/>
                  <a:pt x="595229" y="1325419"/>
                </a:cubicBezTo>
                <a:lnTo>
                  <a:pt x="594730" y="1325386"/>
                </a:lnTo>
                <a:lnTo>
                  <a:pt x="594704" y="1325881"/>
                </a:lnTo>
                <a:lnTo>
                  <a:pt x="577585" y="1324255"/>
                </a:lnTo>
                <a:cubicBezTo>
                  <a:pt x="545211" y="1323728"/>
                  <a:pt x="513331" y="1320747"/>
                  <a:pt x="482159" y="1315193"/>
                </a:cubicBezTo>
                <a:cubicBezTo>
                  <a:pt x="476582" y="1315612"/>
                  <a:pt x="471253" y="1314664"/>
                  <a:pt x="465942" y="1313653"/>
                </a:cubicBezTo>
                <a:lnTo>
                  <a:pt x="465826" y="1312505"/>
                </a:lnTo>
                <a:cubicBezTo>
                  <a:pt x="286401" y="1282806"/>
                  <a:pt x="126428" y="1197762"/>
                  <a:pt x="5028" y="1076034"/>
                </a:cubicBezTo>
                <a:close/>
                <a:moveTo>
                  <a:pt x="0" y="2139063"/>
                </a:moveTo>
                <a:lnTo>
                  <a:pt x="0" y="2007909"/>
                </a:lnTo>
                <a:lnTo>
                  <a:pt x="9314" y="2005207"/>
                </a:lnTo>
                <a:cubicBezTo>
                  <a:pt x="235521" y="1921432"/>
                  <a:pt x="405837" y="1728872"/>
                  <a:pt x="452453" y="1493690"/>
                </a:cubicBezTo>
                <a:cubicBezTo>
                  <a:pt x="280459" y="1530364"/>
                  <a:pt x="132038" y="1627363"/>
                  <a:pt x="31903" y="1760575"/>
                </a:cubicBezTo>
                <a:lnTo>
                  <a:pt x="0" y="1810167"/>
                </a:lnTo>
                <a:lnTo>
                  <a:pt x="0" y="1603724"/>
                </a:lnTo>
                <a:lnTo>
                  <a:pt x="5025" y="1597880"/>
                </a:lnTo>
                <a:cubicBezTo>
                  <a:pt x="126426" y="1477109"/>
                  <a:pt x="286398" y="1392733"/>
                  <a:pt x="465823" y="1363267"/>
                </a:cubicBezTo>
                <a:lnTo>
                  <a:pt x="465940" y="1362128"/>
                </a:lnTo>
                <a:cubicBezTo>
                  <a:pt x="471249" y="1361126"/>
                  <a:pt x="476577" y="1360185"/>
                  <a:pt x="482153" y="1360601"/>
                </a:cubicBezTo>
                <a:cubicBezTo>
                  <a:pt x="513336" y="1355088"/>
                  <a:pt x="545229" y="1352130"/>
                  <a:pt x="577614" y="1351607"/>
                </a:cubicBezTo>
                <a:lnTo>
                  <a:pt x="594702" y="1349997"/>
                </a:lnTo>
                <a:lnTo>
                  <a:pt x="594728" y="1350487"/>
                </a:lnTo>
                <a:lnTo>
                  <a:pt x="595226" y="1350455"/>
                </a:lnTo>
                <a:lnTo>
                  <a:pt x="595820" y="1361805"/>
                </a:lnTo>
                <a:cubicBezTo>
                  <a:pt x="595820" y="1367441"/>
                  <a:pt x="595761" y="1373063"/>
                  <a:pt x="594449" y="1378647"/>
                </a:cubicBezTo>
                <a:cubicBezTo>
                  <a:pt x="594491" y="1409736"/>
                  <a:pt x="592041" y="1440385"/>
                  <a:pt x="586982" y="1470397"/>
                </a:cubicBezTo>
                <a:lnTo>
                  <a:pt x="586444" y="1477021"/>
                </a:lnTo>
                <a:cubicBezTo>
                  <a:pt x="586274" y="1477026"/>
                  <a:pt x="586106" y="1477030"/>
                  <a:pt x="585938" y="1477083"/>
                </a:cubicBezTo>
                <a:cubicBezTo>
                  <a:pt x="541948" y="1783415"/>
                  <a:pt x="321278" y="2034989"/>
                  <a:pt x="26396" y="2132575"/>
                </a:cubicBezTo>
                <a:close/>
                <a:moveTo>
                  <a:pt x="0" y="2766967"/>
                </a:moveTo>
                <a:lnTo>
                  <a:pt x="0" y="2558889"/>
                </a:lnTo>
                <a:lnTo>
                  <a:pt x="31905" y="2608877"/>
                </a:lnTo>
                <a:cubicBezTo>
                  <a:pt x="132041" y="2743143"/>
                  <a:pt x="280461" y="2840910"/>
                  <a:pt x="452455" y="2877874"/>
                </a:cubicBezTo>
                <a:cubicBezTo>
                  <a:pt x="405840" y="2640831"/>
                  <a:pt x="235523" y="2446747"/>
                  <a:pt x="9316" y="2362309"/>
                </a:cubicBezTo>
                <a:lnTo>
                  <a:pt x="0" y="2359585"/>
                </a:lnTo>
                <a:lnTo>
                  <a:pt x="0" y="2227392"/>
                </a:lnTo>
                <a:lnTo>
                  <a:pt x="26399" y="2233932"/>
                </a:lnTo>
                <a:cubicBezTo>
                  <a:pt x="321280" y="2332291"/>
                  <a:pt x="541950" y="2585855"/>
                  <a:pt x="585941" y="2894613"/>
                </a:cubicBezTo>
                <a:cubicBezTo>
                  <a:pt x="586109" y="2894666"/>
                  <a:pt x="586278" y="2894671"/>
                  <a:pt x="586447" y="2894676"/>
                </a:cubicBezTo>
                <a:lnTo>
                  <a:pt x="586987" y="2901366"/>
                </a:lnTo>
                <a:cubicBezTo>
                  <a:pt x="592044" y="2931610"/>
                  <a:pt x="594493" y="2962495"/>
                  <a:pt x="594451" y="2993823"/>
                </a:cubicBezTo>
                <a:cubicBezTo>
                  <a:pt x="595763" y="2999453"/>
                  <a:pt x="595822" y="3005122"/>
                  <a:pt x="595822" y="3010804"/>
                </a:cubicBezTo>
                <a:cubicBezTo>
                  <a:pt x="595822" y="3014626"/>
                  <a:pt x="595795" y="3018442"/>
                  <a:pt x="595229" y="3022244"/>
                </a:cubicBezTo>
                <a:lnTo>
                  <a:pt x="594730" y="3022211"/>
                </a:lnTo>
                <a:lnTo>
                  <a:pt x="594704" y="3022706"/>
                </a:lnTo>
                <a:lnTo>
                  <a:pt x="577585" y="3021080"/>
                </a:lnTo>
                <a:cubicBezTo>
                  <a:pt x="545211" y="3020553"/>
                  <a:pt x="513331" y="3017572"/>
                  <a:pt x="482159" y="3012018"/>
                </a:cubicBezTo>
                <a:cubicBezTo>
                  <a:pt x="476582" y="3012437"/>
                  <a:pt x="471253" y="3011489"/>
                  <a:pt x="465942" y="3010478"/>
                </a:cubicBezTo>
                <a:lnTo>
                  <a:pt x="465826" y="3009330"/>
                </a:lnTo>
                <a:cubicBezTo>
                  <a:pt x="286401" y="2979630"/>
                  <a:pt x="126428" y="2894586"/>
                  <a:pt x="5028" y="2772859"/>
                </a:cubicBezTo>
                <a:close/>
                <a:moveTo>
                  <a:pt x="0" y="3835888"/>
                </a:moveTo>
                <a:lnTo>
                  <a:pt x="0" y="3704734"/>
                </a:lnTo>
                <a:lnTo>
                  <a:pt x="9314" y="3702032"/>
                </a:lnTo>
                <a:cubicBezTo>
                  <a:pt x="235521" y="3618257"/>
                  <a:pt x="405837" y="3425697"/>
                  <a:pt x="452453" y="3190516"/>
                </a:cubicBezTo>
                <a:cubicBezTo>
                  <a:pt x="280459" y="3227190"/>
                  <a:pt x="132038" y="3324188"/>
                  <a:pt x="31903" y="3457400"/>
                </a:cubicBezTo>
                <a:lnTo>
                  <a:pt x="0" y="3506992"/>
                </a:lnTo>
                <a:lnTo>
                  <a:pt x="0" y="3300549"/>
                </a:lnTo>
                <a:lnTo>
                  <a:pt x="5025" y="3294705"/>
                </a:lnTo>
                <a:cubicBezTo>
                  <a:pt x="126426" y="3173934"/>
                  <a:pt x="286398" y="3089558"/>
                  <a:pt x="465823" y="3060092"/>
                </a:cubicBezTo>
                <a:lnTo>
                  <a:pt x="465940" y="3058953"/>
                </a:lnTo>
                <a:cubicBezTo>
                  <a:pt x="471249" y="3057951"/>
                  <a:pt x="476577" y="3057010"/>
                  <a:pt x="482153" y="3057426"/>
                </a:cubicBezTo>
                <a:cubicBezTo>
                  <a:pt x="513336" y="3051913"/>
                  <a:pt x="545229" y="3048955"/>
                  <a:pt x="577614" y="3048432"/>
                </a:cubicBezTo>
                <a:lnTo>
                  <a:pt x="594702" y="3046822"/>
                </a:lnTo>
                <a:lnTo>
                  <a:pt x="594728" y="3047312"/>
                </a:lnTo>
                <a:lnTo>
                  <a:pt x="595226" y="3047280"/>
                </a:lnTo>
                <a:lnTo>
                  <a:pt x="595820" y="3058630"/>
                </a:lnTo>
                <a:cubicBezTo>
                  <a:pt x="595820" y="3064266"/>
                  <a:pt x="595761" y="3069889"/>
                  <a:pt x="594449" y="3075472"/>
                </a:cubicBezTo>
                <a:cubicBezTo>
                  <a:pt x="594491" y="3106561"/>
                  <a:pt x="592041" y="3137210"/>
                  <a:pt x="586982" y="3167222"/>
                </a:cubicBezTo>
                <a:lnTo>
                  <a:pt x="586444" y="3173846"/>
                </a:lnTo>
                <a:cubicBezTo>
                  <a:pt x="586274" y="3173851"/>
                  <a:pt x="586106" y="3173856"/>
                  <a:pt x="585938" y="3173908"/>
                </a:cubicBezTo>
                <a:cubicBezTo>
                  <a:pt x="541948" y="3480240"/>
                  <a:pt x="321278" y="3731813"/>
                  <a:pt x="26396" y="3829400"/>
                </a:cubicBezTo>
                <a:close/>
                <a:moveTo>
                  <a:pt x="0" y="4056079"/>
                </a:moveTo>
                <a:lnTo>
                  <a:pt x="0" y="3923091"/>
                </a:lnTo>
                <a:lnTo>
                  <a:pt x="9850" y="3925425"/>
                </a:lnTo>
                <a:cubicBezTo>
                  <a:pt x="194718" y="3982914"/>
                  <a:pt x="351664" y="4101018"/>
                  <a:pt x="456028" y="4255797"/>
                </a:cubicBezTo>
                <a:lnTo>
                  <a:pt x="484473" y="4305008"/>
                </a:lnTo>
                <a:lnTo>
                  <a:pt x="333423" y="4305008"/>
                </a:lnTo>
                <a:lnTo>
                  <a:pt x="281300" y="4241205"/>
                </a:lnTo>
                <a:cubicBezTo>
                  <a:pt x="223282" y="4178491"/>
                  <a:pt x="153561" y="4126262"/>
                  <a:pt x="75476" y="4087725"/>
                </a:cubicBezTo>
                <a:close/>
                <a:moveTo>
                  <a:pt x="0" y="4305008"/>
                </a:moveTo>
                <a:lnTo>
                  <a:pt x="0" y="4256099"/>
                </a:lnTo>
                <a:lnTo>
                  <a:pt x="8327" y="4271827"/>
                </a:lnTo>
                <a:lnTo>
                  <a:pt x="35009" y="430500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2" name="Rectangle 11">
            <a:extLst>
              <a:ext uri="{FF2B5EF4-FFF2-40B4-BE49-F238E27FC236}">
                <a16:creationId xmlns:a16="http://schemas.microsoft.com/office/drawing/2014/main" id="{801C1412-5645-FF55-D19D-CA90CBD8E7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28592" y="620720"/>
            <a:ext cx="7323231" cy="55931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2" name="Title 1">
            <a:extLst>
              <a:ext uri="{FF2B5EF4-FFF2-40B4-BE49-F238E27FC236}">
                <a16:creationId xmlns:a16="http://schemas.microsoft.com/office/drawing/2014/main" id="{E5F014E1-7880-0133-B7AE-E47C8131971D}"/>
              </a:ext>
            </a:extLst>
          </p:cNvPr>
          <p:cNvSpPr>
            <a:spLocks noGrp="1"/>
          </p:cNvSpPr>
          <p:nvPr>
            <p:ph type="ctrTitle"/>
          </p:nvPr>
        </p:nvSpPr>
        <p:spPr>
          <a:xfrm>
            <a:off x="4713224" y="1105351"/>
            <a:ext cx="6353967" cy="3023981"/>
          </a:xfrm>
        </p:spPr>
        <p:txBody>
          <a:bodyPr anchor="b">
            <a:normAutofit/>
          </a:bodyPr>
          <a:lstStyle/>
          <a:p>
            <a:pPr algn="l"/>
            <a:r>
              <a:rPr lang="en-US" sz="4800" dirty="0">
                <a:solidFill>
                  <a:srgbClr val="FFFFFF"/>
                </a:solidFill>
              </a:rPr>
              <a:t>Let’s try it</a:t>
            </a:r>
          </a:p>
        </p:txBody>
      </p:sp>
      <p:sp>
        <p:nvSpPr>
          <p:cNvPr id="3" name="Subtitle 2">
            <a:extLst>
              <a:ext uri="{FF2B5EF4-FFF2-40B4-BE49-F238E27FC236}">
                <a16:creationId xmlns:a16="http://schemas.microsoft.com/office/drawing/2014/main" id="{AE9818E1-9782-2B13-1B04-442B4769E0A0}"/>
              </a:ext>
            </a:extLst>
          </p:cNvPr>
          <p:cNvSpPr>
            <a:spLocks noGrp="1"/>
          </p:cNvSpPr>
          <p:nvPr>
            <p:ph type="subTitle" idx="1"/>
          </p:nvPr>
        </p:nvSpPr>
        <p:spPr>
          <a:xfrm>
            <a:off x="4713224" y="4297556"/>
            <a:ext cx="6353968" cy="1433391"/>
          </a:xfrm>
        </p:spPr>
        <p:txBody>
          <a:bodyPr anchor="t">
            <a:normAutofit/>
          </a:bodyPr>
          <a:lstStyle/>
          <a:p>
            <a:endParaRPr lang="en-US">
              <a:solidFill>
                <a:srgbClr val="FFFFFF"/>
              </a:solidFill>
            </a:endParaRPr>
          </a:p>
        </p:txBody>
      </p:sp>
      <p:cxnSp>
        <p:nvCxnSpPr>
          <p:cNvPr id="14" name="Straight Connector 13">
            <a:extLst>
              <a:ext uri="{FF2B5EF4-FFF2-40B4-BE49-F238E27FC236}">
                <a16:creationId xmlns:a16="http://schemas.microsoft.com/office/drawing/2014/main" id="{ABD7CB5B-4DAA-03B1-A1A9-C68B9056BC0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42932" y="4214336"/>
            <a:ext cx="5120640"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useBgFill="1">
        <p:nvSpPr>
          <p:cNvPr id="16" name="Rectangle 15">
            <a:extLst>
              <a:ext uri="{FF2B5EF4-FFF2-40B4-BE49-F238E27FC236}">
                <a16:creationId xmlns:a16="http://schemas.microsoft.com/office/drawing/2014/main" id="{F9131479-2461-59FC-D973-113F8A2578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4000" y="-2"/>
            <a:ext cx="164592"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Tree>
    <p:extLst>
      <p:ext uri="{BB962C8B-B14F-4D97-AF65-F5344CB8AC3E}">
        <p14:creationId xmlns:p14="http://schemas.microsoft.com/office/powerpoint/2010/main" val="411148113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normAutofit/>
          </a:bodyPr>
          <a:lstStyle/>
          <a:p>
            <a:r>
              <a:rPr lang="en-US" dirty="0"/>
              <a:t>Algorithm design Part 1</a:t>
            </a:r>
          </a:p>
        </p:txBody>
      </p:sp>
      <p:sp>
        <p:nvSpPr>
          <p:cNvPr id="12" name="TextBox 12"/>
          <p:cNvSpPr txBox="1"/>
          <p:nvPr/>
        </p:nvSpPr>
        <p:spPr>
          <a:xfrm>
            <a:off x="8778240" y="109728"/>
            <a:ext cx="3017520" cy="566928"/>
          </a:xfrm>
          <a:prstGeom prst="rect">
            <a:avLst/>
          </a:prstGeom>
          <a:noFill/>
        </p:spPr>
        <p:txBody>
          <a:bodyPr wrap="square" lIns="0" tIns="0" rIns="0" bIns="0" rtlCol="0" anchor="t"/>
          <a:lstStyle/>
          <a:p>
            <a:pPr algn="r"/>
            <a:r>
              <a:rPr lang="en-US" sz="3600" b="1" dirty="0">
                <a:solidFill>
                  <a:srgbClr val="1CADE4"/>
                </a:solidFill>
              </a:rPr>
              <a:t>Exercise</a:t>
            </a:r>
          </a:p>
        </p:txBody>
      </p:sp>
      <p:sp>
        <p:nvSpPr>
          <p:cNvPr id="13" name="TextBox 13"/>
          <p:cNvSpPr txBox="1"/>
          <p:nvPr/>
        </p:nvSpPr>
        <p:spPr>
          <a:xfrm>
            <a:off x="1024128" y="1965960"/>
            <a:ext cx="9692640" cy="384048"/>
          </a:xfrm>
          <a:prstGeom prst="rect">
            <a:avLst/>
          </a:prstGeom>
          <a:noFill/>
        </p:spPr>
        <p:txBody>
          <a:bodyPr wrap="square" lIns="0" tIns="0" rIns="0" bIns="0" rtlCol="0" anchor="t"/>
          <a:lstStyle/>
          <a:p>
            <a:r>
              <a:rPr lang="en-US" sz="2000" b="1" dirty="0">
                <a:solidFill>
                  <a:srgbClr val="1B7FA6"/>
                </a:solidFill>
              </a:rPr>
              <a:t>Objective 4: Design step-by-step instructions</a:t>
            </a:r>
          </a:p>
        </p:txBody>
      </p:sp>
      <p:sp>
        <p:nvSpPr>
          <p:cNvPr id="14" name="TextBox 14"/>
          <p:cNvSpPr txBox="1"/>
          <p:nvPr/>
        </p:nvSpPr>
        <p:spPr>
          <a:xfrm>
            <a:off x="1024128" y="2468879"/>
            <a:ext cx="5577840" cy="3566160"/>
          </a:xfrm>
          <a:prstGeom prst="rect">
            <a:avLst/>
          </a:prstGeom>
          <a:noFill/>
        </p:spPr>
        <p:txBody>
          <a:bodyPr wrap="square" lIns="91440" tIns="91440" rIns="91440" bIns="91440" rtlCol="0" anchor="t"/>
          <a:lstStyle/>
          <a:p>
            <a:pPr marL="457200" lvl="0" indent="-457200">
              <a:spcAft>
                <a:spcPts val="500"/>
              </a:spcAft>
              <a:buFont typeface="+mj-lt"/>
              <a:buAutoNum type="arabicPeriod"/>
            </a:pPr>
            <a:r>
              <a:rPr lang="en-US" sz="1600" b="1" dirty="0">
                <a:solidFill>
                  <a:schemeClr val="accent1">
                    <a:lumMod val="75000"/>
                  </a:schemeClr>
                </a:solidFill>
              </a:rPr>
              <a:t>Think. </a:t>
            </a:r>
            <a:r>
              <a:rPr lang="en-US" sz="1600" dirty="0"/>
              <a:t>Put your Exercise 1 sub-tasks in order as numbered steps.</a:t>
            </a:r>
          </a:p>
          <a:p>
            <a:pPr marL="457200" lvl="0" indent="-457200">
              <a:spcAft>
                <a:spcPts val="500"/>
              </a:spcAft>
              <a:buFont typeface="+mj-lt"/>
              <a:buAutoNum type="arabicPeriod"/>
            </a:pPr>
            <a:r>
              <a:rPr lang="en-US" sz="1600" b="1" dirty="0">
                <a:solidFill>
                  <a:schemeClr val="accent1">
                    <a:lumMod val="75000"/>
                  </a:schemeClr>
                </a:solidFill>
              </a:rPr>
              <a:t>Prompt. </a:t>
            </a:r>
            <a:r>
              <a:rPr lang="en-US" sz="1600" dirty="0"/>
              <a:t>In a new chat, send your cold prompt again with one line added (at right).</a:t>
            </a:r>
          </a:p>
          <a:p>
            <a:pPr marL="457200" lvl="0" indent="-457200">
              <a:spcAft>
                <a:spcPts val="500"/>
              </a:spcAft>
              <a:buFont typeface="+mj-lt"/>
              <a:buAutoNum type="arabicPeriod"/>
            </a:pPr>
            <a:r>
              <a:rPr lang="en-US" sz="1600" b="1" dirty="0">
                <a:solidFill>
                  <a:schemeClr val="accent1">
                    <a:lumMod val="75000"/>
                  </a:schemeClr>
                </a:solidFill>
              </a:rPr>
              <a:t>Answer </a:t>
            </a:r>
            <a:r>
              <a:rPr lang="en-US" sz="1600" dirty="0"/>
              <a:t>Claude's questions. Use your own work and the facts page on the handout.</a:t>
            </a:r>
          </a:p>
          <a:p>
            <a:pPr marL="457200" lvl="0" indent="-457200">
              <a:spcAft>
                <a:spcPts val="500"/>
              </a:spcAft>
              <a:buFont typeface="+mj-lt"/>
              <a:buAutoNum type="arabicPeriod"/>
            </a:pPr>
            <a:r>
              <a:rPr lang="en-US" sz="1600" b="1" dirty="0">
                <a:solidFill>
                  <a:schemeClr val="accent1">
                    <a:lumMod val="75000"/>
                  </a:schemeClr>
                </a:solidFill>
              </a:rPr>
              <a:t>Check the plan </a:t>
            </a:r>
            <a:r>
              <a:rPr lang="en-US" sz="1600" dirty="0"/>
              <a:t>against your steps. Correct it or approve it. Then ask for the code.</a:t>
            </a:r>
          </a:p>
          <a:p>
            <a:pPr marL="457200" lvl="0" indent="-457200">
              <a:spcAft>
                <a:spcPts val="0"/>
              </a:spcAft>
              <a:buFont typeface="+mj-lt"/>
              <a:buAutoNum type="arabicPeriod"/>
            </a:pPr>
            <a:r>
              <a:rPr lang="en-US" sz="1600" b="1" dirty="0">
                <a:solidFill>
                  <a:schemeClr val="accent1">
                    <a:lumMod val="75000"/>
                  </a:schemeClr>
                </a:solidFill>
              </a:rPr>
              <a:t>Run the code. </a:t>
            </a:r>
            <a:r>
              <a:rPr lang="en-US" sz="1600" dirty="0"/>
              <a:t>Check: the table totals 6,481 patients, and patients with no patient type are still there.</a:t>
            </a:r>
          </a:p>
        </p:txBody>
      </p:sp>
      <p:sp>
        <p:nvSpPr>
          <p:cNvPr id="15" name="TextBox 15"/>
          <p:cNvSpPr txBox="1"/>
          <p:nvPr/>
        </p:nvSpPr>
        <p:spPr>
          <a:xfrm>
            <a:off x="6949440" y="2560320"/>
            <a:ext cx="4206240" cy="2743200"/>
          </a:xfrm>
          <a:prstGeom prst="rect">
            <a:avLst/>
          </a:prstGeom>
          <a:solidFill>
            <a:srgbClr val="EEF3F6"/>
          </a:solidFill>
        </p:spPr>
        <p:txBody>
          <a:bodyPr wrap="square" lIns="182880" tIns="182880" rIns="182880" bIns="182880" rtlCol="0" anchor="t"/>
          <a:lstStyle/>
          <a:p>
            <a:pPr marL="0" indent="0">
              <a:spcAft>
                <a:spcPts val="600"/>
              </a:spcAft>
              <a:buNone/>
            </a:pPr>
            <a:r>
              <a:rPr lang="en-US" sz="1600" b="1" dirty="0"/>
              <a:t>Add this line to your cold prompt:</a:t>
            </a:r>
          </a:p>
          <a:p>
            <a:pPr marL="0" indent="0">
              <a:spcAft>
                <a:spcPts val="900"/>
              </a:spcAft>
              <a:buNone/>
            </a:pPr>
            <a:r>
              <a:rPr lang="en-US" sz="1800" i="1" dirty="0"/>
              <a:t>If anything essential is missing, ask me before answering.</a:t>
            </a:r>
          </a:p>
          <a:p>
            <a:pPr marL="0" indent="0">
              <a:spcAft>
                <a:spcPts val="0"/>
              </a:spcAft>
              <a:buNone/>
            </a:pPr>
            <a:r>
              <a:rPr lang="en-US" sz="1500" dirty="0"/>
              <a:t>No cold prompt worth reusing? A standard one is on the handout.</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3DCB0-D649-3A59-0FE5-053ECF5AAEA3}"/>
              </a:ext>
            </a:extLst>
          </p:cNvPr>
          <p:cNvSpPr>
            <a:spLocks noGrp="1"/>
          </p:cNvSpPr>
          <p:nvPr>
            <p:ph type="title"/>
          </p:nvPr>
        </p:nvSpPr>
        <p:spPr/>
        <p:txBody>
          <a:bodyPr/>
          <a:lstStyle/>
          <a:p>
            <a:r>
              <a:rPr lang="en-US" dirty="0"/>
              <a:t>Algorithm design part 2</a:t>
            </a:r>
          </a:p>
        </p:txBody>
      </p:sp>
      <p:sp>
        <p:nvSpPr>
          <p:cNvPr id="3" name="Content Placeholder 2">
            <a:extLst>
              <a:ext uri="{FF2B5EF4-FFF2-40B4-BE49-F238E27FC236}">
                <a16:creationId xmlns:a16="http://schemas.microsoft.com/office/drawing/2014/main" id="{C20DA549-A0EB-2594-40A1-50709FC2F72B}"/>
              </a:ext>
            </a:extLst>
          </p:cNvPr>
          <p:cNvSpPr>
            <a:spLocks noGrp="1"/>
          </p:cNvSpPr>
          <p:nvPr>
            <p:ph idx="1"/>
          </p:nvPr>
        </p:nvSpPr>
        <p:spPr>
          <a:xfrm>
            <a:off x="1024127" y="2249424"/>
            <a:ext cx="10062973" cy="4226532"/>
          </a:xfrm>
        </p:spPr>
        <p:txBody>
          <a:bodyPr>
            <a:normAutofit fontScale="92500"/>
          </a:bodyPr>
          <a:lstStyle/>
          <a:p>
            <a:pPr marL="0" indent="0">
              <a:buNone/>
            </a:pPr>
            <a:r>
              <a:rPr lang="en-US" sz="2000" dirty="0"/>
              <a:t>Compare the output if you create a prompt that follows the provided framework:</a:t>
            </a:r>
          </a:p>
          <a:p>
            <a:r>
              <a:rPr lang="en-US" sz="1800" dirty="0">
                <a:solidFill>
                  <a:schemeClr val="accent1"/>
                </a:solidFill>
              </a:rPr>
              <a:t>Task: </a:t>
            </a:r>
            <a:r>
              <a:rPr lang="en-US" sz="1800" dirty="0"/>
              <a:t>Write R code to answer two questions. Q1. Does turnaround time differ by patient type? Q2. Are we meeting a 3-hour collect-to-verify goal? </a:t>
            </a:r>
          </a:p>
          <a:p>
            <a:r>
              <a:rPr lang="en-US" sz="1800" dirty="0">
                <a:solidFill>
                  <a:schemeClr val="accent1"/>
                </a:solidFill>
              </a:rPr>
              <a:t>Context: </a:t>
            </a:r>
            <a:r>
              <a:rPr lang="en-US" sz="1800" dirty="0"/>
              <a:t>I am a core lab director answering a concern from an ICU physician, who says ICU chemistry results come back slower than results for other units. Our target is ____% of patients within 3 hours. I am new to R. </a:t>
            </a:r>
          </a:p>
          <a:p>
            <a:r>
              <a:rPr lang="en-US" sz="1800" dirty="0">
                <a:solidFill>
                  <a:schemeClr val="accent1"/>
                </a:solidFill>
              </a:rPr>
              <a:t>Material: </a:t>
            </a:r>
            <a:r>
              <a:rPr lang="en-US" sz="1800" dirty="0"/>
              <a:t>My data is in a file called </a:t>
            </a:r>
            <a:r>
              <a:rPr lang="en-US" sz="1800" dirty="0" err="1"/>
              <a:t>chem_subset.csv</a:t>
            </a:r>
            <a:r>
              <a:rPr lang="en-US" sz="1800" dirty="0"/>
              <a:t>. I can't upload it. The columns are: [paste the column names]. One row is ___. Each patient has ____ rows. The columns </a:t>
            </a:r>
            <a:r>
              <a:rPr lang="en-US" sz="1800" dirty="0" err="1"/>
              <a:t>col_rec_tat</a:t>
            </a:r>
            <a:r>
              <a:rPr lang="en-US" sz="1800" dirty="0"/>
              <a:t> and </a:t>
            </a:r>
            <a:r>
              <a:rPr lang="en-US" sz="1800" dirty="0" err="1"/>
              <a:t>rec_ver_tat</a:t>
            </a:r>
            <a:r>
              <a:rPr lang="en-US" sz="1800" dirty="0"/>
              <a:t> are turnaround times in ___. </a:t>
            </a:r>
          </a:p>
          <a:p>
            <a:r>
              <a:rPr lang="en-US" sz="1800" dirty="0">
                <a:solidFill>
                  <a:schemeClr val="accent1"/>
                </a:solidFill>
              </a:rPr>
              <a:t>Constraints: </a:t>
            </a:r>
            <a:r>
              <a:rPr lang="en-US" sz="1800" dirty="0"/>
              <a:t>Use </a:t>
            </a:r>
            <a:r>
              <a:rPr lang="en-US" sz="1800" dirty="0" err="1"/>
              <a:t>dplyr</a:t>
            </a:r>
            <a:r>
              <a:rPr lang="en-US" sz="1800" dirty="0"/>
              <a:t>. Count patients, not rows. For patients with no patient type, ___. Tell me anything you assume. </a:t>
            </a:r>
          </a:p>
          <a:p>
            <a:r>
              <a:rPr lang="en-US" sz="1800" dirty="0">
                <a:solidFill>
                  <a:schemeClr val="accent1"/>
                </a:solidFill>
              </a:rPr>
              <a:t>Output: </a:t>
            </a:r>
            <a:r>
              <a:rPr lang="en-US" sz="1800" dirty="0"/>
              <a:t>First give me your plan as numbered steps. Do not write code until I approve the plan. Then give me one table by patient type with the number of patients, the median total turnaround time and the percent within 3 hours, plus one sentence answering each question. Keep the code short, with a comment on each step. </a:t>
            </a:r>
          </a:p>
          <a:p>
            <a:r>
              <a:rPr lang="en-US" sz="1800" dirty="0">
                <a:solidFill>
                  <a:schemeClr val="accent1"/>
                </a:solidFill>
              </a:rPr>
              <a:t>If anything essential is missing, ask me before answering.</a:t>
            </a:r>
          </a:p>
        </p:txBody>
      </p:sp>
    </p:spTree>
    <p:extLst>
      <p:ext uri="{BB962C8B-B14F-4D97-AF65-F5344CB8AC3E}">
        <p14:creationId xmlns:p14="http://schemas.microsoft.com/office/powerpoint/2010/main" val="33640610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normAutofit/>
          </a:bodyPr>
          <a:lstStyle/>
          <a:p>
            <a:r>
              <a:rPr lang="en-US" dirty="0"/>
              <a:t>Algorithm: what you should see</a:t>
            </a:r>
          </a:p>
        </p:txBody>
      </p:sp>
      <p:sp>
        <p:nvSpPr>
          <p:cNvPr id="12" name="TextBox 12"/>
          <p:cNvSpPr txBox="1"/>
          <p:nvPr/>
        </p:nvSpPr>
        <p:spPr>
          <a:xfrm>
            <a:off x="1024128" y="2103120"/>
            <a:ext cx="9966960" cy="2011680"/>
          </a:xfrm>
          <a:prstGeom prst="rect">
            <a:avLst/>
          </a:prstGeom>
          <a:solidFill>
            <a:srgbClr val="EEF3F6"/>
          </a:solidFill>
        </p:spPr>
        <p:txBody>
          <a:bodyPr wrap="square" lIns="137160" tIns="137160" rIns="137160" bIns="137160" rtlCol="0" anchor="t"/>
          <a:lstStyle/>
          <a:p>
            <a:pPr marL="0" indent="0">
              <a:buNone/>
            </a:pPr>
            <a:r>
              <a:rPr lang="en-US" sz="1300" dirty="0">
                <a:solidFill>
                  <a:srgbClr val="1F2A30"/>
                </a:solidFill>
                <a:latin typeface="Courier New"/>
                <a:cs typeface="Courier New"/>
              </a:rPr>
              <a:t>  pat_type      n_patients median_total_hrs p90_total_hrs pct_within_3h</a:t>
            </a:r>
          </a:p>
          <a:p>
            <a:pPr marL="0" indent="0">
              <a:buNone/>
            </a:pPr>
            <a:r>
              <a:rPr lang="en-US" sz="1300" dirty="0">
                <a:solidFill>
                  <a:srgbClr val="1F2A30"/>
                </a:solidFill>
                <a:latin typeface="Courier New"/>
                <a:cs typeface="Courier New"/>
              </a:rPr>
              <a:t>1 inpatient          1067             2.55          3.39          73.4</a:t>
            </a:r>
          </a:p>
          <a:p>
            <a:pPr marL="0" indent="0">
              <a:buNone/>
            </a:pPr>
            <a:r>
              <a:rPr lang="en-US" sz="1300" dirty="0">
                <a:solidFill>
                  <a:srgbClr val="1F2A30"/>
                </a:solidFill>
                <a:latin typeface="Courier New"/>
                <a:cs typeface="Courier New"/>
              </a:rPr>
              <a:t>2 missing            1088             2.55          3.38          73.1</a:t>
            </a:r>
          </a:p>
          <a:p>
            <a:pPr marL="0" indent="0">
              <a:buNone/>
            </a:pPr>
            <a:r>
              <a:rPr lang="en-US" sz="1300" dirty="0">
                <a:solidFill>
                  <a:srgbClr val="1F2A30"/>
                </a:solidFill>
                <a:latin typeface="Courier New"/>
                <a:cs typeface="Courier New"/>
              </a:rPr>
              <a:t>3 outpatient         1072             2.55          3.36          75.2</a:t>
            </a:r>
          </a:p>
          <a:p>
            <a:pPr marL="0" indent="0">
              <a:buNone/>
            </a:pPr>
            <a:r>
              <a:rPr lang="en-US" sz="1300" dirty="0">
                <a:solidFill>
                  <a:srgbClr val="1F2A30"/>
                </a:solidFill>
                <a:latin typeface="Courier New"/>
                <a:cs typeface="Courier New"/>
              </a:rPr>
              <a:t>4 client             1092             2.53          3.37          74.5</a:t>
            </a:r>
          </a:p>
          <a:p>
            <a:pPr marL="0" indent="0">
              <a:buNone/>
            </a:pPr>
            <a:r>
              <a:rPr lang="en-US" sz="1300" dirty="0">
                <a:solidFill>
                  <a:srgbClr val="1F2A30"/>
                </a:solidFill>
                <a:latin typeface="Courier New"/>
                <a:cs typeface="Courier New"/>
              </a:rPr>
              <a:t>5 icu                1103             2.53          3.38          74.1</a:t>
            </a:r>
          </a:p>
          <a:p>
            <a:pPr marL="0" indent="0">
              <a:buNone/>
            </a:pPr>
            <a:r>
              <a:rPr lang="en-US" sz="1300" dirty="0">
                <a:solidFill>
                  <a:srgbClr val="1F2A30"/>
                </a:solidFill>
                <a:latin typeface="Courier New"/>
                <a:cs typeface="Courier New"/>
              </a:rPr>
              <a:t>6 cancer center      1059             2.51          3.37          73.9</a:t>
            </a:r>
          </a:p>
        </p:txBody>
      </p:sp>
      <p:sp>
        <p:nvSpPr>
          <p:cNvPr id="13" name="TextBox 13"/>
          <p:cNvSpPr txBox="1"/>
          <p:nvPr/>
        </p:nvSpPr>
        <p:spPr>
          <a:xfrm>
            <a:off x="1024128" y="4343400"/>
            <a:ext cx="9875520" cy="2195186"/>
          </a:xfrm>
          <a:prstGeom prst="rect">
            <a:avLst/>
          </a:prstGeom>
          <a:noFill/>
        </p:spPr>
        <p:txBody>
          <a:bodyPr wrap="square" lIns="91440" tIns="91440" rIns="91440" bIns="91440" rtlCol="0" anchor="t"/>
          <a:lstStyle/>
          <a:p>
            <a:pPr marL="285750" lvl="0" indent="-285750">
              <a:spcAft>
                <a:spcPts val="600"/>
              </a:spcAft>
              <a:buFont typeface="Arial"/>
              <a:buChar char="•"/>
            </a:pPr>
            <a:r>
              <a:rPr lang="en-US" sz="1800" b="1" dirty="0"/>
              <a:t>Q1: </a:t>
            </a:r>
            <a:r>
              <a:rPr lang="en-US" sz="1800" dirty="0"/>
              <a:t>Turnaround time does not differ by patient type. The ICU is not slower.</a:t>
            </a:r>
          </a:p>
          <a:p>
            <a:pPr marL="285750" lvl="0" indent="-285750">
              <a:spcAft>
                <a:spcPts val="600"/>
              </a:spcAft>
              <a:buFont typeface="Arial"/>
              <a:buChar char="•"/>
            </a:pPr>
            <a:r>
              <a:rPr lang="en-US" sz="1800" b="1" dirty="0"/>
              <a:t>Q2: </a:t>
            </a:r>
            <a:r>
              <a:rPr lang="en-US" sz="1800" dirty="0"/>
              <a:t>74% of patients are within 3 hours. Our target is 90%, so we are not meeting the goal.</a:t>
            </a:r>
          </a:p>
          <a:p>
            <a:pPr marL="285750" lvl="0" indent="-285750">
              <a:spcAft>
                <a:spcPts val="600"/>
              </a:spcAft>
              <a:buFont typeface="Arial"/>
              <a:buChar char="•"/>
            </a:pPr>
            <a:r>
              <a:rPr lang="en-US" sz="1800" dirty="0"/>
              <a:t>Claude may report minutes: 2.53 hours is 152 minutes. Judge the code by its output.</a:t>
            </a:r>
          </a:p>
          <a:p>
            <a:pPr marL="285750" lvl="0" indent="-285750">
              <a:spcAft>
                <a:spcPts val="600"/>
              </a:spcAft>
              <a:buFont typeface="Arial"/>
              <a:buChar char="•"/>
            </a:pPr>
            <a:endParaRPr lang="en-US" dirty="0"/>
          </a:p>
          <a:p>
            <a:pPr marL="285750" lvl="0" indent="-285750">
              <a:spcAft>
                <a:spcPts val="600"/>
              </a:spcAft>
              <a:buFont typeface="Arial"/>
              <a:buChar char="•"/>
            </a:pPr>
            <a:r>
              <a:rPr lang="en-US" sz="1800" dirty="0"/>
              <a:t>Now you have an algorithm or code base to perform the same analysis tomorrow or for a different patient area if needed. It is transparent and reproducible. All decisions were built into the code.</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AD52C-762B-51F1-4600-D77C753A12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DB8399-2590-10F8-459D-076DC24589B2}"/>
              </a:ext>
            </a:extLst>
          </p:cNvPr>
          <p:cNvSpPr>
            <a:spLocks noGrp="1"/>
          </p:cNvSpPr>
          <p:nvPr>
            <p:ph type="title"/>
          </p:nvPr>
        </p:nvSpPr>
        <p:spPr/>
        <p:txBody>
          <a:bodyPr/>
          <a:lstStyle/>
          <a:p>
            <a:r>
              <a:rPr lang="en-US" dirty="0"/>
              <a:t>How does this help us?</a:t>
            </a:r>
          </a:p>
        </p:txBody>
      </p:sp>
      <p:sp>
        <p:nvSpPr>
          <p:cNvPr id="3" name="Content Placeholder 2">
            <a:extLst>
              <a:ext uri="{FF2B5EF4-FFF2-40B4-BE49-F238E27FC236}">
                <a16:creationId xmlns:a16="http://schemas.microsoft.com/office/drawing/2014/main" id="{91344A39-1030-4E23-6AC2-0651394B55DE}"/>
              </a:ext>
            </a:extLst>
          </p:cNvPr>
          <p:cNvSpPr>
            <a:spLocks noGrp="1"/>
          </p:cNvSpPr>
          <p:nvPr>
            <p:ph idx="1"/>
          </p:nvPr>
        </p:nvSpPr>
        <p:spPr/>
        <p:txBody>
          <a:bodyPr>
            <a:normAutofit fontScale="92500" lnSpcReduction="10000"/>
          </a:bodyPr>
          <a:lstStyle/>
          <a:p>
            <a:pPr marL="241300" indent="-241300"/>
            <a:r>
              <a:rPr lang="en-US" dirty="0"/>
              <a:t>Designing an algorithm helps understand the problem and often means the solution is generalizable</a:t>
            </a:r>
          </a:p>
          <a:p>
            <a:pPr marL="241300" indent="-241300"/>
            <a:r>
              <a:rPr lang="en-US" dirty="0"/>
              <a:t>Strengthens critical thinking and problem-solving skills</a:t>
            </a:r>
          </a:p>
          <a:p>
            <a:pPr marL="241300" indent="-241300"/>
            <a:r>
              <a:rPr lang="en-US" dirty="0"/>
              <a:t>Process and decisions become transparent</a:t>
            </a:r>
          </a:p>
          <a:p>
            <a:pPr marL="241300" indent="-241300"/>
            <a:r>
              <a:rPr lang="en-US" dirty="0"/>
              <a:t>Makes output predictable and reliable</a:t>
            </a:r>
          </a:p>
          <a:p>
            <a:pPr marL="241300" indent="-241300"/>
            <a:endParaRPr lang="en-US" dirty="0">
              <a:solidFill>
                <a:srgbClr val="FF0000"/>
              </a:solidFill>
            </a:endParaRPr>
          </a:p>
          <a:p>
            <a:pPr marL="241300" indent="-241300"/>
            <a:r>
              <a:rPr lang="en-US" b="1" dirty="0"/>
              <a:t>Computational examples: </a:t>
            </a:r>
            <a:r>
              <a:rPr lang="en-US" dirty="0"/>
              <a:t>computer code, machine learning, </a:t>
            </a:r>
            <a:r>
              <a:rPr lang="en-US" dirty="0" err="1"/>
              <a:t>autoverification</a:t>
            </a:r>
            <a:r>
              <a:rPr lang="en-US" dirty="0"/>
              <a:t> rules</a:t>
            </a:r>
          </a:p>
          <a:p>
            <a:pPr marL="241300" indent="-241300"/>
            <a:endParaRPr lang="en-US" dirty="0"/>
          </a:p>
        </p:txBody>
      </p:sp>
    </p:spTree>
    <p:extLst>
      <p:ext uri="{BB962C8B-B14F-4D97-AF65-F5344CB8AC3E}">
        <p14:creationId xmlns:p14="http://schemas.microsoft.com/office/powerpoint/2010/main" val="190566616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8D708D-0A77-1D60-AAA7-18995BEAB5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B14ABE-59E3-B383-16DB-01CF76FBCADD}"/>
              </a:ext>
            </a:extLst>
          </p:cNvPr>
          <p:cNvSpPr>
            <a:spLocks noGrp="1"/>
          </p:cNvSpPr>
          <p:nvPr>
            <p:ph type="title"/>
          </p:nvPr>
        </p:nvSpPr>
        <p:spPr/>
        <p:txBody>
          <a:bodyPr/>
          <a:lstStyle/>
          <a:p>
            <a:r>
              <a:rPr lang="en-US" dirty="0"/>
              <a:t>computational thinking skills</a:t>
            </a:r>
          </a:p>
        </p:txBody>
      </p:sp>
      <p:graphicFrame>
        <p:nvGraphicFramePr>
          <p:cNvPr id="6" name="Diagram 5">
            <a:extLst>
              <a:ext uri="{FF2B5EF4-FFF2-40B4-BE49-F238E27FC236}">
                <a16:creationId xmlns:a16="http://schemas.microsoft.com/office/drawing/2014/main" id="{66F3C84B-D465-50AB-8DE0-4673B8F9DAC6}"/>
              </a:ext>
            </a:extLst>
          </p:cNvPr>
          <p:cNvGraphicFramePr/>
          <p:nvPr/>
        </p:nvGraphicFramePr>
        <p:xfrm>
          <a:off x="2815771" y="2002391"/>
          <a:ext cx="6342743" cy="42284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Rectangle 2">
            <a:extLst>
              <a:ext uri="{FF2B5EF4-FFF2-40B4-BE49-F238E27FC236}">
                <a16:creationId xmlns:a16="http://schemas.microsoft.com/office/drawing/2014/main" id="{C45C6272-A2B7-5912-D1B9-492BA482ECBE}"/>
              </a:ext>
            </a:extLst>
          </p:cNvPr>
          <p:cNvSpPr/>
          <p:nvPr/>
        </p:nvSpPr>
        <p:spPr>
          <a:xfrm>
            <a:off x="2718148" y="1853852"/>
            <a:ext cx="6538586" cy="3544866"/>
          </a:xfrm>
          <a:prstGeom prst="rect">
            <a:avLst/>
          </a:prstGeom>
          <a:solidFill>
            <a:schemeClr val="bg1">
              <a:alpha val="70329"/>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1440204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C3F621-C686-D009-2BB3-9C412F2BB93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110F525-878E-A2B3-0E5A-096D3FF9B2F7}"/>
              </a:ext>
            </a:extLst>
          </p:cNvPr>
          <p:cNvSpPr>
            <a:spLocks noGrp="1"/>
          </p:cNvSpPr>
          <p:nvPr>
            <p:ph idx="1"/>
          </p:nvPr>
        </p:nvSpPr>
        <p:spPr/>
        <p:txBody>
          <a:bodyPr>
            <a:normAutofit/>
          </a:bodyPr>
          <a:lstStyle/>
          <a:p>
            <a:pPr marL="0" indent="0">
              <a:buNone/>
            </a:pPr>
            <a:r>
              <a:rPr lang="en-US" dirty="0"/>
              <a:t>Assess whether solution does the job it has been designed to do, fix errors, and consider improvements</a:t>
            </a:r>
          </a:p>
          <a:p>
            <a:pPr marL="0" indent="0">
              <a:buNone/>
            </a:pPr>
            <a:endParaRPr lang="en-US" dirty="0"/>
          </a:p>
          <a:p>
            <a:pPr marL="514350" indent="-514350">
              <a:buFont typeface="+mj-lt"/>
              <a:buAutoNum type="arabicPeriod"/>
            </a:pPr>
            <a:r>
              <a:rPr lang="en-US" dirty="0"/>
              <a:t>Evaluate the solution, check correctness + usefulness</a:t>
            </a:r>
          </a:p>
          <a:p>
            <a:pPr marL="514350" indent="-514350">
              <a:buFont typeface="+mj-lt"/>
              <a:buAutoNum type="arabicPeriod"/>
            </a:pPr>
            <a:r>
              <a:rPr lang="en-US" dirty="0"/>
              <a:t>Debug it, find and fix errors with test cases</a:t>
            </a:r>
          </a:p>
          <a:p>
            <a:pPr marL="514350" indent="-514350">
              <a:buFont typeface="+mj-lt"/>
              <a:buAutoNum type="arabicPeriod"/>
            </a:pPr>
            <a:r>
              <a:rPr lang="en-US" dirty="0"/>
              <a:t>Expect iteration to refine correctness and efficiency</a:t>
            </a:r>
          </a:p>
        </p:txBody>
      </p:sp>
      <p:grpSp>
        <p:nvGrpSpPr>
          <p:cNvPr id="4" name="Group 3">
            <a:extLst>
              <a:ext uri="{FF2B5EF4-FFF2-40B4-BE49-F238E27FC236}">
                <a16:creationId xmlns:a16="http://schemas.microsoft.com/office/drawing/2014/main" id="{C227CA55-5847-C32A-237E-BF8C4BE91544}"/>
              </a:ext>
            </a:extLst>
          </p:cNvPr>
          <p:cNvGrpSpPr/>
          <p:nvPr/>
        </p:nvGrpSpPr>
        <p:grpSpPr>
          <a:xfrm>
            <a:off x="876300" y="886261"/>
            <a:ext cx="6342743" cy="782519"/>
            <a:chOff x="0" y="3443085"/>
            <a:chExt cx="6342743" cy="782519"/>
          </a:xfrm>
        </p:grpSpPr>
        <p:sp>
          <p:nvSpPr>
            <p:cNvPr id="6" name="Rounded Rectangle 5">
              <a:extLst>
                <a:ext uri="{FF2B5EF4-FFF2-40B4-BE49-F238E27FC236}">
                  <a16:creationId xmlns:a16="http://schemas.microsoft.com/office/drawing/2014/main" id="{02D10176-1327-C601-DD60-AA909AF95B14}"/>
                </a:ext>
              </a:extLst>
            </p:cNvPr>
            <p:cNvSpPr/>
            <p:nvPr/>
          </p:nvSpPr>
          <p:spPr>
            <a:xfrm>
              <a:off x="0" y="3443085"/>
              <a:ext cx="6342743" cy="782519"/>
            </a:xfrm>
            <a:prstGeom prst="roundRect">
              <a:avLst>
                <a:gd name="adj" fmla="val 10000"/>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US"/>
            </a:p>
          </p:txBody>
        </p:sp>
        <p:sp>
          <p:nvSpPr>
            <p:cNvPr id="7" name="Rounded Rectangle 4">
              <a:extLst>
                <a:ext uri="{FF2B5EF4-FFF2-40B4-BE49-F238E27FC236}">
                  <a16:creationId xmlns:a16="http://schemas.microsoft.com/office/drawing/2014/main" id="{1B48DA2F-45C6-81D8-77CB-1D53787098E4}"/>
                </a:ext>
              </a:extLst>
            </p:cNvPr>
            <p:cNvSpPr txBox="1"/>
            <p:nvPr/>
          </p:nvSpPr>
          <p:spPr>
            <a:xfrm>
              <a:off x="1346800" y="3443085"/>
              <a:ext cx="4995942" cy="7825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Evaluation &amp; debugging</a:t>
              </a:r>
            </a:p>
          </p:txBody>
        </p:sp>
      </p:grpSp>
      <p:sp>
        <p:nvSpPr>
          <p:cNvPr id="5" name="Rounded Rectangle 4" descr="Brain in head with solid fill">
            <a:extLst>
              <a:ext uri="{FF2B5EF4-FFF2-40B4-BE49-F238E27FC236}">
                <a16:creationId xmlns:a16="http://schemas.microsoft.com/office/drawing/2014/main" id="{7A967677-79C6-C88B-275E-1F23FDC469C6}"/>
              </a:ext>
            </a:extLst>
          </p:cNvPr>
          <p:cNvSpPr/>
          <p:nvPr/>
        </p:nvSpPr>
        <p:spPr>
          <a:xfrm>
            <a:off x="954551" y="964513"/>
            <a:ext cx="1268548" cy="626015"/>
          </a:xfrm>
          <a:prstGeom prst="roundRect">
            <a:avLst>
              <a:gd name="adj" fmla="val 10000"/>
            </a:avLst>
          </a:prstGeom>
          <a:blipFill>
            <a:blip>
              <a:extLst>
                <a:ext uri="{96DAC541-7B7A-43D3-8B79-37D633B846F1}">
                  <asvg:svgBlip xmlns:asvg="http://schemas.microsoft.com/office/drawing/2016/SVG/main" r:embed="rId3"/>
                </a:ext>
              </a:extLst>
            </a:blip>
            <a:srcRect/>
            <a:stretch>
              <a:fillRect t="-51000" b="-51000"/>
            </a:stretch>
          </a:blipFill>
        </p:spPr>
        <p:style>
          <a:lnRef idx="2">
            <a:schemeClr val="lt1">
              <a:hueOff val="0"/>
              <a:satOff val="0"/>
              <a:lumOff val="0"/>
              <a:alphaOff val="0"/>
            </a:schemeClr>
          </a:lnRef>
          <a:fillRef idx="1">
            <a:scrgbClr r="0" g="0" b="0"/>
          </a:fillRef>
          <a:effectRef idx="0">
            <a:schemeClr val="accent6">
              <a:tint val="50000"/>
              <a:hueOff val="0"/>
              <a:satOff val="0"/>
              <a:lumOff val="0"/>
              <a:alphaOff val="0"/>
            </a:schemeClr>
          </a:effectRef>
          <a:fontRef idx="minor">
            <a:schemeClr val="lt1">
              <a:hueOff val="0"/>
              <a:satOff val="0"/>
              <a:lumOff val="0"/>
              <a:alphaOff val="0"/>
            </a:schemeClr>
          </a:fontRef>
        </p:style>
        <p:txBody>
          <a:bodyPr/>
          <a:lstStyle/>
          <a:p>
            <a:endParaRPr lang="en-US"/>
          </a:p>
        </p:txBody>
      </p:sp>
    </p:spTree>
    <p:extLst>
      <p:ext uri="{BB962C8B-B14F-4D97-AF65-F5344CB8AC3E}">
        <p14:creationId xmlns:p14="http://schemas.microsoft.com/office/powerpoint/2010/main" val="89987798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normAutofit/>
          </a:bodyPr>
          <a:lstStyle/>
          <a:p>
            <a:r>
              <a:rPr lang="en-US" dirty="0"/>
              <a:t>Does this make sense?</a:t>
            </a:r>
          </a:p>
        </p:txBody>
      </p:sp>
      <p:sp>
        <p:nvSpPr>
          <p:cNvPr id="12" name="TextBox 12"/>
          <p:cNvSpPr txBox="1"/>
          <p:nvPr/>
        </p:nvSpPr>
        <p:spPr>
          <a:xfrm>
            <a:off x="8778240" y="109728"/>
            <a:ext cx="3017520" cy="566928"/>
          </a:xfrm>
          <a:prstGeom prst="rect">
            <a:avLst/>
          </a:prstGeom>
          <a:noFill/>
        </p:spPr>
        <p:txBody>
          <a:bodyPr wrap="square" lIns="0" tIns="0" rIns="0" bIns="0" rtlCol="0" anchor="t"/>
          <a:lstStyle/>
          <a:p>
            <a:pPr algn="r"/>
            <a:r>
              <a:rPr lang="en-US" sz="3600" b="1" dirty="0">
                <a:solidFill>
                  <a:srgbClr val="1CADE4"/>
                </a:solidFill>
              </a:rPr>
              <a:t>Exercise</a:t>
            </a:r>
          </a:p>
        </p:txBody>
      </p:sp>
      <p:sp>
        <p:nvSpPr>
          <p:cNvPr id="13" name="TextBox 13"/>
          <p:cNvSpPr txBox="1"/>
          <p:nvPr/>
        </p:nvSpPr>
        <p:spPr>
          <a:xfrm>
            <a:off x="1024128" y="1965960"/>
            <a:ext cx="9692640" cy="384048"/>
          </a:xfrm>
          <a:prstGeom prst="rect">
            <a:avLst/>
          </a:prstGeom>
          <a:noFill/>
        </p:spPr>
        <p:txBody>
          <a:bodyPr wrap="square" lIns="0" tIns="0" rIns="0" bIns="0" rtlCol="0" anchor="t"/>
          <a:lstStyle/>
          <a:p>
            <a:r>
              <a:rPr lang="en-US" sz="2000" b="1" dirty="0">
                <a:solidFill>
                  <a:srgbClr val="1B7FA6"/>
                </a:solidFill>
              </a:rPr>
              <a:t>Objective 5: Apply coding concepts to check a solution</a:t>
            </a:r>
          </a:p>
        </p:txBody>
      </p:sp>
      <p:sp>
        <p:nvSpPr>
          <p:cNvPr id="14" name="TextBox 14"/>
          <p:cNvSpPr txBox="1"/>
          <p:nvPr/>
        </p:nvSpPr>
        <p:spPr>
          <a:xfrm>
            <a:off x="1024128" y="2560320"/>
            <a:ext cx="9692640" cy="3383280"/>
          </a:xfrm>
          <a:prstGeom prst="rect">
            <a:avLst/>
          </a:prstGeom>
          <a:noFill/>
        </p:spPr>
        <p:txBody>
          <a:bodyPr wrap="square" lIns="91440" tIns="91440" rIns="91440" bIns="91440" rtlCol="0" anchor="t"/>
          <a:lstStyle/>
          <a:p>
            <a:pPr marL="457200" lvl="0" indent="-457200">
              <a:spcAft>
                <a:spcPts val="900"/>
              </a:spcAft>
              <a:buFont typeface="+mj-lt"/>
              <a:buAutoNum type="arabicPeriod"/>
            </a:pPr>
            <a:r>
              <a:rPr lang="en-US" sz="1900" dirty="0"/>
              <a:t>Add up the patient counts in your table. Do they total 6,481?</a:t>
            </a:r>
          </a:p>
          <a:p>
            <a:pPr marL="457200" lvl="0" indent="-457200">
              <a:spcAft>
                <a:spcPts val="900"/>
              </a:spcAft>
              <a:buFont typeface="+mj-lt"/>
              <a:buAutoNum type="arabicPeriod"/>
            </a:pPr>
            <a:r>
              <a:rPr lang="en-US" sz="1900" dirty="0"/>
              <a:t>Do the results support the ICU complaint? If not, what would you check next?</a:t>
            </a:r>
          </a:p>
          <a:p>
            <a:pPr marL="457200" lvl="0" indent="-457200">
              <a:spcAft>
                <a:spcPts val="900"/>
              </a:spcAft>
              <a:buFont typeface="+mj-lt"/>
              <a:buAutoNum type="arabicPeriod"/>
            </a:pPr>
            <a:r>
              <a:rPr lang="en-US" sz="1900" dirty="0"/>
              <a:t>Compare your cold prompt with your final one. What did Claude fill in the first time that you supplied the second time?</a:t>
            </a:r>
          </a:p>
          <a:p>
            <a:pPr marL="457200" lvl="0" indent="-457200">
              <a:spcAft>
                <a:spcPts val="0"/>
              </a:spcAft>
              <a:buFont typeface="+mj-lt"/>
              <a:buAutoNum type="arabicPeriod"/>
            </a:pPr>
            <a:r>
              <a:rPr lang="en-US" sz="1900" dirty="0"/>
              <a:t>Look at your confidence rating from the cold prompt. Was it justified?</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normAutofit/>
          </a:bodyPr>
          <a:lstStyle/>
          <a:p>
            <a:r>
              <a:rPr lang="en-US" dirty="0"/>
              <a:t>Whatever you leave out, Claude fills in</a:t>
            </a:r>
          </a:p>
        </p:txBody>
      </p:sp>
      <p:graphicFrame>
        <p:nvGraphicFramePr>
          <p:cNvPr id="12" name="Table 12"/>
          <p:cNvGraphicFramePr>
            <a:graphicFrameLocks noGrp="1"/>
          </p:cNvGraphicFramePr>
          <p:nvPr>
            <p:extLst>
              <p:ext uri="{D42A27DB-BD31-4B8C-83A1-F6EECF244321}">
                <p14:modId xmlns:p14="http://schemas.microsoft.com/office/powerpoint/2010/main" val="1445567903"/>
              </p:ext>
            </p:extLst>
          </p:nvPr>
        </p:nvGraphicFramePr>
        <p:xfrm>
          <a:off x="1024128" y="2103120"/>
          <a:ext cx="9875520" cy="2267712"/>
        </p:xfrm>
        <a:graphic>
          <a:graphicData uri="http://schemas.openxmlformats.org/drawingml/2006/table">
            <a:tbl>
              <a:tblPr/>
              <a:tblGrid>
                <a:gridCol w="4206240">
                  <a:extLst>
                    <a:ext uri="{9D8B030D-6E8A-4147-A177-3AD203B41FA5}">
                      <a16:colId xmlns:a16="http://schemas.microsoft.com/office/drawing/2014/main" val="20000"/>
                    </a:ext>
                  </a:extLst>
                </a:gridCol>
                <a:gridCol w="5669280">
                  <a:extLst>
                    <a:ext uri="{9D8B030D-6E8A-4147-A177-3AD203B41FA5}">
                      <a16:colId xmlns:a16="http://schemas.microsoft.com/office/drawing/2014/main" val="20001"/>
                    </a:ext>
                  </a:extLst>
                </a:gridCol>
              </a:tblGrid>
              <a:tr h="566928">
                <a:tc>
                  <a:txBody>
                    <a:bodyPr/>
                    <a:lstStyle/>
                    <a:p>
                      <a:pPr marL="0" indent="0">
                        <a:buNone/>
                      </a:pPr>
                      <a:r>
                        <a:rPr lang="en-US" sz="1600" b="1" dirty="0"/>
                        <a:t>What we gave Claude</a:t>
                      </a:r>
                    </a:p>
                  </a:txBody>
                  <a:tcPr marT="64008" marB="64008" anchor="ctr">
                    <a:lnL w="6350">
                      <a:solidFill>
                        <a:srgbClr val="BFCBD2"/>
                      </a:solidFill>
                    </a:lnL>
                    <a:lnR w="6350">
                      <a:solidFill>
                        <a:srgbClr val="BFCBD2"/>
                      </a:solidFill>
                    </a:lnR>
                    <a:lnT w="6350">
                      <a:solidFill>
                        <a:srgbClr val="BFCBD2"/>
                      </a:solidFill>
                    </a:lnT>
                    <a:lnB w="6350">
                      <a:solidFill>
                        <a:srgbClr val="BFCBD2"/>
                      </a:solidFill>
                    </a:lnB>
                    <a:solidFill>
                      <a:srgbClr val="D9E6EC"/>
                    </a:solidFill>
                  </a:tcPr>
                </a:tc>
                <a:tc>
                  <a:txBody>
                    <a:bodyPr/>
                    <a:lstStyle/>
                    <a:p>
                      <a:pPr marL="0" indent="0">
                        <a:buNone/>
                      </a:pPr>
                      <a:r>
                        <a:rPr lang="en-US" sz="1600" b="1" dirty="0"/>
                        <a:t>What Claude may have filled in itself (various tests)</a:t>
                      </a:r>
                    </a:p>
                  </a:txBody>
                  <a:tcPr marT="64008" marB="64008" anchor="ctr">
                    <a:lnL w="6350">
                      <a:solidFill>
                        <a:srgbClr val="BFCBD2"/>
                      </a:solidFill>
                    </a:lnL>
                    <a:lnR w="6350">
                      <a:solidFill>
                        <a:srgbClr val="BFCBD2"/>
                      </a:solidFill>
                    </a:lnR>
                    <a:lnT w="6350">
                      <a:solidFill>
                        <a:srgbClr val="BFCBD2"/>
                      </a:solidFill>
                    </a:lnT>
                    <a:lnB w="6350">
                      <a:solidFill>
                        <a:srgbClr val="BFCBD2"/>
                      </a:solidFill>
                    </a:lnB>
                    <a:solidFill>
                      <a:srgbClr val="D9E6EC"/>
                    </a:solidFill>
                  </a:tcPr>
                </a:tc>
                <a:extLst>
                  <a:ext uri="{0D108BD9-81ED-4DB2-BD59-A6C34878D82A}">
                    <a16:rowId xmlns:a16="http://schemas.microsoft.com/office/drawing/2014/main" val="10000"/>
                  </a:ext>
                </a:extLst>
              </a:tr>
              <a:tr h="566928">
                <a:tc>
                  <a:txBody>
                    <a:bodyPr/>
                    <a:lstStyle/>
                    <a:p>
                      <a:pPr marL="0" indent="0">
                        <a:buNone/>
                      </a:pPr>
                      <a:r>
                        <a:rPr lang="en-US" sz="1600" dirty="0"/>
                        <a:t>The question only</a:t>
                      </a:r>
                    </a:p>
                  </a:txBody>
                  <a:tcPr marT="64008" marB="64008" anchor="ctr">
                    <a:lnL w="6350">
                      <a:solidFill>
                        <a:srgbClr val="BFCBD2"/>
                      </a:solidFill>
                    </a:lnL>
                    <a:lnR w="6350">
                      <a:solidFill>
                        <a:srgbClr val="BFCBD2"/>
                      </a:solidFill>
                    </a:lnR>
                    <a:lnT w="6350">
                      <a:solidFill>
                        <a:srgbClr val="BFCBD2"/>
                      </a:solidFill>
                    </a:lnT>
                    <a:lnB w="6350">
                      <a:solidFill>
                        <a:srgbClr val="BFCBD2"/>
                      </a:solidFill>
                    </a:lnB>
                    <a:solidFill>
                      <a:srgbClr val="FFFFFF"/>
                    </a:solidFill>
                  </a:tcPr>
                </a:tc>
                <a:tc>
                  <a:txBody>
                    <a:bodyPr/>
                    <a:lstStyle/>
                    <a:p>
                      <a:pPr marL="0" indent="0">
                        <a:buNone/>
                      </a:pPr>
                      <a:r>
                        <a:rPr lang="en-US" sz="1600" dirty="0"/>
                        <a:t>Column names and a made-up dataset</a:t>
                      </a:r>
                    </a:p>
                  </a:txBody>
                  <a:tcPr marT="64008" marB="64008" anchor="ctr">
                    <a:lnL w="6350">
                      <a:solidFill>
                        <a:srgbClr val="BFCBD2"/>
                      </a:solidFill>
                    </a:lnL>
                    <a:lnR w="6350">
                      <a:solidFill>
                        <a:srgbClr val="BFCBD2"/>
                      </a:solidFill>
                    </a:lnR>
                    <a:lnT w="6350">
                      <a:solidFill>
                        <a:srgbClr val="BFCBD2"/>
                      </a:solidFill>
                    </a:lnT>
                    <a:lnB w="6350">
                      <a:solidFill>
                        <a:srgbClr val="BFCBD2"/>
                      </a:solidFill>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600" dirty="0"/>
                        <a:t>The question and the column names</a:t>
                      </a:r>
                    </a:p>
                  </a:txBody>
                  <a:tcPr marT="64008" marB="64008" anchor="ctr">
                    <a:lnL w="6350">
                      <a:solidFill>
                        <a:srgbClr val="BFCBD2"/>
                      </a:solidFill>
                    </a:lnL>
                    <a:lnR w="6350">
                      <a:solidFill>
                        <a:srgbClr val="BFCBD2"/>
                      </a:solidFill>
                    </a:lnR>
                    <a:lnT w="6350">
                      <a:solidFill>
                        <a:srgbClr val="BFCBD2"/>
                      </a:solidFill>
                    </a:lnT>
                    <a:lnB w="6350">
                      <a:solidFill>
                        <a:srgbClr val="BFCBD2"/>
                      </a:solidFill>
                    </a:lnB>
                    <a:solidFill>
                      <a:srgbClr val="F4F7F9"/>
                    </a:solidFill>
                  </a:tcPr>
                </a:tc>
                <a:tc>
                  <a:txBody>
                    <a:bodyPr/>
                    <a:lstStyle/>
                    <a:p>
                      <a:pPr marL="0" indent="0">
                        <a:buNone/>
                      </a:pPr>
                      <a:r>
                        <a:rPr lang="en-US" sz="1600" dirty="0"/>
                        <a:t>A 90% target, which patients to drop, what counts as one specimen</a:t>
                      </a:r>
                    </a:p>
                  </a:txBody>
                  <a:tcPr marT="64008" marB="64008" anchor="ctr">
                    <a:lnL w="6350">
                      <a:solidFill>
                        <a:srgbClr val="BFCBD2"/>
                      </a:solidFill>
                    </a:lnL>
                    <a:lnR w="6350">
                      <a:solidFill>
                        <a:srgbClr val="BFCBD2"/>
                      </a:solidFill>
                    </a:lnR>
                    <a:lnT w="6350">
                      <a:solidFill>
                        <a:srgbClr val="BFCBD2"/>
                      </a:solidFill>
                    </a:lnT>
                    <a:lnB w="6350">
                      <a:solidFill>
                        <a:srgbClr val="BFCBD2"/>
                      </a:solidFill>
                    </a:lnB>
                    <a:solidFill>
                      <a:srgbClr val="F4F7F9"/>
                    </a:solidFill>
                  </a:tcPr>
                </a:tc>
                <a:extLst>
                  <a:ext uri="{0D108BD9-81ED-4DB2-BD59-A6C34878D82A}">
                    <a16:rowId xmlns:a16="http://schemas.microsoft.com/office/drawing/2014/main" val="10002"/>
                  </a:ext>
                </a:extLst>
              </a:tr>
              <a:tr h="566928">
                <a:tc>
                  <a:txBody>
                    <a:bodyPr/>
                    <a:lstStyle/>
                    <a:p>
                      <a:pPr marL="0" indent="0">
                        <a:buNone/>
                      </a:pPr>
                      <a:r>
                        <a:rPr lang="en-US" sz="1600" dirty="0"/>
                        <a:t>The question and "ask me first"</a:t>
                      </a:r>
                    </a:p>
                  </a:txBody>
                  <a:tcPr marT="64008" marB="64008" anchor="ctr">
                    <a:lnL w="6350">
                      <a:solidFill>
                        <a:srgbClr val="BFCBD2"/>
                      </a:solidFill>
                    </a:lnL>
                    <a:lnR w="6350">
                      <a:solidFill>
                        <a:srgbClr val="BFCBD2"/>
                      </a:solidFill>
                    </a:lnR>
                    <a:lnT w="6350">
                      <a:solidFill>
                        <a:srgbClr val="BFCBD2"/>
                      </a:solidFill>
                    </a:lnT>
                    <a:lnB w="6350">
                      <a:solidFill>
                        <a:srgbClr val="BFCBD2"/>
                      </a:solidFill>
                    </a:lnB>
                    <a:solidFill>
                      <a:srgbClr val="FFFFFF"/>
                    </a:solidFill>
                  </a:tcPr>
                </a:tc>
                <a:tc>
                  <a:txBody>
                    <a:bodyPr/>
                    <a:lstStyle/>
                    <a:p>
                      <a:pPr marL="0" indent="0">
                        <a:buNone/>
                      </a:pPr>
                      <a:r>
                        <a:rPr lang="en-US" sz="1600" dirty="0"/>
                        <a:t>Nothing. It asked five questions and showed a plan</a:t>
                      </a:r>
                    </a:p>
                  </a:txBody>
                  <a:tcPr marT="64008" marB="64008" anchor="ctr">
                    <a:lnL w="6350">
                      <a:solidFill>
                        <a:srgbClr val="BFCBD2"/>
                      </a:solidFill>
                    </a:lnL>
                    <a:lnR w="6350">
                      <a:solidFill>
                        <a:srgbClr val="BFCBD2"/>
                      </a:solidFill>
                    </a:lnR>
                    <a:lnT w="6350">
                      <a:solidFill>
                        <a:srgbClr val="BFCBD2"/>
                      </a:solidFill>
                    </a:lnT>
                    <a:lnB w="6350">
                      <a:solidFill>
                        <a:srgbClr val="BFCBD2"/>
                      </a:solidFill>
                    </a:lnB>
                    <a:solidFill>
                      <a:srgbClr val="FFFFFF"/>
                    </a:solidFill>
                  </a:tcPr>
                </a:tc>
                <a:extLst>
                  <a:ext uri="{0D108BD9-81ED-4DB2-BD59-A6C34878D82A}">
                    <a16:rowId xmlns:a16="http://schemas.microsoft.com/office/drawing/2014/main" val="10003"/>
                  </a:ext>
                </a:extLst>
              </a:tr>
            </a:tbl>
          </a:graphicData>
        </a:graphic>
      </p:graphicFrame>
      <p:sp>
        <p:nvSpPr>
          <p:cNvPr id="13" name="TextBox 13"/>
          <p:cNvSpPr txBox="1"/>
          <p:nvPr/>
        </p:nvSpPr>
        <p:spPr>
          <a:xfrm>
            <a:off x="1024128" y="4572000"/>
            <a:ext cx="9875520" cy="1554480"/>
          </a:xfrm>
          <a:prstGeom prst="rect">
            <a:avLst/>
          </a:prstGeom>
          <a:noFill/>
        </p:spPr>
        <p:txBody>
          <a:bodyPr wrap="square" lIns="91440" tIns="91440" rIns="91440" bIns="91440" rtlCol="0" anchor="t"/>
          <a:lstStyle/>
          <a:p>
            <a:pPr marL="285750" lvl="0" indent="-285750">
              <a:spcAft>
                <a:spcPts val="600"/>
              </a:spcAft>
              <a:buFont typeface="Arial"/>
              <a:buChar char="•"/>
            </a:pPr>
            <a:r>
              <a:rPr lang="en-US" sz="1700" dirty="0"/>
              <a:t>Without that line, Claude asked no questions in our tests. It assumed, said so, and kept going.</a:t>
            </a:r>
          </a:p>
          <a:p>
            <a:pPr marL="285750" lvl="0" indent="-285750">
              <a:spcAft>
                <a:spcPts val="600"/>
              </a:spcAft>
              <a:buFont typeface="Arial"/>
              <a:buChar char="•"/>
            </a:pPr>
            <a:r>
              <a:rPr lang="en-US" sz="1700" dirty="0"/>
              <a:t>One default dropped every patient with no patient type: 1,088 people, 17% of the data.</a:t>
            </a:r>
          </a:p>
          <a:p>
            <a:pPr marL="285750" lvl="0" indent="-285750">
              <a:spcAft>
                <a:spcPts val="600"/>
              </a:spcAft>
              <a:buFont typeface="Arial"/>
              <a:buChar char="•"/>
            </a:pPr>
            <a:r>
              <a:rPr lang="en-US" sz="1700" b="1" dirty="0"/>
              <a:t>Claude can list the decisions. Making them is your job.</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812F7D-3B7B-072A-7307-82E1E0F6DF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AB6510-7F15-5129-176F-B46370DA3402}"/>
              </a:ext>
            </a:extLst>
          </p:cNvPr>
          <p:cNvSpPr>
            <a:spLocks noGrp="1"/>
          </p:cNvSpPr>
          <p:nvPr>
            <p:ph type="title"/>
          </p:nvPr>
        </p:nvSpPr>
        <p:spPr/>
        <p:txBody>
          <a:bodyPr/>
          <a:lstStyle/>
          <a:p>
            <a:r>
              <a:rPr lang="en-US" dirty="0"/>
              <a:t>How does this help us?</a:t>
            </a:r>
          </a:p>
        </p:txBody>
      </p:sp>
      <p:sp>
        <p:nvSpPr>
          <p:cNvPr id="3" name="Content Placeholder 2">
            <a:extLst>
              <a:ext uri="{FF2B5EF4-FFF2-40B4-BE49-F238E27FC236}">
                <a16:creationId xmlns:a16="http://schemas.microsoft.com/office/drawing/2014/main" id="{C1555F6B-772F-4D8A-EA55-DD5F854A42FB}"/>
              </a:ext>
            </a:extLst>
          </p:cNvPr>
          <p:cNvSpPr>
            <a:spLocks noGrp="1"/>
          </p:cNvSpPr>
          <p:nvPr>
            <p:ph idx="1"/>
          </p:nvPr>
        </p:nvSpPr>
        <p:spPr>
          <a:xfrm>
            <a:off x="1024128" y="2286000"/>
            <a:ext cx="10062972" cy="4023360"/>
          </a:xfrm>
        </p:spPr>
        <p:txBody>
          <a:bodyPr>
            <a:normAutofit/>
          </a:bodyPr>
          <a:lstStyle/>
          <a:p>
            <a:pPr marL="241300" indent="-241300"/>
            <a:r>
              <a:rPr lang="en-US" dirty="0"/>
              <a:t>Builds confidence in results</a:t>
            </a:r>
          </a:p>
          <a:p>
            <a:pPr marL="241300" indent="-241300"/>
            <a:r>
              <a:rPr lang="en-US" dirty="0"/>
              <a:t>Ensures solution is useful and will be effective</a:t>
            </a:r>
          </a:p>
          <a:p>
            <a:pPr marL="241300" indent="-241300"/>
            <a:r>
              <a:rPr lang="en-US" dirty="0"/>
              <a:t>Develops problem-solving skills through systematic analysis</a:t>
            </a:r>
          </a:p>
          <a:p>
            <a:pPr marL="241300" indent="-241300"/>
            <a:r>
              <a:rPr lang="en-US" dirty="0"/>
              <a:t>Increases adaptability as more comfortable experimenting, testing, and iterating</a:t>
            </a:r>
          </a:p>
          <a:p>
            <a:pPr marL="241300" indent="-241300"/>
            <a:r>
              <a:rPr lang="en-US" dirty="0"/>
              <a:t>Doing it along the way prevents rework or failed output</a:t>
            </a:r>
          </a:p>
          <a:p>
            <a:pPr marL="241300" indent="-241300"/>
            <a:endParaRPr lang="en-US" dirty="0"/>
          </a:p>
        </p:txBody>
      </p:sp>
    </p:spTree>
    <p:extLst>
      <p:ext uri="{BB962C8B-B14F-4D97-AF65-F5344CB8AC3E}">
        <p14:creationId xmlns:p14="http://schemas.microsoft.com/office/powerpoint/2010/main" val="56988467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25AB7-9745-472F-11F7-52754640A3EC}"/>
              </a:ext>
            </a:extLst>
          </p:cNvPr>
          <p:cNvSpPr>
            <a:spLocks noGrp="1"/>
          </p:cNvSpPr>
          <p:nvPr>
            <p:ph type="title"/>
          </p:nvPr>
        </p:nvSpPr>
        <p:spPr/>
        <p:txBody>
          <a:bodyPr/>
          <a:lstStyle/>
          <a:p>
            <a:r>
              <a:rPr lang="en-US" dirty="0"/>
              <a:t>Building a foundation for ds101</a:t>
            </a:r>
          </a:p>
        </p:txBody>
      </p:sp>
      <p:sp>
        <p:nvSpPr>
          <p:cNvPr id="3" name="Content Placeholder 2">
            <a:extLst>
              <a:ext uri="{FF2B5EF4-FFF2-40B4-BE49-F238E27FC236}">
                <a16:creationId xmlns:a16="http://schemas.microsoft.com/office/drawing/2014/main" id="{0866C08C-2D32-CB26-4C4C-277B588A7E80}"/>
              </a:ext>
            </a:extLst>
          </p:cNvPr>
          <p:cNvSpPr>
            <a:spLocks noGrp="1"/>
          </p:cNvSpPr>
          <p:nvPr>
            <p:ph idx="1"/>
          </p:nvPr>
        </p:nvSpPr>
        <p:spPr>
          <a:xfrm>
            <a:off x="1024127" y="2084832"/>
            <a:ext cx="9720073" cy="1143000"/>
          </a:xfrm>
        </p:spPr>
        <p:txBody>
          <a:bodyPr/>
          <a:lstStyle/>
          <a:p>
            <a:pPr marL="0" indent="0">
              <a:buNone/>
            </a:pPr>
            <a:r>
              <a:rPr lang="en-US" dirty="0">
                <a:solidFill>
                  <a:schemeClr val="accent1"/>
                </a:solidFill>
              </a:rPr>
              <a:t>The computational thinking skills we’ve learned so far relate directly to basic programming concepts</a:t>
            </a:r>
          </a:p>
        </p:txBody>
      </p:sp>
      <p:graphicFrame>
        <p:nvGraphicFramePr>
          <p:cNvPr id="4" name="Table 3">
            <a:extLst>
              <a:ext uri="{FF2B5EF4-FFF2-40B4-BE49-F238E27FC236}">
                <a16:creationId xmlns:a16="http://schemas.microsoft.com/office/drawing/2014/main" id="{975BBD24-D964-7230-FFAC-5DB156F4DE31}"/>
              </a:ext>
            </a:extLst>
          </p:cNvPr>
          <p:cNvGraphicFramePr>
            <a:graphicFrameLocks noGrp="1"/>
          </p:cNvGraphicFramePr>
          <p:nvPr>
            <p:extLst>
              <p:ext uri="{D42A27DB-BD31-4B8C-83A1-F6EECF244321}">
                <p14:modId xmlns:p14="http://schemas.microsoft.com/office/powerpoint/2010/main" val="3928402005"/>
              </p:ext>
            </p:extLst>
          </p:nvPr>
        </p:nvGraphicFramePr>
        <p:xfrm>
          <a:off x="1024127" y="3432412"/>
          <a:ext cx="9674012" cy="2926080"/>
        </p:xfrm>
        <a:graphic>
          <a:graphicData uri="http://schemas.openxmlformats.org/drawingml/2006/table">
            <a:tbl>
              <a:tblPr firstRow="1" bandRow="1">
                <a:tableStyleId>{5940675A-B579-460E-94D1-54222C63F5DA}</a:tableStyleId>
              </a:tblPr>
              <a:tblGrid>
                <a:gridCol w="6630561">
                  <a:extLst>
                    <a:ext uri="{9D8B030D-6E8A-4147-A177-3AD203B41FA5}">
                      <a16:colId xmlns:a16="http://schemas.microsoft.com/office/drawing/2014/main" val="63775097"/>
                    </a:ext>
                  </a:extLst>
                </a:gridCol>
                <a:gridCol w="3043451">
                  <a:extLst>
                    <a:ext uri="{9D8B030D-6E8A-4147-A177-3AD203B41FA5}">
                      <a16:colId xmlns:a16="http://schemas.microsoft.com/office/drawing/2014/main" val="676232085"/>
                    </a:ext>
                  </a:extLst>
                </a:gridCol>
              </a:tblGrid>
              <a:tr h="370840">
                <a:tc>
                  <a:txBody>
                    <a:bodyPr/>
                    <a:lstStyle/>
                    <a:p>
                      <a:r>
                        <a:rPr lang="en-US" sz="2400" b="1" dirty="0"/>
                        <a:t>Computational thinking skill</a:t>
                      </a:r>
                    </a:p>
                  </a:txBody>
                  <a:tcPr/>
                </a:tc>
                <a:tc>
                  <a:txBody>
                    <a:bodyPr/>
                    <a:lstStyle/>
                    <a:p>
                      <a:r>
                        <a:rPr lang="en-US" sz="2400" b="1" dirty="0"/>
                        <a:t>Programming concept</a:t>
                      </a:r>
                    </a:p>
                  </a:txBody>
                  <a:tcPr/>
                </a:tc>
                <a:extLst>
                  <a:ext uri="{0D108BD9-81ED-4DB2-BD59-A6C34878D82A}">
                    <a16:rowId xmlns:a16="http://schemas.microsoft.com/office/drawing/2014/main" val="1629335367"/>
                  </a:ext>
                </a:extLst>
              </a:tr>
              <a:tr h="370840">
                <a:tc>
                  <a:txBody>
                    <a:bodyPr/>
                    <a:lstStyle/>
                    <a:p>
                      <a:r>
                        <a:rPr lang="en-US" sz="2400" dirty="0"/>
                        <a:t>Abstraction steps identify essential elements that are re-used</a:t>
                      </a:r>
                    </a:p>
                  </a:txBody>
                  <a:tcPr/>
                </a:tc>
                <a:tc>
                  <a:txBody>
                    <a:bodyPr/>
                    <a:lstStyle/>
                    <a:p>
                      <a:r>
                        <a:rPr lang="en-US" sz="2400" dirty="0"/>
                        <a:t>Function</a:t>
                      </a:r>
                    </a:p>
                  </a:txBody>
                  <a:tcPr/>
                </a:tc>
                <a:extLst>
                  <a:ext uri="{0D108BD9-81ED-4DB2-BD59-A6C34878D82A}">
                    <a16:rowId xmlns:a16="http://schemas.microsoft.com/office/drawing/2014/main" val="144124473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Abstraction and algorithm design identify rules or decisions that guide actions</a:t>
                      </a:r>
                    </a:p>
                  </a:txBody>
                  <a:tcPr/>
                </a:tc>
                <a:tc>
                  <a:txBody>
                    <a:bodyPr/>
                    <a:lstStyle/>
                    <a:p>
                      <a:r>
                        <a:rPr lang="en-US" sz="2400" dirty="0"/>
                        <a:t>Conditional</a:t>
                      </a:r>
                    </a:p>
                  </a:txBody>
                  <a:tcPr/>
                </a:tc>
                <a:extLst>
                  <a:ext uri="{0D108BD9-81ED-4DB2-BD59-A6C34878D82A}">
                    <a16:rowId xmlns:a16="http://schemas.microsoft.com/office/drawing/2014/main" val="48949588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Pattern recognition and algorithm design identify repeated steps</a:t>
                      </a:r>
                    </a:p>
                  </a:txBody>
                  <a:tcPr/>
                </a:tc>
                <a:tc>
                  <a:txBody>
                    <a:bodyPr/>
                    <a:lstStyle/>
                    <a:p>
                      <a:r>
                        <a:rPr lang="en-US" sz="2400" dirty="0"/>
                        <a:t>Loop</a:t>
                      </a:r>
                    </a:p>
                  </a:txBody>
                  <a:tcPr/>
                </a:tc>
                <a:extLst>
                  <a:ext uri="{0D108BD9-81ED-4DB2-BD59-A6C34878D82A}">
                    <a16:rowId xmlns:a16="http://schemas.microsoft.com/office/drawing/2014/main" val="3410805236"/>
                  </a:ext>
                </a:extLst>
              </a:tr>
            </a:tbl>
          </a:graphicData>
        </a:graphic>
      </p:graphicFrame>
    </p:spTree>
    <p:extLst>
      <p:ext uri="{BB962C8B-B14F-4D97-AF65-F5344CB8AC3E}">
        <p14:creationId xmlns:p14="http://schemas.microsoft.com/office/powerpoint/2010/main" val="119407024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normAutofit/>
          </a:bodyPr>
          <a:lstStyle/>
          <a:p>
            <a:r>
              <a:rPr lang="en-US" dirty="0"/>
              <a:t>GenAI habits to keep</a:t>
            </a:r>
          </a:p>
        </p:txBody>
      </p:sp>
      <p:sp>
        <p:nvSpPr>
          <p:cNvPr id="12" name="TextBox 12"/>
          <p:cNvSpPr txBox="1"/>
          <p:nvPr/>
        </p:nvSpPr>
        <p:spPr>
          <a:xfrm>
            <a:off x="1024128" y="2103120"/>
            <a:ext cx="9692640" cy="3840480"/>
          </a:xfrm>
          <a:prstGeom prst="rect">
            <a:avLst/>
          </a:prstGeom>
          <a:noFill/>
        </p:spPr>
        <p:txBody>
          <a:bodyPr wrap="square" lIns="91440" tIns="91440" rIns="91440" bIns="91440" rtlCol="0" anchor="t"/>
          <a:lstStyle/>
          <a:p>
            <a:pPr marL="457200" lvl="0" indent="-457200">
              <a:spcAft>
                <a:spcPts val="600"/>
              </a:spcAft>
              <a:buFont typeface="+mj-lt"/>
              <a:buAutoNum type="arabicPeriod"/>
            </a:pPr>
            <a:r>
              <a:rPr lang="en-US" sz="2000" b="1" dirty="0"/>
              <a:t>Think first. </a:t>
            </a:r>
            <a:r>
              <a:rPr lang="en-US" sz="2000" dirty="0"/>
              <a:t>Write your own answer before you ask.</a:t>
            </a:r>
          </a:p>
          <a:p>
            <a:pPr marL="457200" lvl="0" indent="-457200">
              <a:spcAft>
                <a:spcPts val="600"/>
              </a:spcAft>
              <a:buFont typeface="+mj-lt"/>
              <a:buAutoNum type="arabicPeriod"/>
            </a:pPr>
            <a:r>
              <a:rPr lang="en-US" sz="2000" b="1" dirty="0"/>
              <a:t>Tell it to ask first. </a:t>
            </a:r>
            <a:r>
              <a:rPr lang="en-US" sz="2000" dirty="0"/>
              <a:t>"If anything essential is missing, ask me before answering."</a:t>
            </a:r>
          </a:p>
          <a:p>
            <a:pPr marL="457200" lvl="0" indent="-457200">
              <a:spcAft>
                <a:spcPts val="600"/>
              </a:spcAft>
              <a:buFont typeface="+mj-lt"/>
              <a:buAutoNum type="arabicPeriod"/>
            </a:pPr>
            <a:r>
              <a:rPr lang="en-US" sz="2000" b="1" dirty="0"/>
              <a:t>Describe your data. </a:t>
            </a:r>
            <a:r>
              <a:rPr lang="en-US" sz="2000" dirty="0"/>
              <a:t>Say what one row is and key structures. Don't upload patient data.</a:t>
            </a:r>
          </a:p>
          <a:p>
            <a:pPr marL="457200" lvl="0" indent="-457200">
              <a:spcAft>
                <a:spcPts val="600"/>
              </a:spcAft>
              <a:buFont typeface="+mj-lt"/>
              <a:buAutoNum type="arabicPeriod"/>
            </a:pPr>
            <a:r>
              <a:rPr lang="en-US" sz="2000" b="1" dirty="0"/>
              <a:t>Read the assumptions before the code. </a:t>
            </a:r>
            <a:r>
              <a:rPr lang="en-US" sz="2000" dirty="0"/>
              <a:t>Decide each one yourself.</a:t>
            </a:r>
          </a:p>
          <a:p>
            <a:pPr marL="457200" lvl="0" indent="-457200">
              <a:spcAft>
                <a:spcPts val="600"/>
              </a:spcAft>
              <a:buFont typeface="+mj-lt"/>
              <a:buAutoNum type="arabicPeriod"/>
            </a:pPr>
            <a:r>
              <a:rPr lang="en-US" sz="2000" b="1" dirty="0"/>
              <a:t>Check the result </a:t>
            </a:r>
            <a:r>
              <a:rPr lang="en-US" sz="2000" dirty="0"/>
              <a:t>against what you know.</a:t>
            </a:r>
          </a:p>
          <a:p>
            <a:pPr marL="457200" lvl="0" indent="-457200">
              <a:spcAft>
                <a:spcPts val="0"/>
              </a:spcAft>
              <a:buFont typeface="+mj-lt"/>
              <a:buAutoNum type="arabicPeriod"/>
            </a:pPr>
            <a:r>
              <a:rPr lang="en-US" sz="2000" b="1" dirty="0"/>
              <a:t>Save prompts that work </a:t>
            </a:r>
            <a:r>
              <a:rPr lang="en-US" sz="2000" dirty="0"/>
              <a:t>as templates with blanks or within customization features.</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D306D-332E-23EB-91B6-ADB65DCCC3B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4142C70-CF1E-EF72-8CEB-C42DA88CE17C}"/>
              </a:ext>
            </a:extLst>
          </p:cNvPr>
          <p:cNvSpPr txBox="1"/>
          <p:nvPr/>
        </p:nvSpPr>
        <p:spPr>
          <a:xfrm>
            <a:off x="626225" y="201578"/>
            <a:ext cx="10939550" cy="6178999"/>
          </a:xfrm>
          <a:prstGeom prst="rect">
            <a:avLst/>
          </a:prstGeom>
          <a:noFill/>
        </p:spPr>
        <p:txBody>
          <a:bodyPr wrap="square" rtlCol="0">
            <a:spAutoFit/>
          </a:bodyPr>
          <a:lstStyle/>
          <a:p>
            <a:r>
              <a:rPr lang="en-US" sz="4000" dirty="0"/>
              <a:t>Lesson Goals</a:t>
            </a:r>
          </a:p>
          <a:p>
            <a:pPr marL="0" marR="0" lvl="0" indent="0" rtl="0">
              <a:lnSpc>
                <a:spcPct val="107000"/>
              </a:lnSpc>
              <a:spcBef>
                <a:spcPts val="0"/>
              </a:spcBef>
              <a:spcAft>
                <a:spcPts val="0"/>
              </a:spcAft>
              <a:buNone/>
            </a:pPr>
            <a:r>
              <a:rPr lang="en-US" sz="3000" kern="100" dirty="0">
                <a:ea typeface="Calibri" panose="020F0502020204030204" pitchFamily="34" charset="0"/>
                <a:cs typeface="Arial" panose="020B0604020202020204" pitchFamily="34" charset="0"/>
              </a:rPr>
              <a:t>Develop computational thinking skills to more effectively utilize emerging digital technologies</a:t>
            </a:r>
          </a:p>
          <a:p>
            <a:pPr marR="0" lvl="0" rtl="0">
              <a:lnSpc>
                <a:spcPct val="107000"/>
              </a:lnSpc>
              <a:spcBef>
                <a:spcPts val="0"/>
              </a:spcBef>
              <a:spcAft>
                <a:spcPts val="0"/>
              </a:spcAft>
            </a:pPr>
            <a:endParaRPr lang="en-US" sz="3200" kern="100" dirty="0">
              <a:cs typeface="Arial" panose="020B0604020202020204" pitchFamily="34" charset="0"/>
            </a:endParaRPr>
          </a:p>
          <a:p>
            <a:pPr marR="0" lvl="0" rtl="0">
              <a:lnSpc>
                <a:spcPct val="107000"/>
              </a:lnSpc>
              <a:spcBef>
                <a:spcPts val="0"/>
              </a:spcBef>
              <a:spcAft>
                <a:spcPts val="0"/>
              </a:spcAft>
            </a:pPr>
            <a:r>
              <a:rPr lang="en-US" sz="4000" dirty="0"/>
              <a:t>Lesson Objectives</a:t>
            </a:r>
          </a:p>
          <a:p>
            <a:pPr marL="514350" indent="-514350">
              <a:buFontTx/>
              <a:buAutoNum type="arabicPeriod"/>
            </a:pPr>
            <a:r>
              <a:rPr lang="en-US" sz="3000" dirty="0"/>
              <a:t>Identify the key components of a complex problem and break it down into smaller, more manageable parts.</a:t>
            </a:r>
          </a:p>
          <a:p>
            <a:pPr marL="514350" indent="-514350">
              <a:buFontTx/>
              <a:buAutoNum type="arabicPeriod"/>
            </a:pPr>
            <a:r>
              <a:rPr lang="en-US" sz="3000" dirty="0"/>
              <a:t>Use patterns to predict future outcomes or generalize solutions.</a:t>
            </a:r>
          </a:p>
          <a:p>
            <a:pPr marL="514350" indent="-514350">
              <a:buFontTx/>
              <a:buAutoNum type="arabicPeriod"/>
            </a:pPr>
            <a:r>
              <a:rPr lang="en-US" sz="3000" dirty="0"/>
              <a:t>Create simplified models to represent complex systems.</a:t>
            </a:r>
          </a:p>
          <a:p>
            <a:pPr marL="514350" indent="-514350">
              <a:buFontTx/>
              <a:buAutoNum type="arabicPeriod"/>
            </a:pPr>
            <a:r>
              <a:rPr lang="en-US" sz="3000" dirty="0"/>
              <a:t>Design step-by-step instructions or algorithms to solve a problem.</a:t>
            </a:r>
          </a:p>
          <a:p>
            <a:pPr marL="514350" indent="-514350">
              <a:buFontTx/>
              <a:buAutoNum type="arabicPeriod"/>
            </a:pPr>
            <a:r>
              <a:rPr lang="en-US" sz="3000" dirty="0"/>
              <a:t>Describe basic coding concepts to better apply computational solutions.</a:t>
            </a:r>
          </a:p>
        </p:txBody>
      </p:sp>
    </p:spTree>
    <p:extLst>
      <p:ext uri="{BB962C8B-B14F-4D97-AF65-F5344CB8AC3E}">
        <p14:creationId xmlns:p14="http://schemas.microsoft.com/office/powerpoint/2010/main" val="65395804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f6b6dd5b-f02f-441a-99a0-162ac5060bd2}" enabled="0" method="" siteId="{f6b6dd5b-f02f-441a-99a0-162ac5060bd2}" removed="1"/>
</clbl:labelList>
</file>

<file path=docProps/app.xml><?xml version="1.0" encoding="utf-8"?>
<Properties xmlns="http://schemas.openxmlformats.org/officeDocument/2006/extended-properties" xmlns:vt="http://schemas.openxmlformats.org/officeDocument/2006/docPropsVTypes">
  <Template>{476843CF-5C3C-BA40-A99B-7BEDA83590AC}tf10001061</Template>
  <TotalTime>37617</TotalTime>
  <Words>6563</Words>
  <Application>Microsoft Macintosh PowerPoint</Application>
  <PresentationFormat>Widescreen</PresentationFormat>
  <Paragraphs>714</Paragraphs>
  <Slides>64</Slides>
  <Notes>32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64</vt:i4>
      </vt:variant>
    </vt:vector>
  </HeadingPairs>
  <TitlesOfParts>
    <vt:vector size="71" baseType="lpstr">
      <vt:lpstr>Arial</vt:lpstr>
      <vt:lpstr>Calibri</vt:lpstr>
      <vt:lpstr>Courier New</vt:lpstr>
      <vt:lpstr>Tw Cen MT</vt:lpstr>
      <vt:lpstr>Tw Cen MT Condensed</vt:lpstr>
      <vt:lpstr>Wingdings 3</vt:lpstr>
      <vt:lpstr>Integral</vt:lpstr>
      <vt:lpstr>Computational Thinking</vt:lpstr>
      <vt:lpstr>PowerPoint Presentation</vt:lpstr>
      <vt:lpstr>What is computational thinking?</vt:lpstr>
      <vt:lpstr>computational thinking skills</vt:lpstr>
      <vt:lpstr>Today's lab case</vt:lpstr>
      <vt:lpstr>Warm-up: build your subset</vt:lpstr>
      <vt:lpstr>Cold prompt</vt:lpstr>
      <vt:lpstr>computational thinking skills</vt:lpstr>
      <vt:lpstr>decomposition</vt:lpstr>
      <vt:lpstr>Decomposing the act of Baking cupcakes</vt:lpstr>
      <vt:lpstr>Cupcakes: planning &amp; preparation</vt:lpstr>
      <vt:lpstr>Cupcakes: Mixing</vt:lpstr>
      <vt:lpstr>Cupcakes: Baking</vt:lpstr>
      <vt:lpstr>Cupcakes: finishing</vt:lpstr>
      <vt:lpstr>Let’s try it</vt:lpstr>
      <vt:lpstr>Decomposition</vt:lpstr>
      <vt:lpstr>Model sub-tasks</vt:lpstr>
      <vt:lpstr>How does this help us?</vt:lpstr>
      <vt:lpstr>All at once vs step by step</vt:lpstr>
      <vt:lpstr>Better prompting:  plan first, then step by step</vt:lpstr>
      <vt:lpstr>computational thinking skills</vt:lpstr>
      <vt:lpstr>Pattern recognition</vt:lpstr>
      <vt:lpstr>Recognizing patterns in sub-tasks</vt:lpstr>
      <vt:lpstr>Recognizing patterns across problems</vt:lpstr>
      <vt:lpstr>What is a loop?</vt:lpstr>
      <vt:lpstr>Calculate the median for each column: Copy and paste method</vt:lpstr>
      <vt:lpstr>Calculate the median for each column: for loop method</vt:lpstr>
      <vt:lpstr>Calculate the median for each column: for loop method</vt:lpstr>
      <vt:lpstr>From loops to group_by()</vt:lpstr>
      <vt:lpstr>Let’s try it</vt:lpstr>
      <vt:lpstr>Pattern recognition</vt:lpstr>
      <vt:lpstr>PowerPoint Presentation</vt:lpstr>
      <vt:lpstr>How does this help us?</vt:lpstr>
      <vt:lpstr>computational thinking skills</vt:lpstr>
      <vt:lpstr>abstraction</vt:lpstr>
      <vt:lpstr>Abstracting the science of baking</vt:lpstr>
      <vt:lpstr>Basic recipe: a model for baking</vt:lpstr>
      <vt:lpstr>Baking as a computational model</vt:lpstr>
      <vt:lpstr>What is a function?</vt:lpstr>
      <vt:lpstr>Ggplot R function creates a new graph object</vt:lpstr>
      <vt:lpstr>Let’s try it</vt:lpstr>
      <vt:lpstr>Abstraction</vt:lpstr>
      <vt:lpstr>Abstraction: what you should see</vt:lpstr>
      <vt:lpstr>How does this help us?</vt:lpstr>
      <vt:lpstr>LLM prompting framework</vt:lpstr>
      <vt:lpstr>Templates, projects and saved instructions</vt:lpstr>
      <vt:lpstr>computational thinking skills</vt:lpstr>
      <vt:lpstr>Algorithm Design</vt:lpstr>
      <vt:lpstr>Detailed recipe: algorithm for baking</vt:lpstr>
      <vt:lpstr>What is a condition?</vt:lpstr>
      <vt:lpstr>Combining functions with conditionals</vt:lpstr>
      <vt:lpstr>Let’s try it</vt:lpstr>
      <vt:lpstr>Algorithm design Part 1</vt:lpstr>
      <vt:lpstr>Algorithm design part 2</vt:lpstr>
      <vt:lpstr>Algorithm: what you should see</vt:lpstr>
      <vt:lpstr>How does this help us?</vt:lpstr>
      <vt:lpstr>computational thinking skills</vt:lpstr>
      <vt:lpstr>PowerPoint Presentation</vt:lpstr>
      <vt:lpstr>Does this make sense?</vt:lpstr>
      <vt:lpstr>Whatever you leave out, Claude fills in</vt:lpstr>
      <vt:lpstr>How does this help us?</vt:lpstr>
      <vt:lpstr>Building a foundation for ds101</vt:lpstr>
      <vt:lpstr>GenAI habits to keep</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Basics</dc:title>
  <dc:creator>Patrick C Mathias</dc:creator>
  <cp:lastModifiedBy>Haymond, Shannon</cp:lastModifiedBy>
  <cp:revision>26</cp:revision>
  <dcterms:created xsi:type="dcterms:W3CDTF">2022-06-28T07:45:18Z</dcterms:created>
  <dcterms:modified xsi:type="dcterms:W3CDTF">2026-10-03T02:18:39Z</dcterms:modified>
</cp:coreProperties>
</file>